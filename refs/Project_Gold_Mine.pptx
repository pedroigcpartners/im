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theme/theme5.xml" ContentType="application/vnd.openxmlformats-officedocument.theme+xml"/>
  <Override PartName="/ppt/slideLayouts/slideLayout64.xml" ContentType="application/vnd.openxmlformats-officedocument.presentationml.slideLayout+xml"/>
  <Override PartName="/ppt/theme/theme6.xml" ContentType="application/vnd.openxmlformats-officedocument.theme+xml"/>
  <Override PartName="/ppt/slideLayouts/slideLayout65.xml" ContentType="application/vnd.openxmlformats-officedocument.presentationml.slideLayout+xml"/>
  <Override PartName="/ppt/theme/theme7.xml" ContentType="application/vnd.openxmlformats-officedocument.theme+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theme/theme8.xml" ContentType="application/vnd.openxmlformats-officedocument.theme+xml"/>
  <Override PartName="/ppt/theme/theme9.xml" ContentType="application/vnd.openxmlformats-officedocument.theme+xml"/>
  <Override PartName="/ppt/theme/theme10.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788" r:id="rId4"/>
    <p:sldMasterId id="2147483724" r:id="rId5"/>
    <p:sldMasterId id="2147483771" r:id="rId6"/>
    <p:sldMasterId id="2147483808" r:id="rId7"/>
    <p:sldMasterId id="2147483798" r:id="rId8"/>
    <p:sldMasterId id="2147483824" r:id="rId9"/>
    <p:sldMasterId id="2147483832" r:id="rId10"/>
    <p:sldMasterId id="2147483838" r:id="rId11"/>
  </p:sldMasterIdLst>
  <p:notesMasterIdLst>
    <p:notesMasterId r:id="rId32"/>
  </p:notesMasterIdLst>
  <p:handoutMasterIdLst>
    <p:handoutMasterId r:id="rId33"/>
  </p:handoutMasterIdLst>
  <p:sldIdLst>
    <p:sldId id="397" r:id="rId12"/>
    <p:sldId id="410" r:id="rId13"/>
    <p:sldId id="398" r:id="rId14"/>
    <p:sldId id="429" r:id="rId15"/>
    <p:sldId id="439" r:id="rId16"/>
    <p:sldId id="451" r:id="rId17"/>
    <p:sldId id="437" r:id="rId18"/>
    <p:sldId id="443" r:id="rId19"/>
    <p:sldId id="444" r:id="rId20"/>
    <p:sldId id="445" r:id="rId21"/>
    <p:sldId id="446" r:id="rId22"/>
    <p:sldId id="447" r:id="rId23"/>
    <p:sldId id="448" r:id="rId24"/>
    <p:sldId id="449" r:id="rId25"/>
    <p:sldId id="450" r:id="rId26"/>
    <p:sldId id="440" r:id="rId27"/>
    <p:sldId id="431" r:id="rId28"/>
    <p:sldId id="441" r:id="rId29"/>
    <p:sldId id="432" r:id="rId30"/>
    <p:sldId id="442" r:id="rId31"/>
  </p:sldIdLst>
  <p:sldSz cx="12192000" cy="6858000"/>
  <p:notesSz cx="6858000" cy="9144000"/>
  <p:custDataLst>
    <p:tags r:id="rId34"/>
  </p:custDataLst>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574" userDrawn="1">
          <p15:clr>
            <a:srgbClr val="A4A3A4"/>
          </p15:clr>
        </p15:guide>
        <p15:guide id="3" pos="5518" userDrawn="1">
          <p15:clr>
            <a:srgbClr val="A4A3A4"/>
          </p15:clr>
        </p15:guide>
        <p15:guide id="5" orient="horz" pos="2409" userDrawn="1">
          <p15:clr>
            <a:srgbClr val="A4A3A4"/>
          </p15:clr>
        </p15:guide>
        <p15:guide id="6" pos="7423"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9617B60D-6077-ACAD-980D-9A60F9821340}" name="Anne Suyama" initials="AS" userId="S::anne.suyama@igcp.com.br::47f21aa0-0471-42ab-a3d8-ed160750aff9"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0003"/>
    <a:srgbClr val="FFFFFF"/>
    <a:srgbClr val="B1AEAE"/>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4650" autoAdjust="0"/>
    <p:restoredTop sz="96131" autoAdjust="0"/>
  </p:normalViewPr>
  <p:slideViewPr>
    <p:cSldViewPr snapToGrid="0" showGuides="1">
      <p:cViewPr varScale="1">
        <p:scale>
          <a:sx n="99" d="100"/>
          <a:sy n="99" d="100"/>
        </p:scale>
        <p:origin x="72" y="72"/>
      </p:cViewPr>
      <p:guideLst>
        <p:guide pos="574"/>
        <p:guide pos="5518"/>
        <p:guide orient="horz" pos="2409"/>
        <p:guide pos="7423"/>
      </p:guideLst>
    </p:cSldViewPr>
  </p:slideViewPr>
  <p:notesTextViewPr>
    <p:cViewPr>
      <p:scale>
        <a:sx n="200" d="100"/>
        <a:sy n="200" d="100"/>
      </p:scale>
      <p:origin x="0" y="0"/>
    </p:cViewPr>
  </p:notesTextViewPr>
  <p:sorterViewPr>
    <p:cViewPr>
      <p:scale>
        <a:sx n="200" d="100"/>
        <a:sy n="200" d="100"/>
      </p:scale>
      <p:origin x="0" y="0"/>
    </p:cViewPr>
  </p:sorterViewPr>
  <p:notesViewPr>
    <p:cSldViewPr snapToGrid="0" showGuides="1">
      <p:cViewPr varScale="1">
        <p:scale>
          <a:sx n="80" d="100"/>
          <a:sy n="80" d="100"/>
        </p:scale>
        <p:origin x="4002" y="114"/>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2.xml"/><Relationship Id="rId18" Type="http://schemas.openxmlformats.org/officeDocument/2006/relationships/slide" Target="slides/slide7.xml"/><Relationship Id="rId26" Type="http://schemas.openxmlformats.org/officeDocument/2006/relationships/slide" Target="slides/slide15.xml"/><Relationship Id="rId39" Type="http://schemas.microsoft.com/office/2018/10/relationships/authors" Target="authors.xml"/><Relationship Id="rId21" Type="http://schemas.openxmlformats.org/officeDocument/2006/relationships/slide" Target="slides/slide10.xml"/><Relationship Id="rId34" Type="http://schemas.openxmlformats.org/officeDocument/2006/relationships/tags" Target="tags/tag1.xml"/><Relationship Id="rId7" Type="http://schemas.openxmlformats.org/officeDocument/2006/relationships/slideMaster" Target="slideMasters/slideMaster4.xml"/><Relationship Id="rId12" Type="http://schemas.openxmlformats.org/officeDocument/2006/relationships/slide" Target="slides/slide1.xml"/><Relationship Id="rId17" Type="http://schemas.openxmlformats.org/officeDocument/2006/relationships/slide" Target="slides/slide6.xml"/><Relationship Id="rId25" Type="http://schemas.openxmlformats.org/officeDocument/2006/relationships/slide" Target="slides/slide1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5.xml"/><Relationship Id="rId20" Type="http://schemas.openxmlformats.org/officeDocument/2006/relationships/slide" Target="slides/slide9.xml"/><Relationship Id="rId29" Type="http://schemas.openxmlformats.org/officeDocument/2006/relationships/slide" Target="slides/slide18.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Master" Target="slideMasters/slideMaster8.xml"/><Relationship Id="rId24" Type="http://schemas.openxmlformats.org/officeDocument/2006/relationships/slide" Target="slides/slide1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Master" Target="slideMasters/slideMaster2.xml"/><Relationship Id="rId15" Type="http://schemas.openxmlformats.org/officeDocument/2006/relationships/slide" Target="slides/slide4.xml"/><Relationship Id="rId23" Type="http://schemas.openxmlformats.org/officeDocument/2006/relationships/slide" Target="slides/slide12.xml"/><Relationship Id="rId28" Type="http://schemas.openxmlformats.org/officeDocument/2006/relationships/slide" Target="slides/slide17.xml"/><Relationship Id="rId36" Type="http://schemas.openxmlformats.org/officeDocument/2006/relationships/viewProps" Target="viewProps.xml"/><Relationship Id="rId10" Type="http://schemas.openxmlformats.org/officeDocument/2006/relationships/slideMaster" Target="slideMasters/slideMaster7.xml"/><Relationship Id="rId19" Type="http://schemas.openxmlformats.org/officeDocument/2006/relationships/slide" Target="slides/slide8.xml"/><Relationship Id="rId31" Type="http://schemas.openxmlformats.org/officeDocument/2006/relationships/slide" Target="slides/slide20.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 Target="slides/slide3.xml"/><Relationship Id="rId22" Type="http://schemas.openxmlformats.org/officeDocument/2006/relationships/slide" Target="slides/slide11.xml"/><Relationship Id="rId27" Type="http://schemas.openxmlformats.org/officeDocument/2006/relationships/slide" Target="slides/slide16.xml"/><Relationship Id="rId30" Type="http://schemas.openxmlformats.org/officeDocument/2006/relationships/slide" Target="slides/slide19.xml"/><Relationship Id="rId35" Type="http://schemas.openxmlformats.org/officeDocument/2006/relationships/presProps" Target="presProps.xml"/><Relationship Id="rId8" Type="http://schemas.openxmlformats.org/officeDocument/2006/relationships/slideMaster" Target="slideMasters/slideMaster5.xml"/><Relationship Id="rId3" Type="http://schemas.openxmlformats.org/officeDocument/2006/relationships/customXml" Target="../customXml/item3.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package" Target="../embeddings/Microsoft_Excel_Worksheet3.xlsx"/><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package" Target="../embeddings/Microsoft_Excel_Worksheet4.xlsx"/><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package" Target="../embeddings/Microsoft_Excel_Worksheet5.xlsx"/><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package" Target="../embeddings/Microsoft_Excel_Worksheet6.xlsx"/><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package" Target="../embeddings/Microsoft_Excel_Worksheet7.xlsx"/><Relationship Id="rId2" Type="http://schemas.microsoft.com/office/2011/relationships/chartColorStyle" Target="colors8.xml"/><Relationship Id="rId1" Type="http://schemas.microsoft.com/office/2011/relationships/chartStyle" Target="style8.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699647527118718E-2"/>
          <c:y val="0.18928110113551791"/>
          <c:w val="0.86192422526813883"/>
          <c:h val="0.6542081489411643"/>
        </c:manualLayout>
      </c:layout>
      <c:barChart>
        <c:barDir val="col"/>
        <c:grouping val="clustered"/>
        <c:varyColors val="0"/>
        <c:ser>
          <c:idx val="0"/>
          <c:order val="0"/>
          <c:tx>
            <c:strRef>
              <c:f>Planilha1!$B$1</c:f>
              <c:strCache>
                <c:ptCount val="1"/>
                <c:pt idx="0">
                  <c:v>Série 1</c:v>
                </c:pt>
              </c:strCache>
            </c:strRef>
          </c:tx>
          <c:spPr>
            <a:solidFill>
              <a:schemeClr val="accent1"/>
            </a:solidFill>
            <a:ln>
              <a:noFill/>
            </a:ln>
            <a:effectLst/>
          </c:spPr>
          <c:invertIfNegative val="0"/>
          <c:cat>
            <c:strRef>
              <c:f>Planilha1!$A$2:$A$5</c:f>
              <c:strCache>
                <c:ptCount val="4"/>
                <c:pt idx="0">
                  <c:v>Categoria 1</c:v>
                </c:pt>
                <c:pt idx="1">
                  <c:v>Categoria 2</c:v>
                </c:pt>
                <c:pt idx="2">
                  <c:v>Categoria 3</c:v>
                </c:pt>
                <c:pt idx="3">
                  <c:v>Categoria 4</c:v>
                </c:pt>
              </c:strCache>
            </c:strRef>
          </c:cat>
          <c:val>
            <c:numRef>
              <c:f>Planilha1!$B$2:$B$5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F31-4CB4-A383-619B57EEB914}"/>
            </c:ext>
          </c:extLst>
        </c:ser>
        <c:ser>
          <c:idx val="1"/>
          <c:order val="1"/>
          <c:tx>
            <c:strRef>
              <c:f>Planilha1!$C$1</c:f>
              <c:strCache>
                <c:ptCount val="1"/>
                <c:pt idx="0">
                  <c:v>Série 2</c:v>
                </c:pt>
              </c:strCache>
            </c:strRef>
          </c:tx>
          <c:spPr>
            <a:solidFill>
              <a:schemeClr val="accent2"/>
            </a:solidFill>
            <a:ln>
              <a:noFill/>
            </a:ln>
            <a:effectLst/>
          </c:spPr>
          <c:invertIfNegative val="0"/>
          <c:cat>
            <c:strRef>
              <c:f>Planilha1!$A$2:$A$5</c:f>
              <c:strCache>
                <c:ptCount val="4"/>
                <c:pt idx="0">
                  <c:v>Categoria 1</c:v>
                </c:pt>
                <c:pt idx="1">
                  <c:v>Categoria 2</c:v>
                </c:pt>
                <c:pt idx="2">
                  <c:v>Categoria 3</c:v>
                </c:pt>
                <c:pt idx="3">
                  <c:v>Categoria 4</c:v>
                </c:pt>
              </c:strCache>
            </c:strRef>
          </c:cat>
          <c:val>
            <c:numRef>
              <c:f>Planilha1!$C$2:$C$5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F31-4CB4-A383-619B57EEB914}"/>
            </c:ext>
          </c:extLst>
        </c:ser>
        <c:dLbls>
          <c:showLegendKey val="0"/>
          <c:showVal val="0"/>
          <c:showCatName val="0"/>
          <c:showSerName val="0"/>
          <c:showPercent val="0"/>
          <c:showBubbleSize val="0"/>
        </c:dLbls>
        <c:gapWidth val="219"/>
        <c:overlap val="-27"/>
        <c:axId val="1817395680"/>
        <c:axId val="1817399520"/>
      </c:barChart>
      <c:lineChart>
        <c:grouping val="stacked"/>
        <c:varyColors val="0"/>
        <c:ser>
          <c:idx val="2"/>
          <c:order val="2"/>
          <c:tx>
            <c:strRef>
              <c:f>Planilha1!$D$1</c:f>
              <c:strCache>
                <c:ptCount val="1"/>
                <c:pt idx="0">
                  <c:v>Série 3</c:v>
                </c:pt>
              </c:strCache>
            </c:strRef>
          </c:tx>
          <c:spPr>
            <a:ln w="28575" cap="rnd">
              <a:solidFill>
                <a:schemeClr val="bg2"/>
              </a:solidFill>
              <a:round/>
            </a:ln>
            <a:effectLst/>
          </c:spPr>
          <c:marker>
            <c:symbol val="circle"/>
            <c:size val="10"/>
            <c:spPr>
              <a:solidFill>
                <a:schemeClr val="bg2"/>
              </a:solidFill>
              <a:ln w="9525">
                <a:solidFill>
                  <a:schemeClr val="bg2"/>
                </a:solidFill>
              </a:ln>
              <a:effectLst/>
            </c:spPr>
          </c:marker>
          <c:cat>
            <c:strRef>
              <c:f>Planilha1!$A$2:$A$5</c:f>
              <c:strCache>
                <c:ptCount val="4"/>
                <c:pt idx="0">
                  <c:v>Categoria 1</c:v>
                </c:pt>
                <c:pt idx="1">
                  <c:v>Categoria 2</c:v>
                </c:pt>
                <c:pt idx="2">
                  <c:v>Categoria 3</c:v>
                </c:pt>
                <c:pt idx="3">
                  <c:v>Categoria 4</c:v>
                </c:pt>
              </c:strCache>
            </c:strRef>
          </c:cat>
          <c:val>
            <c:numRef>
              <c:f>Planilha1!$D$2:$D$5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F31-4CB4-A383-619B57EEB914}"/>
            </c:ext>
          </c:extLst>
        </c:ser>
        <c:dLbls>
          <c:showLegendKey val="0"/>
          <c:showVal val="0"/>
          <c:showCatName val="0"/>
          <c:showSerName val="0"/>
          <c:showPercent val="0"/>
          <c:showBubbleSize val="0"/>
        </c:dLbls>
        <c:marker val="1"/>
        <c:smooth val="0"/>
        <c:axId val="2068351088"/>
        <c:axId val="2068351568"/>
      </c:lineChart>
      <c:catAx>
        <c:axId val="2068351088"/>
        <c:scaling>
          <c:orientation val="minMax"/>
        </c:scaling>
        <c:delete val="0"/>
        <c:axPos val="b"/>
        <c:numFmt formatCode="General" sourceLinked="1"/>
        <c:majorTickMark val="none"/>
        <c:minorTickMark val="none"/>
        <c:tickLblPos val="nextTo"/>
        <c:spPr>
          <a:noFill/>
          <a:ln w="6350" cap="flat" cmpd="sng" algn="ctr">
            <a:solidFill>
              <a:schemeClr val="bg1">
                <a:lumMod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mn-ea"/>
                <a:cs typeface="Poppins Light" panose="00000400000000000000" pitchFamily="2" charset="0"/>
              </a:defRPr>
            </a:pPr>
            <a:endParaRPr lang="pt-BR"/>
          </a:p>
        </c:txPr>
        <c:crossAx val="2068351568"/>
        <c:crosses val="autoZero"/>
        <c:auto val="1"/>
        <c:lblAlgn val="ctr"/>
        <c:lblOffset val="100"/>
        <c:noMultiLvlLbl val="0"/>
      </c:catAx>
      <c:valAx>
        <c:axId val="2068351568"/>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lumMod val="65000"/>
                  </a:schemeClr>
                </a:solidFill>
                <a:latin typeface="Poppins Light" panose="00000400000000000000" pitchFamily="2" charset="0"/>
                <a:ea typeface="+mn-ea"/>
                <a:cs typeface="Poppins Light" panose="00000400000000000000" pitchFamily="2" charset="0"/>
              </a:defRPr>
            </a:pPr>
            <a:endParaRPr lang="pt-BR"/>
          </a:p>
        </c:txPr>
        <c:crossAx val="2068351088"/>
        <c:crosses val="autoZero"/>
        <c:crossBetween val="between"/>
      </c:valAx>
      <c:valAx>
        <c:axId val="181739952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lumMod val="65000"/>
                  </a:schemeClr>
                </a:solidFill>
                <a:latin typeface="Poppins Light" panose="00000400000000000000" pitchFamily="2" charset="0"/>
                <a:ea typeface="+mn-ea"/>
                <a:cs typeface="Poppins Light" panose="00000400000000000000" pitchFamily="2" charset="0"/>
              </a:defRPr>
            </a:pPr>
            <a:endParaRPr lang="pt-BR"/>
          </a:p>
        </c:txPr>
        <c:crossAx val="1817395680"/>
        <c:crosses val="max"/>
        <c:crossBetween val="between"/>
      </c:valAx>
      <c:catAx>
        <c:axId val="1817395680"/>
        <c:scaling>
          <c:orientation val="minMax"/>
        </c:scaling>
        <c:delete val="1"/>
        <c:axPos val="b"/>
        <c:numFmt formatCode="General" sourceLinked="1"/>
        <c:majorTickMark val="out"/>
        <c:minorTickMark val="none"/>
        <c:tickLblPos val="nextTo"/>
        <c:crossAx val="1817399520"/>
        <c:crosses val="autoZero"/>
        <c:auto val="1"/>
        <c:lblAlgn val="ctr"/>
        <c:lblOffset val="100"/>
        <c:noMultiLvlLbl val="0"/>
      </c:catAx>
      <c:spPr>
        <a:noFill/>
        <a:ln>
          <a:noFill/>
        </a:ln>
        <a:effectLst/>
      </c:spPr>
    </c:plotArea>
    <c:legend>
      <c:legendPos val="b"/>
      <c:layout>
        <c:manualLayout>
          <c:xMode val="edge"/>
          <c:yMode val="edge"/>
          <c:x val="0"/>
          <c:y val="1.4922770911095012E-3"/>
          <c:w val="0.43334024291743106"/>
          <c:h val="8.1667465109965157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mn-ea"/>
              <a:cs typeface="Poppins Light" panose="000004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5.9699647527118718E-2"/>
          <c:y val="0.18928110113551791"/>
          <c:w val="0.86192422526813883"/>
          <c:h val="0.6542081489411643"/>
        </c:manualLayout>
      </c:layout>
      <c:barChart>
        <c:barDir val="col"/>
        <c:grouping val="clustered"/>
        <c:varyColors val="0"/>
        <c:ser>
          <c:idx val="0"/>
          <c:order val="0"/>
          <c:tx>
            <c:strRef>
              <c:f>Planilha1!$B$1</c:f>
              <c:strCache>
                <c:ptCount val="1"/>
                <c:pt idx="0">
                  <c:v>Série 1</c:v>
                </c:pt>
              </c:strCache>
            </c:strRef>
          </c:tx>
          <c:spPr>
            <a:solidFill>
              <a:schemeClr val="accent1"/>
            </a:solidFill>
            <a:ln>
              <a:noFill/>
            </a:ln>
            <a:effectLst/>
          </c:spPr>
          <c:invertIfNegative val="0"/>
          <c:cat>
            <c:strRef>
              <c:f>Planilha1!$A$2:$A$5</c:f>
              <c:strCache>
                <c:ptCount val="4"/>
                <c:pt idx="0">
                  <c:v>Categoria 1</c:v>
                </c:pt>
                <c:pt idx="1">
                  <c:v>Categoria 2</c:v>
                </c:pt>
                <c:pt idx="2">
                  <c:v>Categoria 3</c:v>
                </c:pt>
                <c:pt idx="3">
                  <c:v>Categoria 4</c:v>
                </c:pt>
              </c:strCache>
            </c:strRef>
          </c:cat>
          <c:val>
            <c:numRef>
              <c:f>Planilha1!$B$2:$B$5</c:f>
              <c:numCache>
                <c:formatCode>General</c:formatCode>
                <c:ptCount val="4"/>
                <c:pt idx="0">
                  <c:v>4.3</c:v>
                </c:pt>
                <c:pt idx="1">
                  <c:v>2.5</c:v>
                </c:pt>
                <c:pt idx="2">
                  <c:v>3.5</c:v>
                </c:pt>
                <c:pt idx="3">
                  <c:v>4.5</c:v>
                </c:pt>
              </c:numCache>
            </c:numRef>
          </c:val>
          <c:extLst>
            <c:ext xmlns:c16="http://schemas.microsoft.com/office/drawing/2014/chart" uri="{C3380CC4-5D6E-409C-BE32-E72D297353CC}">
              <c16:uniqueId val="{00000000-7F31-4CB4-A383-619B57EEB914}"/>
            </c:ext>
          </c:extLst>
        </c:ser>
        <c:ser>
          <c:idx val="1"/>
          <c:order val="1"/>
          <c:tx>
            <c:strRef>
              <c:f>Planilha1!$C$1</c:f>
              <c:strCache>
                <c:ptCount val="1"/>
                <c:pt idx="0">
                  <c:v>Série 2</c:v>
                </c:pt>
              </c:strCache>
            </c:strRef>
          </c:tx>
          <c:spPr>
            <a:solidFill>
              <a:schemeClr val="accent2"/>
            </a:solidFill>
            <a:ln>
              <a:noFill/>
            </a:ln>
            <a:effectLst/>
          </c:spPr>
          <c:invertIfNegative val="0"/>
          <c:cat>
            <c:strRef>
              <c:f>Planilha1!$A$2:$A$5</c:f>
              <c:strCache>
                <c:ptCount val="4"/>
                <c:pt idx="0">
                  <c:v>Categoria 1</c:v>
                </c:pt>
                <c:pt idx="1">
                  <c:v>Categoria 2</c:v>
                </c:pt>
                <c:pt idx="2">
                  <c:v>Categoria 3</c:v>
                </c:pt>
                <c:pt idx="3">
                  <c:v>Categoria 4</c:v>
                </c:pt>
              </c:strCache>
            </c:strRef>
          </c:cat>
          <c:val>
            <c:numRef>
              <c:f>Planilha1!$C$2:$C$5</c:f>
              <c:numCache>
                <c:formatCode>General</c:formatCode>
                <c:ptCount val="4"/>
                <c:pt idx="0">
                  <c:v>2.4</c:v>
                </c:pt>
                <c:pt idx="1">
                  <c:v>4.4000000000000004</c:v>
                </c:pt>
                <c:pt idx="2">
                  <c:v>1.8</c:v>
                </c:pt>
                <c:pt idx="3">
                  <c:v>2.8</c:v>
                </c:pt>
              </c:numCache>
            </c:numRef>
          </c:val>
          <c:extLst>
            <c:ext xmlns:c16="http://schemas.microsoft.com/office/drawing/2014/chart" uri="{C3380CC4-5D6E-409C-BE32-E72D297353CC}">
              <c16:uniqueId val="{00000001-7F31-4CB4-A383-619B57EEB914}"/>
            </c:ext>
          </c:extLst>
        </c:ser>
        <c:dLbls>
          <c:showLegendKey val="0"/>
          <c:showVal val="0"/>
          <c:showCatName val="0"/>
          <c:showSerName val="0"/>
          <c:showPercent val="0"/>
          <c:showBubbleSize val="0"/>
        </c:dLbls>
        <c:gapWidth val="219"/>
        <c:overlap val="-27"/>
        <c:axId val="1817395680"/>
        <c:axId val="1817399520"/>
      </c:barChart>
      <c:lineChart>
        <c:grouping val="stacked"/>
        <c:varyColors val="0"/>
        <c:ser>
          <c:idx val="2"/>
          <c:order val="2"/>
          <c:tx>
            <c:strRef>
              <c:f>Planilha1!$D$1</c:f>
              <c:strCache>
                <c:ptCount val="1"/>
                <c:pt idx="0">
                  <c:v>Série 3</c:v>
                </c:pt>
              </c:strCache>
            </c:strRef>
          </c:tx>
          <c:spPr>
            <a:ln w="28575" cap="rnd">
              <a:solidFill>
                <a:schemeClr val="bg2"/>
              </a:solidFill>
              <a:round/>
            </a:ln>
            <a:effectLst/>
          </c:spPr>
          <c:marker>
            <c:symbol val="circle"/>
            <c:size val="10"/>
            <c:spPr>
              <a:solidFill>
                <a:schemeClr val="bg2"/>
              </a:solidFill>
              <a:ln w="9525">
                <a:solidFill>
                  <a:schemeClr val="bg2"/>
                </a:solidFill>
              </a:ln>
              <a:effectLst/>
            </c:spPr>
          </c:marker>
          <c:cat>
            <c:strRef>
              <c:f>Planilha1!$A$2:$A$5</c:f>
              <c:strCache>
                <c:ptCount val="4"/>
                <c:pt idx="0">
                  <c:v>Categoria 1</c:v>
                </c:pt>
                <c:pt idx="1">
                  <c:v>Categoria 2</c:v>
                </c:pt>
                <c:pt idx="2">
                  <c:v>Categoria 3</c:v>
                </c:pt>
                <c:pt idx="3">
                  <c:v>Categoria 4</c:v>
                </c:pt>
              </c:strCache>
            </c:strRef>
          </c:cat>
          <c:val>
            <c:numRef>
              <c:f>Planilha1!$D$2:$D$5</c:f>
              <c:numCache>
                <c:formatCode>General</c:formatCode>
                <c:ptCount val="4"/>
                <c:pt idx="0">
                  <c:v>2</c:v>
                </c:pt>
                <c:pt idx="1">
                  <c:v>2</c:v>
                </c:pt>
                <c:pt idx="2">
                  <c:v>3</c:v>
                </c:pt>
                <c:pt idx="3">
                  <c:v>5</c:v>
                </c:pt>
              </c:numCache>
            </c:numRef>
          </c:val>
          <c:smooth val="0"/>
          <c:extLst>
            <c:ext xmlns:c16="http://schemas.microsoft.com/office/drawing/2014/chart" uri="{C3380CC4-5D6E-409C-BE32-E72D297353CC}">
              <c16:uniqueId val="{00000002-7F31-4CB4-A383-619B57EEB914}"/>
            </c:ext>
          </c:extLst>
        </c:ser>
        <c:dLbls>
          <c:showLegendKey val="0"/>
          <c:showVal val="0"/>
          <c:showCatName val="0"/>
          <c:showSerName val="0"/>
          <c:showPercent val="0"/>
          <c:showBubbleSize val="0"/>
        </c:dLbls>
        <c:marker val="1"/>
        <c:smooth val="0"/>
        <c:axId val="2068351088"/>
        <c:axId val="2068351568"/>
      </c:lineChart>
      <c:catAx>
        <c:axId val="2068351088"/>
        <c:scaling>
          <c:orientation val="minMax"/>
        </c:scaling>
        <c:delete val="0"/>
        <c:axPos val="b"/>
        <c:numFmt formatCode="General" sourceLinked="1"/>
        <c:majorTickMark val="none"/>
        <c:minorTickMark val="none"/>
        <c:tickLblPos val="nextTo"/>
        <c:spPr>
          <a:noFill/>
          <a:ln w="6350" cap="flat" cmpd="sng" algn="ctr">
            <a:solidFill>
              <a:schemeClr val="bg1">
                <a:lumMod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mn-ea"/>
                <a:cs typeface="Poppins Light" panose="00000400000000000000" pitchFamily="2" charset="0"/>
              </a:defRPr>
            </a:pPr>
            <a:endParaRPr lang="pt-BR"/>
          </a:p>
        </c:txPr>
        <c:crossAx val="2068351568"/>
        <c:crosses val="autoZero"/>
        <c:auto val="1"/>
        <c:lblAlgn val="ctr"/>
        <c:lblOffset val="100"/>
        <c:noMultiLvlLbl val="0"/>
      </c:catAx>
      <c:valAx>
        <c:axId val="2068351568"/>
        <c:scaling>
          <c:orientation val="minMax"/>
        </c:scaling>
        <c:delete val="0"/>
        <c:axPos val="l"/>
        <c:majorGridlines>
          <c:spPr>
            <a:ln w="9525" cap="flat" cmpd="sng" algn="ctr">
              <a:solidFill>
                <a:schemeClr val="bg1">
                  <a:lumMod val="95000"/>
                </a:schemeClr>
              </a:solidFill>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lumMod val="65000"/>
                  </a:schemeClr>
                </a:solidFill>
                <a:latin typeface="Poppins Light" panose="00000400000000000000" pitchFamily="2" charset="0"/>
                <a:ea typeface="+mn-ea"/>
                <a:cs typeface="Poppins Light" panose="00000400000000000000" pitchFamily="2" charset="0"/>
              </a:defRPr>
            </a:pPr>
            <a:endParaRPr lang="pt-BR"/>
          </a:p>
        </c:txPr>
        <c:crossAx val="2068351088"/>
        <c:crosses val="autoZero"/>
        <c:crossBetween val="between"/>
      </c:valAx>
      <c:valAx>
        <c:axId val="181739952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lumMod val="65000"/>
                  </a:schemeClr>
                </a:solidFill>
                <a:latin typeface="Poppins Light" panose="00000400000000000000" pitchFamily="2" charset="0"/>
                <a:ea typeface="+mn-ea"/>
                <a:cs typeface="Poppins Light" panose="00000400000000000000" pitchFamily="2" charset="0"/>
              </a:defRPr>
            </a:pPr>
            <a:endParaRPr lang="pt-BR"/>
          </a:p>
        </c:txPr>
        <c:crossAx val="1817395680"/>
        <c:crosses val="max"/>
        <c:crossBetween val="between"/>
      </c:valAx>
      <c:catAx>
        <c:axId val="1817395680"/>
        <c:scaling>
          <c:orientation val="minMax"/>
        </c:scaling>
        <c:delete val="1"/>
        <c:axPos val="b"/>
        <c:numFmt formatCode="General" sourceLinked="1"/>
        <c:majorTickMark val="out"/>
        <c:minorTickMark val="none"/>
        <c:tickLblPos val="nextTo"/>
        <c:crossAx val="1817399520"/>
        <c:crosses val="autoZero"/>
        <c:auto val="1"/>
        <c:lblAlgn val="ctr"/>
        <c:lblOffset val="100"/>
        <c:noMultiLvlLbl val="0"/>
      </c:catAx>
      <c:spPr>
        <a:noFill/>
        <a:ln>
          <a:noFill/>
        </a:ln>
        <a:effectLst/>
      </c:spPr>
    </c:plotArea>
    <c:legend>
      <c:legendPos val="b"/>
      <c:layout>
        <c:manualLayout>
          <c:xMode val="edge"/>
          <c:yMode val="edge"/>
          <c:x val="0"/>
          <c:y val="1.4922770911095012E-3"/>
          <c:w val="0.43334024291743106"/>
          <c:h val="8.1667465109965157E-2"/>
        </c:manualLayout>
      </c:layout>
      <c:overlay val="0"/>
      <c:spPr>
        <a:noFill/>
        <a:ln>
          <a:noFill/>
        </a:ln>
        <a:effectLst/>
      </c:spPr>
      <c:txPr>
        <a:bodyPr rot="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mn-ea"/>
              <a:cs typeface="Poppins Light" panose="000004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5620699562225782"/>
          <c:w val="1"/>
          <c:h val="0.72812419347769985"/>
        </c:manualLayout>
      </c:layout>
      <c:barChart>
        <c:barDir val="col"/>
        <c:grouping val="clustered"/>
        <c:varyColors val="0"/>
        <c:ser>
          <c:idx val="0"/>
          <c:order val="0"/>
          <c:tx>
            <c:strRef>
              <c:f>Sheet1!$B$1</c:f>
              <c:strCache>
                <c:ptCount val="1"/>
                <c:pt idx="0">
                  <c:v>Series 1</c:v>
                </c:pt>
              </c:strCache>
            </c:strRef>
          </c:tx>
          <c:spPr>
            <a:solidFill>
              <a:schemeClr val="accent2"/>
            </a:solidFill>
            <a:ln>
              <a:noFill/>
            </a:ln>
            <a:effectLst/>
          </c:spPr>
          <c:invertIfNegative val="0"/>
          <c:dPt>
            <c:idx val="0"/>
            <c:invertIfNegative val="0"/>
            <c:bubble3D val="0"/>
            <c:spPr>
              <a:solidFill>
                <a:schemeClr val="accent2"/>
              </a:solidFill>
              <a:ln>
                <a:noFill/>
              </a:ln>
              <a:effectLst/>
            </c:spPr>
            <c:extLst>
              <c:ext xmlns:c16="http://schemas.microsoft.com/office/drawing/2014/chart" uri="{C3380CC4-5D6E-409C-BE32-E72D297353CC}">
                <c16:uniqueId val="{00000001-D869-4C79-B7F6-5C0B3F7BB3DD}"/>
              </c:ext>
            </c:extLst>
          </c:dPt>
          <c:dPt>
            <c:idx val="1"/>
            <c:invertIfNegative val="0"/>
            <c:bubble3D val="0"/>
            <c:spPr>
              <a:solidFill>
                <a:schemeClr val="accent2"/>
              </a:solidFill>
              <a:ln>
                <a:noFill/>
              </a:ln>
              <a:effectLst/>
            </c:spPr>
            <c:extLst>
              <c:ext xmlns:c16="http://schemas.microsoft.com/office/drawing/2014/chart" uri="{C3380CC4-5D6E-409C-BE32-E72D297353CC}">
                <c16:uniqueId val="{00000003-D869-4C79-B7F6-5C0B3F7BB3DD}"/>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D869-4C79-B7F6-5C0B3F7BB3DD}"/>
              </c:ext>
            </c:extLst>
          </c:dPt>
          <c:dLbls>
            <c:dLbl>
              <c:idx val="1"/>
              <c:tx>
                <c:rich>
                  <a:bodyPr rot="0" spcFirstLastPara="1" vertOverflow="ellipsis" vert="horz" wrap="square" lIns="38100" tIns="19050" rIns="38100" bIns="19050" anchor="ctr" anchorCtr="1">
                    <a:spAutoFit/>
                  </a:bodyPr>
                  <a:lstStyle/>
                  <a:p>
                    <a:pPr>
                      <a:defRPr sz="1050" b="1" i="0" u="none" strike="noStrike" kern="1200" baseline="0">
                        <a:solidFill>
                          <a:srgbClr val="B1AEAE"/>
                        </a:solidFill>
                        <a:latin typeface="Poppins" panose="00000500000000000000" pitchFamily="2" charset="0"/>
                        <a:ea typeface="Source Serif Pro" panose="02040603050405020204" pitchFamily="18" charset="0"/>
                        <a:cs typeface="Poppins" panose="00000500000000000000" pitchFamily="2" charset="0"/>
                      </a:defRPr>
                    </a:pPr>
                    <a:fld id="{FD5A0097-68B6-40FE-ACE4-2A47890EF3CF}" type="VALUE">
                      <a:rPr lang="en-US">
                        <a:solidFill>
                          <a:srgbClr val="B1AEAE"/>
                        </a:solidFill>
                      </a:rPr>
                      <a:pPr>
                        <a:defRPr sz="1050" b="1">
                          <a:solidFill>
                            <a:srgbClr val="B1AEAE"/>
                          </a:solidFill>
                          <a:latin typeface="Poppins" panose="00000500000000000000" pitchFamily="2" charset="0"/>
                          <a:ea typeface="Source Serif Pro" panose="02040603050405020204" pitchFamily="18" charset="0"/>
                          <a:cs typeface="Poppins" panose="00000500000000000000" pitchFamily="2" charset="0"/>
                        </a:defRPr>
                      </a:pPr>
                      <a:t>[VALUE]</a:t>
                    </a:fld>
                    <a:endParaRPr lang="pt-BR"/>
                  </a:p>
                </c:rich>
              </c:tx>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B1AEAE"/>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869-4C79-B7F6-5C0B3F7BB3DD}"/>
                </c:ext>
              </c:extLst>
            </c:dLbl>
            <c:dLbl>
              <c:idx val="2"/>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extLst>
                <c:ext xmlns:c16="http://schemas.microsoft.com/office/drawing/2014/chart" uri="{C3380CC4-5D6E-409C-BE32-E72D297353CC}">
                  <c16:uniqueId val="{00000005-D869-4C79-B7F6-5C0B3F7BB3DD}"/>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5"/>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2023</c:v>
                </c:pt>
                <c:pt idx="1">
                  <c:v>2024</c:v>
                </c:pt>
                <c:pt idx="2">
                  <c:v>2025</c:v>
                </c:pt>
              </c:numCache>
            </c:numRef>
          </c:cat>
          <c:val>
            <c:numRef>
              <c:f>Sheet1!$B$2:$B$4</c:f>
              <c:numCache>
                <c:formatCode>General</c:formatCode>
                <c:ptCount val="3"/>
                <c:pt idx="0">
                  <c:v>248</c:v>
                </c:pt>
                <c:pt idx="1">
                  <c:v>271</c:v>
                </c:pt>
                <c:pt idx="2">
                  <c:v>299</c:v>
                </c:pt>
              </c:numCache>
            </c:numRef>
          </c:val>
          <c:extLst>
            <c:ext xmlns:c16="http://schemas.microsoft.com/office/drawing/2014/chart" uri="{C3380CC4-5D6E-409C-BE32-E72D297353CC}">
              <c16:uniqueId val="{00000006-D869-4C79-B7F6-5C0B3F7BB3DD}"/>
            </c:ext>
          </c:extLst>
        </c:ser>
        <c:dLbls>
          <c:dLblPos val="outEnd"/>
          <c:showLegendKey val="0"/>
          <c:showVal val="1"/>
          <c:showCatName val="0"/>
          <c:showSerName val="0"/>
          <c:showPercent val="0"/>
          <c:showBubbleSize val="0"/>
        </c:dLbls>
        <c:gapWidth val="3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bg1">
                <a:lumMod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max val="350"/>
          <c:min val="200"/>
        </c:scaling>
        <c:delete val="0"/>
        <c:axPos val="l"/>
        <c:numFmt formatCode="General" sourceLinked="1"/>
        <c:majorTickMark val="out"/>
        <c:minorTickMark val="none"/>
        <c:tickLblPos val="none"/>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pt-BR"/>
          </a:p>
        </c:txPr>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15620699562225782"/>
          <c:w val="1"/>
          <c:h val="0.72812419347769985"/>
        </c:manualLayout>
      </c:layout>
      <c:barChart>
        <c:barDir val="col"/>
        <c:grouping val="clustered"/>
        <c:varyColors val="0"/>
        <c:ser>
          <c:idx val="0"/>
          <c:order val="0"/>
          <c:tx>
            <c:strRef>
              <c:f>Sheet1!$B$1</c:f>
              <c:strCache>
                <c:ptCount val="1"/>
                <c:pt idx="0">
                  <c:v>Series 1</c:v>
                </c:pt>
              </c:strCache>
            </c:strRef>
          </c:tx>
          <c:spPr>
            <a:solidFill>
              <a:schemeClr val="tx2"/>
            </a:solidFill>
            <a:ln>
              <a:noFill/>
            </a:ln>
            <a:effectLst/>
          </c:spPr>
          <c:invertIfNegative val="0"/>
          <c:dPt>
            <c:idx val="0"/>
            <c:invertIfNegative val="0"/>
            <c:bubble3D val="0"/>
            <c:spPr>
              <a:solidFill>
                <a:schemeClr val="tx2"/>
              </a:solidFill>
              <a:ln>
                <a:noFill/>
              </a:ln>
              <a:effectLst/>
            </c:spPr>
            <c:extLst>
              <c:ext xmlns:c16="http://schemas.microsoft.com/office/drawing/2014/chart" uri="{C3380CC4-5D6E-409C-BE32-E72D297353CC}">
                <c16:uniqueId val="{00000001-D869-4C79-B7F6-5C0B3F7BB3DD}"/>
              </c:ext>
            </c:extLst>
          </c:dPt>
          <c:dPt>
            <c:idx val="1"/>
            <c:invertIfNegative val="0"/>
            <c:bubble3D val="0"/>
            <c:spPr>
              <a:solidFill>
                <a:schemeClr val="tx2"/>
              </a:solidFill>
              <a:ln>
                <a:noFill/>
              </a:ln>
              <a:effectLst/>
            </c:spPr>
            <c:extLst>
              <c:ext xmlns:c16="http://schemas.microsoft.com/office/drawing/2014/chart" uri="{C3380CC4-5D6E-409C-BE32-E72D297353CC}">
                <c16:uniqueId val="{00000003-D869-4C79-B7F6-5C0B3F7BB3DD}"/>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D869-4C79-B7F6-5C0B3F7BB3DD}"/>
              </c:ext>
            </c:extLst>
          </c:dPt>
          <c:dLbls>
            <c:dLbl>
              <c:idx val="1"/>
              <c:tx>
                <c:rich>
                  <a:bodyPr/>
                  <a:lstStyle/>
                  <a:p>
                    <a:fld id="{FD5A0097-68B6-40FE-ACE4-2A47890EF3CF}" type="VALUE">
                      <a:rPr lang="en-US">
                        <a:solidFill>
                          <a:schemeClr val="tx2"/>
                        </a:solidFill>
                      </a:rPr>
                      <a:pPr/>
                      <a:t>[VALUE]</a:t>
                    </a:fld>
                    <a:endParaRPr lang="pt-B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D869-4C79-B7F6-5C0B3F7BB3DD}"/>
                </c:ext>
              </c:extLst>
            </c:dLbl>
            <c:dLbl>
              <c:idx val="2"/>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accent1"/>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extLst>
                <c:ext xmlns:c16="http://schemas.microsoft.com/office/drawing/2014/chart" uri="{C3380CC4-5D6E-409C-BE32-E72D297353CC}">
                  <c16:uniqueId val="{00000005-D869-4C79-B7F6-5C0B3F7BB3DD}"/>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chemeClr val="tx2"/>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2019</c:v>
                </c:pt>
                <c:pt idx="1">
                  <c:v>2020</c:v>
                </c:pt>
                <c:pt idx="2">
                  <c:v>2021</c:v>
                </c:pt>
              </c:numCache>
            </c:numRef>
          </c:cat>
          <c:val>
            <c:numRef>
              <c:f>Sheet1!$B$2:$B$4</c:f>
              <c:numCache>
                <c:formatCode>General</c:formatCode>
                <c:ptCount val="3"/>
                <c:pt idx="0">
                  <c:v>133</c:v>
                </c:pt>
                <c:pt idx="1">
                  <c:v>457</c:v>
                </c:pt>
                <c:pt idx="2">
                  <c:v>626</c:v>
                </c:pt>
              </c:numCache>
            </c:numRef>
          </c:val>
          <c:extLst>
            <c:ext xmlns:c16="http://schemas.microsoft.com/office/drawing/2014/chart" uri="{C3380CC4-5D6E-409C-BE32-E72D297353CC}">
              <c16:uniqueId val="{00000006-D869-4C79-B7F6-5C0B3F7BB3DD}"/>
            </c:ext>
          </c:extLst>
        </c:ser>
        <c:dLbls>
          <c:dLblPos val="outEnd"/>
          <c:showLegendKey val="0"/>
          <c:showVal val="1"/>
          <c:showCatName val="0"/>
          <c:showSerName val="0"/>
          <c:showPercent val="0"/>
          <c:showBubbleSize val="0"/>
        </c:dLbls>
        <c:gapWidth val="3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bg1">
                <a:lumMod val="85000"/>
              </a:schemeClr>
            </a:solidFill>
            <a:round/>
          </a:ln>
          <a:effectLst/>
        </c:spPr>
        <c:txPr>
          <a:bodyPr rot="-60000000" spcFirstLastPara="1" vertOverflow="ellipsis" vert="horz" wrap="square" anchor="ctr" anchorCtr="1"/>
          <a:lstStyle/>
          <a:p>
            <a:pPr>
              <a:defRPr sz="800" b="0" i="0" u="none" strike="noStrike" kern="1200" baseline="0">
                <a:solidFill>
                  <a:schemeClr val="tx2"/>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scaling>
        <c:delete val="1"/>
        <c:axPos val="l"/>
        <c:numFmt formatCode="General" sourceLinked="1"/>
        <c:majorTickMark val="none"/>
        <c:minorTickMark val="none"/>
        <c:tickLblPos val="nextTo"/>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7061743863144044"/>
          <c:w val="1"/>
          <c:h val="0.54877805144655989"/>
        </c:manualLayout>
      </c:layout>
      <c:barChart>
        <c:barDir val="col"/>
        <c:grouping val="clustered"/>
        <c:varyColors val="0"/>
        <c:ser>
          <c:idx val="0"/>
          <c:order val="0"/>
          <c:tx>
            <c:strRef>
              <c:f>Sheet1!$B$1</c:f>
              <c:strCache>
                <c:ptCount val="1"/>
                <c:pt idx="0">
                  <c:v>Series 1</c:v>
                </c:pt>
              </c:strCache>
            </c:strRef>
          </c:tx>
          <c:spPr>
            <a:solidFill>
              <a:schemeClr val="tx2">
                <a:lumMod val="65000"/>
                <a:lumOff val="35000"/>
              </a:schemeClr>
            </a:solidFill>
            <a:ln>
              <a:noFill/>
            </a:ln>
            <a:effectLst/>
          </c:spPr>
          <c:invertIfNegative val="0"/>
          <c:dPt>
            <c:idx val="0"/>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1-9683-4745-8CC0-D5D63CB7FBA5}"/>
              </c:ext>
            </c:extLst>
          </c:dPt>
          <c:dPt>
            <c:idx val="1"/>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3-9683-4745-8CC0-D5D63CB7FBA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9683-4745-8CC0-D5D63CB7FBA5}"/>
              </c:ext>
            </c:extLst>
          </c:dPt>
          <c:dLbls>
            <c:dLbl>
              <c:idx val="1"/>
              <c:tx>
                <c:rich>
                  <a:bodyPr/>
                  <a:lstStyle/>
                  <a:p>
                    <a:fld id="{FD5A0097-68B6-40FE-ACE4-2A47890EF3CF}" type="VALUE">
                      <a:rPr lang="en-US">
                        <a:solidFill>
                          <a:srgbClr val="FFFFFF"/>
                        </a:solidFill>
                      </a:rPr>
                      <a:pPr/>
                      <a:t>[VALUE]</a:t>
                    </a:fld>
                    <a:endParaRPr lang="pt-B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683-4745-8CC0-D5D63CB7FBA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FFFF"/>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2019</c:v>
                </c:pt>
                <c:pt idx="1">
                  <c:v>2020</c:v>
                </c:pt>
                <c:pt idx="2">
                  <c:v>2021</c:v>
                </c:pt>
              </c:numCache>
            </c:numRef>
          </c:cat>
          <c:val>
            <c:numRef>
              <c:f>Sheet1!$B$2:$B$4</c:f>
              <c:numCache>
                <c:formatCode>General</c:formatCode>
                <c:ptCount val="3"/>
                <c:pt idx="0">
                  <c:v>133</c:v>
                </c:pt>
                <c:pt idx="1">
                  <c:v>457</c:v>
                </c:pt>
                <c:pt idx="2">
                  <c:v>626</c:v>
                </c:pt>
              </c:numCache>
            </c:numRef>
          </c:val>
          <c:extLst>
            <c:ext xmlns:c16="http://schemas.microsoft.com/office/drawing/2014/chart" uri="{C3380CC4-5D6E-409C-BE32-E72D297353CC}">
              <c16:uniqueId val="{00000006-9683-4745-8CC0-D5D63CB7FBA5}"/>
            </c:ext>
          </c:extLst>
        </c:ser>
        <c:dLbls>
          <c:dLblPos val="outEnd"/>
          <c:showLegendKey val="0"/>
          <c:showVal val="1"/>
          <c:showCatName val="0"/>
          <c:showSerName val="0"/>
          <c:showPercent val="0"/>
          <c:showBubbleSize val="0"/>
        </c:dLbls>
        <c:gapWidth val="5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tx2">
                <a:lumMod val="75000"/>
                <a:lumOff val="25000"/>
              </a:schemeClr>
            </a:solidFill>
            <a:round/>
          </a:ln>
          <a:effectLst/>
        </c:spPr>
        <c:txPr>
          <a:bodyPr rot="-60000000" spcFirstLastPara="1" vertOverflow="ellipsis" vert="horz" wrap="square" anchor="ctr" anchorCtr="1"/>
          <a:lstStyle/>
          <a:p>
            <a:pPr>
              <a:defRPr sz="800" b="0" i="0" u="none" strike="noStrike" kern="1200" baseline="0">
                <a:solidFill>
                  <a:srgbClr val="FFFFFF"/>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scaling>
        <c:delete val="1"/>
        <c:axPos val="l"/>
        <c:numFmt formatCode="General" sourceLinked="1"/>
        <c:majorTickMark val="none"/>
        <c:minorTickMark val="none"/>
        <c:tickLblPos val="nextTo"/>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7061743863144044"/>
          <c:w val="1"/>
          <c:h val="0.54877805144655989"/>
        </c:manualLayout>
      </c:layout>
      <c:barChart>
        <c:barDir val="col"/>
        <c:grouping val="clustered"/>
        <c:varyColors val="0"/>
        <c:ser>
          <c:idx val="0"/>
          <c:order val="0"/>
          <c:tx>
            <c:strRef>
              <c:f>Sheet1!$B$1</c:f>
              <c:strCache>
                <c:ptCount val="1"/>
                <c:pt idx="0">
                  <c:v>Series 1</c:v>
                </c:pt>
              </c:strCache>
            </c:strRef>
          </c:tx>
          <c:spPr>
            <a:solidFill>
              <a:schemeClr val="tx2">
                <a:lumMod val="65000"/>
                <a:lumOff val="35000"/>
              </a:schemeClr>
            </a:solidFill>
            <a:ln>
              <a:noFill/>
            </a:ln>
            <a:effectLst/>
          </c:spPr>
          <c:invertIfNegative val="0"/>
          <c:dPt>
            <c:idx val="0"/>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1-9683-4745-8CC0-D5D63CB7FBA5}"/>
              </c:ext>
            </c:extLst>
          </c:dPt>
          <c:dPt>
            <c:idx val="1"/>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3-9683-4745-8CC0-D5D63CB7FBA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9683-4745-8CC0-D5D63CB7FBA5}"/>
              </c:ext>
            </c:extLst>
          </c:dPt>
          <c:dLbls>
            <c:dLbl>
              <c:idx val="1"/>
              <c:tx>
                <c:rich>
                  <a:bodyPr/>
                  <a:lstStyle/>
                  <a:p>
                    <a:fld id="{FD5A0097-68B6-40FE-ACE4-2A47890EF3CF}" type="VALUE">
                      <a:rPr lang="en-US">
                        <a:solidFill>
                          <a:srgbClr val="FFFFFF"/>
                        </a:solidFill>
                      </a:rPr>
                      <a:pPr/>
                      <a:t>[VALUE]</a:t>
                    </a:fld>
                    <a:endParaRPr lang="pt-B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683-4745-8CC0-D5D63CB7FBA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FFFF"/>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2019</c:v>
                </c:pt>
                <c:pt idx="1">
                  <c:v>2020</c:v>
                </c:pt>
                <c:pt idx="2">
                  <c:v>2021</c:v>
                </c:pt>
              </c:numCache>
            </c:numRef>
          </c:cat>
          <c:val>
            <c:numRef>
              <c:f>Sheet1!$B$2:$B$4</c:f>
              <c:numCache>
                <c:formatCode>General</c:formatCode>
                <c:ptCount val="3"/>
                <c:pt idx="0">
                  <c:v>133</c:v>
                </c:pt>
                <c:pt idx="1">
                  <c:v>457</c:v>
                </c:pt>
                <c:pt idx="2">
                  <c:v>626</c:v>
                </c:pt>
              </c:numCache>
            </c:numRef>
          </c:val>
          <c:extLst>
            <c:ext xmlns:c16="http://schemas.microsoft.com/office/drawing/2014/chart" uri="{C3380CC4-5D6E-409C-BE32-E72D297353CC}">
              <c16:uniqueId val="{00000006-9683-4745-8CC0-D5D63CB7FBA5}"/>
            </c:ext>
          </c:extLst>
        </c:ser>
        <c:dLbls>
          <c:dLblPos val="outEnd"/>
          <c:showLegendKey val="0"/>
          <c:showVal val="1"/>
          <c:showCatName val="0"/>
          <c:showSerName val="0"/>
          <c:showPercent val="0"/>
          <c:showBubbleSize val="0"/>
        </c:dLbls>
        <c:gapWidth val="5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tx2">
                <a:lumMod val="75000"/>
                <a:lumOff val="25000"/>
              </a:schemeClr>
            </a:solidFill>
            <a:round/>
          </a:ln>
          <a:effectLst/>
        </c:spPr>
        <c:txPr>
          <a:bodyPr rot="-60000000" spcFirstLastPara="1" vertOverflow="ellipsis" vert="horz" wrap="square" anchor="ctr" anchorCtr="1"/>
          <a:lstStyle/>
          <a:p>
            <a:pPr>
              <a:defRPr sz="800" b="0" i="0" u="none" strike="noStrike" kern="1200" baseline="0">
                <a:solidFill>
                  <a:srgbClr val="FFFFFF"/>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scaling>
        <c:delete val="1"/>
        <c:axPos val="l"/>
        <c:numFmt formatCode="General" sourceLinked="1"/>
        <c:majorTickMark val="none"/>
        <c:minorTickMark val="none"/>
        <c:tickLblPos val="nextTo"/>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7061743863144044"/>
          <c:w val="1"/>
          <c:h val="0.54877805144655989"/>
        </c:manualLayout>
      </c:layout>
      <c:barChart>
        <c:barDir val="col"/>
        <c:grouping val="clustered"/>
        <c:varyColors val="0"/>
        <c:ser>
          <c:idx val="0"/>
          <c:order val="0"/>
          <c:tx>
            <c:strRef>
              <c:f>Sheet1!$B$1</c:f>
              <c:strCache>
                <c:ptCount val="1"/>
                <c:pt idx="0">
                  <c:v>Series 1</c:v>
                </c:pt>
              </c:strCache>
            </c:strRef>
          </c:tx>
          <c:spPr>
            <a:solidFill>
              <a:schemeClr val="tx2">
                <a:lumMod val="65000"/>
                <a:lumOff val="35000"/>
              </a:schemeClr>
            </a:solidFill>
            <a:ln>
              <a:noFill/>
            </a:ln>
            <a:effectLst/>
          </c:spPr>
          <c:invertIfNegative val="0"/>
          <c:dPt>
            <c:idx val="0"/>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1-9683-4745-8CC0-D5D63CB7FBA5}"/>
              </c:ext>
            </c:extLst>
          </c:dPt>
          <c:dPt>
            <c:idx val="1"/>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3-9683-4745-8CC0-D5D63CB7FBA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9683-4745-8CC0-D5D63CB7FBA5}"/>
              </c:ext>
            </c:extLst>
          </c:dPt>
          <c:dLbls>
            <c:dLbl>
              <c:idx val="1"/>
              <c:tx>
                <c:rich>
                  <a:bodyPr/>
                  <a:lstStyle/>
                  <a:p>
                    <a:fld id="{FD5A0097-68B6-40FE-ACE4-2A47890EF3CF}" type="VALUE">
                      <a:rPr lang="en-US">
                        <a:solidFill>
                          <a:srgbClr val="FFFFFF"/>
                        </a:solidFill>
                      </a:rPr>
                      <a:pPr/>
                      <a:t>[VALUE]</a:t>
                    </a:fld>
                    <a:endParaRPr lang="pt-B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683-4745-8CC0-D5D63CB7FBA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FFFF"/>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2019</c:v>
                </c:pt>
                <c:pt idx="1">
                  <c:v>2020</c:v>
                </c:pt>
                <c:pt idx="2">
                  <c:v>2021</c:v>
                </c:pt>
              </c:numCache>
            </c:numRef>
          </c:cat>
          <c:val>
            <c:numRef>
              <c:f>Sheet1!$B$2:$B$4</c:f>
              <c:numCache>
                <c:formatCode>General</c:formatCode>
                <c:ptCount val="3"/>
                <c:pt idx="0">
                  <c:v>133</c:v>
                </c:pt>
                <c:pt idx="1">
                  <c:v>457</c:v>
                </c:pt>
                <c:pt idx="2">
                  <c:v>626</c:v>
                </c:pt>
              </c:numCache>
            </c:numRef>
          </c:val>
          <c:extLst>
            <c:ext xmlns:c16="http://schemas.microsoft.com/office/drawing/2014/chart" uri="{C3380CC4-5D6E-409C-BE32-E72D297353CC}">
              <c16:uniqueId val="{00000006-9683-4745-8CC0-D5D63CB7FBA5}"/>
            </c:ext>
          </c:extLst>
        </c:ser>
        <c:dLbls>
          <c:dLblPos val="outEnd"/>
          <c:showLegendKey val="0"/>
          <c:showVal val="1"/>
          <c:showCatName val="0"/>
          <c:showSerName val="0"/>
          <c:showPercent val="0"/>
          <c:showBubbleSize val="0"/>
        </c:dLbls>
        <c:gapWidth val="5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tx2">
                <a:lumMod val="75000"/>
                <a:lumOff val="25000"/>
              </a:schemeClr>
            </a:solidFill>
            <a:round/>
          </a:ln>
          <a:effectLst/>
        </c:spPr>
        <c:txPr>
          <a:bodyPr rot="-60000000" spcFirstLastPara="1" vertOverflow="ellipsis" vert="horz" wrap="square" anchor="ctr" anchorCtr="1"/>
          <a:lstStyle/>
          <a:p>
            <a:pPr>
              <a:defRPr sz="800" b="0" i="0" u="none" strike="noStrike" kern="1200" baseline="0">
                <a:solidFill>
                  <a:srgbClr val="FFFFFF"/>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scaling>
        <c:delete val="1"/>
        <c:axPos val="l"/>
        <c:numFmt formatCode="General" sourceLinked="1"/>
        <c:majorTickMark val="none"/>
        <c:minorTickMark val="none"/>
        <c:tickLblPos val="nextTo"/>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
          <c:y val="0.27061743863144044"/>
          <c:w val="1"/>
          <c:h val="0.54877805144655989"/>
        </c:manualLayout>
      </c:layout>
      <c:barChart>
        <c:barDir val="col"/>
        <c:grouping val="clustered"/>
        <c:varyColors val="0"/>
        <c:ser>
          <c:idx val="0"/>
          <c:order val="0"/>
          <c:tx>
            <c:strRef>
              <c:f>Sheet1!$B$1</c:f>
              <c:strCache>
                <c:ptCount val="1"/>
                <c:pt idx="0">
                  <c:v>Series 1</c:v>
                </c:pt>
              </c:strCache>
            </c:strRef>
          </c:tx>
          <c:spPr>
            <a:solidFill>
              <a:schemeClr val="tx2">
                <a:lumMod val="65000"/>
                <a:lumOff val="35000"/>
              </a:schemeClr>
            </a:solidFill>
            <a:ln>
              <a:noFill/>
            </a:ln>
            <a:effectLst/>
          </c:spPr>
          <c:invertIfNegative val="0"/>
          <c:dPt>
            <c:idx val="0"/>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1-9683-4745-8CC0-D5D63CB7FBA5}"/>
              </c:ext>
            </c:extLst>
          </c:dPt>
          <c:dPt>
            <c:idx val="1"/>
            <c:invertIfNegative val="0"/>
            <c:bubble3D val="0"/>
            <c:spPr>
              <a:solidFill>
                <a:schemeClr val="tx2">
                  <a:lumMod val="65000"/>
                  <a:lumOff val="35000"/>
                </a:schemeClr>
              </a:solidFill>
              <a:ln>
                <a:noFill/>
              </a:ln>
              <a:effectLst/>
            </c:spPr>
            <c:extLst>
              <c:ext xmlns:c16="http://schemas.microsoft.com/office/drawing/2014/chart" uri="{C3380CC4-5D6E-409C-BE32-E72D297353CC}">
                <c16:uniqueId val="{00000003-9683-4745-8CC0-D5D63CB7FBA5}"/>
              </c:ext>
            </c:extLst>
          </c:dPt>
          <c:dPt>
            <c:idx val="2"/>
            <c:invertIfNegative val="0"/>
            <c:bubble3D val="0"/>
            <c:spPr>
              <a:solidFill>
                <a:schemeClr val="accent1"/>
              </a:solidFill>
              <a:ln>
                <a:noFill/>
              </a:ln>
              <a:effectLst/>
            </c:spPr>
            <c:extLst>
              <c:ext xmlns:c16="http://schemas.microsoft.com/office/drawing/2014/chart" uri="{C3380CC4-5D6E-409C-BE32-E72D297353CC}">
                <c16:uniqueId val="{00000005-9683-4745-8CC0-D5D63CB7FBA5}"/>
              </c:ext>
            </c:extLst>
          </c:dPt>
          <c:dLbls>
            <c:dLbl>
              <c:idx val="1"/>
              <c:tx>
                <c:rich>
                  <a:bodyPr/>
                  <a:lstStyle/>
                  <a:p>
                    <a:fld id="{FD5A0097-68B6-40FE-ACE4-2A47890EF3CF}" type="VALUE">
                      <a:rPr lang="en-US">
                        <a:solidFill>
                          <a:srgbClr val="FFFFFF"/>
                        </a:solidFill>
                      </a:rPr>
                      <a:pPr/>
                      <a:t>[VALUE]</a:t>
                    </a:fld>
                    <a:endParaRPr lang="pt-BR"/>
                  </a:p>
                </c:rich>
              </c:tx>
              <c:dLblPos val="outEnd"/>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3-9683-4745-8CC0-D5D63CB7FBA5}"/>
                </c:ext>
              </c:extLst>
            </c:dLbl>
            <c:spPr>
              <a:noFill/>
              <a:ln>
                <a:noFill/>
              </a:ln>
              <a:effectLst/>
            </c:spPr>
            <c:txPr>
              <a:bodyPr rot="0" spcFirstLastPara="1" vertOverflow="ellipsis" vert="horz" wrap="square" lIns="38100" tIns="19050" rIns="38100" bIns="19050" anchor="ctr" anchorCtr="1">
                <a:spAutoFit/>
              </a:bodyPr>
              <a:lstStyle/>
              <a:p>
                <a:pPr>
                  <a:defRPr sz="1050" b="1" i="0" u="none" strike="noStrike" kern="1200" baseline="0">
                    <a:solidFill>
                      <a:srgbClr val="FFFFFF"/>
                    </a:solidFill>
                    <a:latin typeface="Poppins" panose="00000500000000000000" pitchFamily="2" charset="0"/>
                    <a:ea typeface="Source Serif Pro" panose="02040603050405020204" pitchFamily="18" charset="0"/>
                    <a:cs typeface="Poppins" panose="00000500000000000000" pitchFamily="2" charset="0"/>
                  </a:defRPr>
                </a:pPr>
                <a:endParaRPr lang="pt-B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Sheet1!$A$2:$A$4</c:f>
              <c:numCache>
                <c:formatCode>General</c:formatCode>
                <c:ptCount val="3"/>
                <c:pt idx="0">
                  <c:v>2019</c:v>
                </c:pt>
                <c:pt idx="1">
                  <c:v>2020</c:v>
                </c:pt>
                <c:pt idx="2">
                  <c:v>2021</c:v>
                </c:pt>
              </c:numCache>
            </c:numRef>
          </c:cat>
          <c:val>
            <c:numRef>
              <c:f>Sheet1!$B$2:$B$4</c:f>
              <c:numCache>
                <c:formatCode>General</c:formatCode>
                <c:ptCount val="3"/>
                <c:pt idx="0">
                  <c:v>133</c:v>
                </c:pt>
                <c:pt idx="1">
                  <c:v>457</c:v>
                </c:pt>
                <c:pt idx="2">
                  <c:v>626</c:v>
                </c:pt>
              </c:numCache>
            </c:numRef>
          </c:val>
          <c:extLst>
            <c:ext xmlns:c16="http://schemas.microsoft.com/office/drawing/2014/chart" uri="{C3380CC4-5D6E-409C-BE32-E72D297353CC}">
              <c16:uniqueId val="{00000006-9683-4745-8CC0-D5D63CB7FBA5}"/>
            </c:ext>
          </c:extLst>
        </c:ser>
        <c:dLbls>
          <c:dLblPos val="outEnd"/>
          <c:showLegendKey val="0"/>
          <c:showVal val="1"/>
          <c:showCatName val="0"/>
          <c:showSerName val="0"/>
          <c:showPercent val="0"/>
          <c:showBubbleSize val="0"/>
        </c:dLbls>
        <c:gapWidth val="50"/>
        <c:axId val="416073279"/>
        <c:axId val="416061631"/>
      </c:barChart>
      <c:catAx>
        <c:axId val="416073279"/>
        <c:scaling>
          <c:orientation val="minMax"/>
        </c:scaling>
        <c:delete val="0"/>
        <c:axPos val="b"/>
        <c:numFmt formatCode="General" sourceLinked="1"/>
        <c:majorTickMark val="none"/>
        <c:minorTickMark val="none"/>
        <c:tickLblPos val="nextTo"/>
        <c:spPr>
          <a:noFill/>
          <a:ln w="6350" cap="flat" cmpd="sng" algn="ctr">
            <a:solidFill>
              <a:schemeClr val="tx2">
                <a:lumMod val="75000"/>
                <a:lumOff val="25000"/>
              </a:schemeClr>
            </a:solidFill>
            <a:round/>
          </a:ln>
          <a:effectLst/>
        </c:spPr>
        <c:txPr>
          <a:bodyPr rot="-60000000" spcFirstLastPara="1" vertOverflow="ellipsis" vert="horz" wrap="square" anchor="ctr" anchorCtr="1"/>
          <a:lstStyle/>
          <a:p>
            <a:pPr>
              <a:defRPr sz="800" b="0" i="0" u="none" strike="noStrike" kern="1200" baseline="0">
                <a:solidFill>
                  <a:srgbClr val="FFFFFF"/>
                </a:solidFill>
                <a:latin typeface="Poppins Light" panose="00000400000000000000" pitchFamily="2" charset="0"/>
                <a:ea typeface="Source Serif Pro Light" panose="02040303050405020204" pitchFamily="18" charset="0"/>
                <a:cs typeface="Poppins Light" panose="00000400000000000000" pitchFamily="2" charset="0"/>
              </a:defRPr>
            </a:pPr>
            <a:endParaRPr lang="pt-BR"/>
          </a:p>
        </c:txPr>
        <c:crossAx val="416061631"/>
        <c:crosses val="autoZero"/>
        <c:auto val="1"/>
        <c:lblAlgn val="ctr"/>
        <c:lblOffset val="100"/>
        <c:noMultiLvlLbl val="0"/>
      </c:catAx>
      <c:valAx>
        <c:axId val="416061631"/>
        <c:scaling>
          <c:orientation val="minMax"/>
        </c:scaling>
        <c:delete val="1"/>
        <c:axPos val="l"/>
        <c:numFmt formatCode="General" sourceLinked="1"/>
        <c:majorTickMark val="none"/>
        <c:minorTickMark val="none"/>
        <c:tickLblPos val="nextTo"/>
        <c:crossAx val="416073279"/>
        <c:crosses val="autoZero"/>
        <c:crossBetween val="between"/>
      </c:valAx>
      <c:spPr>
        <a:noFill/>
        <a:ln w="25400">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10.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5C4D93D8-57DF-14E8-FB91-C79BE8A80011}"/>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E13D4A2C-29E7-7ED6-3325-711F3DB9094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7F75C8D-8D66-49BA-A745-64E25C71E08B}" type="datetimeFigureOut">
              <a:rPr lang="pt-BR" smtClean="0"/>
              <a:t>09/04/2026</a:t>
            </a:fld>
            <a:endParaRPr lang="pt-BR"/>
          </a:p>
        </p:txBody>
      </p:sp>
      <p:sp>
        <p:nvSpPr>
          <p:cNvPr id="4" name="Espaço Reservado para Rodapé 3">
            <a:extLst>
              <a:ext uri="{FF2B5EF4-FFF2-40B4-BE49-F238E27FC236}">
                <a16:creationId xmlns:a16="http://schemas.microsoft.com/office/drawing/2014/main" id="{ED53AAFE-367D-05B1-F167-E3C14713BF4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3F5AEE7F-D123-65EF-01F6-C890C7912A54}"/>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77C8EDF9-D690-45C9-AACF-0F85A01CDDB7}" type="slidenum">
              <a:rPr lang="pt-BR" smtClean="0"/>
              <a:t>‹#›</a:t>
            </a:fld>
            <a:endParaRPr lang="pt-BR"/>
          </a:p>
        </p:txBody>
      </p:sp>
    </p:spTree>
    <p:extLst>
      <p:ext uri="{BB962C8B-B14F-4D97-AF65-F5344CB8AC3E}">
        <p14:creationId xmlns:p14="http://schemas.microsoft.com/office/powerpoint/2010/main" val="2104374584"/>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9.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1FEC49B-3E4C-4B5C-892F-BC2D139BADF6}" type="datetimeFigureOut">
              <a:rPr lang="pt-BR" smtClean="0"/>
              <a:t>09/04/2026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C3FFAA1-1EF5-4DC6-9FCC-7AAEF85B571D}" type="slidenum">
              <a:rPr lang="pt-BR" smtClean="0"/>
              <a:t>‹#›</a:t>
            </a:fld>
            <a:endParaRPr lang="pt-BR"/>
          </a:p>
        </p:txBody>
      </p:sp>
    </p:spTree>
    <p:extLst>
      <p:ext uri="{BB962C8B-B14F-4D97-AF65-F5344CB8AC3E}">
        <p14:creationId xmlns:p14="http://schemas.microsoft.com/office/powerpoint/2010/main" val="35803645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1</a:t>
            </a:fld>
            <a:endParaRPr lang="pt-BR"/>
          </a:p>
        </p:txBody>
      </p:sp>
    </p:spTree>
    <p:extLst>
      <p:ext uri="{BB962C8B-B14F-4D97-AF65-F5344CB8AC3E}">
        <p14:creationId xmlns:p14="http://schemas.microsoft.com/office/powerpoint/2010/main" val="362228529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2</a:t>
            </a:fld>
            <a:endParaRPr lang="pt-BR"/>
          </a:p>
        </p:txBody>
      </p:sp>
    </p:spTree>
    <p:extLst>
      <p:ext uri="{BB962C8B-B14F-4D97-AF65-F5344CB8AC3E}">
        <p14:creationId xmlns:p14="http://schemas.microsoft.com/office/powerpoint/2010/main" val="817680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3</a:t>
            </a:fld>
            <a:endParaRPr lang="pt-BR"/>
          </a:p>
        </p:txBody>
      </p:sp>
    </p:spTree>
    <p:extLst>
      <p:ext uri="{BB962C8B-B14F-4D97-AF65-F5344CB8AC3E}">
        <p14:creationId xmlns:p14="http://schemas.microsoft.com/office/powerpoint/2010/main" val="372105329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4</a:t>
            </a:fld>
            <a:endParaRPr lang="pt-BR"/>
          </a:p>
        </p:txBody>
      </p:sp>
    </p:spTree>
    <p:extLst>
      <p:ext uri="{BB962C8B-B14F-4D97-AF65-F5344CB8AC3E}">
        <p14:creationId xmlns:p14="http://schemas.microsoft.com/office/powerpoint/2010/main" val="196058557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D800F4-645E-BAB0-0DFF-BB1FAD56A0B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F7ED865-4264-84FB-8887-80CE6F0B870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5C34F9DE-B5E9-1561-0AE3-0352DEFBB0A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4584EB94-919D-76F1-20CB-3EA1EB510047}"/>
              </a:ext>
            </a:extLst>
          </p:cNvPr>
          <p:cNvSpPr>
            <a:spLocks noGrp="1"/>
          </p:cNvSpPr>
          <p:nvPr>
            <p:ph type="sldNum" sz="quarter" idx="5"/>
          </p:nvPr>
        </p:nvSpPr>
        <p:spPr/>
        <p:txBody>
          <a:bodyPr/>
          <a:lstStyle/>
          <a:p>
            <a:fld id="{2C3FFAA1-1EF5-4DC6-9FCC-7AAEF85B571D}" type="slidenum">
              <a:rPr lang="pt-BR" smtClean="0"/>
              <a:t>5</a:t>
            </a:fld>
            <a:endParaRPr lang="pt-BR"/>
          </a:p>
        </p:txBody>
      </p:sp>
    </p:spTree>
    <p:extLst>
      <p:ext uri="{BB962C8B-B14F-4D97-AF65-F5344CB8AC3E}">
        <p14:creationId xmlns:p14="http://schemas.microsoft.com/office/powerpoint/2010/main" val="105951541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https://agenciainfra.com/blog/minerais-criticos-vao-receber-us-213-bilhoes-ate-2030-diz-ibram/</a:t>
            </a:r>
            <a:br>
              <a:rPr lang="pt-BR" dirty="0"/>
            </a:br>
            <a:r>
              <a:rPr lang="pt-BR" dirty="0"/>
              <a:t>https://www.coppermetal.com.br/setor-de-mineracao-no-brasil/</a:t>
            </a:r>
          </a:p>
          <a:p>
            <a:r>
              <a:rPr lang="pt-BR" dirty="0"/>
              <a:t>https://ibram.org.br/wp-content/uploads/2024/02/mineracao-em-numero-2023.pdf</a:t>
            </a:r>
          </a:p>
        </p:txBody>
      </p:sp>
      <p:sp>
        <p:nvSpPr>
          <p:cNvPr id="4" name="Espaço Reservado para Número de Slide 3"/>
          <p:cNvSpPr>
            <a:spLocks noGrp="1"/>
          </p:cNvSpPr>
          <p:nvPr>
            <p:ph type="sldNum" sz="quarter" idx="5"/>
          </p:nvPr>
        </p:nvSpPr>
        <p:spPr/>
        <p:txBody>
          <a:bodyPr/>
          <a:lstStyle/>
          <a:p>
            <a:fld id="{2C3FFAA1-1EF5-4DC6-9FCC-7AAEF85B571D}" type="slidenum">
              <a:rPr lang="pt-BR" smtClean="0"/>
              <a:t>8</a:t>
            </a:fld>
            <a:endParaRPr lang="pt-BR"/>
          </a:p>
        </p:txBody>
      </p:sp>
    </p:spTree>
    <p:extLst>
      <p:ext uri="{BB962C8B-B14F-4D97-AF65-F5344CB8AC3E}">
        <p14:creationId xmlns:p14="http://schemas.microsoft.com/office/powerpoint/2010/main" val="75696023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BBDE82-4ACC-095E-F055-353EF8BDE33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D89E7E15-1ABB-3ECF-8330-A16D2BABAA7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97CD5FB-B6CE-C81D-8616-BACED89260F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5CB1535B-5D45-8D88-170C-0C3763573893}"/>
              </a:ext>
            </a:extLst>
          </p:cNvPr>
          <p:cNvSpPr>
            <a:spLocks noGrp="1"/>
          </p:cNvSpPr>
          <p:nvPr>
            <p:ph type="sldNum" sz="quarter" idx="5"/>
          </p:nvPr>
        </p:nvSpPr>
        <p:spPr/>
        <p:txBody>
          <a:bodyPr/>
          <a:lstStyle/>
          <a:p>
            <a:fld id="{2C3FFAA1-1EF5-4DC6-9FCC-7AAEF85B571D}" type="slidenum">
              <a:rPr lang="pt-BR" smtClean="0"/>
              <a:t>9</a:t>
            </a:fld>
            <a:endParaRPr lang="pt-BR"/>
          </a:p>
        </p:txBody>
      </p:sp>
    </p:spTree>
    <p:extLst>
      <p:ext uri="{BB962C8B-B14F-4D97-AF65-F5344CB8AC3E}">
        <p14:creationId xmlns:p14="http://schemas.microsoft.com/office/powerpoint/2010/main" val="204748736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F81019-EE83-04B7-18EB-8D345A4983A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7EFE0DD3-B9FC-0610-5097-63017101310A}"/>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CE928AD0-80F5-A119-A83E-912A1557F89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F51F641-CDA7-882C-8F83-30A5A0BC8727}"/>
              </a:ext>
            </a:extLst>
          </p:cNvPr>
          <p:cNvSpPr>
            <a:spLocks noGrp="1"/>
          </p:cNvSpPr>
          <p:nvPr>
            <p:ph type="sldNum" sz="quarter" idx="5"/>
          </p:nvPr>
        </p:nvSpPr>
        <p:spPr/>
        <p:txBody>
          <a:bodyPr/>
          <a:lstStyle/>
          <a:p>
            <a:fld id="{2C3FFAA1-1EF5-4DC6-9FCC-7AAEF85B571D}" type="slidenum">
              <a:rPr lang="pt-BR" smtClean="0"/>
              <a:t>10</a:t>
            </a:fld>
            <a:endParaRPr lang="pt-BR"/>
          </a:p>
        </p:txBody>
      </p:sp>
    </p:spTree>
    <p:extLst>
      <p:ext uri="{BB962C8B-B14F-4D97-AF65-F5344CB8AC3E}">
        <p14:creationId xmlns:p14="http://schemas.microsoft.com/office/powerpoint/2010/main" val="30608857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DF254-09AE-0E89-056C-86DA21663A7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495FE5DC-3A10-FCCB-2165-F032D825600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9E7E70E7-7AE5-A875-512E-D54883DC8F64}"/>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2C453B9A-503D-0F2B-166A-9E7B83048E73}"/>
              </a:ext>
            </a:extLst>
          </p:cNvPr>
          <p:cNvSpPr>
            <a:spLocks noGrp="1"/>
          </p:cNvSpPr>
          <p:nvPr>
            <p:ph type="sldNum" sz="quarter" idx="5"/>
          </p:nvPr>
        </p:nvSpPr>
        <p:spPr/>
        <p:txBody>
          <a:bodyPr/>
          <a:lstStyle/>
          <a:p>
            <a:fld id="{2C3FFAA1-1EF5-4DC6-9FCC-7AAEF85B571D}" type="slidenum">
              <a:rPr lang="pt-BR" smtClean="0"/>
              <a:t>11</a:t>
            </a:fld>
            <a:endParaRPr lang="pt-BR"/>
          </a:p>
        </p:txBody>
      </p:sp>
    </p:spTree>
    <p:extLst>
      <p:ext uri="{BB962C8B-B14F-4D97-AF65-F5344CB8AC3E}">
        <p14:creationId xmlns:p14="http://schemas.microsoft.com/office/powerpoint/2010/main" val="316264818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921CF6-6F86-7345-5201-03D0391D100D}"/>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1F9670E-6349-6D48-02A3-45A9D0E02AD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2C6CF873-39E3-C6D9-A451-7031F79FCCA1}"/>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C61EE224-6D1D-867F-A85B-68C517081404}"/>
              </a:ext>
            </a:extLst>
          </p:cNvPr>
          <p:cNvSpPr>
            <a:spLocks noGrp="1"/>
          </p:cNvSpPr>
          <p:nvPr>
            <p:ph type="sldNum" sz="quarter" idx="5"/>
          </p:nvPr>
        </p:nvSpPr>
        <p:spPr/>
        <p:txBody>
          <a:bodyPr/>
          <a:lstStyle/>
          <a:p>
            <a:fld id="{2C3FFAA1-1EF5-4DC6-9FCC-7AAEF85B571D}" type="slidenum">
              <a:rPr lang="pt-BR" smtClean="0"/>
              <a:t>12</a:t>
            </a:fld>
            <a:endParaRPr lang="pt-BR"/>
          </a:p>
        </p:txBody>
      </p:sp>
    </p:spTree>
    <p:extLst>
      <p:ext uri="{BB962C8B-B14F-4D97-AF65-F5344CB8AC3E}">
        <p14:creationId xmlns:p14="http://schemas.microsoft.com/office/powerpoint/2010/main" val="45581006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270D7B-09D1-837B-4903-B962E98063C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52A42AFD-D0BE-5E84-70A2-D09C768E1AA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1763A092-3A46-B706-D4A3-1C3DE3F1E363}"/>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DEC07C6-EDC4-D1C7-E333-8FFCBDBC8C0A}"/>
              </a:ext>
            </a:extLst>
          </p:cNvPr>
          <p:cNvSpPr>
            <a:spLocks noGrp="1"/>
          </p:cNvSpPr>
          <p:nvPr>
            <p:ph type="sldNum" sz="quarter" idx="5"/>
          </p:nvPr>
        </p:nvSpPr>
        <p:spPr/>
        <p:txBody>
          <a:bodyPr/>
          <a:lstStyle/>
          <a:p>
            <a:fld id="{2C3FFAA1-1EF5-4DC6-9FCC-7AAEF85B571D}" type="slidenum">
              <a:rPr lang="pt-BR" smtClean="0"/>
              <a:t>13</a:t>
            </a:fld>
            <a:endParaRPr lang="pt-BR"/>
          </a:p>
        </p:txBody>
      </p:sp>
    </p:spTree>
    <p:extLst>
      <p:ext uri="{BB962C8B-B14F-4D97-AF65-F5344CB8AC3E}">
        <p14:creationId xmlns:p14="http://schemas.microsoft.com/office/powerpoint/2010/main" val="325955983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6F463D-521A-6CB8-743D-C31A6F984131}"/>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A4A42AA2-3A21-E93E-CDE7-BAB98A3A4DFF}"/>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2C0663A-63B0-2EC3-F157-4EF2CCCA080E}"/>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040A4FD7-2120-7DB1-5CCD-4AC4B9FF6FBE}"/>
              </a:ext>
            </a:extLst>
          </p:cNvPr>
          <p:cNvSpPr>
            <a:spLocks noGrp="1"/>
          </p:cNvSpPr>
          <p:nvPr>
            <p:ph type="sldNum" sz="quarter" idx="5"/>
          </p:nvPr>
        </p:nvSpPr>
        <p:spPr/>
        <p:txBody>
          <a:bodyPr/>
          <a:lstStyle/>
          <a:p>
            <a:fld id="{2C3FFAA1-1EF5-4DC6-9FCC-7AAEF85B571D}" type="slidenum">
              <a:rPr lang="pt-BR" smtClean="0"/>
              <a:t>14</a:t>
            </a:fld>
            <a:endParaRPr lang="pt-BR"/>
          </a:p>
        </p:txBody>
      </p:sp>
    </p:spTree>
    <p:extLst>
      <p:ext uri="{BB962C8B-B14F-4D97-AF65-F5344CB8AC3E}">
        <p14:creationId xmlns:p14="http://schemas.microsoft.com/office/powerpoint/2010/main" val="28174989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43C3-1D5B-1C09-B180-E23023F940A2}"/>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3498E0-07D6-04D6-94BD-288EDD67274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F29273C5-C535-53D7-0784-B94CBB25608B}"/>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D783CB67-2C38-A7D9-7BCE-4A188FDF67FF}"/>
              </a:ext>
            </a:extLst>
          </p:cNvPr>
          <p:cNvSpPr>
            <a:spLocks noGrp="1"/>
          </p:cNvSpPr>
          <p:nvPr>
            <p:ph type="sldNum" sz="quarter" idx="5"/>
          </p:nvPr>
        </p:nvSpPr>
        <p:spPr/>
        <p:txBody>
          <a:bodyPr/>
          <a:lstStyle/>
          <a:p>
            <a:fld id="{2C3FFAA1-1EF5-4DC6-9FCC-7AAEF85B571D}" type="slidenum">
              <a:rPr lang="pt-BR" smtClean="0"/>
              <a:t>15</a:t>
            </a:fld>
            <a:endParaRPr lang="pt-BR"/>
          </a:p>
        </p:txBody>
      </p:sp>
    </p:spTree>
    <p:extLst>
      <p:ext uri="{BB962C8B-B14F-4D97-AF65-F5344CB8AC3E}">
        <p14:creationId xmlns:p14="http://schemas.microsoft.com/office/powerpoint/2010/main" val="6892521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DACAAF-F95E-98A7-D504-3F25EEE784AF}"/>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2464F053-58B7-DA69-D237-6BE3FD419B87}"/>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68C38C00-CFDB-618A-F935-5C26A1823E91}"/>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670D931-D0F0-866E-753F-FA0009F20AAE}"/>
              </a:ext>
            </a:extLst>
          </p:cNvPr>
          <p:cNvSpPr>
            <a:spLocks noGrp="1"/>
          </p:cNvSpPr>
          <p:nvPr>
            <p:ph type="sldNum" sz="quarter" idx="5"/>
          </p:nvPr>
        </p:nvSpPr>
        <p:spPr/>
        <p:txBody>
          <a:bodyPr/>
          <a:lstStyle/>
          <a:p>
            <a:fld id="{2C3FFAA1-1EF5-4DC6-9FCC-7AAEF85B571D}" type="slidenum">
              <a:rPr lang="pt-BR" smtClean="0"/>
              <a:t>16</a:t>
            </a:fld>
            <a:endParaRPr lang="pt-BR"/>
          </a:p>
        </p:txBody>
      </p:sp>
    </p:spTree>
    <p:extLst>
      <p:ext uri="{BB962C8B-B14F-4D97-AF65-F5344CB8AC3E}">
        <p14:creationId xmlns:p14="http://schemas.microsoft.com/office/powerpoint/2010/main" val="322812393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AA7920-A618-FFB9-1AAF-702EADBA2F38}"/>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F2F1C121-496F-3B63-6CB5-2DEFEA4DC14B}"/>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E411AA1-3E31-63E7-71E1-AE94EB54DAC2}"/>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9E94754A-2320-F7FC-8B7A-F6AE45FBF4F2}"/>
              </a:ext>
            </a:extLst>
          </p:cNvPr>
          <p:cNvSpPr>
            <a:spLocks noGrp="1"/>
          </p:cNvSpPr>
          <p:nvPr>
            <p:ph type="sldNum" sz="quarter" idx="5"/>
          </p:nvPr>
        </p:nvSpPr>
        <p:spPr/>
        <p:txBody>
          <a:bodyPr/>
          <a:lstStyle/>
          <a:p>
            <a:fld id="{2C3FFAA1-1EF5-4DC6-9FCC-7AAEF85B571D}" type="slidenum">
              <a:rPr lang="pt-BR" smtClean="0"/>
              <a:t>18</a:t>
            </a:fld>
            <a:endParaRPr lang="pt-BR"/>
          </a:p>
        </p:txBody>
      </p:sp>
    </p:spTree>
    <p:extLst>
      <p:ext uri="{BB962C8B-B14F-4D97-AF65-F5344CB8AC3E}">
        <p14:creationId xmlns:p14="http://schemas.microsoft.com/office/powerpoint/2010/main" val="210217698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CE95E2-7D1B-9039-3362-DA53F2B4786B}"/>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E1015895-D440-C57A-38FC-C96BB77A3FD6}"/>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8E8BE018-7644-71FB-F793-8746D7728EE5}"/>
              </a:ext>
            </a:extLst>
          </p:cNvPr>
          <p:cNvSpPr>
            <a:spLocks noGrp="1"/>
          </p:cNvSpPr>
          <p:nvPr>
            <p:ph type="body" idx="1"/>
          </p:nvPr>
        </p:nvSpPr>
        <p:spPr/>
        <p:txBody>
          <a:bodyPr/>
          <a:lstStyle/>
          <a:p>
            <a:endParaRPr lang="pt-BR"/>
          </a:p>
        </p:txBody>
      </p:sp>
      <p:sp>
        <p:nvSpPr>
          <p:cNvPr id="4" name="Espaço Reservado para Número de Slide 3">
            <a:extLst>
              <a:ext uri="{FF2B5EF4-FFF2-40B4-BE49-F238E27FC236}">
                <a16:creationId xmlns:a16="http://schemas.microsoft.com/office/drawing/2014/main" id="{51799380-B35E-A633-E667-2A31D5548141}"/>
              </a:ext>
            </a:extLst>
          </p:cNvPr>
          <p:cNvSpPr>
            <a:spLocks noGrp="1"/>
          </p:cNvSpPr>
          <p:nvPr>
            <p:ph type="sldNum" sz="quarter" idx="5"/>
          </p:nvPr>
        </p:nvSpPr>
        <p:spPr/>
        <p:txBody>
          <a:bodyPr/>
          <a:lstStyle/>
          <a:p>
            <a:fld id="{2C3FFAA1-1EF5-4DC6-9FCC-7AAEF85B571D}" type="slidenum">
              <a:rPr lang="pt-BR" smtClean="0"/>
              <a:t>20</a:t>
            </a:fld>
            <a:endParaRPr lang="pt-BR"/>
          </a:p>
        </p:txBody>
      </p:sp>
    </p:spTree>
    <p:extLst>
      <p:ext uri="{BB962C8B-B14F-4D97-AF65-F5344CB8AC3E}">
        <p14:creationId xmlns:p14="http://schemas.microsoft.com/office/powerpoint/2010/main" val="233202300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2.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ags" Target="../tags/tag3.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15503"/>
          </a:xfrm>
        </p:spPr>
        <p:txBody>
          <a:bodyPr tIns="36000">
            <a:spAutoFit/>
          </a:bodyPr>
          <a:lstStyle>
            <a:lvl1pPr>
              <a:defRPr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9" name="Picture Placeholder 8">
            <a:extLst>
              <a:ext uri="{FF2B5EF4-FFF2-40B4-BE49-F238E27FC236}">
                <a16:creationId xmlns:a16="http://schemas.microsoft.com/office/drawing/2014/main" id="{D7BB55DD-2EFA-B3F5-5529-538C58485955}"/>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10" name="Text Placeholder 9">
            <a:extLst>
              <a:ext uri="{FF2B5EF4-FFF2-40B4-BE49-F238E27FC236}">
                <a16:creationId xmlns:a16="http://schemas.microsoft.com/office/drawing/2014/main" id="{B9905E8E-005A-2CB8-D13C-50AD91C5419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D27B66C1-FD75-A0EF-8B95-8066D79B290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2037504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a:spAutoFit/>
          </a:bodyPr>
          <a:lstStyle>
            <a:lvl1pPr>
              <a:defRPr sz="1600" b="1">
                <a:solidFill>
                  <a:schemeClr val="tx1"/>
                </a:solidFill>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dirty="0">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tIns="36000">
            <a:spAutoFit/>
          </a:bodyPr>
          <a:lstStyle>
            <a:lvl1pPr>
              <a:defRPr sz="1200" b="0">
                <a:solidFill>
                  <a:schemeClr val="bg1">
                    <a:lumMod val="50000"/>
                  </a:schemeClr>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en-US" dirty="0"/>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06C657C2-7A1C-3045-846F-BF9040A9799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7800780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7AE02BAD-169B-9600-190D-055B98A3F39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4967094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A974C4B8-0593-F4C6-AB5E-BB1F2F5CDF8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3BC16C1E-EFFE-E361-7E26-D57CFE14225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096080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9608DCF1-B21B-1CFD-921B-C6DF7663BD5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5" name="Slide Number Placeholder 5">
            <a:extLst>
              <a:ext uri="{FF2B5EF4-FFF2-40B4-BE49-F238E27FC236}">
                <a16:creationId xmlns:a16="http://schemas.microsoft.com/office/drawing/2014/main" id="{0051F108-462F-A688-07F5-2E4F69F334BA}"/>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2480152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hasCustomPrompt="1"/>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223F91DE-2EEB-6145-9C43-8C9F772377C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ED9E8F05-18E7-EAE8-2563-B0ECC9333F4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6828283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6B35D23A-A5BA-807E-44EA-BB20A7B36AC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455485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615D51FA-83B7-3D9C-02F7-3DCAFF876BF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999206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69173FFD-53DB-8FE7-70C0-0D77DB87303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145056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11FB7138-AE4E-A89F-D9E1-862BA5C28391}"/>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2975E6D8-C1B5-A21A-3ACD-A37F03D4D9D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527267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178ED541-AFAE-FE15-53C6-8C0FA55BF36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54344264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hasCustomPrompt="1"/>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7" name="Text Placeholder 9">
            <a:extLst>
              <a:ext uri="{FF2B5EF4-FFF2-40B4-BE49-F238E27FC236}">
                <a16:creationId xmlns:a16="http://schemas.microsoft.com/office/drawing/2014/main" id="{44A0BD1B-A7E0-E3B2-D28F-4B86FE4438F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74DF2D33-CDFD-5893-D88E-BBBA47CEEAF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63110812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4A9C5472-B66D-EA75-0E3A-1C5C5B7AC9E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56285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9" name="Text Placeholder 9">
            <a:extLst>
              <a:ext uri="{FF2B5EF4-FFF2-40B4-BE49-F238E27FC236}">
                <a16:creationId xmlns:a16="http://schemas.microsoft.com/office/drawing/2014/main" id="{C7787170-0E7B-063E-C6DD-4ABC63D5BC7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54D3FC43-3EE0-8BB2-95A7-F774DC676B8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77500602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F226F1CA-1F49-9F45-E01D-D000AD2FB778}"/>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2" name="Slide Number Placeholder 5">
            <a:extLst>
              <a:ext uri="{FF2B5EF4-FFF2-40B4-BE49-F238E27FC236}">
                <a16:creationId xmlns:a16="http://schemas.microsoft.com/office/drawing/2014/main" id="{684645BD-7C07-8209-C144-3D3CA781DCB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100595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_Em Branco">
    <p:spTree>
      <p:nvGrpSpPr>
        <p:cNvPr id="1" name=""/>
        <p:cNvGrpSpPr/>
        <p:nvPr/>
      </p:nvGrpSpPr>
      <p:grpSpPr>
        <a:xfrm>
          <a:off x="0" y="0"/>
          <a:ext cx="0" cy="0"/>
          <a:chOff x="0" y="0"/>
          <a:chExt cx="0" cy="0"/>
        </a:xfrm>
      </p:grpSpPr>
      <p:sp>
        <p:nvSpPr>
          <p:cNvPr id="12" name="Do not remove" hidden="1">
            <a:extLst>
              <a:ext uri="{FF2B5EF4-FFF2-40B4-BE49-F238E27FC236}">
                <a16:creationId xmlns:a16="http://schemas.microsoft.com/office/drawing/2014/main" id="{76DA3269-2FA9-85F4-2CAE-0998A886C34C}"/>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7" name="Título 1">
            <a:extLst>
              <a:ext uri="{FF2B5EF4-FFF2-40B4-BE49-F238E27FC236}">
                <a16:creationId xmlns:a16="http://schemas.microsoft.com/office/drawing/2014/main" id="{664230EE-BFB0-16DC-8CC9-E557B69BA5DF}"/>
              </a:ext>
            </a:extLst>
          </p:cNvPr>
          <p:cNvSpPr>
            <a:spLocks noGrp="1"/>
          </p:cNvSpPr>
          <p:nvPr>
            <p:ph type="title" hasCustomPrompt="1"/>
          </p:nvPr>
        </p:nvSpPr>
        <p:spPr>
          <a:xfrm>
            <a:off x="6974958" y="3224354"/>
            <a:ext cx="4860395" cy="341632"/>
          </a:xfrm>
          <a:prstGeom prst="rect">
            <a:avLst/>
          </a:prstGeom>
        </p:spPr>
        <p:txBody>
          <a:bodyPr lIns="0" tIns="0" rIns="0" bIns="0" anchor="b" anchorCtr="0">
            <a:spAutoFit/>
          </a:bodyPr>
          <a:lstStyle>
            <a:lvl1pPr algn="r">
              <a:defRPr>
                <a:latin typeface="Source Serif Pro Black" panose="02040903050405020204" pitchFamily="18" charset="0"/>
                <a:ea typeface="Source Serif Pro Black" panose="02040903050405020204" pitchFamily="18" charset="0"/>
              </a:defRPr>
            </a:lvl1pPr>
          </a:lstStyle>
          <a:p>
            <a:r>
              <a:rPr lang="pt-BR" dirty="0"/>
              <a:t>Clique para editar o título</a:t>
            </a:r>
          </a:p>
        </p:txBody>
      </p:sp>
      <p:sp>
        <p:nvSpPr>
          <p:cNvPr id="9" name="Espaço Reservado para Texto 3">
            <a:extLst>
              <a:ext uri="{FF2B5EF4-FFF2-40B4-BE49-F238E27FC236}">
                <a16:creationId xmlns:a16="http://schemas.microsoft.com/office/drawing/2014/main" id="{9C0BEE34-7884-3D95-996B-284610609C47}"/>
              </a:ext>
            </a:extLst>
          </p:cNvPr>
          <p:cNvSpPr>
            <a:spLocks noGrp="1"/>
          </p:cNvSpPr>
          <p:nvPr>
            <p:ph type="body" sz="half" idx="2" hasCustomPrompt="1"/>
          </p:nvPr>
        </p:nvSpPr>
        <p:spPr>
          <a:xfrm>
            <a:off x="6971243" y="3593694"/>
            <a:ext cx="4860395" cy="406829"/>
          </a:xfrm>
          <a:prstGeom prst="rect">
            <a:avLst/>
          </a:prstGeom>
        </p:spPr>
        <p:txBody>
          <a:bodyPr lIns="0" tIns="108000" rIns="0" bIns="0">
            <a:spAutoFit/>
          </a:bodyPr>
          <a:lstStyle>
            <a:lvl1pPr marL="0" indent="0" algn="r">
              <a:buNone/>
              <a:defRPr sz="1800">
                <a:latin typeface="Source Serif Pro Light" panose="02040303050405020204" pitchFamily="18" charset="0"/>
                <a:ea typeface="Source Serif Pro Light" panose="02040303050405020204" pitchFamily="18" charset="0"/>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dirty="0"/>
              <a:t>Clique para editar os estilos de texto Mestres</a:t>
            </a:r>
          </a:p>
        </p:txBody>
      </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0" y="0"/>
            <a:ext cx="6719888"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2332798495"/>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2_Em Branco">
    <p:spTree>
      <p:nvGrpSpPr>
        <p:cNvPr id="1" name=""/>
        <p:cNvGrpSpPr/>
        <p:nvPr/>
      </p:nvGrpSpPr>
      <p:grpSpPr>
        <a:xfrm>
          <a:off x="0" y="0"/>
          <a:ext cx="0" cy="0"/>
          <a:chOff x="0" y="0"/>
          <a:chExt cx="0" cy="0"/>
        </a:xfrm>
      </p:grpSpPr>
      <p:sp>
        <p:nvSpPr>
          <p:cNvPr id="10" name="Do not remove" hidden="1">
            <a:extLst>
              <a:ext uri="{FF2B5EF4-FFF2-40B4-BE49-F238E27FC236}">
                <a16:creationId xmlns:a16="http://schemas.microsoft.com/office/drawing/2014/main" id="{9F1A43C5-D886-9238-2803-139194824255}"/>
              </a:ext>
            </a:extLst>
          </p:cNvPr>
          <p:cNvSpPr/>
          <p:nvPr userDrawn="1">
            <p:custDataLst>
              <p:tags r:id="rId1"/>
            </p:custDataLst>
          </p:nvPr>
        </p:nvSpPr>
        <p:spPr>
          <a:xfrm>
            <a:off x="0" y="0"/>
            <a:ext cx="12700" cy="12700"/>
          </a:xfrm>
          <a:prstGeom prst="octagon">
            <a:avLst/>
          </a:prstGeom>
          <a:noFill/>
          <a:ln>
            <a:noFill/>
          </a:ln>
          <a:extLst>
            <a:ext uri="{909E8E84-426E-40DD-AFC4-6F175D3DCCD1}">
              <a14:hiddenFill xmlns:a14="http://schemas.microsoft.com/office/drawing/2010/main">
                <a:solidFill>
                  <a:schemeClr val="bg1">
                    <a:lumMod val="95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1" y="0"/>
            <a:ext cx="7836195"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3411061493"/>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3840" userDrawn="1">
          <p15:clr>
            <a:srgbClr val="F26B43"/>
          </p15:clr>
        </p15:guide>
        <p15:guide id="5" pos="7453" userDrawn="1">
          <p15:clr>
            <a:srgbClr val="F26B43"/>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3_Em Branco">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447DCFE5-A8C6-62CC-8066-FE02B0987572}"/>
              </a:ext>
            </a:extLst>
          </p:cNvPr>
          <p:cNvPicPr>
            <a:picLocks noChangeAspect="1"/>
          </p:cNvPicPr>
          <p:nvPr userDrawn="1"/>
        </p:nvPicPr>
        <p:blipFill>
          <a:blip r:embed="rId2"/>
          <a:stretch>
            <a:fillRect/>
          </a:stretch>
        </p:blipFill>
        <p:spPr>
          <a:xfrm>
            <a:off x="616609" y="6122764"/>
            <a:ext cx="1456730" cy="496612"/>
          </a:xfrm>
          <a:prstGeom prst="rect">
            <a:avLst/>
          </a:prstGeom>
        </p:spPr>
      </p:pic>
      <p:grpSp>
        <p:nvGrpSpPr>
          <p:cNvPr id="3" name="Agrupar 2">
            <a:extLst>
              <a:ext uri="{FF2B5EF4-FFF2-40B4-BE49-F238E27FC236}">
                <a16:creationId xmlns:a16="http://schemas.microsoft.com/office/drawing/2014/main" id="{40E8B2BC-27DC-C684-05B2-85725AFD006F}"/>
              </a:ext>
            </a:extLst>
          </p:cNvPr>
          <p:cNvGrpSpPr/>
          <p:nvPr userDrawn="1"/>
        </p:nvGrpSpPr>
        <p:grpSpPr>
          <a:xfrm rot="5400000">
            <a:off x="3385901" y="6142343"/>
            <a:ext cx="256309" cy="1175008"/>
            <a:chOff x="11935692" y="2841497"/>
            <a:chExt cx="256309" cy="1175008"/>
          </a:xfrm>
        </p:grpSpPr>
        <p:sp>
          <p:nvSpPr>
            <p:cNvPr id="6" name="CaixaDeTexto 5">
              <a:extLst>
                <a:ext uri="{FF2B5EF4-FFF2-40B4-BE49-F238E27FC236}">
                  <a16:creationId xmlns:a16="http://schemas.microsoft.com/office/drawing/2014/main" id="{F9804874-54C1-0301-524E-A2EB68FF4D73}"/>
                </a:ext>
              </a:extLst>
            </p:cNvPr>
            <p:cNvSpPr txBox="1"/>
            <p:nvPr userDrawn="1"/>
          </p:nvSpPr>
          <p:spPr>
            <a:xfrm rot="16200000">
              <a:off x="11463604" y="3313585"/>
              <a:ext cx="1175008" cy="230832"/>
            </a:xfrm>
            <a:prstGeom prst="rect">
              <a:avLst/>
            </a:prstGeom>
            <a:noFill/>
          </p:spPr>
          <p:txBody>
            <a:bodyPr wrap="square">
              <a:spAutoFit/>
            </a:bodyPr>
            <a:lstStyle/>
            <a:p>
              <a:pPr marL="0" algn="ctr" defTabSz="914400" rtl="0" eaLnBrk="1" latinLnBrk="0" hangingPunct="1"/>
              <a:r>
                <a:rPr lang="pt-BR" sz="900" kern="1200">
                  <a:solidFill>
                    <a:schemeClr val="bg1">
                      <a:lumMod val="75000"/>
                    </a:schemeClr>
                  </a:solidFill>
                  <a:latin typeface="Source Serif Pro" panose="02040603050405020204" pitchFamily="18" charset="0"/>
                  <a:ea typeface="Source Serif Pro" panose="02040603050405020204" pitchFamily="18" charset="0"/>
                  <a:cs typeface="Arial" panose="020B0604020202020204" pitchFamily="34" charset="0"/>
                </a:rPr>
                <a:t>Confidencial </a:t>
              </a:r>
            </a:p>
          </p:txBody>
        </p:sp>
        <p:sp>
          <p:nvSpPr>
            <p:cNvPr id="8" name="Retângulo: Cantos Arredondados 7">
              <a:extLst>
                <a:ext uri="{FF2B5EF4-FFF2-40B4-BE49-F238E27FC236}">
                  <a16:creationId xmlns:a16="http://schemas.microsoft.com/office/drawing/2014/main" id="{72216AEC-219B-FD9B-8587-EE6AE50EB23F}"/>
                </a:ext>
              </a:extLst>
            </p:cNvPr>
            <p:cNvSpPr/>
            <p:nvPr userDrawn="1"/>
          </p:nvSpPr>
          <p:spPr>
            <a:xfrm>
              <a:off x="11935693" y="2878796"/>
              <a:ext cx="256308" cy="1100408"/>
            </a:xfrm>
            <a:prstGeom prst="roundRect">
              <a:avLst>
                <a:gd name="adj" fmla="val 6251"/>
              </a:avLst>
            </a:prstGeom>
            <a:noFill/>
            <a:ln w="1270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3" name="Espaço Reservado para Imagem 11">
            <a:extLst>
              <a:ext uri="{FF2B5EF4-FFF2-40B4-BE49-F238E27FC236}">
                <a16:creationId xmlns:a16="http://schemas.microsoft.com/office/drawing/2014/main" id="{133A270E-C767-2BFC-6BE3-2107A5471F0E}"/>
              </a:ext>
            </a:extLst>
          </p:cNvPr>
          <p:cNvSpPr>
            <a:spLocks noGrp="1"/>
          </p:cNvSpPr>
          <p:nvPr>
            <p:ph type="pic" sz="quarter" idx="11" hasCustomPrompt="1"/>
          </p:nvPr>
        </p:nvSpPr>
        <p:spPr>
          <a:xfrm>
            <a:off x="4355805" y="0"/>
            <a:ext cx="7836195" cy="6858000"/>
          </a:xfrm>
          <a:prstGeom prst="rect">
            <a:avLst/>
          </a:prstGeom>
        </p:spPr>
        <p:txBody>
          <a:bodyPr anchor="ctr"/>
          <a:lstStyle>
            <a:lvl1pPr marL="0" indent="0" algn="ctr">
              <a:buNone/>
              <a:defRPr/>
            </a:lvl1pPr>
          </a:lstStyle>
          <a:p>
            <a:r>
              <a:rPr lang="pt-BR" dirty="0"/>
              <a:t>Clique aqui para adicionar a imagem</a:t>
            </a:r>
          </a:p>
        </p:txBody>
      </p:sp>
    </p:spTree>
    <p:extLst>
      <p:ext uri="{BB962C8B-B14F-4D97-AF65-F5344CB8AC3E}">
        <p14:creationId xmlns:p14="http://schemas.microsoft.com/office/powerpoint/2010/main" val="4107097676"/>
      </p:ext>
    </p:extLst>
  </p:cSld>
  <p:clrMapOvr>
    <a:masterClrMapping/>
  </p:clrMapOvr>
  <p:extLst>
    <p:ext uri="{DCECCB84-F9BA-43D5-87BE-67443E8EF086}">
      <p15:sldGuideLst xmlns:p15="http://schemas.microsoft.com/office/powerpoint/2012/main">
        <p15:guide id="1" orient="horz" pos="2160" userDrawn="1">
          <p15:clr>
            <a:srgbClr val="F26B43"/>
          </p15:clr>
        </p15:guide>
        <p15:guide id="2" pos="2740" userDrawn="1">
          <p15:clr>
            <a:srgbClr val="F26B43"/>
          </p15:clr>
        </p15:guide>
        <p15:guide id="5" pos="7453" userDrawn="1">
          <p15:clr>
            <a:srgbClr val="F26B43"/>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E6DA0707-99DC-C24B-BA3F-2772F1735AFA}"/>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Picture Placeholder 8">
            <a:extLst>
              <a:ext uri="{FF2B5EF4-FFF2-40B4-BE49-F238E27FC236}">
                <a16:creationId xmlns:a16="http://schemas.microsoft.com/office/drawing/2014/main" id="{2C0CB545-C86A-3D11-62FE-0D2053AC56DE}"/>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B5D1F5AD-6E2A-418C-C565-7D5F82216B9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874905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0440510-38A9-4A02-4487-6BC8B1AE1246}"/>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80D6AC8-E4AE-CD51-55DF-804E8731480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9636883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388BF154-F4A2-4EC2-5E14-459D576E1FB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46406349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74413573-19A6-2AA6-F1E2-B3A4DDA7EDB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01950F05-8B72-30A7-31D4-6D9BAA42601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847410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52B27D2-2EAA-4423-1B85-C1474B005848}"/>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251AC689-18B7-CC33-107F-70C8FF9B9F1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00238057"/>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6"/>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EBCD0441-4FEB-AE96-90B4-4EB7D9A3FC1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373367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A5883D3-8332-303A-4BB6-8AD942B7A6D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94238149"/>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965F806B-906D-BE52-B8BD-1B674B71BFB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88475792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AE0DA839-1BCF-2D6A-D4D3-1ACA7EC255F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80586166"/>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8A53A76C-01D0-6204-1DE0-96B349D508F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2E67901-E557-A25C-929B-2E01FF5E441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117007946"/>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FFA52A5B-FFCA-C052-CC91-1053E6A8D85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398843149"/>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710B361-38E0-B068-AD6A-B026D54970A4}"/>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9E766824-99D2-423E-C619-7A7B577C1BD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522986241"/>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E93455EB-15D9-E625-8AA8-FB477F3532F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991047023"/>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1B85A6B2-A13E-C879-9FD4-42467385C171}"/>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6CF51037-E01B-028D-BA18-C95D5EA7D48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2942520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1D40385C-4D9E-235C-51CE-46248B810F2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B9E3E5D8-D8D5-B004-F5CB-256BC0B5A20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608009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95259ACB-ED64-535C-3E57-DADB2B32BB9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Picture Placeholder 8">
            <a:extLst>
              <a:ext uri="{FF2B5EF4-FFF2-40B4-BE49-F238E27FC236}">
                <a16:creationId xmlns:a16="http://schemas.microsoft.com/office/drawing/2014/main" id="{D427F522-C03C-99D5-1E6D-0E7F858C0597}"/>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87E4CE12-F149-95D7-0501-D4E117B4A8A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546379583"/>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EACFA0E5-6E7B-8E11-21D4-72CAAB2A61C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1FF702EF-B083-4FC6-5D82-1479326E67E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643845148"/>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84D49EF5-F096-7FB9-174B-ECDCD2BA365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44200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EF0A7909-6DFB-D0D5-5DFF-2015EAEC046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47B9B41-3530-E883-2545-F5A5818D059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209554083"/>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DCFE2EDF-8C48-3BD1-6F14-5204780FBE56}"/>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BE33A9E2-E658-85E1-90A6-6BAC3BA770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87993816"/>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41F61319-0589-6FF0-DBEA-45CFECEFE61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D7317D95-05FE-E101-89BF-43C08D4BF6C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100247739"/>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65E3CECC-DB82-DE5E-88CD-D37E38E24C9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05741522"/>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A7534DA6-46A0-D70B-D69F-3D1F04F6C9FC}"/>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08317437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AD4217BF-893B-5A0C-A67A-13A43D3EC51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85683878"/>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557A35C-ED69-D84B-2376-728B37FD9D0E}"/>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813FC05C-9EB0-91E8-A059-0098B27DB72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78924750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C916E856-EED2-E0B4-8503-A8D74BBB582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99365646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EFB5C7FA-FA21-5D6B-ED9C-229EEA611B8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ABA551FD-1CE3-2167-A3A8-EA15338BFB5A}"/>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998496766"/>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1EF3912F-CD58-CF0F-1D96-1E92ED87A456}"/>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529581309"/>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C9BAE278-82BE-B410-C93D-5D5050227AE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5" name="Slide Number Placeholder 5">
            <a:extLst>
              <a:ext uri="{FF2B5EF4-FFF2-40B4-BE49-F238E27FC236}">
                <a16:creationId xmlns:a16="http://schemas.microsoft.com/office/drawing/2014/main" id="{2390EB8F-8E80-C0C3-CF4D-E7CB3C133881}"/>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314552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F32EA934-73E7-F42B-AE43-761DE4604EC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A4926DB3-CBA5-D4E8-D60D-FDF21AC00E7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46778960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3" name="Text Placeholder 9">
            <a:extLst>
              <a:ext uri="{FF2B5EF4-FFF2-40B4-BE49-F238E27FC236}">
                <a16:creationId xmlns:a16="http://schemas.microsoft.com/office/drawing/2014/main" id="{9D7BFA1C-42AF-E218-5F54-B32365C3860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Picture Placeholder 8">
            <a:extLst>
              <a:ext uri="{FF2B5EF4-FFF2-40B4-BE49-F238E27FC236}">
                <a16:creationId xmlns:a16="http://schemas.microsoft.com/office/drawing/2014/main" id="{ECC40FAE-122E-C116-1572-5FE0D3D12979}"/>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5" name="Slide Number Placeholder 5">
            <a:extLst>
              <a:ext uri="{FF2B5EF4-FFF2-40B4-BE49-F238E27FC236}">
                <a16:creationId xmlns:a16="http://schemas.microsoft.com/office/drawing/2014/main" id="{51443632-1681-0E28-4EF9-BBBA10CE59E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46986065"/>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E7E00651-9D98-D3B9-7FFA-79A63DD7788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799F8263-E068-BD7A-E15A-35DE0E6AFAA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36799647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4" name="Slide Number Placeholder 5">
            <a:extLst>
              <a:ext uri="{FF2B5EF4-FFF2-40B4-BE49-F238E27FC236}">
                <a16:creationId xmlns:a16="http://schemas.microsoft.com/office/drawing/2014/main" id="{13FEFAAF-ECA7-2D59-3D9A-8F2C27F9DA9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35307952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6274D4FE-ABA0-119A-DFC7-7D820378C78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69CB54E6-C758-077D-B897-B0C573D86A0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0994856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7B174C37-CDD2-C46A-0CD4-E1802477A41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6" name="Slide Number Placeholder 5">
            <a:extLst>
              <a:ext uri="{FF2B5EF4-FFF2-40B4-BE49-F238E27FC236}">
                <a16:creationId xmlns:a16="http://schemas.microsoft.com/office/drawing/2014/main" id="{EC985698-A893-DFB9-19DB-059AFE85144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7215624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1172F50C-B44C-8112-40A2-77C275C0A88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3B331CDC-8B55-4CB0-C222-B29BEE8097E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879079562"/>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7D47583A-61BA-F195-7C58-704E27BC03D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944058518"/>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9B75077D-E2F7-5905-B6A0-277F3C5846C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569725226"/>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4D69A500-BD65-D613-4987-57029D6E6DA9}"/>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9318797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25D049CF-18E6-5269-399A-94D4365E1E6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A7C755A4-0D8B-602E-E5DF-2551E227487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850080021"/>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CB3A9A97-270C-15D0-C9AC-64196F4590D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667125169"/>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57760116-9E59-33FC-6BC7-49E0ECA300FD}"/>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A33C1D1A-A222-ABAE-C671-A5BA30CC913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860955157"/>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324B260D-9419-4765-5BA6-B9CED0E18A54}"/>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588790988"/>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4" name="Text Placeholder 9">
            <a:extLst>
              <a:ext uri="{FF2B5EF4-FFF2-40B4-BE49-F238E27FC236}">
                <a16:creationId xmlns:a16="http://schemas.microsoft.com/office/drawing/2014/main" id="{2F1DE075-A5E1-000B-46FA-B32E12F4D165}"/>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FF0C8B24-CD3B-BE29-3EBE-A6351AC4C74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56155088"/>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9">
            <a:extLst>
              <a:ext uri="{FF2B5EF4-FFF2-40B4-BE49-F238E27FC236}">
                <a16:creationId xmlns:a16="http://schemas.microsoft.com/office/drawing/2014/main" id="{0CEB7816-3878-A81B-1BD9-712AECF6A51A}"/>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B526B270-0FAA-B824-642A-B407D2B68C9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245756137"/>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7DE9E503-0DA5-DD7A-0326-165CF94FD1AE}"/>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D09ECCEE-8D4F-193F-CC67-26DD5663610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949061597"/>
      </p:ext>
    </p:extLst>
  </p:cSld>
  <p:clrMapOvr>
    <a:masterClrMapping/>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3" name="Text Placeholder 9">
            <a:extLst>
              <a:ext uri="{FF2B5EF4-FFF2-40B4-BE49-F238E27FC236}">
                <a16:creationId xmlns:a16="http://schemas.microsoft.com/office/drawing/2014/main" id="{22609D6E-6566-73A1-3287-69F24E735DB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5BBB4323-1AB9-BF74-8A28-0D2C1F5605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63942023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a:xfrm>
            <a:off x="731837" y="745259"/>
            <a:ext cx="11102975" cy="284693"/>
          </a:xfrm>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6" name="Content Placeholder 5">
            <a:extLst>
              <a:ext uri="{FF2B5EF4-FFF2-40B4-BE49-F238E27FC236}">
                <a16:creationId xmlns:a16="http://schemas.microsoft.com/office/drawing/2014/main" id="{DF78881D-E677-81F1-4FEB-E641DAF46920}"/>
              </a:ext>
            </a:extLst>
          </p:cNvPr>
          <p:cNvSpPr>
            <a:spLocks noGrp="1"/>
          </p:cNvSpPr>
          <p:nvPr>
            <p:ph sz="quarter" idx="14" hasCustomPrompt="1"/>
          </p:nvPr>
        </p:nvSpPr>
        <p:spPr>
          <a:xfrm>
            <a:off x="4227651" y="1450975"/>
            <a:ext cx="7607161" cy="4548187"/>
          </a:xfrm>
        </p:spPr>
        <p:txBody>
          <a:bodyPr/>
          <a:lstStyle/>
          <a:p>
            <a:pPr lvl="0"/>
            <a:r>
              <a:rPr lang="en-US" dirty="0"/>
              <a:t>Click to edit Master text styles</a:t>
            </a:r>
          </a:p>
          <a:p>
            <a:pPr lvl="1"/>
            <a:r>
              <a:rPr lang="en-US" dirty="0"/>
              <a:t>Second level</a:t>
            </a:r>
          </a:p>
          <a:p>
            <a:pPr lvl="2"/>
            <a:r>
              <a:rPr lang="en-US" dirty="0"/>
              <a:t>Third level</a:t>
            </a:r>
          </a:p>
        </p:txBody>
      </p:sp>
      <p:sp>
        <p:nvSpPr>
          <p:cNvPr id="10" name="Text Placeholder 9">
            <a:extLst>
              <a:ext uri="{FF2B5EF4-FFF2-40B4-BE49-F238E27FC236}">
                <a16:creationId xmlns:a16="http://schemas.microsoft.com/office/drawing/2014/main" id="{B9905E8E-005A-2CB8-D13C-50AD91C5419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5" name="Text Placeholder 4">
            <a:extLst>
              <a:ext uri="{FF2B5EF4-FFF2-40B4-BE49-F238E27FC236}">
                <a16:creationId xmlns:a16="http://schemas.microsoft.com/office/drawing/2014/main" id="{270237DB-DB13-5C37-7F45-25162D63C3F9}"/>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
        <p:nvSpPr>
          <p:cNvPr id="3" name="Picture Placeholder 8">
            <a:extLst>
              <a:ext uri="{FF2B5EF4-FFF2-40B4-BE49-F238E27FC236}">
                <a16:creationId xmlns:a16="http://schemas.microsoft.com/office/drawing/2014/main" id="{CB68797C-15A9-6D75-5855-B5ED62E45100}"/>
              </a:ext>
            </a:extLst>
          </p:cNvPr>
          <p:cNvSpPr>
            <a:spLocks noGrp="1"/>
          </p:cNvSpPr>
          <p:nvPr>
            <p:ph type="pic" sz="quarter" idx="15"/>
          </p:nvPr>
        </p:nvSpPr>
        <p:spPr>
          <a:xfrm>
            <a:off x="-531844" y="1450975"/>
            <a:ext cx="4551062" cy="4548188"/>
          </a:xfrm>
          <a:prstGeom prst="roundRect">
            <a:avLst>
              <a:gd name="adj" fmla="val 8077"/>
            </a:avLst>
          </a:prstGeom>
        </p:spPr>
        <p:txBody>
          <a:bodyPr anchor="ctr" anchorCtr="0"/>
          <a:lstStyle>
            <a:lvl1pPr algn="ctr">
              <a:defRPr/>
            </a:lvl1pPr>
          </a:lstStyle>
          <a:p>
            <a:endParaRPr lang="en-US" dirty="0"/>
          </a:p>
        </p:txBody>
      </p:sp>
      <p:sp>
        <p:nvSpPr>
          <p:cNvPr id="4" name="Slide Number Placeholder 5">
            <a:extLst>
              <a:ext uri="{FF2B5EF4-FFF2-40B4-BE49-F238E27FC236}">
                <a16:creationId xmlns:a16="http://schemas.microsoft.com/office/drawing/2014/main" id="{7F84A486-CD9B-B35B-481E-0B9D71DBE457}"/>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681756226"/>
      </p:ext>
    </p:extLst>
  </p:cSld>
  <p:clrMapOvr>
    <a:masterClrMapping/>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5364163"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76120"/>
            <a:ext cx="5573175" cy="4023041"/>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20924A97-2EEA-A043-22A5-75FCC7450D61}"/>
              </a:ext>
            </a:extLst>
          </p:cNvPr>
          <p:cNvSpPr>
            <a:spLocks noGrp="1"/>
          </p:cNvSpPr>
          <p:nvPr>
            <p:ph sz="quarter" idx="17" hasCustomPrompt="1"/>
          </p:nvPr>
        </p:nvSpPr>
        <p:spPr>
          <a:xfrm>
            <a:off x="6261639" y="1732020"/>
            <a:ext cx="557317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E2BECC12-37C8-4043-2DC5-70E46D74AF7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7" name="Text Placeholder 4">
            <a:extLst>
              <a:ext uri="{FF2B5EF4-FFF2-40B4-BE49-F238E27FC236}">
                <a16:creationId xmlns:a16="http://schemas.microsoft.com/office/drawing/2014/main" id="{51EEB0A0-CD60-0179-E1EA-5784A377DFF7}"/>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173914415"/>
      </p:ext>
    </p:extLst>
  </p:cSld>
  <p:clrMapOvr>
    <a:masterClrMapping/>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2_One Content/On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11102976"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FB95AE05-7839-9609-C83E-B8B37C6C516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130373495"/>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8"/>
            <a:ext cx="3514161" cy="4032275"/>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66887"/>
            <a:ext cx="3617151" cy="4032275"/>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6" name="Content Placeholder 13">
            <a:extLst>
              <a:ext uri="{FF2B5EF4-FFF2-40B4-BE49-F238E27FC236}">
                <a16:creationId xmlns:a16="http://schemas.microsoft.com/office/drawing/2014/main" id="{A0A27CB2-4641-6D48-05E4-E731468C8492}"/>
              </a:ext>
            </a:extLst>
          </p:cNvPr>
          <p:cNvSpPr>
            <a:spLocks noGrp="1"/>
          </p:cNvSpPr>
          <p:nvPr>
            <p:ph sz="quarter" idx="18"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7" name="Content Placeholder 13">
            <a:extLst>
              <a:ext uri="{FF2B5EF4-FFF2-40B4-BE49-F238E27FC236}">
                <a16:creationId xmlns:a16="http://schemas.microsoft.com/office/drawing/2014/main" id="{37C4537D-C612-17FB-DAE7-6CEF1C020504}"/>
              </a:ext>
            </a:extLst>
          </p:cNvPr>
          <p:cNvSpPr>
            <a:spLocks noGrp="1"/>
          </p:cNvSpPr>
          <p:nvPr>
            <p:ph sz="quarter" idx="19" hasCustomPrompt="1"/>
          </p:nvPr>
        </p:nvSpPr>
        <p:spPr>
          <a:xfrm>
            <a:off x="440982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Content Placeholder 13">
            <a:extLst>
              <a:ext uri="{FF2B5EF4-FFF2-40B4-BE49-F238E27FC236}">
                <a16:creationId xmlns:a16="http://schemas.microsoft.com/office/drawing/2014/main" id="{C2CF7852-20BF-184D-3CA4-224092575BD8}"/>
              </a:ext>
            </a:extLst>
          </p:cNvPr>
          <p:cNvSpPr>
            <a:spLocks noGrp="1"/>
          </p:cNvSpPr>
          <p:nvPr>
            <p:ph sz="quarter" idx="20" hasCustomPrompt="1"/>
          </p:nvPr>
        </p:nvSpPr>
        <p:spPr>
          <a:xfrm>
            <a:off x="8217662" y="1732020"/>
            <a:ext cx="3617149"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9" name="Text Placeholder 9">
            <a:extLst>
              <a:ext uri="{FF2B5EF4-FFF2-40B4-BE49-F238E27FC236}">
                <a16:creationId xmlns:a16="http://schemas.microsoft.com/office/drawing/2014/main" id="{A974C4B8-0593-F4C6-AB5E-BB1F2F5CDF8C}"/>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4C6C44EE-B0AD-8E3D-E195-13F29A5256E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7" name="Text Placeholder 4">
            <a:extLst>
              <a:ext uri="{FF2B5EF4-FFF2-40B4-BE49-F238E27FC236}">
                <a16:creationId xmlns:a16="http://schemas.microsoft.com/office/drawing/2014/main" id="{D321C9C1-13FE-4DF8-C708-6251329E0A45}"/>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088825412"/>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2_Two Content">
    <p:spTree>
      <p:nvGrpSpPr>
        <p:cNvPr id="1" name=""/>
        <p:cNvGrpSpPr/>
        <p:nvPr/>
      </p:nvGrpSpPr>
      <p:grpSpPr>
        <a:xfrm>
          <a:off x="0" y="0"/>
          <a:ext cx="0" cy="0"/>
          <a:chOff x="0" y="0"/>
          <a:chExt cx="0" cy="0"/>
        </a:xfrm>
      </p:grpSpPr>
      <p:sp>
        <p:nvSpPr>
          <p:cNvPr id="17" name="Content Placeholder 3">
            <a:extLst>
              <a:ext uri="{FF2B5EF4-FFF2-40B4-BE49-F238E27FC236}">
                <a16:creationId xmlns:a16="http://schemas.microsoft.com/office/drawing/2014/main" id="{93104F92-1FF2-990F-68A4-9E5697EACE99}"/>
              </a:ext>
            </a:extLst>
          </p:cNvPr>
          <p:cNvSpPr>
            <a:spLocks noGrp="1"/>
          </p:cNvSpPr>
          <p:nvPr>
            <p:ph sz="half" idx="18" hasCustomPrompt="1"/>
          </p:nvPr>
        </p:nvSpPr>
        <p:spPr>
          <a:xfrm>
            <a:off x="9124113" y="1978546"/>
            <a:ext cx="2710700"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6298506"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8" y="1978547"/>
            <a:ext cx="2591808" cy="402061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3442743" y="1978546"/>
            <a:ext cx="2691526" cy="4020616"/>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9" y="1455672"/>
            <a:ext cx="2591808"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3442743"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6298506" y="1455672"/>
            <a:ext cx="269152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8" name="Content Placeholder 13">
            <a:extLst>
              <a:ext uri="{FF2B5EF4-FFF2-40B4-BE49-F238E27FC236}">
                <a16:creationId xmlns:a16="http://schemas.microsoft.com/office/drawing/2014/main" id="{46009A66-FE60-490E-942D-974C9244E92E}"/>
              </a:ext>
            </a:extLst>
          </p:cNvPr>
          <p:cNvSpPr>
            <a:spLocks noGrp="1"/>
          </p:cNvSpPr>
          <p:nvPr>
            <p:ph sz="quarter" idx="19" hasCustomPrompt="1"/>
          </p:nvPr>
        </p:nvSpPr>
        <p:spPr>
          <a:xfrm>
            <a:off x="9124113" y="1455672"/>
            <a:ext cx="271070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a:t>
            </a:r>
          </a:p>
        </p:txBody>
      </p:sp>
      <p:sp>
        <p:nvSpPr>
          <p:cNvPr id="19" name="Content Placeholder 13">
            <a:extLst>
              <a:ext uri="{FF2B5EF4-FFF2-40B4-BE49-F238E27FC236}">
                <a16:creationId xmlns:a16="http://schemas.microsoft.com/office/drawing/2014/main" id="{7559253F-7844-9260-04E1-B1D366C70B3F}"/>
              </a:ext>
            </a:extLst>
          </p:cNvPr>
          <p:cNvSpPr>
            <a:spLocks noGrp="1"/>
          </p:cNvSpPr>
          <p:nvPr>
            <p:ph sz="quarter" idx="20" hasCustomPrompt="1"/>
          </p:nvPr>
        </p:nvSpPr>
        <p:spPr>
          <a:xfrm>
            <a:off x="731841" y="1732020"/>
            <a:ext cx="259180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70734B3F-7493-ED3B-E89C-3F0D6E5EA738}"/>
              </a:ext>
            </a:extLst>
          </p:cNvPr>
          <p:cNvSpPr>
            <a:spLocks noGrp="1"/>
          </p:cNvSpPr>
          <p:nvPr>
            <p:ph sz="quarter" idx="21" hasCustomPrompt="1"/>
          </p:nvPr>
        </p:nvSpPr>
        <p:spPr>
          <a:xfrm>
            <a:off x="3442744"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A5965DC8-9681-D85D-67F6-5DA220388CB8}"/>
              </a:ext>
            </a:extLst>
          </p:cNvPr>
          <p:cNvSpPr>
            <a:spLocks noGrp="1"/>
          </p:cNvSpPr>
          <p:nvPr>
            <p:ph sz="quarter" idx="22" hasCustomPrompt="1"/>
          </p:nvPr>
        </p:nvSpPr>
        <p:spPr>
          <a:xfrm>
            <a:off x="6298506"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4" name="Content Placeholder 13">
            <a:extLst>
              <a:ext uri="{FF2B5EF4-FFF2-40B4-BE49-F238E27FC236}">
                <a16:creationId xmlns:a16="http://schemas.microsoft.com/office/drawing/2014/main" id="{A9B22168-6C46-1EBB-8CFB-E74CB918730C}"/>
              </a:ext>
            </a:extLst>
          </p:cNvPr>
          <p:cNvSpPr>
            <a:spLocks noGrp="1"/>
          </p:cNvSpPr>
          <p:nvPr>
            <p:ph sz="quarter" idx="23" hasCustomPrompt="1"/>
          </p:nvPr>
        </p:nvSpPr>
        <p:spPr>
          <a:xfrm>
            <a:off x="9124113" y="1732020"/>
            <a:ext cx="269152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9608DCF1-B21B-1CFD-921B-C6DF7663BD5B}"/>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0C736EB9-9E73-14DD-982C-66C0E39EBE8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7" name="Text Placeholder 4">
            <a:extLst>
              <a:ext uri="{FF2B5EF4-FFF2-40B4-BE49-F238E27FC236}">
                <a16:creationId xmlns:a16="http://schemas.microsoft.com/office/drawing/2014/main" id="{B50571D6-189D-E9D8-2076-70434452D9EF}"/>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145651934"/>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3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9" name="Text Placeholder 9">
            <a:extLst>
              <a:ext uri="{FF2B5EF4-FFF2-40B4-BE49-F238E27FC236}">
                <a16:creationId xmlns:a16="http://schemas.microsoft.com/office/drawing/2014/main" id="{223F91DE-2EEB-6145-9C43-8C9F772377C3}"/>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66D746D3-AC69-3404-AEB8-15E02C337B5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7" name="Text Placeholder 4">
            <a:extLst>
              <a:ext uri="{FF2B5EF4-FFF2-40B4-BE49-F238E27FC236}">
                <a16:creationId xmlns:a16="http://schemas.microsoft.com/office/drawing/2014/main" id="{BF5E9BB6-723B-1B34-78BC-F4F0B7494D65}"/>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123223432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6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335867"/>
            <a:ext cx="5364163" cy="1662140"/>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335866"/>
            <a:ext cx="5573175"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382465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82465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10100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10100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7E16E620-1090-8BDC-8B4A-F14BF0E9EBA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973799580"/>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4_sectio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2857278"/>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2857277"/>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2346063"/>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2346063"/>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2622411"/>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2622411"/>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731837" y="4788352"/>
            <a:ext cx="5364163" cy="1208822"/>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4788351"/>
            <a:ext cx="5573175" cy="1208822"/>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731838" y="4277137"/>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427713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731838" y="4553485"/>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455348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9" name="Rectangle 8">
            <a:extLst>
              <a:ext uri="{FF2B5EF4-FFF2-40B4-BE49-F238E27FC236}">
                <a16:creationId xmlns:a16="http://schemas.microsoft.com/office/drawing/2014/main" id="{BB9E688F-5C03-2148-56D4-DB20887A400B}"/>
              </a:ext>
            </a:extLst>
          </p:cNvPr>
          <p:cNvSpPr/>
          <p:nvPr userDrawn="1"/>
        </p:nvSpPr>
        <p:spPr>
          <a:xfrm>
            <a:off x="0" y="1450975"/>
            <a:ext cx="12192000" cy="74446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nchorCtr="0"/>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pt-BR" sz="800" b="1" i="0" u="none" strike="noStrike" kern="1200" cap="none" spc="0" normalizeH="0" baseline="0" noProof="0">
              <a:ln>
                <a:noFill/>
              </a:ln>
              <a:solidFill>
                <a:schemeClr val="accent3"/>
              </a:solidFill>
              <a:effectLst/>
              <a:uLnTx/>
              <a:uFillTx/>
              <a:latin typeface="Source Serif Pro" panose="02040603050405020204" pitchFamily="18" charset="0"/>
              <a:ea typeface="Source Serif Pro" panose="02040603050405020204" pitchFamily="18" charset="0"/>
              <a:cs typeface="+mn-cs"/>
            </a:endParaRPr>
          </a:p>
        </p:txBody>
      </p:sp>
      <p:sp>
        <p:nvSpPr>
          <p:cNvPr id="6" name="Slide Number Placeholder 5">
            <a:extLst>
              <a:ext uri="{FF2B5EF4-FFF2-40B4-BE49-F238E27FC236}">
                <a16:creationId xmlns:a16="http://schemas.microsoft.com/office/drawing/2014/main" id="{4D8DED6D-AA08-9616-5F7A-8ACFB3FF2A2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2787040647"/>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2_Zero Content/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5645246" y="196688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5645246" y="145567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5645246" y="173202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5645246" y="4335866"/>
            <a:ext cx="6189568" cy="1662140"/>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5645246" y="3824652"/>
            <a:ext cx="6189567"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5645246" y="4101000"/>
            <a:ext cx="6189568"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3" name="Slide Number Placeholder 5">
            <a:extLst>
              <a:ext uri="{FF2B5EF4-FFF2-40B4-BE49-F238E27FC236}">
                <a16:creationId xmlns:a16="http://schemas.microsoft.com/office/drawing/2014/main" id="{6A7179F4-BF74-A1FB-D0FA-CF7CD7C24EF2}"/>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549455787"/>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4_Two Content">
    <p:spTree>
      <p:nvGrpSpPr>
        <p:cNvPr id="1" name=""/>
        <p:cNvGrpSpPr/>
        <p:nvPr/>
      </p:nvGrpSpPr>
      <p:grpSpPr>
        <a:xfrm>
          <a:off x="0" y="0"/>
          <a:ext cx="0" cy="0"/>
          <a:chOff x="0" y="0"/>
          <a:chExt cx="0" cy="0"/>
        </a:xfrm>
      </p:grpSpPr>
      <p:sp>
        <p:nvSpPr>
          <p:cNvPr id="11" name="Content Placeholder 3">
            <a:extLst>
              <a:ext uri="{FF2B5EF4-FFF2-40B4-BE49-F238E27FC236}">
                <a16:creationId xmlns:a16="http://schemas.microsoft.com/office/drawing/2014/main" id="{46348651-DCC4-B67C-7CA1-367D8ECC30F4}"/>
              </a:ext>
            </a:extLst>
          </p:cNvPr>
          <p:cNvSpPr>
            <a:spLocks noGrp="1"/>
          </p:cNvSpPr>
          <p:nvPr>
            <p:ph sz="half" idx="16" hasCustomPrompt="1"/>
          </p:nvPr>
        </p:nvSpPr>
        <p:spPr>
          <a:xfrm>
            <a:off x="8217662"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8547"/>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4409823" y="1978546"/>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4409823"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3" name="Content Placeholder 13">
            <a:extLst>
              <a:ext uri="{FF2B5EF4-FFF2-40B4-BE49-F238E27FC236}">
                <a16:creationId xmlns:a16="http://schemas.microsoft.com/office/drawing/2014/main" id="{B2B5B3F1-9ED1-137A-6C27-576A7EC4AE0B}"/>
              </a:ext>
            </a:extLst>
          </p:cNvPr>
          <p:cNvSpPr>
            <a:spLocks noGrp="1"/>
          </p:cNvSpPr>
          <p:nvPr>
            <p:ph sz="quarter" idx="17" hasCustomPrompt="1"/>
          </p:nvPr>
        </p:nvSpPr>
        <p:spPr>
          <a:xfrm>
            <a:off x="8217662" y="1455672"/>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9" name="Content Placeholder 13">
            <a:extLst>
              <a:ext uri="{FF2B5EF4-FFF2-40B4-BE49-F238E27FC236}">
                <a16:creationId xmlns:a16="http://schemas.microsoft.com/office/drawing/2014/main" id="{02437D02-213A-D460-A6AA-8EF17FD9DCBF}"/>
              </a:ext>
            </a:extLst>
          </p:cNvPr>
          <p:cNvSpPr>
            <a:spLocks noGrp="1"/>
          </p:cNvSpPr>
          <p:nvPr>
            <p:ph sz="quarter" idx="24" hasCustomPrompt="1"/>
          </p:nvPr>
        </p:nvSpPr>
        <p:spPr>
          <a:xfrm>
            <a:off x="731839" y="1732020"/>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20" name="Content Placeholder 13">
            <a:extLst>
              <a:ext uri="{FF2B5EF4-FFF2-40B4-BE49-F238E27FC236}">
                <a16:creationId xmlns:a16="http://schemas.microsoft.com/office/drawing/2014/main" id="{04EC45A4-15A4-F81B-1189-CAC268B9A6B2}"/>
              </a:ext>
            </a:extLst>
          </p:cNvPr>
          <p:cNvSpPr>
            <a:spLocks noGrp="1"/>
          </p:cNvSpPr>
          <p:nvPr>
            <p:ph sz="quarter" idx="25" hasCustomPrompt="1"/>
          </p:nvPr>
        </p:nvSpPr>
        <p:spPr>
          <a:xfrm>
            <a:off x="4409823"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1" name="Content Placeholder 13">
            <a:extLst>
              <a:ext uri="{FF2B5EF4-FFF2-40B4-BE49-F238E27FC236}">
                <a16:creationId xmlns:a16="http://schemas.microsoft.com/office/drawing/2014/main" id="{3188BDD0-D14B-73DC-61FD-AD0B99B2A2A8}"/>
              </a:ext>
            </a:extLst>
          </p:cNvPr>
          <p:cNvSpPr>
            <a:spLocks noGrp="1"/>
          </p:cNvSpPr>
          <p:nvPr>
            <p:ph sz="quarter" idx="26" hasCustomPrompt="1"/>
          </p:nvPr>
        </p:nvSpPr>
        <p:spPr>
          <a:xfrm>
            <a:off x="8217662" y="1732020"/>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2" name="Content Placeholder 3">
            <a:extLst>
              <a:ext uri="{FF2B5EF4-FFF2-40B4-BE49-F238E27FC236}">
                <a16:creationId xmlns:a16="http://schemas.microsoft.com/office/drawing/2014/main" id="{6A6E4956-D661-4D53-8334-DD4513C11FA9}"/>
              </a:ext>
            </a:extLst>
          </p:cNvPr>
          <p:cNvSpPr>
            <a:spLocks noGrp="1"/>
          </p:cNvSpPr>
          <p:nvPr>
            <p:ph sz="half" idx="27" hasCustomPrompt="1"/>
          </p:nvPr>
        </p:nvSpPr>
        <p:spPr>
          <a:xfrm>
            <a:off x="8217662"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3" name="Content Placeholder 2">
            <a:extLst>
              <a:ext uri="{FF2B5EF4-FFF2-40B4-BE49-F238E27FC236}">
                <a16:creationId xmlns:a16="http://schemas.microsoft.com/office/drawing/2014/main" id="{628B24CD-29B7-DE6D-E888-0A0D50458613}"/>
              </a:ext>
            </a:extLst>
          </p:cNvPr>
          <p:cNvSpPr>
            <a:spLocks noGrp="1"/>
          </p:cNvSpPr>
          <p:nvPr>
            <p:ph sz="half" idx="28" hasCustomPrompt="1"/>
          </p:nvPr>
        </p:nvSpPr>
        <p:spPr>
          <a:xfrm>
            <a:off x="731837" y="4336759"/>
            <a:ext cx="3514161" cy="1668949"/>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4" name="Content Placeholder 3">
            <a:extLst>
              <a:ext uri="{FF2B5EF4-FFF2-40B4-BE49-F238E27FC236}">
                <a16:creationId xmlns:a16="http://schemas.microsoft.com/office/drawing/2014/main" id="{03915BD5-B60B-4279-091A-1C6CAA341F7C}"/>
              </a:ext>
            </a:extLst>
          </p:cNvPr>
          <p:cNvSpPr>
            <a:spLocks noGrp="1"/>
          </p:cNvSpPr>
          <p:nvPr>
            <p:ph sz="half" idx="29" hasCustomPrompt="1"/>
          </p:nvPr>
        </p:nvSpPr>
        <p:spPr>
          <a:xfrm>
            <a:off x="4409823" y="4336758"/>
            <a:ext cx="3617151" cy="1668949"/>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25" name="Content Placeholder 13">
            <a:extLst>
              <a:ext uri="{FF2B5EF4-FFF2-40B4-BE49-F238E27FC236}">
                <a16:creationId xmlns:a16="http://schemas.microsoft.com/office/drawing/2014/main" id="{EF4CC729-2E82-6584-AB6C-F569F07B64E4}"/>
              </a:ext>
            </a:extLst>
          </p:cNvPr>
          <p:cNvSpPr>
            <a:spLocks noGrp="1"/>
          </p:cNvSpPr>
          <p:nvPr>
            <p:ph sz="quarter" idx="30" hasCustomPrompt="1"/>
          </p:nvPr>
        </p:nvSpPr>
        <p:spPr>
          <a:xfrm>
            <a:off x="731838" y="3813884"/>
            <a:ext cx="3514161"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6" name="Content Placeholder 13">
            <a:extLst>
              <a:ext uri="{FF2B5EF4-FFF2-40B4-BE49-F238E27FC236}">
                <a16:creationId xmlns:a16="http://schemas.microsoft.com/office/drawing/2014/main" id="{E2338167-433A-D3FF-1381-B32FF19479EF}"/>
              </a:ext>
            </a:extLst>
          </p:cNvPr>
          <p:cNvSpPr>
            <a:spLocks noGrp="1"/>
          </p:cNvSpPr>
          <p:nvPr>
            <p:ph sz="quarter" idx="31" hasCustomPrompt="1"/>
          </p:nvPr>
        </p:nvSpPr>
        <p:spPr>
          <a:xfrm>
            <a:off x="4409823"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7" name="Content Placeholder 13">
            <a:extLst>
              <a:ext uri="{FF2B5EF4-FFF2-40B4-BE49-F238E27FC236}">
                <a16:creationId xmlns:a16="http://schemas.microsoft.com/office/drawing/2014/main" id="{A37E2D0E-A1B8-2890-9C2C-92307D799736}"/>
              </a:ext>
            </a:extLst>
          </p:cNvPr>
          <p:cNvSpPr>
            <a:spLocks noGrp="1"/>
          </p:cNvSpPr>
          <p:nvPr>
            <p:ph sz="quarter" idx="32" hasCustomPrompt="1"/>
          </p:nvPr>
        </p:nvSpPr>
        <p:spPr>
          <a:xfrm>
            <a:off x="8217662" y="3813884"/>
            <a:ext cx="3617150"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8" name="Content Placeholder 13">
            <a:extLst>
              <a:ext uri="{FF2B5EF4-FFF2-40B4-BE49-F238E27FC236}">
                <a16:creationId xmlns:a16="http://schemas.microsoft.com/office/drawing/2014/main" id="{0A46685F-9BAE-8DD8-6BED-6082F6BDE20B}"/>
              </a:ext>
            </a:extLst>
          </p:cNvPr>
          <p:cNvSpPr>
            <a:spLocks noGrp="1"/>
          </p:cNvSpPr>
          <p:nvPr>
            <p:ph sz="quarter" idx="33" hasCustomPrompt="1"/>
          </p:nvPr>
        </p:nvSpPr>
        <p:spPr>
          <a:xfrm>
            <a:off x="731839" y="4090232"/>
            <a:ext cx="351416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9" name="Content Placeholder 13">
            <a:extLst>
              <a:ext uri="{FF2B5EF4-FFF2-40B4-BE49-F238E27FC236}">
                <a16:creationId xmlns:a16="http://schemas.microsoft.com/office/drawing/2014/main" id="{ECFE5EF0-2F1F-C3D9-653F-1FB66F18318D}"/>
              </a:ext>
            </a:extLst>
          </p:cNvPr>
          <p:cNvSpPr>
            <a:spLocks noGrp="1"/>
          </p:cNvSpPr>
          <p:nvPr>
            <p:ph sz="quarter" idx="34" hasCustomPrompt="1"/>
          </p:nvPr>
        </p:nvSpPr>
        <p:spPr>
          <a:xfrm>
            <a:off x="4409823"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30" name="Content Placeholder 13">
            <a:extLst>
              <a:ext uri="{FF2B5EF4-FFF2-40B4-BE49-F238E27FC236}">
                <a16:creationId xmlns:a16="http://schemas.microsoft.com/office/drawing/2014/main" id="{4701A65B-BC7E-81D5-5B0C-2D5DB5F40961}"/>
              </a:ext>
            </a:extLst>
          </p:cNvPr>
          <p:cNvSpPr>
            <a:spLocks noGrp="1"/>
          </p:cNvSpPr>
          <p:nvPr>
            <p:ph sz="quarter" idx="35" hasCustomPrompt="1"/>
          </p:nvPr>
        </p:nvSpPr>
        <p:spPr>
          <a:xfrm>
            <a:off x="8217662" y="4090232"/>
            <a:ext cx="3617150"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8" name="Text Placeholder 9">
            <a:extLst>
              <a:ext uri="{FF2B5EF4-FFF2-40B4-BE49-F238E27FC236}">
                <a16:creationId xmlns:a16="http://schemas.microsoft.com/office/drawing/2014/main" id="{11FB7138-AE4E-A89F-D9E1-862BA5C28391}"/>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6" name="Slide Number Placeholder 5">
            <a:extLst>
              <a:ext uri="{FF2B5EF4-FFF2-40B4-BE49-F238E27FC236}">
                <a16:creationId xmlns:a16="http://schemas.microsoft.com/office/drawing/2014/main" id="{31B2B36C-461F-3096-DDC7-0B055207DC0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7" name="Text Placeholder 4">
            <a:extLst>
              <a:ext uri="{FF2B5EF4-FFF2-40B4-BE49-F238E27FC236}">
                <a16:creationId xmlns:a16="http://schemas.microsoft.com/office/drawing/2014/main" id="{2B1DE893-C2F9-D630-3EF3-2CB0D264AAAB}"/>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713511278"/>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5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66887"/>
            <a:ext cx="5364163" cy="4032276"/>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4" name="Content Placeholder 3">
            <a:extLst>
              <a:ext uri="{FF2B5EF4-FFF2-40B4-BE49-F238E27FC236}">
                <a16:creationId xmlns:a16="http://schemas.microsoft.com/office/drawing/2014/main" id="{CD59E5FC-6924-08AE-5FF3-AB1F5D3EFC2C}"/>
              </a:ext>
            </a:extLst>
          </p:cNvPr>
          <p:cNvSpPr>
            <a:spLocks noGrp="1"/>
          </p:cNvSpPr>
          <p:nvPr>
            <p:ph sz="half" idx="2" hasCustomPrompt="1"/>
          </p:nvPr>
        </p:nvSpPr>
        <p:spPr>
          <a:xfrm>
            <a:off x="6261638" y="1966885"/>
            <a:ext cx="5573175" cy="819447"/>
          </a:xfrm>
        </p:spPr>
        <p:txBody>
          <a:bodyPr tIns="72000"/>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5364163"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15" name="Content Placeholder 13">
            <a:extLst>
              <a:ext uri="{FF2B5EF4-FFF2-40B4-BE49-F238E27FC236}">
                <a16:creationId xmlns:a16="http://schemas.microsoft.com/office/drawing/2014/main" id="{E886F9C1-ADFD-86E7-9DB5-F63A0D5B7510}"/>
              </a:ext>
            </a:extLst>
          </p:cNvPr>
          <p:cNvSpPr>
            <a:spLocks noGrp="1"/>
          </p:cNvSpPr>
          <p:nvPr>
            <p:ph sz="quarter" idx="15" hasCustomPrompt="1"/>
          </p:nvPr>
        </p:nvSpPr>
        <p:spPr>
          <a:xfrm>
            <a:off x="6261639" y="1455672"/>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17" name="Content Placeholder 13">
            <a:extLst>
              <a:ext uri="{FF2B5EF4-FFF2-40B4-BE49-F238E27FC236}">
                <a16:creationId xmlns:a16="http://schemas.microsoft.com/office/drawing/2014/main" id="{85709AA8-11EC-7351-BB57-8F5BC0581EFE}"/>
              </a:ext>
            </a:extLst>
          </p:cNvPr>
          <p:cNvSpPr>
            <a:spLocks noGrp="1"/>
          </p:cNvSpPr>
          <p:nvPr>
            <p:ph sz="quarter" idx="20" hasCustomPrompt="1"/>
          </p:nvPr>
        </p:nvSpPr>
        <p:spPr>
          <a:xfrm>
            <a:off x="731838" y="1732020"/>
            <a:ext cx="5364163"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19" name="Content Placeholder 13">
            <a:extLst>
              <a:ext uri="{FF2B5EF4-FFF2-40B4-BE49-F238E27FC236}">
                <a16:creationId xmlns:a16="http://schemas.microsoft.com/office/drawing/2014/main" id="{9BDD6D74-2C59-881D-2879-83A310F81647}"/>
              </a:ext>
            </a:extLst>
          </p:cNvPr>
          <p:cNvSpPr>
            <a:spLocks noGrp="1"/>
          </p:cNvSpPr>
          <p:nvPr>
            <p:ph sz="quarter" idx="21" hasCustomPrompt="1"/>
          </p:nvPr>
        </p:nvSpPr>
        <p:spPr>
          <a:xfrm>
            <a:off x="6261638" y="1732020"/>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0" name="Content Placeholder 2">
            <a:extLst>
              <a:ext uri="{FF2B5EF4-FFF2-40B4-BE49-F238E27FC236}">
                <a16:creationId xmlns:a16="http://schemas.microsoft.com/office/drawing/2014/main" id="{5A6A1ECA-879E-D89D-87D7-3D496D5538B8}"/>
              </a:ext>
            </a:extLst>
          </p:cNvPr>
          <p:cNvSpPr>
            <a:spLocks noGrp="1"/>
          </p:cNvSpPr>
          <p:nvPr>
            <p:ph sz="half" idx="22" hasCustomPrompt="1"/>
          </p:nvPr>
        </p:nvSpPr>
        <p:spPr>
          <a:xfrm>
            <a:off x="6275388" y="5196058"/>
            <a:ext cx="5559424" cy="819447"/>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21" name="Content Placeholder 3">
            <a:extLst>
              <a:ext uri="{FF2B5EF4-FFF2-40B4-BE49-F238E27FC236}">
                <a16:creationId xmlns:a16="http://schemas.microsoft.com/office/drawing/2014/main" id="{D10AD194-9F72-220B-857E-ECD4E82AF0F3}"/>
              </a:ext>
            </a:extLst>
          </p:cNvPr>
          <p:cNvSpPr>
            <a:spLocks noGrp="1"/>
          </p:cNvSpPr>
          <p:nvPr>
            <p:ph sz="half" idx="23" hasCustomPrompt="1"/>
          </p:nvPr>
        </p:nvSpPr>
        <p:spPr>
          <a:xfrm>
            <a:off x="6261638" y="3572390"/>
            <a:ext cx="5573175" cy="819447"/>
          </a:xfrm>
        </p:spPr>
        <p:txBody>
          <a:bodyPr tIns="72000"/>
          <a:lstStyle/>
          <a:p>
            <a:pPr lvl="0"/>
            <a:r>
              <a:rPr lang="en-US" dirty="0"/>
              <a:t>Click to edit Master text styles</a:t>
            </a:r>
          </a:p>
          <a:p>
            <a:pPr lvl="1"/>
            <a:r>
              <a:rPr lang="en-US" dirty="0"/>
              <a:t>Second level</a:t>
            </a:r>
          </a:p>
          <a:p>
            <a:pPr lvl="2"/>
            <a:r>
              <a:rPr lang="en-US" dirty="0"/>
              <a:t>Third level</a:t>
            </a:r>
          </a:p>
          <a:p>
            <a:pPr lvl="3"/>
            <a:endParaRPr lang="en-US" dirty="0"/>
          </a:p>
        </p:txBody>
      </p:sp>
      <p:sp>
        <p:nvSpPr>
          <p:cNvPr id="22" name="Content Placeholder 13">
            <a:extLst>
              <a:ext uri="{FF2B5EF4-FFF2-40B4-BE49-F238E27FC236}">
                <a16:creationId xmlns:a16="http://schemas.microsoft.com/office/drawing/2014/main" id="{503877B8-4F20-48F5-2A77-1A0FD02DC693}"/>
              </a:ext>
            </a:extLst>
          </p:cNvPr>
          <p:cNvSpPr>
            <a:spLocks noGrp="1"/>
          </p:cNvSpPr>
          <p:nvPr>
            <p:ph sz="quarter" idx="24" hasCustomPrompt="1"/>
          </p:nvPr>
        </p:nvSpPr>
        <p:spPr>
          <a:xfrm>
            <a:off x="6275389" y="4684844"/>
            <a:ext cx="555942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a:t>Click to edit Master text styles</a:t>
            </a:r>
          </a:p>
        </p:txBody>
      </p:sp>
      <p:sp>
        <p:nvSpPr>
          <p:cNvPr id="23" name="Content Placeholder 13">
            <a:extLst>
              <a:ext uri="{FF2B5EF4-FFF2-40B4-BE49-F238E27FC236}">
                <a16:creationId xmlns:a16="http://schemas.microsoft.com/office/drawing/2014/main" id="{4EE66E1E-9677-ADFA-CE99-CDBF333EF7C7}"/>
              </a:ext>
            </a:extLst>
          </p:cNvPr>
          <p:cNvSpPr>
            <a:spLocks noGrp="1"/>
          </p:cNvSpPr>
          <p:nvPr>
            <p:ph sz="quarter" idx="25" hasCustomPrompt="1"/>
          </p:nvPr>
        </p:nvSpPr>
        <p:spPr>
          <a:xfrm>
            <a:off x="6261639" y="3061177"/>
            <a:ext cx="5573174"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Master text styles</a:t>
            </a:r>
          </a:p>
        </p:txBody>
      </p:sp>
      <p:sp>
        <p:nvSpPr>
          <p:cNvPr id="24" name="Content Placeholder 13">
            <a:extLst>
              <a:ext uri="{FF2B5EF4-FFF2-40B4-BE49-F238E27FC236}">
                <a16:creationId xmlns:a16="http://schemas.microsoft.com/office/drawing/2014/main" id="{E63A9EE8-9F22-F556-5F53-E4D76C4AE54F}"/>
              </a:ext>
            </a:extLst>
          </p:cNvPr>
          <p:cNvSpPr>
            <a:spLocks noGrp="1"/>
          </p:cNvSpPr>
          <p:nvPr>
            <p:ph sz="quarter" idx="26" hasCustomPrompt="1"/>
          </p:nvPr>
        </p:nvSpPr>
        <p:spPr>
          <a:xfrm>
            <a:off x="6275389" y="4961192"/>
            <a:ext cx="5559424"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25" name="Content Placeholder 13">
            <a:extLst>
              <a:ext uri="{FF2B5EF4-FFF2-40B4-BE49-F238E27FC236}">
                <a16:creationId xmlns:a16="http://schemas.microsoft.com/office/drawing/2014/main" id="{9BEF7F00-8363-9DF7-291A-FC36C3923C2F}"/>
              </a:ext>
            </a:extLst>
          </p:cNvPr>
          <p:cNvSpPr>
            <a:spLocks noGrp="1"/>
          </p:cNvSpPr>
          <p:nvPr>
            <p:ph sz="quarter" idx="27" hasCustomPrompt="1"/>
          </p:nvPr>
        </p:nvSpPr>
        <p:spPr>
          <a:xfrm>
            <a:off x="6261638" y="3337525"/>
            <a:ext cx="5573175"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dirty="0"/>
              <a:t>Click to edit subtitle</a:t>
            </a:r>
          </a:p>
        </p:txBody>
      </p:sp>
      <p:sp>
        <p:nvSpPr>
          <p:cNvPr id="5" name="Text Placeholder 9">
            <a:extLst>
              <a:ext uri="{FF2B5EF4-FFF2-40B4-BE49-F238E27FC236}">
                <a16:creationId xmlns:a16="http://schemas.microsoft.com/office/drawing/2014/main" id="{FB3D24B6-EF76-ACDB-C532-BF0B3C8C610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dirty="0"/>
              <a:t>Fonte:</a:t>
            </a:r>
          </a:p>
        </p:txBody>
      </p:sp>
      <p:sp>
        <p:nvSpPr>
          <p:cNvPr id="7" name="Slide Number Placeholder 5">
            <a:extLst>
              <a:ext uri="{FF2B5EF4-FFF2-40B4-BE49-F238E27FC236}">
                <a16:creationId xmlns:a16="http://schemas.microsoft.com/office/drawing/2014/main" id="{876237B3-EA55-37C8-C25E-0EDADC2E610E}"/>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9" name="Text Placeholder 4">
            <a:extLst>
              <a:ext uri="{FF2B5EF4-FFF2-40B4-BE49-F238E27FC236}">
                <a16:creationId xmlns:a16="http://schemas.microsoft.com/office/drawing/2014/main" id="{1CE9056E-8745-18FA-6286-7AB5D014773D}"/>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86155321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511705-E470-8D14-31B3-824FE4DACE29}"/>
              </a:ext>
            </a:extLst>
          </p:cNvPr>
          <p:cNvSpPr>
            <a:spLocks noGrp="1"/>
          </p:cNvSpPr>
          <p:nvPr>
            <p:ph type="title"/>
          </p:nvPr>
        </p:nvSpPr>
        <p:spPr/>
        <p:txBody>
          <a:bodyPr/>
          <a:lstStyle/>
          <a:p>
            <a:r>
              <a:rPr lang="en-US" dirty="0"/>
              <a:t>Click to edit Master title style</a:t>
            </a:r>
          </a:p>
        </p:txBody>
      </p:sp>
      <p:sp>
        <p:nvSpPr>
          <p:cNvPr id="8" name="Content Placeholder 11">
            <a:extLst>
              <a:ext uri="{FF2B5EF4-FFF2-40B4-BE49-F238E27FC236}">
                <a16:creationId xmlns:a16="http://schemas.microsoft.com/office/drawing/2014/main" id="{2B80E022-3FDD-ADDD-4ECC-A35C1C629842}"/>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7" name="Text Placeholder 9">
            <a:extLst>
              <a:ext uri="{FF2B5EF4-FFF2-40B4-BE49-F238E27FC236}">
                <a16:creationId xmlns:a16="http://schemas.microsoft.com/office/drawing/2014/main" id="{44A0BD1B-A7E0-E3B2-D28F-4B86FE4438F2}"/>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73DFCC64-86F6-53BC-EDAE-FA779443396B}"/>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5" name="Text Placeholder 4">
            <a:extLst>
              <a:ext uri="{FF2B5EF4-FFF2-40B4-BE49-F238E27FC236}">
                <a16:creationId xmlns:a16="http://schemas.microsoft.com/office/drawing/2014/main" id="{D71BA1F6-7269-A596-92FD-641F47F01F0C}"/>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59557194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7B3C04-1C79-A965-3958-FBC8DD9B010D}"/>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00CA9094-DB27-164C-FBF1-1FA87C888FBD}"/>
              </a:ext>
            </a:extLst>
          </p:cNvPr>
          <p:cNvSpPr>
            <a:spLocks noGrp="1"/>
          </p:cNvSpPr>
          <p:nvPr>
            <p:ph sz="half" idx="1" hasCustomPrompt="1"/>
          </p:nvPr>
        </p:nvSpPr>
        <p:spPr>
          <a:xfrm>
            <a:off x="731837" y="1976121"/>
            <a:ext cx="11102976" cy="4023041"/>
          </a:xfrm>
        </p:spPr>
        <p:txBody>
          <a:bodyPr tIns="72000"/>
          <a:lstStyle>
            <a:lvl4pPr>
              <a:defRPr sz="1200" b="1">
                <a:latin typeface="Source Serif Pro" panose="02040603050405020204" pitchFamily="18" charset="0"/>
                <a:ea typeface="Source Serif Pro" panose="02040603050405020204" pitchFamily="18" charset="0"/>
              </a:defRPr>
            </a:lvl4pPr>
          </a:lstStyle>
          <a:p>
            <a:pPr lvl="0"/>
            <a:r>
              <a:rPr lang="en-US" dirty="0"/>
              <a:t>Click to edit Master text styles</a:t>
            </a:r>
          </a:p>
          <a:p>
            <a:pPr lvl="1"/>
            <a:r>
              <a:rPr lang="en-US" dirty="0"/>
              <a:t>Second level</a:t>
            </a:r>
          </a:p>
          <a:p>
            <a:pPr lvl="2"/>
            <a:r>
              <a:rPr lang="en-US" dirty="0"/>
              <a:t>Third level</a:t>
            </a:r>
          </a:p>
        </p:txBody>
      </p:sp>
      <p:sp>
        <p:nvSpPr>
          <p:cNvPr id="12" name="Content Placeholder 11">
            <a:extLst>
              <a:ext uri="{FF2B5EF4-FFF2-40B4-BE49-F238E27FC236}">
                <a16:creationId xmlns:a16="http://schemas.microsoft.com/office/drawing/2014/main" id="{201432D9-B97B-916F-FDE9-33DE2BECB0F9}"/>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a:t>Click to edit Master text styles</a:t>
            </a:r>
          </a:p>
        </p:txBody>
      </p:sp>
      <p:sp>
        <p:nvSpPr>
          <p:cNvPr id="14" name="Content Placeholder 13">
            <a:extLst>
              <a:ext uri="{FF2B5EF4-FFF2-40B4-BE49-F238E27FC236}">
                <a16:creationId xmlns:a16="http://schemas.microsoft.com/office/drawing/2014/main" id="{69B73785-28F0-AA24-E323-31D7761D0DDE}"/>
              </a:ext>
            </a:extLst>
          </p:cNvPr>
          <p:cNvSpPr>
            <a:spLocks noGrp="1"/>
          </p:cNvSpPr>
          <p:nvPr>
            <p:ph sz="quarter" idx="14" hasCustomPrompt="1"/>
          </p:nvPr>
        </p:nvSpPr>
        <p:spPr>
          <a:xfrm>
            <a:off x="731838" y="1455672"/>
            <a:ext cx="11102976" cy="264688"/>
          </a:xfrm>
        </p:spPr>
        <p:txBody>
          <a:bodyPr vert="horz" lIns="0" tIns="0" rIns="0" bIns="0" rtlCol="0">
            <a:spAutoFit/>
          </a:bodyPr>
          <a:lstStyle>
            <a:lvl1pPr>
              <a:defRPr lang="en-US" sz="1600" b="1">
                <a:latin typeface="Poppins SemiBold" panose="00000700000000000000" pitchFamily="2" charset="0"/>
                <a:ea typeface="Source Serif Pro SemiBold" panose="02040703050405020204" pitchFamily="18" charset="0"/>
                <a:cs typeface="Poppins SemiBold" panose="00000700000000000000" pitchFamily="2" charset="0"/>
              </a:defRPr>
            </a:lvl1pPr>
          </a:lstStyle>
          <a:p>
            <a:pPr lvl="0"/>
            <a:r>
              <a:rPr lang="en-US" dirty="0"/>
              <a:t>Click to edit title</a:t>
            </a:r>
          </a:p>
        </p:txBody>
      </p:sp>
      <p:sp>
        <p:nvSpPr>
          <p:cNvPr id="16" name="Content Placeholder 13">
            <a:extLst>
              <a:ext uri="{FF2B5EF4-FFF2-40B4-BE49-F238E27FC236}">
                <a16:creationId xmlns:a16="http://schemas.microsoft.com/office/drawing/2014/main" id="{7B3249D2-1FE0-ED6D-322D-323EFD8671F4}"/>
              </a:ext>
            </a:extLst>
          </p:cNvPr>
          <p:cNvSpPr>
            <a:spLocks noGrp="1"/>
          </p:cNvSpPr>
          <p:nvPr>
            <p:ph sz="quarter" idx="16" hasCustomPrompt="1"/>
          </p:nvPr>
        </p:nvSpPr>
        <p:spPr>
          <a:xfrm>
            <a:off x="731838" y="1732020"/>
            <a:ext cx="11102976" cy="234867"/>
          </a:xfrm>
        </p:spPr>
        <p:txBody>
          <a:bodyPr vert="horz" lIns="0" tIns="36000" rIns="0" bIns="0" rtlCol="0">
            <a:spAutoFit/>
          </a:bodyPr>
          <a:lstStyle>
            <a:lvl1pPr>
              <a:defRPr lang="en-US" b="0">
                <a:solidFill>
                  <a:schemeClr val="bg1">
                    <a:lumMod val="50000"/>
                  </a:schemeClr>
                </a:solidFill>
                <a:latin typeface="Poppins Light" panose="00000400000000000000" pitchFamily="2" charset="0"/>
                <a:cs typeface="Poppins Light" panose="00000400000000000000" pitchFamily="2" charset="0"/>
              </a:defRPr>
            </a:lvl1pPr>
          </a:lstStyle>
          <a:p>
            <a:pPr lvl="0"/>
            <a:r>
              <a:rPr lang="en-US"/>
              <a:t>Click to edit subtitle</a:t>
            </a:r>
          </a:p>
        </p:txBody>
      </p:sp>
      <p:sp>
        <p:nvSpPr>
          <p:cNvPr id="18" name="Text Placeholder 9">
            <a:extLst>
              <a:ext uri="{FF2B5EF4-FFF2-40B4-BE49-F238E27FC236}">
                <a16:creationId xmlns:a16="http://schemas.microsoft.com/office/drawing/2014/main" id="{75A68369-8B33-C898-7757-7C5067723B87}"/>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4" name="Slide Number Placeholder 5">
            <a:extLst>
              <a:ext uri="{FF2B5EF4-FFF2-40B4-BE49-F238E27FC236}">
                <a16:creationId xmlns:a16="http://schemas.microsoft.com/office/drawing/2014/main" id="{0C761F65-4DDA-D227-8A01-9B58F0774CBF}"/>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788067329"/>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739B9-4054-A9D4-2292-242833A6280F}"/>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EDA00962-9F6C-292D-19D5-4E49FD343F1A}"/>
              </a:ext>
            </a:extLst>
          </p:cNvPr>
          <p:cNvSpPr>
            <a:spLocks noGrp="1"/>
          </p:cNvSpPr>
          <p:nvPr>
            <p:ph idx="1" hasCustomPrompt="1"/>
          </p:nvPr>
        </p:nvSpPr>
        <p:spPr>
          <a:xfrm>
            <a:off x="731837" y="1450975"/>
            <a:ext cx="11102975" cy="4548188"/>
          </a:xfrm>
        </p:spPr>
        <p:txBody>
          <a:bodyPr/>
          <a:lstStyle/>
          <a:p>
            <a:pPr lvl="0"/>
            <a:r>
              <a:rPr lang="en-US" dirty="0"/>
              <a:t>Click to edit Master text styles</a:t>
            </a:r>
          </a:p>
          <a:p>
            <a:pPr lvl="1"/>
            <a:r>
              <a:rPr lang="en-US" dirty="0"/>
              <a:t>Second level</a:t>
            </a:r>
          </a:p>
          <a:p>
            <a:pPr lvl="2"/>
            <a:r>
              <a:rPr lang="en-US" dirty="0"/>
              <a:t>Third level</a:t>
            </a:r>
          </a:p>
        </p:txBody>
      </p:sp>
      <p:sp>
        <p:nvSpPr>
          <p:cNvPr id="7" name="Content Placeholder 11">
            <a:extLst>
              <a:ext uri="{FF2B5EF4-FFF2-40B4-BE49-F238E27FC236}">
                <a16:creationId xmlns:a16="http://schemas.microsoft.com/office/drawing/2014/main" id="{D5FE42B3-1E99-213C-F3D2-9217EEF7672B}"/>
              </a:ext>
            </a:extLst>
          </p:cNvPr>
          <p:cNvSpPr>
            <a:spLocks noGrp="1"/>
          </p:cNvSpPr>
          <p:nvPr>
            <p:ph sz="quarter" idx="13" hasCustomPrompt="1"/>
          </p:nvPr>
        </p:nvSpPr>
        <p:spPr>
          <a:xfrm>
            <a:off x="731838" y="1052961"/>
            <a:ext cx="11102975" cy="234867"/>
          </a:xfrm>
        </p:spPr>
        <p:txBody>
          <a:bodyPr vert="horz" lIns="0" tIns="36000" rIns="0" bIns="0" rtlCol="0">
            <a:spAutoFit/>
          </a:bodyPr>
          <a:lstStyle>
            <a:lvl1pPr>
              <a:defRPr lang="en-US" sz="1100" dirty="0">
                <a:latin typeface="Poppins Light" panose="00000400000000000000" pitchFamily="2" charset="0"/>
                <a:ea typeface="Source Serif Pro Light" panose="02040303050405020204" pitchFamily="18" charset="0"/>
                <a:cs typeface="Poppins Light" panose="00000400000000000000" pitchFamily="2" charset="0"/>
              </a:defRPr>
            </a:lvl1pPr>
          </a:lstStyle>
          <a:p>
            <a:pPr lvl="0"/>
            <a:r>
              <a:rPr lang="en-US" dirty="0"/>
              <a:t>Click to edit Master text styles</a:t>
            </a:r>
          </a:p>
        </p:txBody>
      </p:sp>
      <p:sp>
        <p:nvSpPr>
          <p:cNvPr id="9" name="Text Placeholder 9">
            <a:extLst>
              <a:ext uri="{FF2B5EF4-FFF2-40B4-BE49-F238E27FC236}">
                <a16:creationId xmlns:a16="http://schemas.microsoft.com/office/drawing/2014/main" id="{C7787170-0E7B-063E-C6DD-4ABC63D5BC79}"/>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5" name="Slide Number Placeholder 5">
            <a:extLst>
              <a:ext uri="{FF2B5EF4-FFF2-40B4-BE49-F238E27FC236}">
                <a16:creationId xmlns:a16="http://schemas.microsoft.com/office/drawing/2014/main" id="{67B87126-F4E9-A4D5-EF58-BC76FF3EC6E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6" name="Text Placeholder 4">
            <a:extLst>
              <a:ext uri="{FF2B5EF4-FFF2-40B4-BE49-F238E27FC236}">
                <a16:creationId xmlns:a16="http://schemas.microsoft.com/office/drawing/2014/main" id="{454DDADB-D25C-3ADD-5ACF-63B64F1A19CC}"/>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577408179"/>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6" name="Text Placeholder 9">
            <a:extLst>
              <a:ext uri="{FF2B5EF4-FFF2-40B4-BE49-F238E27FC236}">
                <a16:creationId xmlns:a16="http://schemas.microsoft.com/office/drawing/2014/main" id="{F226F1CA-1F49-9F45-E01D-D000AD2FB778}"/>
              </a:ext>
            </a:extLst>
          </p:cNvPr>
          <p:cNvSpPr>
            <a:spLocks noGrp="1"/>
          </p:cNvSpPr>
          <p:nvPr>
            <p:ph type="body" sz="quarter" idx="36" hasCustomPrompt="1"/>
          </p:nvPr>
        </p:nvSpPr>
        <p:spPr>
          <a:xfrm>
            <a:off x="731838" y="6198700"/>
            <a:ext cx="9275946" cy="132344"/>
          </a:xfrm>
        </p:spPr>
        <p:txBody>
          <a:bodyPr vert="horz" lIns="0" tIns="0" rIns="0" bIns="0" rtlCol="0" anchor="t" anchorCtr="0"/>
          <a:lstStyle>
            <a:lvl1pPr marL="0" algn="l" defTabSz="914400" rtl="0" eaLnBrk="1" latinLnBrk="0" hangingPunct="1">
              <a:defRPr lang="en-US" sz="800">
                <a:solidFill>
                  <a:schemeClr val="accent3"/>
                </a:solidFill>
                <a:latin typeface="Poppins Light" panose="00000400000000000000" pitchFamily="2" charset="0"/>
                <a:cs typeface="Poppins Light" panose="00000400000000000000" pitchFamily="2" charset="0"/>
              </a:defRPr>
            </a:lvl1pPr>
          </a:lstStyle>
          <a:p>
            <a:pPr lvl="0"/>
            <a:r>
              <a:rPr lang="en-US"/>
              <a:t>Fonte:</a:t>
            </a:r>
          </a:p>
        </p:txBody>
      </p:sp>
      <p:sp>
        <p:nvSpPr>
          <p:cNvPr id="3" name="Slide Number Placeholder 5">
            <a:extLst>
              <a:ext uri="{FF2B5EF4-FFF2-40B4-BE49-F238E27FC236}">
                <a16:creationId xmlns:a16="http://schemas.microsoft.com/office/drawing/2014/main" id="{151F35DE-FF38-0729-64A3-62D80830EF0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sp>
        <p:nvSpPr>
          <p:cNvPr id="4" name="Text Placeholder 4">
            <a:extLst>
              <a:ext uri="{FF2B5EF4-FFF2-40B4-BE49-F238E27FC236}">
                <a16:creationId xmlns:a16="http://schemas.microsoft.com/office/drawing/2014/main" id="{8A90DCFB-D5E4-2B37-A9F8-47D9A47588F5}"/>
              </a:ext>
            </a:extLst>
          </p:cNvPr>
          <p:cNvSpPr>
            <a:spLocks noGrp="1"/>
          </p:cNvSpPr>
          <p:nvPr>
            <p:ph type="body" sz="quarter" idx="37" hasCustomPrompt="1"/>
          </p:nvPr>
        </p:nvSpPr>
        <p:spPr>
          <a:xfrm>
            <a:off x="731836" y="357006"/>
            <a:ext cx="2036763" cy="162865"/>
          </a:xfrm>
          <a:noFill/>
        </p:spPr>
        <p:txBody>
          <a:bodyPr wrap="square" lIns="0" tIns="0" rIns="0" bIns="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000">
                <a:solidFill>
                  <a:srgbClr val="222F44"/>
                </a:solidFill>
                <a:latin typeface="Poppins Light" panose="00000400000000000000" pitchFamily="2" charset="0"/>
                <a:cs typeface="Poppins Light" panose="00000400000000000000" pitchFamily="2" charset="0"/>
              </a:defRPr>
            </a:lvl1pPr>
          </a:lstStyle>
          <a:p>
            <a:pPr lvl="0"/>
            <a:r>
              <a:rPr lang="en-US" dirty="0"/>
              <a:t>Click to edit Master text styles</a:t>
            </a:r>
          </a:p>
        </p:txBody>
      </p:sp>
    </p:spTree>
    <p:extLst>
      <p:ext uri="{BB962C8B-B14F-4D97-AF65-F5344CB8AC3E}">
        <p14:creationId xmlns:p14="http://schemas.microsoft.com/office/powerpoint/2010/main" val="31657222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2.sv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8.xml"/><Relationship Id="rId2" Type="http://schemas.openxmlformats.org/officeDocument/2006/relationships/slideLayout" Target="../slideLayouts/slideLayout17.xml"/><Relationship Id="rId1" Type="http://schemas.openxmlformats.org/officeDocument/2006/relationships/slideLayout" Target="../slideLayouts/slideLayout16.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6.xml"/><Relationship Id="rId13" Type="http://schemas.openxmlformats.org/officeDocument/2006/relationships/slideLayout" Target="../slideLayouts/slideLayout31.xml"/><Relationship Id="rId18" Type="http://schemas.openxmlformats.org/officeDocument/2006/relationships/image" Target="../media/image1.png"/><Relationship Id="rId3" Type="http://schemas.openxmlformats.org/officeDocument/2006/relationships/slideLayout" Target="../slideLayouts/slideLayout21.xml"/><Relationship Id="rId7" Type="http://schemas.openxmlformats.org/officeDocument/2006/relationships/slideLayout" Target="../slideLayouts/slideLayout25.xml"/><Relationship Id="rId12" Type="http://schemas.openxmlformats.org/officeDocument/2006/relationships/slideLayout" Target="../slideLayouts/slideLayout30.xml"/><Relationship Id="rId17" Type="http://schemas.openxmlformats.org/officeDocument/2006/relationships/image" Target="../media/image2.svg"/><Relationship Id="rId2" Type="http://schemas.openxmlformats.org/officeDocument/2006/relationships/slideLayout" Target="../slideLayouts/slideLayout20.xml"/><Relationship Id="rId16" Type="http://schemas.openxmlformats.org/officeDocument/2006/relationships/theme" Target="../theme/theme3.xml"/><Relationship Id="rId1" Type="http://schemas.openxmlformats.org/officeDocument/2006/relationships/slideLayout" Target="../slideLayouts/slideLayout19.xml"/><Relationship Id="rId6" Type="http://schemas.openxmlformats.org/officeDocument/2006/relationships/slideLayout" Target="../slideLayouts/slideLayout24.xml"/><Relationship Id="rId11" Type="http://schemas.openxmlformats.org/officeDocument/2006/relationships/slideLayout" Target="../slideLayouts/slideLayout29.xml"/><Relationship Id="rId5" Type="http://schemas.openxmlformats.org/officeDocument/2006/relationships/slideLayout" Target="../slideLayouts/slideLayout23.xml"/><Relationship Id="rId15" Type="http://schemas.openxmlformats.org/officeDocument/2006/relationships/slideLayout" Target="../slideLayouts/slideLayout33.xml"/><Relationship Id="rId10" Type="http://schemas.openxmlformats.org/officeDocument/2006/relationships/slideLayout" Target="../slideLayouts/slideLayout28.xml"/><Relationship Id="rId4" Type="http://schemas.openxmlformats.org/officeDocument/2006/relationships/slideLayout" Target="../slideLayouts/slideLayout22.xml"/><Relationship Id="rId9" Type="http://schemas.openxmlformats.org/officeDocument/2006/relationships/slideLayout" Target="../slideLayouts/slideLayout27.xml"/><Relationship Id="rId14"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Relationship Id="rId13" Type="http://schemas.openxmlformats.org/officeDocument/2006/relationships/slideLayout" Target="../slideLayouts/slideLayout46.xml"/><Relationship Id="rId18" Type="http://schemas.openxmlformats.org/officeDocument/2006/relationships/image" Target="../media/image1.png"/><Relationship Id="rId3" Type="http://schemas.openxmlformats.org/officeDocument/2006/relationships/slideLayout" Target="../slideLayouts/slideLayout36.xml"/><Relationship Id="rId7" Type="http://schemas.openxmlformats.org/officeDocument/2006/relationships/slideLayout" Target="../slideLayouts/slideLayout40.xml"/><Relationship Id="rId12" Type="http://schemas.openxmlformats.org/officeDocument/2006/relationships/slideLayout" Target="../slideLayouts/slideLayout45.xml"/><Relationship Id="rId17" Type="http://schemas.openxmlformats.org/officeDocument/2006/relationships/image" Target="../media/image2.svg"/><Relationship Id="rId2" Type="http://schemas.openxmlformats.org/officeDocument/2006/relationships/slideLayout" Target="../slideLayouts/slideLayout35.xml"/><Relationship Id="rId16" Type="http://schemas.openxmlformats.org/officeDocument/2006/relationships/theme" Target="../theme/theme4.xml"/><Relationship Id="rId1" Type="http://schemas.openxmlformats.org/officeDocument/2006/relationships/slideLayout" Target="../slideLayouts/slideLayout34.xml"/><Relationship Id="rId6" Type="http://schemas.openxmlformats.org/officeDocument/2006/relationships/slideLayout" Target="../slideLayouts/slideLayout39.xml"/><Relationship Id="rId11" Type="http://schemas.openxmlformats.org/officeDocument/2006/relationships/slideLayout" Target="../slideLayouts/slideLayout44.xml"/><Relationship Id="rId5" Type="http://schemas.openxmlformats.org/officeDocument/2006/relationships/slideLayout" Target="../slideLayouts/slideLayout38.xml"/><Relationship Id="rId15" Type="http://schemas.openxmlformats.org/officeDocument/2006/relationships/slideLayout" Target="../slideLayouts/slideLayout48.xml"/><Relationship Id="rId10" Type="http://schemas.openxmlformats.org/officeDocument/2006/relationships/slideLayout" Target="../slideLayouts/slideLayout43.xml"/><Relationship Id="rId4" Type="http://schemas.openxmlformats.org/officeDocument/2006/relationships/slideLayout" Target="../slideLayouts/slideLayout37.xml"/><Relationship Id="rId9" Type="http://schemas.openxmlformats.org/officeDocument/2006/relationships/slideLayout" Target="../slideLayouts/slideLayout42.xml"/><Relationship Id="rId14" Type="http://schemas.openxmlformats.org/officeDocument/2006/relationships/slideLayout" Target="../slideLayouts/slideLayout47.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6.xml"/><Relationship Id="rId13" Type="http://schemas.openxmlformats.org/officeDocument/2006/relationships/slideLayout" Target="../slideLayouts/slideLayout61.xml"/><Relationship Id="rId18" Type="http://schemas.openxmlformats.org/officeDocument/2006/relationships/image" Target="../media/image1.png"/><Relationship Id="rId3" Type="http://schemas.openxmlformats.org/officeDocument/2006/relationships/slideLayout" Target="../slideLayouts/slideLayout51.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image" Target="../media/image2.svg"/><Relationship Id="rId2" Type="http://schemas.openxmlformats.org/officeDocument/2006/relationships/slideLayout" Target="../slideLayouts/slideLayout50.xml"/><Relationship Id="rId16" Type="http://schemas.openxmlformats.org/officeDocument/2006/relationships/theme" Target="../theme/theme5.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5" Type="http://schemas.openxmlformats.org/officeDocument/2006/relationships/slideLayout" Target="../slideLayouts/slideLayout53.xml"/><Relationship Id="rId15" Type="http://schemas.openxmlformats.org/officeDocument/2006/relationships/slideLayout" Target="../slideLayouts/slideLayout63.xml"/><Relationship Id="rId10" Type="http://schemas.openxmlformats.org/officeDocument/2006/relationships/slideLayout" Target="../slideLayouts/slideLayout58.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s>
</file>

<file path=ppt/slideMasters/_rels/slideMaster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6.xml"/><Relationship Id="rId1" Type="http://schemas.openxmlformats.org/officeDocument/2006/relationships/slideLayout" Target="../slideLayouts/slideLayout64.xml"/><Relationship Id="rId4" Type="http://schemas.openxmlformats.org/officeDocument/2006/relationships/image" Target="../media/image1.png"/></Relationships>
</file>

<file path=ppt/slideMasters/_rels/slideMaster7.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theme" Target="../theme/theme7.xml"/><Relationship Id="rId1" Type="http://schemas.openxmlformats.org/officeDocument/2006/relationships/slideLayout" Target="../slideLayouts/slideLayout65.xml"/><Relationship Id="rId4" Type="http://schemas.openxmlformats.org/officeDocument/2006/relationships/image" Target="../media/image1.png"/></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73.xml"/><Relationship Id="rId13" Type="http://schemas.openxmlformats.org/officeDocument/2006/relationships/slideLayout" Target="../slideLayouts/slideLayout78.xml"/><Relationship Id="rId18" Type="http://schemas.openxmlformats.org/officeDocument/2006/relationships/image" Target="../media/image1.png"/><Relationship Id="rId3" Type="http://schemas.openxmlformats.org/officeDocument/2006/relationships/slideLayout" Target="../slideLayouts/slideLayout68.xml"/><Relationship Id="rId7" Type="http://schemas.openxmlformats.org/officeDocument/2006/relationships/slideLayout" Target="../slideLayouts/slideLayout72.xml"/><Relationship Id="rId12" Type="http://schemas.openxmlformats.org/officeDocument/2006/relationships/slideLayout" Target="../slideLayouts/slideLayout77.xml"/><Relationship Id="rId17" Type="http://schemas.openxmlformats.org/officeDocument/2006/relationships/image" Target="../media/image2.svg"/><Relationship Id="rId2" Type="http://schemas.openxmlformats.org/officeDocument/2006/relationships/slideLayout" Target="../slideLayouts/slideLayout67.xml"/><Relationship Id="rId16" Type="http://schemas.openxmlformats.org/officeDocument/2006/relationships/theme" Target="../theme/theme8.xml"/><Relationship Id="rId1" Type="http://schemas.openxmlformats.org/officeDocument/2006/relationships/slideLayout" Target="../slideLayouts/slideLayout66.xml"/><Relationship Id="rId6" Type="http://schemas.openxmlformats.org/officeDocument/2006/relationships/slideLayout" Target="../slideLayouts/slideLayout71.xml"/><Relationship Id="rId11" Type="http://schemas.openxmlformats.org/officeDocument/2006/relationships/slideLayout" Target="../slideLayouts/slideLayout76.xml"/><Relationship Id="rId5" Type="http://schemas.openxmlformats.org/officeDocument/2006/relationships/slideLayout" Target="../slideLayouts/slideLayout70.xml"/><Relationship Id="rId15" Type="http://schemas.openxmlformats.org/officeDocument/2006/relationships/slideLayout" Target="../slideLayouts/slideLayout80.xml"/><Relationship Id="rId10" Type="http://schemas.openxmlformats.org/officeDocument/2006/relationships/slideLayout" Target="../slideLayouts/slideLayout75.xml"/><Relationship Id="rId4" Type="http://schemas.openxmlformats.org/officeDocument/2006/relationships/slideLayout" Target="../slideLayouts/slideLayout69.xml"/><Relationship Id="rId9" Type="http://schemas.openxmlformats.org/officeDocument/2006/relationships/slideLayout" Target="../slideLayouts/slideLayout74.xml"/><Relationship Id="rId14"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4" name="Imagem 3">
            <a:extLst>
              <a:ext uri="{FF2B5EF4-FFF2-40B4-BE49-F238E27FC236}">
                <a16:creationId xmlns:a16="http://schemas.microsoft.com/office/drawing/2014/main" id="{BD9374BB-2F6F-BCCF-3AF9-A8D73D65F247}"/>
              </a:ext>
            </a:extLst>
          </p:cNvPr>
          <p:cNvPicPr>
            <a:picLocks noChangeAspect="1"/>
          </p:cNvPicPr>
          <p:nvPr userDrawn="1"/>
        </p:nvPicPr>
        <p:blipFill>
          <a:blip r:embed="rId17"/>
          <a:stretch>
            <a:fillRect/>
          </a:stretch>
        </p:blipFill>
        <p:spPr>
          <a:xfrm>
            <a:off x="10775561" y="6179422"/>
            <a:ext cx="1079890" cy="345903"/>
          </a:xfrm>
          <a:prstGeom prst="rect">
            <a:avLst/>
          </a:prstGeom>
        </p:spPr>
      </p:pic>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lvl="2"/>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dirty="0">
              <a:latin typeface="Poppins Light" panose="00000400000000000000" pitchFamily="2" charset="0"/>
              <a:cs typeface="Poppins Light" panose="00000400000000000000" pitchFamily="2" charset="0"/>
            </a:endParaRPr>
          </a:p>
        </p:txBody>
      </p:sp>
      <p:sp>
        <p:nvSpPr>
          <p:cNvPr id="6" name="Slide Number Placeholder 5">
            <a:extLst>
              <a:ext uri="{FF2B5EF4-FFF2-40B4-BE49-F238E27FC236}">
                <a16:creationId xmlns:a16="http://schemas.microsoft.com/office/drawing/2014/main" id="{53925ED2-527C-125D-C897-1F10BFD4927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19" name="Gráfico 14">
            <a:extLst>
              <a:ext uri="{FF2B5EF4-FFF2-40B4-BE49-F238E27FC236}">
                <a16:creationId xmlns:a16="http://schemas.microsoft.com/office/drawing/2014/main" id="{04B12B37-D94B-E692-8F51-3EFF3E1B8677}"/>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8"/>
              </a:ext>
            </a:extLst>
          </a:blip>
          <a:stretch>
            <a:fillRect/>
          </a:stretch>
        </p:blipFill>
        <p:spPr>
          <a:xfrm>
            <a:off x="11481969" y="307275"/>
            <a:ext cx="354839" cy="303818"/>
          </a:xfrm>
          <a:prstGeom prst="rect">
            <a:avLst/>
          </a:prstGeom>
        </p:spPr>
      </p:pic>
      <p:sp>
        <p:nvSpPr>
          <p:cNvPr id="22" name="CaixaDeTexto 18">
            <a:extLst>
              <a:ext uri="{FF2B5EF4-FFF2-40B4-BE49-F238E27FC236}">
                <a16:creationId xmlns:a16="http://schemas.microsoft.com/office/drawing/2014/main" id="{39452A7E-8FC8-CAF9-7963-10B359F32A27}"/>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150373" cy="153888"/>
          </a:xfrm>
          <a:prstGeom prst="rect">
            <a:avLst/>
          </a:prstGeom>
          <a:noFill/>
        </p:spPr>
        <p:txBody>
          <a:bodyPr wrap="square" lIns="0" tIns="0" rIns="0" bIns="0">
            <a:spAutoFit/>
          </a:bodyPr>
          <a:lstStyle/>
          <a:p>
            <a:r>
              <a:rPr lang="pt-BR" sz="1000" dirty="0" err="1">
                <a:solidFill>
                  <a:srgbClr val="222F44"/>
                </a:solidFill>
                <a:latin typeface="Poppins Light" panose="00000400000000000000" pitchFamily="2" charset="0"/>
                <a:ea typeface="Source Serif Pro" panose="02040603050405020204" pitchFamily="18" charset="0"/>
                <a:cs typeface="Poppins Light" panose="00000400000000000000" pitchFamily="2" charset="0"/>
              </a:rPr>
              <a:t>Introduction</a:t>
            </a:r>
            <a:endParaRPr lang="pt-BR" sz="1000" dirty="0">
              <a:solidFill>
                <a:srgbClr val="222F44"/>
              </a:solidFill>
              <a:latin typeface="Poppins Light" panose="00000400000000000000" pitchFamily="2" charset="0"/>
              <a:ea typeface="Source Serif Pro" panose="02040603050405020204" pitchFamily="18" charset="0"/>
              <a:cs typeface="Poppins Light" panose="00000400000000000000" pitchFamily="2" charset="0"/>
            </a:endParaRPr>
          </a:p>
        </p:txBody>
      </p:sp>
    </p:spTree>
    <p:extLst>
      <p:ext uri="{BB962C8B-B14F-4D97-AF65-F5344CB8AC3E}">
        <p14:creationId xmlns:p14="http://schemas.microsoft.com/office/powerpoint/2010/main" val="3733399639"/>
      </p:ext>
    </p:extLst>
  </p:cSld>
  <p:clrMap bg1="lt1" tx1="dk1" bg2="lt2" tx2="dk2" accent1="accent1" accent2="accent2" accent3="accent3" accent4="accent4" accent5="accent5" accent6="accent6" hlink="hlink" folHlink="folHlink"/>
  <p:sldLayoutIdLst>
    <p:sldLayoutId id="2147483789" r:id="rId1"/>
    <p:sldLayoutId id="2147483790" r:id="rId2"/>
    <p:sldLayoutId id="2147483869" r:id="rId3"/>
    <p:sldLayoutId id="2147483791" r:id="rId4"/>
    <p:sldLayoutId id="2147483792" r:id="rId5"/>
    <p:sldLayoutId id="2147483793" r:id="rId6"/>
    <p:sldLayoutId id="2147483849" r:id="rId7"/>
    <p:sldLayoutId id="2147483850" r:id="rId8"/>
    <p:sldLayoutId id="2147483851" r:id="rId9"/>
    <p:sldLayoutId id="2147483794" r:id="rId10"/>
    <p:sldLayoutId id="2147483834" r:id="rId11"/>
    <p:sldLayoutId id="2147483795" r:id="rId12"/>
    <p:sldLayoutId id="2147483852" r:id="rId13"/>
    <p:sldLayoutId id="2147483796" r:id="rId14"/>
    <p:sldLayoutId id="2147483797" r:id="rId15"/>
  </p:sldLayoutIdLst>
  <p:txStyles>
    <p:title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2"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3"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DB079893-B9E4-1176-99FF-1624625BEE55}"/>
              </a:ext>
            </a:extLst>
          </p:cNvPr>
          <p:cNvSpPr>
            <a:spLocks noGrp="1"/>
          </p:cNvSpPr>
          <p:nvPr>
            <p:ph type="title"/>
          </p:nvPr>
        </p:nvSpPr>
        <p:spPr>
          <a:xfrm>
            <a:off x="719229" y="886455"/>
            <a:ext cx="11124471" cy="650809"/>
          </a:xfrm>
          <a:prstGeom prst="rect">
            <a:avLst/>
          </a:prstGeom>
        </p:spPr>
        <p:txBody>
          <a:bodyPr vert="horz" lIns="0" tIns="0" rIns="0" bIns="0" rtlCol="0" anchor="t" anchorCtr="0">
            <a:noAutofit/>
          </a:bodyPr>
          <a:lstStyle/>
          <a:p>
            <a:pPr lvl="0"/>
            <a:r>
              <a:rPr lang="pt-BR" dirty="0"/>
              <a:t>Clique para editar o título Mestre</a:t>
            </a:r>
          </a:p>
        </p:txBody>
      </p:sp>
      <p:sp>
        <p:nvSpPr>
          <p:cNvPr id="3" name="Espaço Reservado para Texto 2">
            <a:extLst>
              <a:ext uri="{FF2B5EF4-FFF2-40B4-BE49-F238E27FC236}">
                <a16:creationId xmlns:a16="http://schemas.microsoft.com/office/drawing/2014/main" id="{69FF693B-2A9F-D90C-4F61-F18B8D466A34}"/>
              </a:ext>
            </a:extLst>
          </p:cNvPr>
          <p:cNvSpPr>
            <a:spLocks noGrp="1"/>
          </p:cNvSpPr>
          <p:nvPr>
            <p:ph type="body" idx="1"/>
          </p:nvPr>
        </p:nvSpPr>
        <p:spPr>
          <a:xfrm>
            <a:off x="719138" y="1657026"/>
            <a:ext cx="11112500" cy="4361187"/>
          </a:xfrm>
          <a:prstGeom prst="rect">
            <a:avLst/>
          </a:prstGeom>
        </p:spPr>
        <p:txBody>
          <a:bodyPr vert="horz" lIns="0" tIns="0" rIns="0" bIns="0" rtlCol="0">
            <a:noAutofit/>
          </a:bodyPr>
          <a:lstStyle/>
          <a:p>
            <a:pPr lvl="0"/>
            <a:r>
              <a:rPr lang="pt-BR" dirty="0"/>
              <a:t>Clique para editar os estilos de texto Mestres</a:t>
            </a:r>
          </a:p>
          <a:p>
            <a:pPr lvl="1"/>
            <a:r>
              <a:rPr lang="pt-BR" dirty="0"/>
              <a:t>Segundo nível</a:t>
            </a:r>
          </a:p>
          <a:p>
            <a:pPr marL="0" lvl="2" indent="0">
              <a:buFont typeface="Source Sans Pro" panose="020B0503030403020204" pitchFamily="34" charset="0"/>
              <a:buNone/>
            </a:pPr>
            <a:r>
              <a:rPr lang="pt-BR" dirty="0"/>
              <a:t>Terceiro nível</a:t>
            </a:r>
          </a:p>
        </p:txBody>
      </p:sp>
    </p:spTree>
    <p:extLst>
      <p:ext uri="{BB962C8B-B14F-4D97-AF65-F5344CB8AC3E}">
        <p14:creationId xmlns:p14="http://schemas.microsoft.com/office/powerpoint/2010/main" val="909617870"/>
      </p:ext>
    </p:extLst>
  </p:cSld>
  <p:clrMap bg1="lt1" tx1="dk1" bg2="lt2" tx2="dk2" accent1="accent1" accent2="accent2" accent3="accent3" accent4="accent4" accent5="accent5" accent6="accent6" hlink="hlink" folHlink="folHlink"/>
  <p:sldLayoutIdLst>
    <p:sldLayoutId id="2147483734" r:id="rId1"/>
    <p:sldLayoutId id="2147483735" r:id="rId2"/>
    <p:sldLayoutId id="2147483736" r:id="rId3"/>
  </p:sldLayoutIdLst>
  <p:hf hdr="0" dt="0"/>
  <p:txStyles>
    <p:titleStyle>
      <a:lvl1pPr algn="l" defTabSz="914400" rtl="0" eaLnBrk="1" latinLnBrk="0" hangingPunct="1">
        <a:lnSpc>
          <a:spcPct val="90000"/>
        </a:lnSpc>
        <a:spcBef>
          <a:spcPct val="0"/>
        </a:spcBef>
        <a:buNone/>
        <a:defRPr lang="pt-BR"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lang="pt-BR"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pt-BR"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erif Pro" panose="02040603050405020204" pitchFamily="18" charset="0"/>
        <a:buChar char="−"/>
        <a:defRPr lang="pt-BR"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Clr>
          <a:schemeClr val="bg2"/>
        </a:buClr>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 pos="453" userDrawn="1">
          <p15:clr>
            <a:srgbClr val="F26B43"/>
          </p15:clr>
        </p15:guide>
        <p15:guide id="4" orient="horz" pos="235" userDrawn="1">
          <p15:clr>
            <a:srgbClr val="F26B43"/>
          </p15:clr>
        </p15:guide>
        <p15:guide id="5" orient="horz" pos="4088" userDrawn="1">
          <p15:clr>
            <a:srgbClr val="F26B43"/>
          </p15:clr>
        </p15:guide>
        <p15:guide id="6" pos="7453"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t>Investment</a:t>
            </a:r>
            <a:r>
              <a:rPr lang="pt-BR" dirty="0"/>
              <a:t> </a:t>
            </a:r>
            <a:r>
              <a:rPr lang="pt-BR" dirty="0" err="1"/>
              <a:t>Thesis</a:t>
            </a:r>
            <a:endParaRPr lang="pt-BR" dirty="0"/>
          </a:p>
        </p:txBody>
      </p:sp>
      <p:sp>
        <p:nvSpPr>
          <p:cNvPr id="9" name="CaixaDeTexto 18">
            <a:extLst>
              <a:ext uri="{FF2B5EF4-FFF2-40B4-BE49-F238E27FC236}">
                <a16:creationId xmlns:a16="http://schemas.microsoft.com/office/drawing/2014/main" id="{119E97E0-AA8A-8FEB-CAE4-CDB39635132F}"/>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398FDFC5-304C-1663-EBC8-C4EF6E916F95}"/>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0FC98BEC-DA0F-7611-DCDC-67D26FE871E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468AC536-FC02-4BA4-19F0-9BB7897FD658}"/>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0215547"/>
      </p:ext>
    </p:extLst>
  </p:cSld>
  <p:clrMap bg1="lt1" tx1="dk1" bg2="lt2" tx2="dk2" accent1="accent1" accent2="accent2" accent3="accent3" accent4="accent4" accent5="accent5" accent6="accent6" hlink="hlink" folHlink="folHlink"/>
  <p:sldLayoutIdLst>
    <p:sldLayoutId id="2147483783" r:id="rId1"/>
    <p:sldLayoutId id="2147483775" r:id="rId2"/>
    <p:sldLayoutId id="2147483870" r:id="rId3"/>
    <p:sldLayoutId id="2147483784" r:id="rId4"/>
    <p:sldLayoutId id="2147483785" r:id="rId5"/>
    <p:sldLayoutId id="2147483786" r:id="rId6"/>
    <p:sldLayoutId id="2147483853" r:id="rId7"/>
    <p:sldLayoutId id="2147483854" r:id="rId8"/>
    <p:sldLayoutId id="2147483855" r:id="rId9"/>
    <p:sldLayoutId id="2147483787" r:id="rId10"/>
    <p:sldLayoutId id="2147483835" r:id="rId11"/>
    <p:sldLayoutId id="2147483777" r:id="rId12"/>
    <p:sldLayoutId id="2147483856" r:id="rId13"/>
    <p:sldLayoutId id="2147483773" r:id="rId14"/>
    <p:sldLayoutId id="2147483778"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9" orient="horz" pos="914" userDrawn="1">
          <p15:clr>
            <a:srgbClr val="F26B43"/>
          </p15:clr>
        </p15:guide>
        <p15:guide id="10" orient="horz" pos="3793"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t>Company</a:t>
            </a:r>
            <a:r>
              <a:rPr lang="pt-BR" dirty="0"/>
              <a:t> Overview</a:t>
            </a:r>
          </a:p>
        </p:txBody>
      </p:sp>
      <p:sp>
        <p:nvSpPr>
          <p:cNvPr id="9" name="CaixaDeTexto 18">
            <a:extLst>
              <a:ext uri="{FF2B5EF4-FFF2-40B4-BE49-F238E27FC236}">
                <a16:creationId xmlns:a16="http://schemas.microsoft.com/office/drawing/2014/main" id="{5B9EC76B-997A-6705-CEA5-B395C651E602}"/>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9DF4F0E6-D413-1D3C-F107-50761DAECBA8}"/>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A6F744FF-1BEE-F10D-2560-36FE38492B81}"/>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7B9D4318-5DBB-B0ED-19AD-E52D669E85FC}"/>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128438514"/>
      </p:ext>
    </p:extLst>
  </p:cSld>
  <p:clrMap bg1="lt1" tx1="dk1" bg2="lt2" tx2="dk2" accent1="accent1" accent2="accent2" accent3="accent3" accent4="accent4" accent5="accent5" accent6="accent6" hlink="hlink" folHlink="folHlink"/>
  <p:sldLayoutIdLst>
    <p:sldLayoutId id="2147483809" r:id="rId1"/>
    <p:sldLayoutId id="2147483810" r:id="rId2"/>
    <p:sldLayoutId id="2147483871" r:id="rId3"/>
    <p:sldLayoutId id="2147483811" r:id="rId4"/>
    <p:sldLayoutId id="2147483812" r:id="rId5"/>
    <p:sldLayoutId id="2147483813" r:id="rId6"/>
    <p:sldLayoutId id="2147483857" r:id="rId7"/>
    <p:sldLayoutId id="2147483858" r:id="rId8"/>
    <p:sldLayoutId id="2147483859" r:id="rId9"/>
    <p:sldLayoutId id="2147483814" r:id="rId10"/>
    <p:sldLayoutId id="2147483836" r:id="rId11"/>
    <p:sldLayoutId id="2147483815" r:id="rId12"/>
    <p:sldLayoutId id="2147483860" r:id="rId13"/>
    <p:sldLayoutId id="2147483816" r:id="rId14"/>
    <p:sldLayoutId id="2147483817"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a:t>Financial </a:t>
            </a:r>
            <a:r>
              <a:rPr lang="pt-BR" err="1"/>
              <a:t>Information</a:t>
            </a:r>
            <a:endParaRPr lang="pt-BR"/>
          </a:p>
        </p:txBody>
      </p:sp>
      <p:sp>
        <p:nvSpPr>
          <p:cNvPr id="9" name="CaixaDeTexto 18">
            <a:extLst>
              <a:ext uri="{FF2B5EF4-FFF2-40B4-BE49-F238E27FC236}">
                <a16:creationId xmlns:a16="http://schemas.microsoft.com/office/drawing/2014/main" id="{C38150DE-339C-26F4-9A5C-7E0522D820DD}"/>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C20BB81C-D310-86AD-46B2-24AFEC724E8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0DCB3415-D703-8016-E64F-0C597C13D2F2}"/>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9866F8FD-31B8-BDBF-8FB9-82D1E147E979}"/>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1526012034"/>
      </p:ext>
    </p:extLst>
  </p:cSld>
  <p:clrMap bg1="lt1" tx1="dk1" bg2="lt2" tx2="dk2" accent1="accent1" accent2="accent2" accent3="accent3" accent4="accent4" accent5="accent5" accent6="accent6" hlink="hlink" folHlink="folHlink"/>
  <p:sldLayoutIdLst>
    <p:sldLayoutId id="2147483799" r:id="rId1"/>
    <p:sldLayoutId id="2147483800" r:id="rId2"/>
    <p:sldLayoutId id="2147483872" r:id="rId3"/>
    <p:sldLayoutId id="2147483801" r:id="rId4"/>
    <p:sldLayoutId id="2147483802" r:id="rId5"/>
    <p:sldLayoutId id="2147483803" r:id="rId6"/>
    <p:sldLayoutId id="2147483861" r:id="rId7"/>
    <p:sldLayoutId id="2147483862" r:id="rId8"/>
    <p:sldLayoutId id="2147483863" r:id="rId9"/>
    <p:sldLayoutId id="2147483804" r:id="rId10"/>
    <p:sldLayoutId id="2147483837" r:id="rId11"/>
    <p:sldLayoutId id="2147483805" r:id="rId12"/>
    <p:sldLayoutId id="2147483864" r:id="rId13"/>
    <p:sldLayoutId id="2147483806" r:id="rId14"/>
    <p:sldLayoutId id="2147483807"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24" name="CaixaDeTexto 3">
            <a:extLst>
              <a:ext uri="{FF2B5EF4-FFF2-40B4-BE49-F238E27FC236}">
                <a16:creationId xmlns:a16="http://schemas.microsoft.com/office/drawing/2014/main" id="{F838F4B5-1F74-E5D6-49AB-3C3619835C17}"/>
              </a:ext>
            </a:extLst>
          </p:cNvPr>
          <p:cNvSpPr txBox="1"/>
          <p:nvPr userDrawn="1"/>
        </p:nvSpPr>
        <p:spPr>
          <a:xfrm>
            <a:off x="731838" y="357006"/>
            <a:ext cx="1497012"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t>Appendix</a:t>
            </a:r>
            <a:endParaRPr lang="pt-BR" dirty="0"/>
          </a:p>
        </p:txBody>
      </p:sp>
      <p:sp>
        <p:nvSpPr>
          <p:cNvPr id="9" name="CaixaDeTexto 18">
            <a:extLst>
              <a:ext uri="{FF2B5EF4-FFF2-40B4-BE49-F238E27FC236}">
                <a16:creationId xmlns:a16="http://schemas.microsoft.com/office/drawing/2014/main" id="{EAFF5589-A4D6-D907-D629-41E338D0646B}"/>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33DC30EA-7E75-C24D-65E9-474FEA46FFCA}"/>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B8CA0C15-55B9-779A-1E6B-781CDA550EE3}"/>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C0AD8190-43EA-F641-556C-532C77B89B9D}"/>
              </a:ext>
            </a:extLst>
          </p:cNvPr>
          <p:cNvPicPr>
            <a:picLocks noChangeAspect="1"/>
          </p:cNvPicPr>
          <p:nvPr userDrawn="1"/>
        </p:nvPicPr>
        <p:blipFill>
          <a:blip r:embed="rId4"/>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3952666122"/>
      </p:ext>
    </p:extLst>
  </p:cSld>
  <p:clrMap bg1="lt1" tx1="dk1" bg2="lt2" tx2="dk2" accent1="accent1" accent2="accent2" accent3="accent3" accent4="accent4" accent5="accent5" accent6="accent6" hlink="hlink" folHlink="folHlink"/>
  <p:sldLayoutIdLst>
    <p:sldLayoutId id="2147483831" r:id="rId1"/>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9" name="CaixaDeTexto 18">
            <a:extLst>
              <a:ext uri="{FF2B5EF4-FFF2-40B4-BE49-F238E27FC236}">
                <a16:creationId xmlns:a16="http://schemas.microsoft.com/office/drawing/2014/main" id="{F75C951C-54BB-F68C-30DE-23175CE689EC}"/>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C434FA5D-04B7-54C5-5052-EDD0B098C46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F4992392-B76B-2298-5C54-C350D0925334}"/>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0DAECF39-5BEC-0FC1-97E1-CA6EDBBC6391}"/>
              </a:ext>
            </a:extLst>
          </p:cNvPr>
          <p:cNvPicPr>
            <a:picLocks noChangeAspect="1"/>
          </p:cNvPicPr>
          <p:nvPr userDrawn="1"/>
        </p:nvPicPr>
        <p:blipFill>
          <a:blip r:embed="rId4"/>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675289825"/>
      </p:ext>
    </p:extLst>
  </p:cSld>
  <p:clrMap bg1="lt1" tx1="dk1" bg2="lt2" tx2="dk2" accent1="accent1" accent2="accent2" accent3="accent3" accent4="accent4" accent5="accent5" accent6="accent6" hlink="hlink" folHlink="folHlink"/>
  <p:sldLayoutIdLst>
    <p:sldLayoutId id="2147483833" r:id="rId1"/>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13F471AE-9095-98ED-1C0F-5C5EE5003333}"/>
              </a:ext>
            </a:extLst>
          </p:cNvPr>
          <p:cNvSpPr>
            <a:spLocks noGrp="1"/>
          </p:cNvSpPr>
          <p:nvPr>
            <p:ph type="title"/>
          </p:nvPr>
        </p:nvSpPr>
        <p:spPr>
          <a:xfrm>
            <a:off x="731837" y="745259"/>
            <a:ext cx="11102975" cy="284693"/>
          </a:xfrm>
          <a:prstGeom prst="rect">
            <a:avLst/>
          </a:prstGeom>
        </p:spPr>
        <p:txBody>
          <a:bodyPr vert="horz" lIns="0" tIns="0" rIns="0" bIns="0" rtlCol="0" anchor="t" anchorCtr="0">
            <a:noAutofit/>
          </a:bodyPr>
          <a:lstStyle/>
          <a:p>
            <a:pPr lvl="0"/>
            <a:r>
              <a:rPr lang="en-US" dirty="0"/>
              <a:t>Click to edit Master title style</a:t>
            </a:r>
          </a:p>
        </p:txBody>
      </p:sp>
      <p:sp>
        <p:nvSpPr>
          <p:cNvPr id="3" name="Text Placeholder 2">
            <a:extLst>
              <a:ext uri="{FF2B5EF4-FFF2-40B4-BE49-F238E27FC236}">
                <a16:creationId xmlns:a16="http://schemas.microsoft.com/office/drawing/2014/main" id="{10387698-DE24-2CDF-7F29-7AFF04CE06EA}"/>
              </a:ext>
            </a:extLst>
          </p:cNvPr>
          <p:cNvSpPr>
            <a:spLocks noGrp="1"/>
          </p:cNvSpPr>
          <p:nvPr>
            <p:ph type="body" idx="1"/>
          </p:nvPr>
        </p:nvSpPr>
        <p:spPr>
          <a:xfrm>
            <a:off x="731837" y="1029952"/>
            <a:ext cx="11102975" cy="4969211"/>
          </a:xfrm>
          <a:prstGeom prst="rect">
            <a:avLst/>
          </a:prstGeom>
        </p:spPr>
        <p:txBody>
          <a:bodyPr vert="horz" lIns="0" tIns="0" rIns="0" bIns="0" rtlCol="0">
            <a:noAutofit/>
          </a:bodyPr>
          <a:lstStyle/>
          <a:p>
            <a:pPr lvl="0"/>
            <a:r>
              <a:rPr lang="en-US" dirty="0"/>
              <a:t>Click to edit Master text styles</a:t>
            </a:r>
          </a:p>
          <a:p>
            <a:pPr lvl="1"/>
            <a:r>
              <a:rPr lang="en-US" dirty="0"/>
              <a:t>Second level</a:t>
            </a:r>
          </a:p>
          <a:p>
            <a:pPr marL="0" lvl="2" indent="0">
              <a:buNone/>
            </a:pPr>
            <a:r>
              <a:rPr lang="en-US" dirty="0"/>
              <a:t>Third level</a:t>
            </a:r>
          </a:p>
        </p:txBody>
      </p:sp>
      <p:sp>
        <p:nvSpPr>
          <p:cNvPr id="5" name="Footer Placeholder 4">
            <a:extLst>
              <a:ext uri="{FF2B5EF4-FFF2-40B4-BE49-F238E27FC236}">
                <a16:creationId xmlns:a16="http://schemas.microsoft.com/office/drawing/2014/main" id="{BD0BFE18-7E5A-2187-2FE5-6C32D2523E10}"/>
              </a:ext>
            </a:extLst>
          </p:cNvPr>
          <p:cNvSpPr>
            <a:spLocks noGrp="1"/>
          </p:cNvSpPr>
          <p:nvPr>
            <p:ph type="ftr" sz="quarter" idx="3"/>
          </p:nvPr>
        </p:nvSpPr>
        <p:spPr>
          <a:xfrm>
            <a:off x="731837" y="6203951"/>
            <a:ext cx="9726613" cy="167120"/>
          </a:xfrm>
          <a:prstGeom prst="rect">
            <a:avLst/>
          </a:prstGeom>
        </p:spPr>
        <p:txBody>
          <a:bodyPr vert="horz" lIns="0" tIns="0" rIns="0" bIns="0" rtlCol="0" anchor="t" anchorCtr="0"/>
          <a:lstStyle>
            <a:lvl1pPr algn="l">
              <a:def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endParaRPr lang="en-US"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9" name="CaixaDeTexto 18">
            <a:extLst>
              <a:ext uri="{FF2B5EF4-FFF2-40B4-BE49-F238E27FC236}">
                <a16:creationId xmlns:a16="http://schemas.microsoft.com/office/drawing/2014/main" id="{5C146AD9-F912-897A-2D50-50285B662CD7}"/>
              </a:ext>
            </a:extLst>
          </p:cNvPr>
          <p:cNvSpPr txBox="1"/>
          <p:nvPr userDrawn="1"/>
        </p:nvSpPr>
        <p:spPr>
          <a:xfrm>
            <a:off x="928297" y="6471499"/>
            <a:ext cx="1175008" cy="230832"/>
          </a:xfrm>
          <a:prstGeom prst="rect">
            <a:avLst/>
          </a:prstGeom>
          <a:noFill/>
        </p:spPr>
        <p:txBody>
          <a:bodyPr wrap="square">
            <a:spAutoFit/>
          </a:bodyPr>
          <a:lstStyle/>
          <a:p>
            <a:pPr marL="0" algn="ctr" defTabSz="914400" rtl="0" eaLnBrk="1" latinLnBrk="0" hangingPunct="1"/>
            <a:r>
              <a:rPr lang="pt-BR" sz="900" kern="1200" dirty="0" err="1">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Confidential</a:t>
            </a:r>
            <a:r>
              <a:rPr lang="pt-BR" sz="900" kern="1200" dirty="0">
                <a:solidFill>
                  <a:schemeClr val="bg1">
                    <a:lumMod val="75000"/>
                  </a:schemeClr>
                </a:solidFill>
                <a:latin typeface="Poppins Light" panose="00000400000000000000" pitchFamily="2" charset="0"/>
                <a:ea typeface="Source Serif Pro" panose="02040603050405020204" pitchFamily="18" charset="0"/>
                <a:cs typeface="Poppins Light" panose="00000400000000000000" pitchFamily="2" charset="0"/>
              </a:rPr>
              <a:t> </a:t>
            </a:r>
          </a:p>
        </p:txBody>
      </p:sp>
      <p:sp>
        <p:nvSpPr>
          <p:cNvPr id="10" name="Slide Number Placeholder 5">
            <a:extLst>
              <a:ext uri="{FF2B5EF4-FFF2-40B4-BE49-F238E27FC236}">
                <a16:creationId xmlns:a16="http://schemas.microsoft.com/office/drawing/2014/main" id="{B5EB4D74-834E-8132-0536-BBC126AD0BF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a:t>
            </a:fld>
            <a:endParaRPr lang="en-US" dirty="0">
              <a:latin typeface="Poppins Light" panose="00000400000000000000" pitchFamily="2" charset="0"/>
              <a:cs typeface="Poppins Light" panose="00000400000000000000" pitchFamily="2" charset="0"/>
            </a:endParaRPr>
          </a:p>
        </p:txBody>
      </p:sp>
      <p:pic>
        <p:nvPicPr>
          <p:cNvPr id="6" name="Gráfico 14">
            <a:extLst>
              <a:ext uri="{FF2B5EF4-FFF2-40B4-BE49-F238E27FC236}">
                <a16:creationId xmlns:a16="http://schemas.microsoft.com/office/drawing/2014/main" id="{D00D82C5-1BBF-B64D-2B7B-ACA90F1ADF15}"/>
              </a:ext>
            </a:extLst>
          </p:cNvPr>
          <p:cNvPicPr>
            <a:picLocks noChangeAspect="1"/>
          </p:cNvPicPr>
          <p:nvPr userDrawn="1"/>
        </p:nvPicPr>
        <p:blipFill>
          <a:blip>
            <a:extLst>
              <a:ext uri="{28A0092B-C50C-407E-A947-70E740481C1C}">
                <a14:useLocalDpi xmlns:a14="http://schemas.microsoft.com/office/drawing/2010/main" val="0"/>
              </a:ext>
              <a:ext uri="{96DAC541-7B7A-43D3-8B79-37D633B846F1}">
                <asvg:svgBlip xmlns:asvg="http://schemas.microsoft.com/office/drawing/2016/SVG/main" r:embed="rId17"/>
              </a:ext>
            </a:extLst>
          </a:blip>
          <a:stretch>
            <a:fillRect/>
          </a:stretch>
        </p:blipFill>
        <p:spPr>
          <a:xfrm>
            <a:off x="11481969" y="307275"/>
            <a:ext cx="354839" cy="303818"/>
          </a:xfrm>
          <a:prstGeom prst="rect">
            <a:avLst/>
          </a:prstGeom>
        </p:spPr>
      </p:pic>
      <p:pic>
        <p:nvPicPr>
          <p:cNvPr id="7" name="Imagem 6">
            <a:extLst>
              <a:ext uri="{FF2B5EF4-FFF2-40B4-BE49-F238E27FC236}">
                <a16:creationId xmlns:a16="http://schemas.microsoft.com/office/drawing/2014/main" id="{084A6150-F9EC-B089-06B3-02D291161BDB}"/>
              </a:ext>
            </a:extLst>
          </p:cNvPr>
          <p:cNvPicPr>
            <a:picLocks noChangeAspect="1"/>
          </p:cNvPicPr>
          <p:nvPr userDrawn="1"/>
        </p:nvPicPr>
        <p:blipFill>
          <a:blip r:embed="rId18"/>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461492201"/>
      </p:ext>
    </p:extLst>
  </p:cSld>
  <p:clrMap bg1="lt1" tx1="dk1" bg2="lt2" tx2="dk2" accent1="accent1" accent2="accent2" accent3="accent3" accent4="accent4" accent5="accent5" accent6="accent6" hlink="hlink" folHlink="folHlink"/>
  <p:sldLayoutIdLst>
    <p:sldLayoutId id="2147483839" r:id="rId1"/>
    <p:sldLayoutId id="2147483840" r:id="rId2"/>
    <p:sldLayoutId id="2147483873" r:id="rId3"/>
    <p:sldLayoutId id="2147483841" r:id="rId4"/>
    <p:sldLayoutId id="2147483842" r:id="rId5"/>
    <p:sldLayoutId id="2147483843" r:id="rId6"/>
    <p:sldLayoutId id="2147483865" r:id="rId7"/>
    <p:sldLayoutId id="2147483866" r:id="rId8"/>
    <p:sldLayoutId id="2147483867" r:id="rId9"/>
    <p:sldLayoutId id="2147483844" r:id="rId10"/>
    <p:sldLayoutId id="2147483845" r:id="rId11"/>
    <p:sldLayoutId id="2147483846" r:id="rId12"/>
    <p:sldLayoutId id="2147483868" r:id="rId13"/>
    <p:sldLayoutId id="2147483847" r:id="rId14"/>
    <p:sldLayoutId id="2147483848" r:id="rId15"/>
  </p:sldLayoutIdLst>
  <p:txStyles>
    <p:titleStyle>
      <a:lvl1pPr algn="l" defTabSz="914400" rtl="0" eaLnBrk="1" latinLnBrk="0" hangingPunct="1">
        <a:lnSpc>
          <a:spcPct val="90000"/>
        </a:lnSpc>
        <a:spcBef>
          <a:spcPct val="0"/>
        </a:spcBef>
        <a:buNone/>
        <a:defRPr lang="en-US" sz="2000" b="1" kern="120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p:titleStyle>
    <p:body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200" kern="1200" dirty="0">
          <a:solidFill>
            <a:schemeClr val="tx1"/>
          </a:solidFill>
          <a:latin typeface="Poppins" panose="00000500000000000000" pitchFamily="2" charset="0"/>
          <a:ea typeface="Source Serif Pro" panose="02040603050405020204" pitchFamily="18" charset="0"/>
          <a:cs typeface="Poppins" panose="000005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904" userDrawn="1">
          <p15:clr>
            <a:srgbClr val="F26B43"/>
          </p15:clr>
        </p15:guide>
        <p15:guide id="2" pos="3953" userDrawn="1">
          <p15:clr>
            <a:srgbClr val="F26B43"/>
          </p15:clr>
        </p15:guide>
        <p15:guide id="3" orient="horz" pos="235" userDrawn="1">
          <p15:clr>
            <a:srgbClr val="F26B43"/>
          </p15:clr>
        </p15:guide>
        <p15:guide id="4" orient="horz" pos="481" userDrawn="1">
          <p15:clr>
            <a:srgbClr val="F26B43"/>
          </p15:clr>
        </p15:guide>
        <p15:guide id="5" pos="461" userDrawn="1">
          <p15:clr>
            <a:srgbClr val="F26B43"/>
          </p15:clr>
        </p15:guide>
        <p15:guide id="6" orient="horz" pos="4091" userDrawn="1">
          <p15:clr>
            <a:srgbClr val="F26B43"/>
          </p15:clr>
        </p15:guide>
        <p15:guide id="7" pos="7455" userDrawn="1">
          <p15:clr>
            <a:srgbClr val="F26B43"/>
          </p15:clr>
        </p15:guide>
        <p15:guide id="8" orient="horz" pos="3779" userDrawn="1">
          <p15:clr>
            <a:srgbClr val="F26B43"/>
          </p15:clr>
        </p15:guide>
        <p15:guide id="9" orient="horz" pos="914"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16.xml"/><Relationship Id="rId5" Type="http://schemas.openxmlformats.org/officeDocument/2006/relationships/image" Target="../media/image5.sv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2.xml"/><Relationship Id="rId1" Type="http://schemas.openxmlformats.org/officeDocument/2006/relationships/slideLayout" Target="../slideLayouts/slideLayout65.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7.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0.xml"/></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5.png"/><Relationship Id="rId3" Type="http://schemas.openxmlformats.org/officeDocument/2006/relationships/chart" Target="../charts/chart3.xml"/><Relationship Id="rId7" Type="http://schemas.openxmlformats.org/officeDocument/2006/relationships/image" Target="../media/image9.png"/><Relationship Id="rId12"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0.xml"/><Relationship Id="rId6" Type="http://schemas.openxmlformats.org/officeDocument/2006/relationships/image" Target="../media/image8.pn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 Id="rId1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8.svg"/><Relationship Id="rId7" Type="http://schemas.openxmlformats.org/officeDocument/2006/relationships/image" Target="../media/image5.svg"/><Relationship Id="rId2" Type="http://schemas.openxmlformats.org/officeDocument/2006/relationships/notesSlide" Target="../notesSlides/notesSlide7.xml"/><Relationship Id="rId1" Type="http://schemas.openxmlformats.org/officeDocument/2006/relationships/slideLayout" Target="../slideLayouts/slideLayout20.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svg"/></Relationships>
</file>

<file path=ppt/slides/_rels/slide1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8.xml"/><Relationship Id="rId1" Type="http://schemas.openxmlformats.org/officeDocument/2006/relationships/slideLayout" Target="../slideLayouts/slideLayout20.xml"/><Relationship Id="rId6" Type="http://schemas.microsoft.com/office/2007/relationships/hdphoto" Target="../media/hdphoto1.wdp"/><Relationship Id="rId5" Type="http://schemas.openxmlformats.org/officeDocument/2006/relationships/image" Target="../media/image22.png"/><Relationship Id="rId4" Type="http://schemas.openxmlformats.org/officeDocument/2006/relationships/image" Target="../media/image5.svg"/></Relationships>
</file>

<file path=ppt/slides/_rels/slide11.xml.rels><?xml version="1.0" encoding="UTF-8" standalone="yes"?>
<Relationships xmlns="http://schemas.openxmlformats.org/package/2006/relationships"><Relationship Id="rId8" Type="http://schemas.microsoft.com/office/2007/relationships/hdphoto" Target="../media/hdphoto1.wdp"/><Relationship Id="rId3" Type="http://schemas.openxmlformats.org/officeDocument/2006/relationships/image" Target="../media/image23.jpeg"/><Relationship Id="rId7"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20.xml"/><Relationship Id="rId6" Type="http://schemas.openxmlformats.org/officeDocument/2006/relationships/image" Target="../media/image26.png"/><Relationship Id="rId5" Type="http://schemas.openxmlformats.org/officeDocument/2006/relationships/image" Target="../media/image25.png"/><Relationship Id="rId4" Type="http://schemas.openxmlformats.org/officeDocument/2006/relationships/image" Target="../media/image24.png"/></Relationships>
</file>

<file path=ppt/slides/_rels/slide12.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20.xml"/><Relationship Id="rId5" Type="http://schemas.microsoft.com/office/2007/relationships/hdphoto" Target="../media/hdphoto1.wdp"/><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20.xml"/></Relationships>
</file>

<file path=ppt/slides/_rels/slide14.xml.rels><?xml version="1.0" encoding="UTF-8" standalone="yes"?>
<Relationships xmlns="http://schemas.openxmlformats.org/package/2006/relationships"><Relationship Id="rId8" Type="http://schemas.openxmlformats.org/officeDocument/2006/relationships/chart" Target="../charts/chart6.xml"/><Relationship Id="rId3" Type="http://schemas.openxmlformats.org/officeDocument/2006/relationships/image" Target="../media/image23.jpeg"/><Relationship Id="rId7" Type="http://schemas.openxmlformats.org/officeDocument/2006/relationships/chart" Target="../charts/chart5.xml"/><Relationship Id="rId12" Type="http://schemas.microsoft.com/office/2007/relationships/hdphoto" Target="../media/hdphoto1.wdp"/><Relationship Id="rId2" Type="http://schemas.openxmlformats.org/officeDocument/2006/relationships/notesSlide" Target="../notesSlides/notesSlide12.xml"/><Relationship Id="rId1" Type="http://schemas.openxmlformats.org/officeDocument/2006/relationships/slideLayout" Target="../slideLayouts/slideLayout20.xml"/><Relationship Id="rId6" Type="http://schemas.openxmlformats.org/officeDocument/2006/relationships/image" Target="../media/image29.png"/><Relationship Id="rId11" Type="http://schemas.openxmlformats.org/officeDocument/2006/relationships/image" Target="../media/image22.png"/><Relationship Id="rId5" Type="http://schemas.openxmlformats.org/officeDocument/2006/relationships/image" Target="../media/image28.png"/><Relationship Id="rId10" Type="http://schemas.openxmlformats.org/officeDocument/2006/relationships/chart" Target="../charts/chart8.xml"/><Relationship Id="rId4" Type="http://schemas.openxmlformats.org/officeDocument/2006/relationships/image" Target="../media/image26.png"/><Relationship Id="rId9" Type="http://schemas.openxmlformats.org/officeDocument/2006/relationships/chart" Target="../charts/chart7.xml"/></Relationships>
</file>

<file path=ppt/slides/_rels/slide15.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3.xml"/><Relationship Id="rId1" Type="http://schemas.openxmlformats.org/officeDocument/2006/relationships/slideLayout" Target="../slideLayouts/slideLayout20.xml"/></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0.xml"/></Relationships>
</file>

<file path=ppt/slides/_rels/slide20.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6.xml"/><Relationship Id="rId1" Type="http://schemas.openxmlformats.org/officeDocument/2006/relationships/slideLayout" Target="../slideLayouts/slideLayout16.xml"/><Relationship Id="rId5" Type="http://schemas.openxmlformats.org/officeDocument/2006/relationships/image" Target="../media/image5.svg"/><Relationship Id="rId4"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03"/>
            </a:gs>
            <a:gs pos="72000">
              <a:srgbClr val="000000"/>
            </a:gs>
          </a:gsLst>
          <a:lin ang="0" scaled="1"/>
          <a:tileRect/>
        </a:gradFill>
        <a:effectLst/>
      </p:bgPr>
    </p:bg>
    <p:spTree>
      <p:nvGrpSpPr>
        <p:cNvPr id="1" name="">
          <a:extLst>
            <a:ext uri="{FF2B5EF4-FFF2-40B4-BE49-F238E27FC236}">
              <a16:creationId xmlns:a16="http://schemas.microsoft.com/office/drawing/2014/main" id="{9EE4885D-A58B-71EF-FC35-9A6123B724A9}"/>
            </a:ext>
          </a:extLst>
        </p:cNvPr>
        <p:cNvGrpSpPr/>
        <p:nvPr/>
      </p:nvGrpSpPr>
      <p:grpSpPr>
        <a:xfrm>
          <a:off x="0" y="0"/>
          <a:ext cx="0" cy="0"/>
          <a:chOff x="0" y="0"/>
          <a:chExt cx="0" cy="0"/>
        </a:xfrm>
      </p:grpSpPr>
      <p:grpSp>
        <p:nvGrpSpPr>
          <p:cNvPr id="17" name="Agrupar 16">
            <a:extLst>
              <a:ext uri="{FF2B5EF4-FFF2-40B4-BE49-F238E27FC236}">
                <a16:creationId xmlns:a16="http://schemas.microsoft.com/office/drawing/2014/main" id="{AB20C39D-F369-BEEA-6F06-AC939A8C9CAC}"/>
              </a:ext>
            </a:extLst>
          </p:cNvPr>
          <p:cNvGrpSpPr>
            <a:grpSpLocks noGrp="1" noUngrp="1" noRot="1" noMove="1" noResize="1"/>
          </p:cNvGrpSpPr>
          <p:nvPr/>
        </p:nvGrpSpPr>
        <p:grpSpPr>
          <a:xfrm>
            <a:off x="0" y="0"/>
            <a:ext cx="12192000" cy="6858000"/>
            <a:chOff x="0" y="0"/>
            <a:chExt cx="12192000" cy="6858000"/>
          </a:xfrm>
        </p:grpSpPr>
        <p:pic>
          <p:nvPicPr>
            <p:cNvPr id="12" name="Imagem 11">
              <a:extLst>
                <a:ext uri="{FF2B5EF4-FFF2-40B4-BE49-F238E27FC236}">
                  <a16:creationId xmlns:a16="http://schemas.microsoft.com/office/drawing/2014/main" id="{37E1394C-1564-2DAE-451C-26DAE925B248}"/>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801" t="8382" r="2160" b="9741"/>
            <a:stretch>
              <a:fillRect/>
            </a:stretch>
          </p:blipFill>
          <p:spPr>
            <a:xfrm flipH="1">
              <a:off x="0" y="0"/>
              <a:ext cx="12192000" cy="6858000"/>
            </a:xfrm>
            <a:prstGeom prst="rect">
              <a:avLst/>
            </a:prstGeom>
          </p:spPr>
        </p:pic>
        <p:sp>
          <p:nvSpPr>
            <p:cNvPr id="13" name="Retângulo 12">
              <a:extLst>
                <a:ext uri="{FF2B5EF4-FFF2-40B4-BE49-F238E27FC236}">
                  <a16:creationId xmlns:a16="http://schemas.microsoft.com/office/drawing/2014/main" id="{0B7160FF-AF36-6B05-5FB4-590BFB36BBDA}"/>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rgbClr val="FF0003">
                    <a:alpha val="35000"/>
                  </a:srgbClr>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sp>
        <p:nvSpPr>
          <p:cNvPr id="4" name="Título 5">
            <a:extLst>
              <a:ext uri="{FF2B5EF4-FFF2-40B4-BE49-F238E27FC236}">
                <a16:creationId xmlns:a16="http://schemas.microsoft.com/office/drawing/2014/main" id="{844E2823-549F-8C91-F222-C8E782F6C12B}"/>
              </a:ext>
            </a:extLst>
          </p:cNvPr>
          <p:cNvSpPr>
            <a:spLocks noGrp="1"/>
          </p:cNvSpPr>
          <p:nvPr>
            <p:ph type="title"/>
          </p:nvPr>
        </p:nvSpPr>
        <p:spPr>
          <a:xfrm>
            <a:off x="6664175" y="2590374"/>
            <a:ext cx="5167463" cy="587084"/>
          </a:xfrm>
        </p:spPr>
        <p:txBody>
          <a:bodyPr/>
          <a:lstStyle/>
          <a:p>
            <a:pPr algn="ctr"/>
            <a:r>
              <a:rPr lang="pt-BR" sz="4200" dirty="0">
                <a:solidFill>
                  <a:schemeClr val="bg1"/>
                </a:solidFill>
                <a:latin typeface="Poppins" panose="00000500000000000000" pitchFamily="2" charset="0"/>
                <a:cs typeface="Poppins" panose="00000500000000000000" pitchFamily="2" charset="0"/>
              </a:rPr>
              <a:t>Project Gold Mine</a:t>
            </a:r>
          </a:p>
        </p:txBody>
      </p:sp>
      <p:sp>
        <p:nvSpPr>
          <p:cNvPr id="5" name="Text Placeholder 4">
            <a:extLst>
              <a:ext uri="{FF2B5EF4-FFF2-40B4-BE49-F238E27FC236}">
                <a16:creationId xmlns:a16="http://schemas.microsoft.com/office/drawing/2014/main" id="{FB974D84-39A8-5D6E-F1D4-E6E9392E777F}"/>
              </a:ext>
            </a:extLst>
          </p:cNvPr>
          <p:cNvSpPr>
            <a:spLocks noGrp="1"/>
          </p:cNvSpPr>
          <p:nvPr>
            <p:ph type="body" sz="half" idx="2"/>
          </p:nvPr>
        </p:nvSpPr>
        <p:spPr>
          <a:xfrm>
            <a:off x="6876519" y="3202504"/>
            <a:ext cx="4742775" cy="369639"/>
          </a:xfrm>
        </p:spPr>
        <p:txBody>
          <a:bodyPr vert="horz" wrap="square" lIns="0" tIns="108000" rIns="0" bIns="0" rtlCol="0">
            <a:spAutoFit/>
          </a:bodyPr>
          <a:lstStyle/>
          <a:p>
            <a:pPr algn="ctr"/>
            <a:r>
              <a:rPr lang="pt-BR" sz="160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C</a:t>
            </a:r>
            <a:r>
              <a:rPr lang="en-US" sz="160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onfidential Information Memorandum</a:t>
            </a:r>
            <a:endParaRPr lang="en-US" sz="16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endParaRPr>
          </a:p>
        </p:txBody>
      </p:sp>
      <p:pic>
        <p:nvPicPr>
          <p:cNvPr id="14" name="Imagem 13">
            <a:extLst>
              <a:ext uri="{FF2B5EF4-FFF2-40B4-BE49-F238E27FC236}">
                <a16:creationId xmlns:a16="http://schemas.microsoft.com/office/drawing/2014/main" id="{F9D88C23-43B2-4388-9053-3F9F72FAF3FD}"/>
              </a:ext>
            </a:extLst>
          </p:cNvPr>
          <p:cNvPicPr>
            <a:picLocks noChangeAspect="1"/>
          </p:cNvPicPr>
          <p:nvPr/>
        </p:nvPicPr>
        <p:blipFill>
          <a:blip r:embed="rId4"/>
          <a:stretch>
            <a:fillRect/>
          </a:stretch>
        </p:blipFill>
        <p:spPr>
          <a:xfrm>
            <a:off x="8267705" y="3835818"/>
            <a:ext cx="1960402" cy="627941"/>
          </a:xfrm>
          <a:prstGeom prst="rect">
            <a:avLst/>
          </a:prstGeom>
        </p:spPr>
      </p:pic>
      <p:pic>
        <p:nvPicPr>
          <p:cNvPr id="15" name="Gráfico 14">
            <a:extLst>
              <a:ext uri="{FF2B5EF4-FFF2-40B4-BE49-F238E27FC236}">
                <a16:creationId xmlns:a16="http://schemas.microsoft.com/office/drawing/2014/main" id="{ACC720D5-FB8D-BC6A-EE5A-1D1F8BD40C0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27208040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gradFill>
          <a:gsLst>
            <a:gs pos="0">
              <a:srgbClr val="FF0003"/>
            </a:gs>
            <a:gs pos="72000">
              <a:srgbClr val="000000"/>
            </a:gs>
          </a:gsLst>
          <a:lin ang="0" scaled="1"/>
        </a:gradFill>
        <a:effectLst/>
      </p:bgPr>
    </p:bg>
    <p:spTree>
      <p:nvGrpSpPr>
        <p:cNvPr id="1" name=""/>
        <p:cNvGrpSpPr/>
        <p:nvPr/>
      </p:nvGrpSpPr>
      <p:grpSpPr>
        <a:xfrm>
          <a:off x="0" y="0"/>
          <a:ext cx="0" cy="0"/>
          <a:chOff x="0" y="0"/>
          <a:chExt cx="0" cy="0"/>
        </a:xfrm>
      </p:grpSpPr>
      <p:sp>
        <p:nvSpPr>
          <p:cNvPr id="7" name="TextBox 4">
            <a:extLst>
              <a:ext uri="{FF2B5EF4-FFF2-40B4-BE49-F238E27FC236}">
                <a16:creationId xmlns:a16="http://schemas.microsoft.com/office/drawing/2014/main" id="{721F92E8-BC05-F9B3-D1B8-BC40BC7F71A2}"/>
              </a:ext>
            </a:extLst>
          </p:cNvPr>
          <p:cNvSpPr txBox="1"/>
          <p:nvPr/>
        </p:nvSpPr>
        <p:spPr>
          <a:xfrm>
            <a:off x="731838" y="1450977"/>
            <a:ext cx="11102975" cy="4354062"/>
          </a:xfrm>
          <a:prstGeom prst="rect">
            <a:avLst/>
          </a:prstGeom>
          <a:noFill/>
        </p:spPr>
        <p:txBody>
          <a:bodyPr wrap="square" lIns="0" tIns="0" rIns="0" bIns="0" numCol="2" spcCol="720000" rtlCol="0">
            <a:noAutofit/>
          </a:bodyPr>
          <a:lstStyle/>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IGC has been retained by </a:t>
            </a:r>
            <a:r>
              <a:rPr lang="en-US" sz="800" dirty="0">
                <a:solidFill>
                  <a:schemeClr val="bg1"/>
                </a:solidFill>
                <a:latin typeface="Poppins SemiBold" panose="00000700000000000000" pitchFamily="2" charset="0"/>
                <a:ea typeface="Source Serif Pro" panose="02040603050405020204" pitchFamily="18" charset="0"/>
                <a:cs typeface="Poppins SemiBold" panose="00000700000000000000" pitchFamily="2" charset="0"/>
              </a:rPr>
              <a:t>XXXX</a:t>
            </a: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 (“Company”), on an exclusive basis, to advise the Company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in its’ M&amp;A process (“Transaction”).This material (“Information Memorandum”) describes and summarizes the Company, its assets, market and economic and financial indicators and has been prepared exclusively to assist the recipient in deciding whether he/she/it wishes to proceed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with a further investigation of a possible Transaction with the Company. In no event, the recipient shall use any of this information for any commercial purposes or for other purposes than the one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for which this memorandum is furnished.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All information contained in this Information Memorandum has been prepared based on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documents and/or information provided by Company or obtained directly by IGC through legal sources and/or through independent researches. IGC has not investigated, verified or audited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documents and information used for the preparation of this Information Memorandum.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Information Memorandum contains statements, estimates and projections provided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by the Client concerning anticipated future performance. Such statements, estimates and projections reflect assumptions by our Client concerning anticipated results, which may or may not prove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to be correct. No representations, expressed or implied are made as to the accuracy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such statements, estimates and projections. No representations, expressed or implied are made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as to the accuracy of such statements, estimates and projections.</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Memorandum of Information is not intended to form any part of the basis of any investment decision or other evaluation or any decision to participate in Transaction process and should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not be considered as a recommendation by the Company or IGC to any reader of this material.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Each reader must make his/her/its own valuation of the Transaction presented in order to determine whether to continue or not with its participation in the process.</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No liability is or shall be attributed to the members of IGC, including its partners, directors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employees, in connection with the accuracy or completeness of the information contained herein.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This material belongs to IGC and shall not be copied, reproduced, distributed and/or disclosed,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in whole or in part, including by digital media, to any third party without the express and prior consent, in writing, of IGC. By accepting this material, the recipient agrees to return it as soon as requested by IGC. The recipient of this material shall maintain in strict confidentiality and absolute secrecy all information contained in this material, and shall not disclose it to any third party, either directly or indirectly, without the prior authorization of IGC, and shall not use them for any purposes other than for the valuation of a possible consummation of Transaction </a:t>
            </a:r>
          </a:p>
          <a:p>
            <a:pPr algn="just">
              <a:lnSpc>
                <a:spcPct val="110000"/>
              </a:lnSpc>
              <a:spcAft>
                <a:spcPts val="800"/>
              </a:spcAft>
            </a:pP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Furthermore, since the existence of the Transaction described herein is not publicly disclosed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and may not be known by the members of the Company and other third parties, the recipient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this Memorandum of Information agrees not to approach or contact any officer or employee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of the Company, its clients, suppliers and/or representatives of any nature without the express permission, in writing, of IGC, and shall keep confidential any information contained herein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otherwise made available in connection with the Company. In furnishing this material,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IGC undertakes no obligation to provide the recipient with access to any additional information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or to update this material or additional information or to correct any inaccuracies therein which may become apparent, and reserve the right, at any time, without advance notice, to change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the procedure for the conduction of the Transaction or terminate negotiations at any time prior </a:t>
            </a:r>
            <a:b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br>
            <a:r>
              <a:rPr lang="en-US" sz="800" dirty="0">
                <a:solidFill>
                  <a:schemeClr val="bg1"/>
                </a:solidFill>
                <a:latin typeface="Poppins Light" panose="00000400000000000000" pitchFamily="2" charset="0"/>
                <a:ea typeface="Source Serif Pro" panose="02040603050405020204" pitchFamily="18" charset="0"/>
                <a:cs typeface="Poppins Light" panose="00000400000000000000" pitchFamily="2" charset="0"/>
              </a:rPr>
              <a:t>to the execution of any binding agreement</a:t>
            </a:r>
          </a:p>
        </p:txBody>
      </p:sp>
      <p:sp>
        <p:nvSpPr>
          <p:cNvPr id="9" name="Fluxograma: Conector 8">
            <a:extLst>
              <a:ext uri="{FF2B5EF4-FFF2-40B4-BE49-F238E27FC236}">
                <a16:creationId xmlns:a16="http://schemas.microsoft.com/office/drawing/2014/main" id="{C1029E04-1664-E297-E0B7-71155F6BC600}"/>
              </a:ext>
            </a:extLst>
          </p:cNvPr>
          <p:cNvSpPr/>
          <p:nvPr/>
        </p:nvSpPr>
        <p:spPr>
          <a:xfrm>
            <a:off x="6608123" y="3565138"/>
            <a:ext cx="3617346" cy="3617346"/>
          </a:xfrm>
          <a:prstGeom prst="flowChartConnector">
            <a:avLst/>
          </a:prstGeom>
          <a:gradFill>
            <a:gsLst>
              <a:gs pos="0">
                <a:srgbClr val="FF0003"/>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 name="Retângulo: Cantos Arredondados 7">
            <a:extLst>
              <a:ext uri="{FF2B5EF4-FFF2-40B4-BE49-F238E27FC236}">
                <a16:creationId xmlns:a16="http://schemas.microsoft.com/office/drawing/2014/main" id="{8DAAE429-EA32-BED8-AA04-C00EA0828929}"/>
              </a:ext>
            </a:extLst>
          </p:cNvPr>
          <p:cNvSpPr/>
          <p:nvPr/>
        </p:nvSpPr>
        <p:spPr>
          <a:xfrm>
            <a:off x="7946136" y="3858768"/>
            <a:ext cx="3888677" cy="3323716"/>
          </a:xfrm>
          <a:prstGeom prst="roundRect">
            <a:avLst>
              <a:gd name="adj" fmla="val 6351"/>
            </a:avLst>
          </a:prstGeom>
          <a:solidFill>
            <a:schemeClr val="tx2"/>
          </a:solidFill>
          <a:ln>
            <a:noFill/>
          </a:ln>
          <a:effectLst>
            <a:outerShdw blurRad="63500" sx="102000" sy="102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Poppins Light" panose="00000400000000000000" pitchFamily="2" charset="0"/>
              <a:ea typeface="Source Serif Pro" panose="02040603050405020204" pitchFamily="18" charset="0"/>
              <a:cs typeface="Poppins Light" panose="00000400000000000000" pitchFamily="2" charset="0"/>
            </a:endParaRPr>
          </a:p>
        </p:txBody>
      </p:sp>
      <p:sp>
        <p:nvSpPr>
          <p:cNvPr id="3" name="Título 2">
            <a:extLst>
              <a:ext uri="{FF2B5EF4-FFF2-40B4-BE49-F238E27FC236}">
                <a16:creationId xmlns:a16="http://schemas.microsoft.com/office/drawing/2014/main" id="{2F857A60-89E8-97AE-64C4-DDEF804EB826}"/>
              </a:ext>
            </a:extLst>
          </p:cNvPr>
          <p:cNvSpPr>
            <a:spLocks noGrp="1"/>
          </p:cNvSpPr>
          <p:nvPr>
            <p:ph type="title"/>
          </p:nvPr>
        </p:nvSpPr>
        <p:spPr/>
        <p:txBody>
          <a:bodyPr/>
          <a:lstStyle/>
          <a:p>
            <a:r>
              <a:rPr lang="pt-BR" dirty="0" err="1">
                <a:solidFill>
                  <a:schemeClr val="bg1"/>
                </a:solidFill>
              </a:rPr>
              <a:t>Disclaimer</a:t>
            </a:r>
            <a:endParaRPr lang="pt-BR" dirty="0">
              <a:solidFill>
                <a:schemeClr val="bg1"/>
              </a:solidFill>
            </a:endParaRPr>
          </a:p>
        </p:txBody>
      </p:sp>
      <p:sp>
        <p:nvSpPr>
          <p:cNvPr id="4" name="Espaço Reservado para Conteúdo 3">
            <a:extLst>
              <a:ext uri="{FF2B5EF4-FFF2-40B4-BE49-F238E27FC236}">
                <a16:creationId xmlns:a16="http://schemas.microsoft.com/office/drawing/2014/main" id="{F8A90FCE-3BB5-598C-7A36-242923D52557}"/>
              </a:ext>
            </a:extLst>
          </p:cNvPr>
          <p:cNvSpPr>
            <a:spLocks noGrp="1"/>
          </p:cNvSpPr>
          <p:nvPr>
            <p:ph sz="quarter" idx="13"/>
          </p:nvPr>
        </p:nvSpPr>
        <p:spPr>
          <a:xfrm>
            <a:off x="731838" y="1052961"/>
            <a:ext cx="11102975" cy="215503"/>
          </a:xfrm>
        </p:spPr>
        <p:txBody>
          <a:bodyPr/>
          <a:lstStyle/>
          <a:p>
            <a:r>
              <a:rPr lang="pt-BR" dirty="0">
                <a:solidFill>
                  <a:schemeClr val="bg1"/>
                </a:solidFill>
              </a:rPr>
              <a:t>Project Gold </a:t>
            </a:r>
            <a:r>
              <a:rPr lang="pt-BR" dirty="0" err="1">
                <a:solidFill>
                  <a:schemeClr val="bg1"/>
                </a:solidFill>
              </a:rPr>
              <a:t>MIne</a:t>
            </a:r>
            <a:endParaRPr lang="pt-BR" dirty="0">
              <a:solidFill>
                <a:schemeClr val="bg1"/>
              </a:solidFill>
            </a:endParaRPr>
          </a:p>
        </p:txBody>
      </p:sp>
      <p:sp>
        <p:nvSpPr>
          <p:cNvPr id="5" name="Espaço Reservado para Texto 4">
            <a:extLst>
              <a:ext uri="{FF2B5EF4-FFF2-40B4-BE49-F238E27FC236}">
                <a16:creationId xmlns:a16="http://schemas.microsoft.com/office/drawing/2014/main" id="{E8786FCB-B07B-D9FB-B3A2-53D964B9593C}"/>
              </a:ext>
            </a:extLst>
          </p:cNvPr>
          <p:cNvSpPr>
            <a:spLocks noGrp="1"/>
          </p:cNvSpPr>
          <p:nvPr>
            <p:ph type="body" sz="quarter" idx="36"/>
          </p:nvPr>
        </p:nvSpPr>
        <p:spPr/>
        <p:txBody>
          <a:bodyPr/>
          <a:lstStyle/>
          <a:p>
            <a:endParaRPr lang="pt-BR"/>
          </a:p>
        </p:txBody>
      </p:sp>
      <p:sp>
        <p:nvSpPr>
          <p:cNvPr id="6" name="Slide Number Placeholder 5">
            <a:extLst>
              <a:ext uri="{FF2B5EF4-FFF2-40B4-BE49-F238E27FC236}">
                <a16:creationId xmlns:a16="http://schemas.microsoft.com/office/drawing/2014/main" id="{D4E6D193-B5A5-FED9-D936-400955A0C4F3}"/>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2</a:t>
            </a:fld>
            <a:endParaRPr lang="en-US" dirty="0">
              <a:latin typeface="Poppins Light" panose="00000400000000000000" pitchFamily="2" charset="0"/>
              <a:cs typeface="Poppins Light" panose="00000400000000000000" pitchFamily="2" charset="0"/>
            </a:endParaRPr>
          </a:p>
        </p:txBody>
      </p:sp>
      <p:sp>
        <p:nvSpPr>
          <p:cNvPr id="11" name="CaixaDeTexto 10">
            <a:extLst>
              <a:ext uri="{FF2B5EF4-FFF2-40B4-BE49-F238E27FC236}">
                <a16:creationId xmlns:a16="http://schemas.microsoft.com/office/drawing/2014/main" id="{20D5987D-999B-F908-A094-20C596707F7C}"/>
              </a:ext>
            </a:extLst>
          </p:cNvPr>
          <p:cNvSpPr txBox="1"/>
          <p:nvPr/>
        </p:nvSpPr>
        <p:spPr>
          <a:xfrm>
            <a:off x="8416796" y="4135499"/>
            <a:ext cx="3043366" cy="1733551"/>
          </a:xfrm>
          <a:prstGeom prst="rect">
            <a:avLst/>
          </a:prstGeom>
          <a:noFill/>
        </p:spPr>
        <p:txBody>
          <a:bodyPr wrap="square">
            <a:spAutoFit/>
          </a:bodyPr>
          <a:lstStyle/>
          <a:p>
            <a:pPr marL="0" marR="0" lvl="0" indent="0" algn="r" defTabSz="914400" rtl="0" eaLnBrk="1" fontAlgn="auto" latinLnBrk="0" hangingPunct="1">
              <a:lnSpc>
                <a:spcPct val="110000"/>
              </a:lnSpc>
              <a:spcBef>
                <a:spcPts val="0"/>
              </a:spcBef>
              <a:spcAft>
                <a:spcPts val="1600"/>
              </a:spcAft>
              <a:buClrTx/>
              <a:buSzTx/>
              <a:buFont typeface="Arial" panose="020B0604020202020204" pitchFamily="34" charset="0"/>
              <a:buNone/>
              <a:tabLst/>
              <a:defRPr/>
            </a:pPr>
            <a:r>
              <a:rPr kumimoji="0" lang="en-US" sz="1050" b="0" i="0" u="none" strike="noStrike" kern="1200" cap="none" spc="0" normalizeH="0" baseline="0" noProof="0" dirty="0">
                <a:ln>
                  <a:noFill/>
                </a:ln>
                <a:solidFill>
                  <a:schemeClr val="bg1"/>
                </a:solidFill>
                <a:effectLst/>
                <a:uLnTx/>
                <a:uFillTx/>
                <a:latin typeface="Poppins Medium" panose="00000600000000000000" pitchFamily="2" charset="0"/>
                <a:ea typeface="Source Serif Pro SemiBold" panose="02040703050405020204" pitchFamily="18" charset="0"/>
                <a:cs typeface="Poppins Medium" panose="00000600000000000000" pitchFamily="2" charset="0"/>
              </a:rPr>
              <a:t>All communications, questions, and/or requests regarding this material shall be directly addressed to the Company.</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en-US" sz="1600" b="0" i="0" u="none" strike="noStrike" kern="1200" cap="none" spc="0" normalizeH="0" baseline="0" noProof="0" dirty="0">
                <a:ln>
                  <a:noFill/>
                </a:ln>
                <a:solidFill>
                  <a:schemeClr val="bg1"/>
                </a:solidFill>
                <a:effectLst/>
                <a:uLnTx/>
                <a:uFillTx/>
                <a:latin typeface="Poppins SemiBold" panose="00000700000000000000" pitchFamily="2" charset="0"/>
                <a:ea typeface="Source Serif Pro Black" panose="02040903050405020204" pitchFamily="18" charset="0"/>
                <a:cs typeface="Poppins SemiBold" panose="00000700000000000000" pitchFamily="2" charset="0"/>
              </a:rPr>
              <a:t>Nome </a:t>
            </a:r>
            <a:r>
              <a:rPr kumimoji="0" lang="en-US" sz="1600" b="0" i="0" u="none" strike="noStrike" kern="1200" cap="none" spc="0" normalizeH="0" baseline="0" noProof="0" dirty="0" err="1">
                <a:ln>
                  <a:noFill/>
                </a:ln>
                <a:solidFill>
                  <a:schemeClr val="bg1"/>
                </a:solidFill>
                <a:effectLst/>
                <a:uLnTx/>
                <a:uFillTx/>
                <a:latin typeface="Poppins SemiBold" panose="00000700000000000000" pitchFamily="2" charset="0"/>
                <a:ea typeface="Source Serif Pro Black" panose="02040903050405020204" pitchFamily="18" charset="0"/>
                <a:cs typeface="Poppins SemiBold" panose="00000700000000000000" pitchFamily="2" charset="0"/>
              </a:rPr>
              <a:t>Sobrenome</a:t>
            </a:r>
            <a:endParaRPr kumimoji="0" lang="en-US" sz="1050" b="1" i="0" u="none" strike="noStrike" kern="1200" cap="none" spc="0" normalizeH="0" baseline="0" noProof="0" dirty="0">
              <a:ln>
                <a:noFill/>
              </a:ln>
              <a:solidFill>
                <a:schemeClr val="bg1"/>
              </a:solidFill>
              <a:effectLst/>
              <a:uLnTx/>
              <a:uFillTx/>
              <a:latin typeface="Poppins SemiBold" panose="00000700000000000000" pitchFamily="2" charset="0"/>
              <a:ea typeface="Source Serif Pro" panose="02040603050405020204" pitchFamily="18" charset="0"/>
              <a:cs typeface="Poppins SemiBold" panose="00000700000000000000" pitchFamily="2" charset="0"/>
            </a:endParaRP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Av. Brigadeiro Faria Lima, 2277  - 6th </a:t>
            </a:r>
            <a:r>
              <a:rPr kumimoji="0" lang="pt-BR" sz="900" b="0" i="0" u="none" strike="noStrike" kern="1200" cap="none" spc="0" normalizeH="0" baseline="0" noProof="0" dirty="0" err="1">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floor</a:t>
            </a:r>
            <a:endPar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endParaRP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Zip </a:t>
            </a:r>
            <a:r>
              <a:rPr kumimoji="0" lang="pt-BR" sz="900" b="0" i="0" u="none" strike="noStrike" kern="1200" cap="none" spc="0" normalizeH="0" baseline="0" noProof="0" dirty="0" err="1">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Code</a:t>
            </a: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 01452-000 São Paulo – SP</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err="1">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Tel</a:t>
            </a: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 (55 11) 3815-3533</a:t>
            </a:r>
          </a:p>
          <a:p>
            <a:pPr marL="0" marR="0" lvl="0" indent="0" algn="r" defTabSz="914400" rtl="0" eaLnBrk="1" fontAlgn="auto" latinLnBrk="0" hangingPunct="1">
              <a:lnSpc>
                <a:spcPct val="100000"/>
              </a:lnSpc>
              <a:spcBef>
                <a:spcPts val="0"/>
              </a:spcBef>
              <a:spcAft>
                <a:spcPts val="200"/>
              </a:spcAft>
              <a:buClrTx/>
              <a:buSzTx/>
              <a:buFontTx/>
              <a:buNone/>
              <a:tabLst/>
              <a:defRPr/>
            </a:pPr>
            <a:r>
              <a:rPr kumimoji="0" lang="pt-BR" sz="900" b="0" i="0" u="none" strike="noStrike" kern="1200" cap="none" spc="0" normalizeH="0" baseline="0" noProof="0" dirty="0">
                <a:ln>
                  <a:noFill/>
                </a:ln>
                <a:solidFill>
                  <a:schemeClr val="bg1"/>
                </a:solidFill>
                <a:effectLst/>
                <a:uLnTx/>
                <a:uFillTx/>
                <a:latin typeface="Poppins Light" panose="00000400000000000000" pitchFamily="2" charset="0"/>
                <a:ea typeface="Source Serif Pro Light" panose="02040303050405020204" pitchFamily="18" charset="0"/>
                <a:cs typeface="Poppins Light" panose="00000400000000000000" pitchFamily="2" charset="0"/>
              </a:rPr>
              <a:t>E-mail: andre.pereira@igcp.com.br</a:t>
            </a:r>
            <a:endParaRPr lang="pt-BR" sz="1050" dirty="0">
              <a:solidFill>
                <a:schemeClr val="bg1"/>
              </a:solidFill>
            </a:endParaRPr>
          </a:p>
        </p:txBody>
      </p:sp>
      <p:pic>
        <p:nvPicPr>
          <p:cNvPr id="12" name="Gráfico 14">
            <a:extLst>
              <a:ext uri="{FF2B5EF4-FFF2-40B4-BE49-F238E27FC236}">
                <a16:creationId xmlns:a16="http://schemas.microsoft.com/office/drawing/2014/main" id="{12402CC7-668F-5274-6917-EE9A129F839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34917158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gradFill>
          <a:gsLst>
            <a:gs pos="0">
              <a:srgbClr val="FF0003"/>
            </a:gs>
            <a:gs pos="72000">
              <a:srgbClr val="000000"/>
            </a:gs>
          </a:gsLst>
          <a:lin ang="0" scaled="1"/>
        </a:gradFill>
        <a:effectLst/>
      </p:bgPr>
    </p:bg>
    <p:spTree>
      <p:nvGrpSpPr>
        <p:cNvPr id="1" name="">
          <a:extLst>
            <a:ext uri="{FF2B5EF4-FFF2-40B4-BE49-F238E27FC236}">
              <a16:creationId xmlns:a16="http://schemas.microsoft.com/office/drawing/2014/main" id="{BB776707-82CB-72D9-C44E-4EA71E7FF442}"/>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CB0AB240-2C40-DEA6-79CC-23ACDD30978A}"/>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2" name="Retângulo: Cantos Arredondados 1">
            <a:extLst>
              <a:ext uri="{FF2B5EF4-FFF2-40B4-BE49-F238E27FC236}">
                <a16:creationId xmlns:a16="http://schemas.microsoft.com/office/drawing/2014/main" id="{72FC2ABE-4E21-AB44-954E-D597F8016B1C}"/>
              </a:ext>
            </a:extLst>
          </p:cNvPr>
          <p:cNvSpPr/>
          <p:nvPr/>
        </p:nvSpPr>
        <p:spPr>
          <a:xfrm>
            <a:off x="1172922" y="2582830"/>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err="1">
              <a:solidFill>
                <a:schemeClr val="tx1"/>
              </a:solidFill>
              <a:latin typeface="Source Serif Pro" panose="02040603050405020204" pitchFamily="18" charset="0"/>
              <a:ea typeface="Source Serif Pro" panose="02040603050405020204" pitchFamily="18" charset="0"/>
            </a:endParaRPr>
          </a:p>
        </p:txBody>
      </p:sp>
      <p:sp>
        <p:nvSpPr>
          <p:cNvPr id="26" name="CaixaDeTexto 25">
            <a:extLst>
              <a:ext uri="{FF2B5EF4-FFF2-40B4-BE49-F238E27FC236}">
                <a16:creationId xmlns:a16="http://schemas.microsoft.com/office/drawing/2014/main" id="{BC3552FB-F24F-9979-6760-4E7417A8FCDF}"/>
              </a:ext>
            </a:extLst>
          </p:cNvPr>
          <p:cNvSpPr txBox="1"/>
          <p:nvPr/>
        </p:nvSpPr>
        <p:spPr>
          <a:xfrm>
            <a:off x="2139121" y="2711760"/>
            <a:ext cx="1397757"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Introduction</a:t>
            </a:r>
          </a:p>
        </p:txBody>
      </p:sp>
      <p:sp>
        <p:nvSpPr>
          <p:cNvPr id="28" name="CaixaDeTexto 27">
            <a:extLst>
              <a:ext uri="{FF2B5EF4-FFF2-40B4-BE49-F238E27FC236}">
                <a16:creationId xmlns:a16="http://schemas.microsoft.com/office/drawing/2014/main" id="{7FCACCD0-1070-893D-F907-3A2251B4E01A}"/>
              </a:ext>
            </a:extLst>
          </p:cNvPr>
          <p:cNvSpPr txBox="1"/>
          <p:nvPr/>
        </p:nvSpPr>
        <p:spPr>
          <a:xfrm>
            <a:off x="1564869" y="2711760"/>
            <a:ext cx="428448" cy="215444"/>
          </a:xfrm>
          <a:prstGeom prst="rect">
            <a:avLst/>
          </a:prstGeom>
          <a:noFill/>
        </p:spPr>
        <p:txBody>
          <a:bodyPr wrap="square" lIns="0" tIns="0" rIns="0" bIns="0">
            <a:spAutoFit/>
          </a:bodyPr>
          <a:lstStyle/>
          <a:p>
            <a:r>
              <a:rPr lang="en-US" sz="1400" b="1" dirty="0">
                <a:solidFill>
                  <a:schemeClr val="bg1"/>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35" name="Retângulo: Cantos Arredondados 34">
            <a:extLst>
              <a:ext uri="{FF2B5EF4-FFF2-40B4-BE49-F238E27FC236}">
                <a16:creationId xmlns:a16="http://schemas.microsoft.com/office/drawing/2014/main" id="{B6791F35-1071-08E2-897A-3D7B18B94CC2}"/>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36" name="CaixaDeTexto 35">
            <a:extLst>
              <a:ext uri="{FF2B5EF4-FFF2-40B4-BE49-F238E27FC236}">
                <a16:creationId xmlns:a16="http://schemas.microsoft.com/office/drawing/2014/main" id="{B7B0343F-18EB-8EFF-2493-389F9C03C419}"/>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37" name="CaixaDeTexto 36">
            <a:extLst>
              <a:ext uri="{FF2B5EF4-FFF2-40B4-BE49-F238E27FC236}">
                <a16:creationId xmlns:a16="http://schemas.microsoft.com/office/drawing/2014/main" id="{338A07D1-0287-80A5-1140-2A28E474DA47}"/>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39" name="Retângulo: Cantos Arredondados 38">
            <a:extLst>
              <a:ext uri="{FF2B5EF4-FFF2-40B4-BE49-F238E27FC236}">
                <a16:creationId xmlns:a16="http://schemas.microsoft.com/office/drawing/2014/main" id="{C6C07B56-20A2-7B0C-637A-6E82DB7EE9B6}"/>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0" name="CaixaDeTexto 39">
            <a:extLst>
              <a:ext uri="{FF2B5EF4-FFF2-40B4-BE49-F238E27FC236}">
                <a16:creationId xmlns:a16="http://schemas.microsoft.com/office/drawing/2014/main" id="{8897FDF1-8AF3-603D-5C15-83FC17C1CCB8}"/>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41" name="CaixaDeTexto 40">
            <a:extLst>
              <a:ext uri="{FF2B5EF4-FFF2-40B4-BE49-F238E27FC236}">
                <a16:creationId xmlns:a16="http://schemas.microsoft.com/office/drawing/2014/main" id="{E733CCCD-386A-018A-FA97-3D4D45490E51}"/>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43" name="Retângulo: Cantos Arredondados 42">
            <a:extLst>
              <a:ext uri="{FF2B5EF4-FFF2-40B4-BE49-F238E27FC236}">
                <a16:creationId xmlns:a16="http://schemas.microsoft.com/office/drawing/2014/main" id="{1EAE6C27-1160-B54C-90B6-5ED006AD2D36}"/>
              </a:ext>
            </a:extLst>
          </p:cNvPr>
          <p:cNvSpPr/>
          <p:nvPr/>
        </p:nvSpPr>
        <p:spPr>
          <a:xfrm>
            <a:off x="1172922" y="4477893"/>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4" name="CaixaDeTexto 43">
            <a:extLst>
              <a:ext uri="{FF2B5EF4-FFF2-40B4-BE49-F238E27FC236}">
                <a16:creationId xmlns:a16="http://schemas.microsoft.com/office/drawing/2014/main" id="{776D34A7-32B8-0381-4D30-412116DED48F}"/>
              </a:ext>
            </a:extLst>
          </p:cNvPr>
          <p:cNvSpPr txBox="1"/>
          <p:nvPr/>
        </p:nvSpPr>
        <p:spPr>
          <a:xfrm>
            <a:off x="2139121" y="4606823"/>
            <a:ext cx="1979019"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Information</a:t>
            </a:r>
          </a:p>
        </p:txBody>
      </p:sp>
      <p:sp>
        <p:nvSpPr>
          <p:cNvPr id="45" name="CaixaDeTexto 44">
            <a:extLst>
              <a:ext uri="{FF2B5EF4-FFF2-40B4-BE49-F238E27FC236}">
                <a16:creationId xmlns:a16="http://schemas.microsoft.com/office/drawing/2014/main" id="{A71CF124-E267-E82F-A924-954D306BF626}"/>
              </a:ext>
            </a:extLst>
          </p:cNvPr>
          <p:cNvSpPr txBox="1"/>
          <p:nvPr/>
        </p:nvSpPr>
        <p:spPr>
          <a:xfrm>
            <a:off x="1564869" y="4606823"/>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pic>
        <p:nvPicPr>
          <p:cNvPr id="4" name="Imagem 3">
            <a:extLst>
              <a:ext uri="{FF2B5EF4-FFF2-40B4-BE49-F238E27FC236}">
                <a16:creationId xmlns:a16="http://schemas.microsoft.com/office/drawing/2014/main" id="{5B9D4E3F-3869-05FE-6395-6301CD3A3589}"/>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18156272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1FF439E-0221-86B9-FF85-EA9FC44020BD}"/>
              </a:ext>
            </a:extLst>
          </p:cNvPr>
          <p:cNvSpPr>
            <a:spLocks noGrp="1"/>
          </p:cNvSpPr>
          <p:nvPr>
            <p:ph type="title"/>
          </p:nvPr>
        </p:nvSpPr>
        <p:spPr>
          <a:xfrm>
            <a:off x="731837" y="745259"/>
            <a:ext cx="11102975" cy="284693"/>
          </a:xfrm>
        </p:spPr>
        <p:txBody>
          <a:bodyPr/>
          <a:lstStyle/>
          <a:p>
            <a:r>
              <a:rPr lang="en-US" dirty="0" err="1"/>
              <a:t>Infrabrasil</a:t>
            </a:r>
            <a:r>
              <a:rPr lang="en-US" dirty="0"/>
              <a:t> is a leading mining services platform in </a:t>
            </a:r>
            <a:r>
              <a:rPr lang="en-US" dirty="0" err="1"/>
              <a:t>Brazi</a:t>
            </a:r>
            <a:endParaRPr lang="en-US" dirty="0"/>
          </a:p>
        </p:txBody>
      </p:sp>
      <p:sp>
        <p:nvSpPr>
          <p:cNvPr id="5" name="Espaço Reservado para Conteúdo 4">
            <a:extLst>
              <a:ext uri="{FF2B5EF4-FFF2-40B4-BE49-F238E27FC236}">
                <a16:creationId xmlns:a16="http://schemas.microsoft.com/office/drawing/2014/main" id="{126D58F8-17DB-B56A-580B-E02C62F94114}"/>
              </a:ext>
            </a:extLst>
          </p:cNvPr>
          <p:cNvSpPr>
            <a:spLocks noGrp="1"/>
          </p:cNvSpPr>
          <p:nvPr>
            <p:ph sz="quarter" idx="13"/>
          </p:nvPr>
        </p:nvSpPr>
        <p:spPr>
          <a:xfrm>
            <a:off x="731838" y="1052961"/>
            <a:ext cx="11102975" cy="215503"/>
          </a:xfrm>
        </p:spPr>
        <p:txBody>
          <a:bodyPr/>
          <a:lstStyle/>
          <a:p>
            <a:r>
              <a:rPr lang="en-US" dirty="0" err="1"/>
              <a:t>Onfrabrasil</a:t>
            </a:r>
            <a:r>
              <a:rPr lang="en-US" dirty="0"/>
              <a:t> combines….</a:t>
            </a:r>
          </a:p>
        </p:txBody>
      </p:sp>
      <p:sp>
        <p:nvSpPr>
          <p:cNvPr id="10" name="Espaço Reservado para Texto 9">
            <a:extLst>
              <a:ext uri="{FF2B5EF4-FFF2-40B4-BE49-F238E27FC236}">
                <a16:creationId xmlns:a16="http://schemas.microsoft.com/office/drawing/2014/main" id="{58CBDC7F-0092-C023-A683-A749C1FA07EB}"/>
              </a:ext>
            </a:extLst>
          </p:cNvPr>
          <p:cNvSpPr>
            <a:spLocks noGrp="1"/>
          </p:cNvSpPr>
          <p:nvPr>
            <p:ph type="body" sz="quarter" idx="36"/>
          </p:nvPr>
        </p:nvSpPr>
        <p:spPr/>
        <p:txBody>
          <a:bodyPr/>
          <a:lstStyle/>
          <a:p>
            <a:endParaRPr lang="pt-BR" dirty="0"/>
          </a:p>
        </p:txBody>
      </p:sp>
      <p:sp>
        <p:nvSpPr>
          <p:cNvPr id="11" name="Slide Number Placeholder 5">
            <a:extLst>
              <a:ext uri="{FF2B5EF4-FFF2-40B4-BE49-F238E27FC236}">
                <a16:creationId xmlns:a16="http://schemas.microsoft.com/office/drawing/2014/main" id="{94EE1B0E-4B52-AE2B-576D-2FAC9C8A9DFA}"/>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4</a:t>
            </a:fld>
            <a:endParaRPr lang="en-US" dirty="0">
              <a:latin typeface="Poppins Light" panose="00000400000000000000" pitchFamily="2" charset="0"/>
              <a:cs typeface="Poppins Light" panose="00000400000000000000" pitchFamily="2" charset="0"/>
            </a:endParaRPr>
          </a:p>
        </p:txBody>
      </p:sp>
      <p:grpSp>
        <p:nvGrpSpPr>
          <p:cNvPr id="15" name="Group 14">
            <a:extLst>
              <a:ext uri="{FF2B5EF4-FFF2-40B4-BE49-F238E27FC236}">
                <a16:creationId xmlns:a16="http://schemas.microsoft.com/office/drawing/2014/main" id="{27785BD9-DEBE-CC7F-88DE-125A71C657B6}"/>
              </a:ext>
            </a:extLst>
          </p:cNvPr>
          <p:cNvGrpSpPr/>
          <p:nvPr/>
        </p:nvGrpSpPr>
        <p:grpSpPr>
          <a:xfrm>
            <a:off x="2518879" y="1839637"/>
            <a:ext cx="4009339" cy="4019595"/>
            <a:chOff x="1865517" y="1602816"/>
            <a:chExt cx="4363666" cy="4374828"/>
          </a:xfrm>
        </p:grpSpPr>
        <p:grpSp>
          <p:nvGrpSpPr>
            <p:cNvPr id="3" name="Agrupar 2">
              <a:extLst>
                <a:ext uri="{FF2B5EF4-FFF2-40B4-BE49-F238E27FC236}">
                  <a16:creationId xmlns:a16="http://schemas.microsoft.com/office/drawing/2014/main" id="{BEB2D3CF-C150-3593-527D-2B155C7A2F89}"/>
                </a:ext>
              </a:extLst>
            </p:cNvPr>
            <p:cNvGrpSpPr/>
            <p:nvPr/>
          </p:nvGrpSpPr>
          <p:grpSpPr>
            <a:xfrm>
              <a:off x="1865517" y="1602816"/>
              <a:ext cx="4363666" cy="4374828"/>
              <a:chOff x="731838" y="2600906"/>
              <a:chExt cx="3389585" cy="3398255"/>
            </a:xfrm>
            <a:solidFill>
              <a:schemeClr val="bg1">
                <a:lumMod val="95000"/>
              </a:schemeClr>
            </a:solidFill>
          </p:grpSpPr>
          <p:sp>
            <p:nvSpPr>
              <p:cNvPr id="4" name="Freeform 4">
                <a:extLst>
                  <a:ext uri="{FF2B5EF4-FFF2-40B4-BE49-F238E27FC236}">
                    <a16:creationId xmlns:a16="http://schemas.microsoft.com/office/drawing/2014/main" id="{52466855-57AE-054D-D069-FA756E71247C}"/>
                  </a:ext>
                </a:extLst>
              </p:cNvPr>
              <p:cNvSpPr>
                <a:spLocks noChangeAspect="1"/>
              </p:cNvSpPr>
              <p:nvPr/>
            </p:nvSpPr>
            <p:spPr bwMode="auto">
              <a:xfrm>
                <a:off x="2391199" y="2692405"/>
                <a:ext cx="438953" cy="493898"/>
              </a:xfrm>
              <a:custGeom>
                <a:avLst/>
                <a:gdLst/>
                <a:ahLst/>
                <a:cxnLst>
                  <a:cxn ang="0">
                    <a:pos x="474" y="92"/>
                  </a:cxn>
                  <a:cxn ang="0">
                    <a:pos x="456" y="60"/>
                  </a:cxn>
                  <a:cxn ang="0">
                    <a:pos x="422" y="23"/>
                  </a:cxn>
                  <a:cxn ang="0">
                    <a:pos x="376" y="69"/>
                  </a:cxn>
                  <a:cxn ang="0">
                    <a:pos x="349" y="132"/>
                  </a:cxn>
                  <a:cxn ang="0">
                    <a:pos x="307" y="205"/>
                  </a:cxn>
                  <a:cxn ang="0">
                    <a:pos x="278" y="255"/>
                  </a:cxn>
                  <a:cxn ang="0">
                    <a:pos x="232" y="280"/>
                  </a:cxn>
                  <a:cxn ang="0">
                    <a:pos x="184" y="263"/>
                  </a:cxn>
                  <a:cxn ang="0">
                    <a:pos x="151" y="257"/>
                  </a:cxn>
                  <a:cxn ang="0">
                    <a:pos x="73" y="267"/>
                  </a:cxn>
                  <a:cxn ang="0">
                    <a:pos x="30" y="253"/>
                  </a:cxn>
                  <a:cxn ang="0">
                    <a:pos x="2" y="269"/>
                  </a:cxn>
                  <a:cxn ang="0">
                    <a:pos x="13" y="315"/>
                  </a:cxn>
                  <a:cxn ang="0">
                    <a:pos x="50" y="326"/>
                  </a:cxn>
                  <a:cxn ang="0">
                    <a:pos x="82" y="344"/>
                  </a:cxn>
                  <a:cxn ang="0">
                    <a:pos x="109" y="357"/>
                  </a:cxn>
                  <a:cxn ang="0">
                    <a:pos x="134" y="374"/>
                  </a:cxn>
                  <a:cxn ang="0">
                    <a:pos x="161" y="393"/>
                  </a:cxn>
                  <a:cxn ang="0">
                    <a:pos x="176" y="420"/>
                  </a:cxn>
                  <a:cxn ang="0">
                    <a:pos x="188" y="453"/>
                  </a:cxn>
                  <a:cxn ang="0">
                    <a:pos x="218" y="470"/>
                  </a:cxn>
                  <a:cxn ang="0">
                    <a:pos x="222" y="507"/>
                  </a:cxn>
                  <a:cxn ang="0">
                    <a:pos x="232" y="539"/>
                  </a:cxn>
                  <a:cxn ang="0">
                    <a:pos x="245" y="564"/>
                  </a:cxn>
                  <a:cxn ang="0">
                    <a:pos x="257" y="593"/>
                  </a:cxn>
                  <a:cxn ang="0">
                    <a:pos x="274" y="628"/>
                  </a:cxn>
                  <a:cxn ang="0">
                    <a:pos x="291" y="654"/>
                  </a:cxn>
                  <a:cxn ang="0">
                    <a:pos x="307" y="676"/>
                  </a:cxn>
                  <a:cxn ang="0">
                    <a:pos x="339" y="697"/>
                  </a:cxn>
                  <a:cxn ang="0">
                    <a:pos x="358" y="716"/>
                  </a:cxn>
                  <a:cxn ang="0">
                    <a:pos x="364" y="695"/>
                  </a:cxn>
                  <a:cxn ang="0">
                    <a:pos x="378" y="687"/>
                  </a:cxn>
                  <a:cxn ang="0">
                    <a:pos x="389" y="664"/>
                  </a:cxn>
                  <a:cxn ang="0">
                    <a:pos x="433" y="591"/>
                  </a:cxn>
                  <a:cxn ang="0">
                    <a:pos x="497" y="535"/>
                  </a:cxn>
                  <a:cxn ang="0">
                    <a:pos x="539" y="511"/>
                  </a:cxn>
                  <a:cxn ang="0">
                    <a:pos x="579" y="468"/>
                  </a:cxn>
                  <a:cxn ang="0">
                    <a:pos x="619" y="426"/>
                  </a:cxn>
                  <a:cxn ang="0">
                    <a:pos x="635" y="380"/>
                  </a:cxn>
                  <a:cxn ang="0">
                    <a:pos x="614" y="345"/>
                  </a:cxn>
                  <a:cxn ang="0">
                    <a:pos x="547" y="315"/>
                  </a:cxn>
                  <a:cxn ang="0">
                    <a:pos x="525" y="263"/>
                  </a:cxn>
                  <a:cxn ang="0">
                    <a:pos x="510" y="221"/>
                  </a:cxn>
                  <a:cxn ang="0">
                    <a:pos x="504" y="198"/>
                  </a:cxn>
                  <a:cxn ang="0">
                    <a:pos x="481" y="140"/>
                  </a:cxn>
                </a:cxnLst>
                <a:rect l="0" t="0" r="r" b="b"/>
                <a:pathLst>
                  <a:path w="635" h="716">
                    <a:moveTo>
                      <a:pt x="481" y="140"/>
                    </a:moveTo>
                    <a:lnTo>
                      <a:pt x="483" y="117"/>
                    </a:lnTo>
                    <a:lnTo>
                      <a:pt x="474" y="92"/>
                    </a:lnTo>
                    <a:lnTo>
                      <a:pt x="447" y="107"/>
                    </a:lnTo>
                    <a:lnTo>
                      <a:pt x="456" y="86"/>
                    </a:lnTo>
                    <a:lnTo>
                      <a:pt x="456" y="60"/>
                    </a:lnTo>
                    <a:lnTo>
                      <a:pt x="441" y="27"/>
                    </a:lnTo>
                    <a:lnTo>
                      <a:pt x="416" y="0"/>
                    </a:lnTo>
                    <a:lnTo>
                      <a:pt x="422" y="23"/>
                    </a:lnTo>
                    <a:lnTo>
                      <a:pt x="422" y="42"/>
                    </a:lnTo>
                    <a:lnTo>
                      <a:pt x="399" y="48"/>
                    </a:lnTo>
                    <a:lnTo>
                      <a:pt x="376" y="69"/>
                    </a:lnTo>
                    <a:lnTo>
                      <a:pt x="341" y="92"/>
                    </a:lnTo>
                    <a:lnTo>
                      <a:pt x="349" y="107"/>
                    </a:lnTo>
                    <a:lnTo>
                      <a:pt x="349" y="132"/>
                    </a:lnTo>
                    <a:lnTo>
                      <a:pt x="324" y="150"/>
                    </a:lnTo>
                    <a:lnTo>
                      <a:pt x="316" y="173"/>
                    </a:lnTo>
                    <a:lnTo>
                      <a:pt x="307" y="205"/>
                    </a:lnTo>
                    <a:lnTo>
                      <a:pt x="307" y="225"/>
                    </a:lnTo>
                    <a:lnTo>
                      <a:pt x="286" y="238"/>
                    </a:lnTo>
                    <a:lnTo>
                      <a:pt x="278" y="255"/>
                    </a:lnTo>
                    <a:lnTo>
                      <a:pt x="268" y="267"/>
                    </a:lnTo>
                    <a:lnTo>
                      <a:pt x="253" y="278"/>
                    </a:lnTo>
                    <a:lnTo>
                      <a:pt x="232" y="280"/>
                    </a:lnTo>
                    <a:lnTo>
                      <a:pt x="211" y="280"/>
                    </a:lnTo>
                    <a:lnTo>
                      <a:pt x="205" y="263"/>
                    </a:lnTo>
                    <a:lnTo>
                      <a:pt x="184" y="263"/>
                    </a:lnTo>
                    <a:lnTo>
                      <a:pt x="170" y="263"/>
                    </a:lnTo>
                    <a:lnTo>
                      <a:pt x="163" y="246"/>
                    </a:lnTo>
                    <a:lnTo>
                      <a:pt x="151" y="257"/>
                    </a:lnTo>
                    <a:lnTo>
                      <a:pt x="126" y="267"/>
                    </a:lnTo>
                    <a:lnTo>
                      <a:pt x="101" y="267"/>
                    </a:lnTo>
                    <a:lnTo>
                      <a:pt x="73" y="267"/>
                    </a:lnTo>
                    <a:lnTo>
                      <a:pt x="57" y="253"/>
                    </a:lnTo>
                    <a:lnTo>
                      <a:pt x="44" y="246"/>
                    </a:lnTo>
                    <a:lnTo>
                      <a:pt x="30" y="253"/>
                    </a:lnTo>
                    <a:lnTo>
                      <a:pt x="11" y="250"/>
                    </a:lnTo>
                    <a:lnTo>
                      <a:pt x="5" y="257"/>
                    </a:lnTo>
                    <a:lnTo>
                      <a:pt x="2" y="269"/>
                    </a:lnTo>
                    <a:lnTo>
                      <a:pt x="0" y="282"/>
                    </a:lnTo>
                    <a:lnTo>
                      <a:pt x="2" y="301"/>
                    </a:lnTo>
                    <a:lnTo>
                      <a:pt x="13" y="315"/>
                    </a:lnTo>
                    <a:lnTo>
                      <a:pt x="27" y="324"/>
                    </a:lnTo>
                    <a:lnTo>
                      <a:pt x="40" y="326"/>
                    </a:lnTo>
                    <a:lnTo>
                      <a:pt x="50" y="326"/>
                    </a:lnTo>
                    <a:lnTo>
                      <a:pt x="63" y="328"/>
                    </a:lnTo>
                    <a:lnTo>
                      <a:pt x="75" y="336"/>
                    </a:lnTo>
                    <a:lnTo>
                      <a:pt x="82" y="344"/>
                    </a:lnTo>
                    <a:lnTo>
                      <a:pt x="92" y="347"/>
                    </a:lnTo>
                    <a:lnTo>
                      <a:pt x="101" y="351"/>
                    </a:lnTo>
                    <a:lnTo>
                      <a:pt x="109" y="357"/>
                    </a:lnTo>
                    <a:lnTo>
                      <a:pt x="115" y="367"/>
                    </a:lnTo>
                    <a:lnTo>
                      <a:pt x="122" y="374"/>
                    </a:lnTo>
                    <a:lnTo>
                      <a:pt x="134" y="374"/>
                    </a:lnTo>
                    <a:lnTo>
                      <a:pt x="147" y="374"/>
                    </a:lnTo>
                    <a:lnTo>
                      <a:pt x="157" y="382"/>
                    </a:lnTo>
                    <a:lnTo>
                      <a:pt x="161" y="393"/>
                    </a:lnTo>
                    <a:lnTo>
                      <a:pt x="161" y="407"/>
                    </a:lnTo>
                    <a:lnTo>
                      <a:pt x="169" y="416"/>
                    </a:lnTo>
                    <a:lnTo>
                      <a:pt x="176" y="420"/>
                    </a:lnTo>
                    <a:lnTo>
                      <a:pt x="182" y="432"/>
                    </a:lnTo>
                    <a:lnTo>
                      <a:pt x="186" y="441"/>
                    </a:lnTo>
                    <a:lnTo>
                      <a:pt x="188" y="453"/>
                    </a:lnTo>
                    <a:lnTo>
                      <a:pt x="199" y="459"/>
                    </a:lnTo>
                    <a:lnTo>
                      <a:pt x="207" y="464"/>
                    </a:lnTo>
                    <a:lnTo>
                      <a:pt x="218" y="470"/>
                    </a:lnTo>
                    <a:lnTo>
                      <a:pt x="222" y="486"/>
                    </a:lnTo>
                    <a:lnTo>
                      <a:pt x="220" y="493"/>
                    </a:lnTo>
                    <a:lnTo>
                      <a:pt x="222" y="507"/>
                    </a:lnTo>
                    <a:lnTo>
                      <a:pt x="232" y="511"/>
                    </a:lnTo>
                    <a:lnTo>
                      <a:pt x="232" y="524"/>
                    </a:lnTo>
                    <a:lnTo>
                      <a:pt x="232" y="539"/>
                    </a:lnTo>
                    <a:lnTo>
                      <a:pt x="236" y="547"/>
                    </a:lnTo>
                    <a:lnTo>
                      <a:pt x="236" y="560"/>
                    </a:lnTo>
                    <a:lnTo>
                      <a:pt x="245" y="564"/>
                    </a:lnTo>
                    <a:lnTo>
                      <a:pt x="251" y="574"/>
                    </a:lnTo>
                    <a:lnTo>
                      <a:pt x="251" y="585"/>
                    </a:lnTo>
                    <a:lnTo>
                      <a:pt x="257" y="593"/>
                    </a:lnTo>
                    <a:lnTo>
                      <a:pt x="264" y="603"/>
                    </a:lnTo>
                    <a:lnTo>
                      <a:pt x="274" y="612"/>
                    </a:lnTo>
                    <a:lnTo>
                      <a:pt x="274" y="628"/>
                    </a:lnTo>
                    <a:lnTo>
                      <a:pt x="274" y="643"/>
                    </a:lnTo>
                    <a:lnTo>
                      <a:pt x="282" y="654"/>
                    </a:lnTo>
                    <a:lnTo>
                      <a:pt x="291" y="654"/>
                    </a:lnTo>
                    <a:lnTo>
                      <a:pt x="299" y="662"/>
                    </a:lnTo>
                    <a:lnTo>
                      <a:pt x="299" y="674"/>
                    </a:lnTo>
                    <a:lnTo>
                      <a:pt x="307" y="676"/>
                    </a:lnTo>
                    <a:lnTo>
                      <a:pt x="318" y="679"/>
                    </a:lnTo>
                    <a:lnTo>
                      <a:pt x="328" y="691"/>
                    </a:lnTo>
                    <a:lnTo>
                      <a:pt x="339" y="697"/>
                    </a:lnTo>
                    <a:lnTo>
                      <a:pt x="345" y="708"/>
                    </a:lnTo>
                    <a:lnTo>
                      <a:pt x="357" y="716"/>
                    </a:lnTo>
                    <a:lnTo>
                      <a:pt x="358" y="716"/>
                    </a:lnTo>
                    <a:lnTo>
                      <a:pt x="358" y="708"/>
                    </a:lnTo>
                    <a:lnTo>
                      <a:pt x="360" y="701"/>
                    </a:lnTo>
                    <a:lnTo>
                      <a:pt x="364" y="695"/>
                    </a:lnTo>
                    <a:lnTo>
                      <a:pt x="368" y="693"/>
                    </a:lnTo>
                    <a:lnTo>
                      <a:pt x="374" y="691"/>
                    </a:lnTo>
                    <a:lnTo>
                      <a:pt x="378" y="687"/>
                    </a:lnTo>
                    <a:lnTo>
                      <a:pt x="382" y="681"/>
                    </a:lnTo>
                    <a:lnTo>
                      <a:pt x="385" y="676"/>
                    </a:lnTo>
                    <a:lnTo>
                      <a:pt x="389" y="664"/>
                    </a:lnTo>
                    <a:lnTo>
                      <a:pt x="391" y="658"/>
                    </a:lnTo>
                    <a:lnTo>
                      <a:pt x="408" y="624"/>
                    </a:lnTo>
                    <a:lnTo>
                      <a:pt x="433" y="591"/>
                    </a:lnTo>
                    <a:lnTo>
                      <a:pt x="456" y="572"/>
                    </a:lnTo>
                    <a:lnTo>
                      <a:pt x="476" y="551"/>
                    </a:lnTo>
                    <a:lnTo>
                      <a:pt x="497" y="535"/>
                    </a:lnTo>
                    <a:lnTo>
                      <a:pt x="512" y="530"/>
                    </a:lnTo>
                    <a:lnTo>
                      <a:pt x="525" y="530"/>
                    </a:lnTo>
                    <a:lnTo>
                      <a:pt x="539" y="511"/>
                    </a:lnTo>
                    <a:lnTo>
                      <a:pt x="548" y="493"/>
                    </a:lnTo>
                    <a:lnTo>
                      <a:pt x="564" y="480"/>
                    </a:lnTo>
                    <a:lnTo>
                      <a:pt x="579" y="468"/>
                    </a:lnTo>
                    <a:lnTo>
                      <a:pt x="589" y="453"/>
                    </a:lnTo>
                    <a:lnTo>
                      <a:pt x="604" y="440"/>
                    </a:lnTo>
                    <a:lnTo>
                      <a:pt x="619" y="426"/>
                    </a:lnTo>
                    <a:lnTo>
                      <a:pt x="604" y="401"/>
                    </a:lnTo>
                    <a:lnTo>
                      <a:pt x="627" y="397"/>
                    </a:lnTo>
                    <a:lnTo>
                      <a:pt x="635" y="380"/>
                    </a:lnTo>
                    <a:lnTo>
                      <a:pt x="635" y="363"/>
                    </a:lnTo>
                    <a:lnTo>
                      <a:pt x="627" y="349"/>
                    </a:lnTo>
                    <a:lnTo>
                      <a:pt x="614" y="345"/>
                    </a:lnTo>
                    <a:lnTo>
                      <a:pt x="587" y="344"/>
                    </a:lnTo>
                    <a:lnTo>
                      <a:pt x="570" y="332"/>
                    </a:lnTo>
                    <a:lnTo>
                      <a:pt x="547" y="315"/>
                    </a:lnTo>
                    <a:lnTo>
                      <a:pt x="529" y="292"/>
                    </a:lnTo>
                    <a:lnTo>
                      <a:pt x="516" y="280"/>
                    </a:lnTo>
                    <a:lnTo>
                      <a:pt x="525" y="263"/>
                    </a:lnTo>
                    <a:lnTo>
                      <a:pt x="516" y="240"/>
                    </a:lnTo>
                    <a:lnTo>
                      <a:pt x="512" y="230"/>
                    </a:lnTo>
                    <a:lnTo>
                      <a:pt x="510" y="221"/>
                    </a:lnTo>
                    <a:lnTo>
                      <a:pt x="510" y="213"/>
                    </a:lnTo>
                    <a:lnTo>
                      <a:pt x="512" y="209"/>
                    </a:lnTo>
                    <a:lnTo>
                      <a:pt x="504" y="198"/>
                    </a:lnTo>
                    <a:lnTo>
                      <a:pt x="497" y="182"/>
                    </a:lnTo>
                    <a:lnTo>
                      <a:pt x="493" y="163"/>
                    </a:lnTo>
                    <a:lnTo>
                      <a:pt x="481" y="140"/>
                    </a:lnTo>
                  </a:path>
                </a:pathLst>
              </a:custGeom>
              <a:grpFill/>
              <a:ln w="6350" cmpd="sng">
                <a:solidFill>
                  <a:schemeClr val="bg1"/>
                </a:solidFill>
                <a:prstDash val="solid"/>
                <a:round/>
                <a:headEnd/>
                <a:tailEnd/>
              </a:ln>
            </p:spPr>
            <p:txBody>
              <a:bodyPr/>
              <a:lstStyle/>
              <a:p>
                <a:endParaRPr lang="pt-BR"/>
              </a:p>
            </p:txBody>
          </p:sp>
          <p:sp>
            <p:nvSpPr>
              <p:cNvPr id="6" name="Freeform 5">
                <a:extLst>
                  <a:ext uri="{FF2B5EF4-FFF2-40B4-BE49-F238E27FC236}">
                    <a16:creationId xmlns:a16="http://schemas.microsoft.com/office/drawing/2014/main" id="{2654C98C-D629-84B9-A882-CA9F5BD43068}"/>
                  </a:ext>
                </a:extLst>
              </p:cNvPr>
              <p:cNvSpPr>
                <a:spLocks noChangeAspect="1"/>
              </p:cNvSpPr>
              <p:nvPr/>
            </p:nvSpPr>
            <p:spPr bwMode="auto">
              <a:xfrm>
                <a:off x="2831137" y="5470828"/>
                <a:ext cx="19684" cy="30500"/>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round/>
                <a:headEnd/>
                <a:tailEnd/>
              </a:ln>
            </p:spPr>
            <p:txBody>
              <a:bodyPr/>
              <a:lstStyle/>
              <a:p>
                <a:endParaRPr lang="pt-BR"/>
              </a:p>
            </p:txBody>
          </p:sp>
          <p:sp>
            <p:nvSpPr>
              <p:cNvPr id="7" name="Freeform 6">
                <a:extLst>
                  <a:ext uri="{FF2B5EF4-FFF2-40B4-BE49-F238E27FC236}">
                    <a16:creationId xmlns:a16="http://schemas.microsoft.com/office/drawing/2014/main" id="{5228A170-3CCA-E187-B984-A60AAAF0A1B7}"/>
                  </a:ext>
                </a:extLst>
              </p:cNvPr>
              <p:cNvSpPr>
                <a:spLocks noChangeAspect="1"/>
              </p:cNvSpPr>
              <p:nvPr/>
            </p:nvSpPr>
            <p:spPr bwMode="auto">
              <a:xfrm>
                <a:off x="2831137" y="5470828"/>
                <a:ext cx="19684" cy="30500"/>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prstDash val="solid"/>
                <a:round/>
                <a:headEnd/>
                <a:tailEnd/>
              </a:ln>
            </p:spPr>
            <p:txBody>
              <a:bodyPr/>
              <a:lstStyle/>
              <a:p>
                <a:endParaRPr lang="pt-BR"/>
              </a:p>
            </p:txBody>
          </p:sp>
          <p:sp>
            <p:nvSpPr>
              <p:cNvPr id="8" name="Freeform 7">
                <a:extLst>
                  <a:ext uri="{FF2B5EF4-FFF2-40B4-BE49-F238E27FC236}">
                    <a16:creationId xmlns:a16="http://schemas.microsoft.com/office/drawing/2014/main" id="{1E784D70-9CE1-C12C-A54A-49C860D0D0F8}"/>
                  </a:ext>
                </a:extLst>
              </p:cNvPr>
              <p:cNvSpPr>
                <a:spLocks noChangeAspect="1"/>
              </p:cNvSpPr>
              <p:nvPr/>
            </p:nvSpPr>
            <p:spPr bwMode="auto">
              <a:xfrm>
                <a:off x="2120544" y="5423602"/>
                <a:ext cx="609220" cy="575559"/>
              </a:xfrm>
              <a:custGeom>
                <a:avLst/>
                <a:gdLst/>
                <a:ahLst/>
                <a:cxnLst>
                  <a:cxn ang="0">
                    <a:pos x="463" y="743"/>
                  </a:cxn>
                  <a:cxn ang="0">
                    <a:pos x="403" y="628"/>
                  </a:cxn>
                  <a:cxn ang="0">
                    <a:pos x="298" y="519"/>
                  </a:cxn>
                  <a:cxn ang="0">
                    <a:pos x="202" y="453"/>
                  </a:cxn>
                  <a:cxn ang="0">
                    <a:pos x="69" y="352"/>
                  </a:cxn>
                  <a:cxn ang="0">
                    <a:pos x="18" y="365"/>
                  </a:cxn>
                  <a:cxn ang="0">
                    <a:pos x="142" y="237"/>
                  </a:cxn>
                  <a:cxn ang="0">
                    <a:pos x="234" y="135"/>
                  </a:cxn>
                  <a:cxn ang="0">
                    <a:pos x="300" y="66"/>
                  </a:cxn>
                  <a:cxn ang="0">
                    <a:pos x="403" y="6"/>
                  </a:cxn>
                  <a:cxn ang="0">
                    <a:pos x="520" y="4"/>
                  </a:cxn>
                  <a:cxn ang="0">
                    <a:pos x="632" y="37"/>
                  </a:cxn>
                  <a:cxn ang="0">
                    <a:pos x="739" y="110"/>
                  </a:cxn>
                  <a:cxn ang="0">
                    <a:pos x="823" y="171"/>
                  </a:cxn>
                  <a:cxn ang="0">
                    <a:pos x="864" y="231"/>
                  </a:cxn>
                  <a:cxn ang="0">
                    <a:pos x="839" y="292"/>
                  </a:cxn>
                  <a:cxn ang="0">
                    <a:pos x="883" y="292"/>
                  </a:cxn>
                  <a:cxn ang="0">
                    <a:pos x="820" y="390"/>
                  </a:cxn>
                  <a:cxn ang="0">
                    <a:pos x="754" y="496"/>
                  </a:cxn>
                  <a:cxn ang="0">
                    <a:pos x="678" y="580"/>
                  </a:cxn>
                  <a:cxn ang="0">
                    <a:pos x="603" y="632"/>
                  </a:cxn>
                  <a:cxn ang="0">
                    <a:pos x="624" y="603"/>
                  </a:cxn>
                  <a:cxn ang="0">
                    <a:pos x="641" y="570"/>
                  </a:cxn>
                  <a:cxn ang="0">
                    <a:pos x="691" y="538"/>
                  </a:cxn>
                  <a:cxn ang="0">
                    <a:pos x="726" y="492"/>
                  </a:cxn>
                  <a:cxn ang="0">
                    <a:pos x="745" y="450"/>
                  </a:cxn>
                  <a:cxn ang="0">
                    <a:pos x="770" y="457"/>
                  </a:cxn>
                  <a:cxn ang="0">
                    <a:pos x="770" y="419"/>
                  </a:cxn>
                  <a:cxn ang="0">
                    <a:pos x="729" y="430"/>
                  </a:cxn>
                  <a:cxn ang="0">
                    <a:pos x="693" y="375"/>
                  </a:cxn>
                  <a:cxn ang="0">
                    <a:pos x="691" y="423"/>
                  </a:cxn>
                  <a:cxn ang="0">
                    <a:pos x="681" y="453"/>
                  </a:cxn>
                  <a:cxn ang="0">
                    <a:pos x="666" y="511"/>
                  </a:cxn>
                  <a:cxn ang="0">
                    <a:pos x="639" y="546"/>
                  </a:cxn>
                  <a:cxn ang="0">
                    <a:pos x="610" y="576"/>
                  </a:cxn>
                  <a:cxn ang="0">
                    <a:pos x="580" y="607"/>
                  </a:cxn>
                  <a:cxn ang="0">
                    <a:pos x="568" y="613"/>
                  </a:cxn>
                  <a:cxn ang="0">
                    <a:pos x="582" y="647"/>
                  </a:cxn>
                  <a:cxn ang="0">
                    <a:pos x="561" y="699"/>
                  </a:cxn>
                  <a:cxn ang="0">
                    <a:pos x="536" y="743"/>
                  </a:cxn>
                  <a:cxn ang="0">
                    <a:pos x="536" y="711"/>
                  </a:cxn>
                  <a:cxn ang="0">
                    <a:pos x="539" y="684"/>
                  </a:cxn>
                  <a:cxn ang="0">
                    <a:pos x="516" y="665"/>
                  </a:cxn>
                  <a:cxn ang="0">
                    <a:pos x="495" y="701"/>
                  </a:cxn>
                  <a:cxn ang="0">
                    <a:pos x="499" y="718"/>
                  </a:cxn>
                  <a:cxn ang="0">
                    <a:pos x="511" y="747"/>
                  </a:cxn>
                  <a:cxn ang="0">
                    <a:pos x="514" y="764"/>
                  </a:cxn>
                  <a:cxn ang="0">
                    <a:pos x="491" y="797"/>
                  </a:cxn>
                </a:cxnLst>
                <a:rect l="0" t="0" r="r" b="b"/>
                <a:pathLst>
                  <a:path w="883" h="833">
                    <a:moveTo>
                      <a:pt x="463" y="833"/>
                    </a:moveTo>
                    <a:lnTo>
                      <a:pt x="447" y="816"/>
                    </a:lnTo>
                    <a:lnTo>
                      <a:pt x="447" y="760"/>
                    </a:lnTo>
                    <a:lnTo>
                      <a:pt x="463" y="743"/>
                    </a:lnTo>
                    <a:lnTo>
                      <a:pt x="476" y="739"/>
                    </a:lnTo>
                    <a:lnTo>
                      <a:pt x="488" y="716"/>
                    </a:lnTo>
                    <a:lnTo>
                      <a:pt x="455" y="672"/>
                    </a:lnTo>
                    <a:lnTo>
                      <a:pt x="403" y="628"/>
                    </a:lnTo>
                    <a:lnTo>
                      <a:pt x="397" y="601"/>
                    </a:lnTo>
                    <a:lnTo>
                      <a:pt x="355" y="563"/>
                    </a:lnTo>
                    <a:lnTo>
                      <a:pt x="328" y="561"/>
                    </a:lnTo>
                    <a:lnTo>
                      <a:pt x="298" y="519"/>
                    </a:lnTo>
                    <a:lnTo>
                      <a:pt x="273" y="509"/>
                    </a:lnTo>
                    <a:lnTo>
                      <a:pt x="257" y="509"/>
                    </a:lnTo>
                    <a:lnTo>
                      <a:pt x="244" y="486"/>
                    </a:lnTo>
                    <a:lnTo>
                      <a:pt x="202" y="453"/>
                    </a:lnTo>
                    <a:lnTo>
                      <a:pt x="175" y="453"/>
                    </a:lnTo>
                    <a:lnTo>
                      <a:pt x="133" y="415"/>
                    </a:lnTo>
                    <a:lnTo>
                      <a:pt x="100" y="392"/>
                    </a:lnTo>
                    <a:lnTo>
                      <a:pt x="69" y="352"/>
                    </a:lnTo>
                    <a:lnTo>
                      <a:pt x="52" y="365"/>
                    </a:lnTo>
                    <a:lnTo>
                      <a:pt x="23" y="394"/>
                    </a:lnTo>
                    <a:lnTo>
                      <a:pt x="0" y="398"/>
                    </a:lnTo>
                    <a:lnTo>
                      <a:pt x="18" y="365"/>
                    </a:lnTo>
                    <a:lnTo>
                      <a:pt x="25" y="344"/>
                    </a:lnTo>
                    <a:lnTo>
                      <a:pt x="108" y="273"/>
                    </a:lnTo>
                    <a:lnTo>
                      <a:pt x="113" y="256"/>
                    </a:lnTo>
                    <a:lnTo>
                      <a:pt x="142" y="237"/>
                    </a:lnTo>
                    <a:lnTo>
                      <a:pt x="146" y="212"/>
                    </a:lnTo>
                    <a:lnTo>
                      <a:pt x="196" y="156"/>
                    </a:lnTo>
                    <a:lnTo>
                      <a:pt x="231" y="154"/>
                    </a:lnTo>
                    <a:lnTo>
                      <a:pt x="234" y="135"/>
                    </a:lnTo>
                    <a:lnTo>
                      <a:pt x="223" y="127"/>
                    </a:lnTo>
                    <a:lnTo>
                      <a:pt x="231" y="112"/>
                    </a:lnTo>
                    <a:lnTo>
                      <a:pt x="246" y="112"/>
                    </a:lnTo>
                    <a:lnTo>
                      <a:pt x="300" y="66"/>
                    </a:lnTo>
                    <a:lnTo>
                      <a:pt x="319" y="45"/>
                    </a:lnTo>
                    <a:lnTo>
                      <a:pt x="338" y="37"/>
                    </a:lnTo>
                    <a:lnTo>
                      <a:pt x="367" y="29"/>
                    </a:lnTo>
                    <a:lnTo>
                      <a:pt x="403" y="6"/>
                    </a:lnTo>
                    <a:lnTo>
                      <a:pt x="455" y="0"/>
                    </a:lnTo>
                    <a:lnTo>
                      <a:pt x="467" y="2"/>
                    </a:lnTo>
                    <a:lnTo>
                      <a:pt x="499" y="4"/>
                    </a:lnTo>
                    <a:lnTo>
                      <a:pt x="520" y="4"/>
                    </a:lnTo>
                    <a:lnTo>
                      <a:pt x="549" y="14"/>
                    </a:lnTo>
                    <a:lnTo>
                      <a:pt x="578" y="18"/>
                    </a:lnTo>
                    <a:lnTo>
                      <a:pt x="612" y="27"/>
                    </a:lnTo>
                    <a:lnTo>
                      <a:pt x="632" y="37"/>
                    </a:lnTo>
                    <a:lnTo>
                      <a:pt x="656" y="52"/>
                    </a:lnTo>
                    <a:lnTo>
                      <a:pt x="697" y="60"/>
                    </a:lnTo>
                    <a:lnTo>
                      <a:pt x="720" y="85"/>
                    </a:lnTo>
                    <a:lnTo>
                      <a:pt x="739" y="110"/>
                    </a:lnTo>
                    <a:lnTo>
                      <a:pt x="766" y="137"/>
                    </a:lnTo>
                    <a:lnTo>
                      <a:pt x="770" y="158"/>
                    </a:lnTo>
                    <a:lnTo>
                      <a:pt x="798" y="173"/>
                    </a:lnTo>
                    <a:lnTo>
                      <a:pt x="823" y="171"/>
                    </a:lnTo>
                    <a:lnTo>
                      <a:pt x="866" y="173"/>
                    </a:lnTo>
                    <a:lnTo>
                      <a:pt x="883" y="192"/>
                    </a:lnTo>
                    <a:lnTo>
                      <a:pt x="871" y="210"/>
                    </a:lnTo>
                    <a:lnTo>
                      <a:pt x="864" y="231"/>
                    </a:lnTo>
                    <a:lnTo>
                      <a:pt x="843" y="246"/>
                    </a:lnTo>
                    <a:lnTo>
                      <a:pt x="839" y="263"/>
                    </a:lnTo>
                    <a:lnTo>
                      <a:pt x="829" y="283"/>
                    </a:lnTo>
                    <a:lnTo>
                      <a:pt x="839" y="292"/>
                    </a:lnTo>
                    <a:lnTo>
                      <a:pt x="848" y="286"/>
                    </a:lnTo>
                    <a:lnTo>
                      <a:pt x="858" y="273"/>
                    </a:lnTo>
                    <a:lnTo>
                      <a:pt x="873" y="279"/>
                    </a:lnTo>
                    <a:lnTo>
                      <a:pt x="883" y="292"/>
                    </a:lnTo>
                    <a:lnTo>
                      <a:pt x="862" y="321"/>
                    </a:lnTo>
                    <a:lnTo>
                      <a:pt x="843" y="350"/>
                    </a:lnTo>
                    <a:lnTo>
                      <a:pt x="825" y="365"/>
                    </a:lnTo>
                    <a:lnTo>
                      <a:pt x="820" y="390"/>
                    </a:lnTo>
                    <a:lnTo>
                      <a:pt x="812" y="415"/>
                    </a:lnTo>
                    <a:lnTo>
                      <a:pt x="797" y="450"/>
                    </a:lnTo>
                    <a:lnTo>
                      <a:pt x="774" y="475"/>
                    </a:lnTo>
                    <a:lnTo>
                      <a:pt x="754" y="496"/>
                    </a:lnTo>
                    <a:lnTo>
                      <a:pt x="735" y="522"/>
                    </a:lnTo>
                    <a:lnTo>
                      <a:pt x="720" y="547"/>
                    </a:lnTo>
                    <a:lnTo>
                      <a:pt x="697" y="569"/>
                    </a:lnTo>
                    <a:lnTo>
                      <a:pt x="678" y="580"/>
                    </a:lnTo>
                    <a:lnTo>
                      <a:pt x="651" y="594"/>
                    </a:lnTo>
                    <a:lnTo>
                      <a:pt x="632" y="609"/>
                    </a:lnTo>
                    <a:lnTo>
                      <a:pt x="614" y="626"/>
                    </a:lnTo>
                    <a:lnTo>
                      <a:pt x="603" y="632"/>
                    </a:lnTo>
                    <a:lnTo>
                      <a:pt x="597" y="618"/>
                    </a:lnTo>
                    <a:lnTo>
                      <a:pt x="589" y="605"/>
                    </a:lnTo>
                    <a:lnTo>
                      <a:pt x="601" y="603"/>
                    </a:lnTo>
                    <a:lnTo>
                      <a:pt x="624" y="603"/>
                    </a:lnTo>
                    <a:lnTo>
                      <a:pt x="632" y="597"/>
                    </a:lnTo>
                    <a:lnTo>
                      <a:pt x="626" y="588"/>
                    </a:lnTo>
                    <a:lnTo>
                      <a:pt x="633" y="580"/>
                    </a:lnTo>
                    <a:lnTo>
                      <a:pt x="641" y="570"/>
                    </a:lnTo>
                    <a:lnTo>
                      <a:pt x="666" y="576"/>
                    </a:lnTo>
                    <a:lnTo>
                      <a:pt x="679" y="567"/>
                    </a:lnTo>
                    <a:lnTo>
                      <a:pt x="689" y="551"/>
                    </a:lnTo>
                    <a:lnTo>
                      <a:pt x="691" y="538"/>
                    </a:lnTo>
                    <a:lnTo>
                      <a:pt x="691" y="517"/>
                    </a:lnTo>
                    <a:lnTo>
                      <a:pt x="701" y="513"/>
                    </a:lnTo>
                    <a:lnTo>
                      <a:pt x="716" y="507"/>
                    </a:lnTo>
                    <a:lnTo>
                      <a:pt x="726" y="492"/>
                    </a:lnTo>
                    <a:lnTo>
                      <a:pt x="726" y="475"/>
                    </a:lnTo>
                    <a:lnTo>
                      <a:pt x="743" y="473"/>
                    </a:lnTo>
                    <a:lnTo>
                      <a:pt x="745" y="463"/>
                    </a:lnTo>
                    <a:lnTo>
                      <a:pt x="745" y="450"/>
                    </a:lnTo>
                    <a:lnTo>
                      <a:pt x="754" y="450"/>
                    </a:lnTo>
                    <a:lnTo>
                      <a:pt x="760" y="463"/>
                    </a:lnTo>
                    <a:lnTo>
                      <a:pt x="768" y="465"/>
                    </a:lnTo>
                    <a:lnTo>
                      <a:pt x="770" y="457"/>
                    </a:lnTo>
                    <a:lnTo>
                      <a:pt x="777" y="451"/>
                    </a:lnTo>
                    <a:lnTo>
                      <a:pt x="777" y="442"/>
                    </a:lnTo>
                    <a:lnTo>
                      <a:pt x="777" y="427"/>
                    </a:lnTo>
                    <a:lnTo>
                      <a:pt x="770" y="419"/>
                    </a:lnTo>
                    <a:lnTo>
                      <a:pt x="760" y="419"/>
                    </a:lnTo>
                    <a:lnTo>
                      <a:pt x="750" y="425"/>
                    </a:lnTo>
                    <a:lnTo>
                      <a:pt x="745" y="434"/>
                    </a:lnTo>
                    <a:lnTo>
                      <a:pt x="729" y="430"/>
                    </a:lnTo>
                    <a:lnTo>
                      <a:pt x="724" y="415"/>
                    </a:lnTo>
                    <a:lnTo>
                      <a:pt x="710" y="400"/>
                    </a:lnTo>
                    <a:lnTo>
                      <a:pt x="703" y="384"/>
                    </a:lnTo>
                    <a:lnTo>
                      <a:pt x="693" y="375"/>
                    </a:lnTo>
                    <a:lnTo>
                      <a:pt x="693" y="386"/>
                    </a:lnTo>
                    <a:lnTo>
                      <a:pt x="697" y="400"/>
                    </a:lnTo>
                    <a:lnTo>
                      <a:pt x="697" y="413"/>
                    </a:lnTo>
                    <a:lnTo>
                      <a:pt x="691" y="423"/>
                    </a:lnTo>
                    <a:lnTo>
                      <a:pt x="695" y="428"/>
                    </a:lnTo>
                    <a:lnTo>
                      <a:pt x="697" y="440"/>
                    </a:lnTo>
                    <a:lnTo>
                      <a:pt x="689" y="450"/>
                    </a:lnTo>
                    <a:lnTo>
                      <a:pt x="681" y="453"/>
                    </a:lnTo>
                    <a:lnTo>
                      <a:pt x="670" y="459"/>
                    </a:lnTo>
                    <a:lnTo>
                      <a:pt x="672" y="480"/>
                    </a:lnTo>
                    <a:lnTo>
                      <a:pt x="676" y="503"/>
                    </a:lnTo>
                    <a:lnTo>
                      <a:pt x="666" y="511"/>
                    </a:lnTo>
                    <a:lnTo>
                      <a:pt x="664" y="522"/>
                    </a:lnTo>
                    <a:lnTo>
                      <a:pt x="656" y="528"/>
                    </a:lnTo>
                    <a:lnTo>
                      <a:pt x="643" y="534"/>
                    </a:lnTo>
                    <a:lnTo>
                      <a:pt x="639" y="546"/>
                    </a:lnTo>
                    <a:lnTo>
                      <a:pt x="628" y="547"/>
                    </a:lnTo>
                    <a:lnTo>
                      <a:pt x="614" y="551"/>
                    </a:lnTo>
                    <a:lnTo>
                      <a:pt x="612" y="563"/>
                    </a:lnTo>
                    <a:lnTo>
                      <a:pt x="610" y="576"/>
                    </a:lnTo>
                    <a:lnTo>
                      <a:pt x="597" y="580"/>
                    </a:lnTo>
                    <a:lnTo>
                      <a:pt x="587" y="588"/>
                    </a:lnTo>
                    <a:lnTo>
                      <a:pt x="580" y="592"/>
                    </a:lnTo>
                    <a:lnTo>
                      <a:pt x="580" y="607"/>
                    </a:lnTo>
                    <a:lnTo>
                      <a:pt x="578" y="607"/>
                    </a:lnTo>
                    <a:lnTo>
                      <a:pt x="574" y="607"/>
                    </a:lnTo>
                    <a:lnTo>
                      <a:pt x="570" y="609"/>
                    </a:lnTo>
                    <a:lnTo>
                      <a:pt x="568" y="613"/>
                    </a:lnTo>
                    <a:lnTo>
                      <a:pt x="568" y="622"/>
                    </a:lnTo>
                    <a:lnTo>
                      <a:pt x="568" y="626"/>
                    </a:lnTo>
                    <a:lnTo>
                      <a:pt x="580" y="628"/>
                    </a:lnTo>
                    <a:lnTo>
                      <a:pt x="582" y="647"/>
                    </a:lnTo>
                    <a:lnTo>
                      <a:pt x="580" y="657"/>
                    </a:lnTo>
                    <a:lnTo>
                      <a:pt x="572" y="672"/>
                    </a:lnTo>
                    <a:lnTo>
                      <a:pt x="564" y="688"/>
                    </a:lnTo>
                    <a:lnTo>
                      <a:pt x="561" y="699"/>
                    </a:lnTo>
                    <a:lnTo>
                      <a:pt x="561" y="716"/>
                    </a:lnTo>
                    <a:lnTo>
                      <a:pt x="549" y="736"/>
                    </a:lnTo>
                    <a:lnTo>
                      <a:pt x="536" y="751"/>
                    </a:lnTo>
                    <a:lnTo>
                      <a:pt x="536" y="743"/>
                    </a:lnTo>
                    <a:lnTo>
                      <a:pt x="543" y="730"/>
                    </a:lnTo>
                    <a:lnTo>
                      <a:pt x="536" y="728"/>
                    </a:lnTo>
                    <a:lnTo>
                      <a:pt x="530" y="722"/>
                    </a:lnTo>
                    <a:lnTo>
                      <a:pt x="536" y="711"/>
                    </a:lnTo>
                    <a:lnTo>
                      <a:pt x="538" y="709"/>
                    </a:lnTo>
                    <a:lnTo>
                      <a:pt x="539" y="699"/>
                    </a:lnTo>
                    <a:lnTo>
                      <a:pt x="539" y="688"/>
                    </a:lnTo>
                    <a:lnTo>
                      <a:pt x="539" y="684"/>
                    </a:lnTo>
                    <a:lnTo>
                      <a:pt x="539" y="661"/>
                    </a:lnTo>
                    <a:lnTo>
                      <a:pt x="532" y="651"/>
                    </a:lnTo>
                    <a:lnTo>
                      <a:pt x="524" y="655"/>
                    </a:lnTo>
                    <a:lnTo>
                      <a:pt x="516" y="665"/>
                    </a:lnTo>
                    <a:lnTo>
                      <a:pt x="513" y="680"/>
                    </a:lnTo>
                    <a:lnTo>
                      <a:pt x="509" y="689"/>
                    </a:lnTo>
                    <a:lnTo>
                      <a:pt x="501" y="699"/>
                    </a:lnTo>
                    <a:lnTo>
                      <a:pt x="495" y="701"/>
                    </a:lnTo>
                    <a:lnTo>
                      <a:pt x="501" y="711"/>
                    </a:lnTo>
                    <a:lnTo>
                      <a:pt x="501" y="712"/>
                    </a:lnTo>
                    <a:lnTo>
                      <a:pt x="499" y="714"/>
                    </a:lnTo>
                    <a:lnTo>
                      <a:pt x="499" y="718"/>
                    </a:lnTo>
                    <a:lnTo>
                      <a:pt x="503" y="720"/>
                    </a:lnTo>
                    <a:lnTo>
                      <a:pt x="513" y="724"/>
                    </a:lnTo>
                    <a:lnTo>
                      <a:pt x="514" y="728"/>
                    </a:lnTo>
                    <a:lnTo>
                      <a:pt x="511" y="747"/>
                    </a:lnTo>
                    <a:lnTo>
                      <a:pt x="501" y="766"/>
                    </a:lnTo>
                    <a:lnTo>
                      <a:pt x="488" y="780"/>
                    </a:lnTo>
                    <a:lnTo>
                      <a:pt x="495" y="778"/>
                    </a:lnTo>
                    <a:lnTo>
                      <a:pt x="514" y="764"/>
                    </a:lnTo>
                    <a:lnTo>
                      <a:pt x="528" y="755"/>
                    </a:lnTo>
                    <a:lnTo>
                      <a:pt x="524" y="764"/>
                    </a:lnTo>
                    <a:lnTo>
                      <a:pt x="509" y="784"/>
                    </a:lnTo>
                    <a:lnTo>
                      <a:pt x="491" y="797"/>
                    </a:lnTo>
                    <a:lnTo>
                      <a:pt x="480" y="818"/>
                    </a:lnTo>
                    <a:lnTo>
                      <a:pt x="463" y="833"/>
                    </a:lnTo>
                    <a:close/>
                  </a:path>
                </a:pathLst>
              </a:custGeom>
              <a:grpFill/>
              <a:ln w="6350" cmpd="sng">
                <a:solidFill>
                  <a:schemeClr val="bg1"/>
                </a:solidFill>
                <a:round/>
                <a:headEnd/>
                <a:tailEnd/>
              </a:ln>
            </p:spPr>
            <p:txBody>
              <a:bodyPr/>
              <a:lstStyle/>
              <a:p>
                <a:endParaRPr lang="pt-BR"/>
              </a:p>
            </p:txBody>
          </p:sp>
          <p:sp>
            <p:nvSpPr>
              <p:cNvPr id="9" name="Freeform 8">
                <a:extLst>
                  <a:ext uri="{FF2B5EF4-FFF2-40B4-BE49-F238E27FC236}">
                    <a16:creationId xmlns:a16="http://schemas.microsoft.com/office/drawing/2014/main" id="{6544CE99-C0F1-DDFD-3C55-217B74AB7B39}"/>
                  </a:ext>
                </a:extLst>
              </p:cNvPr>
              <p:cNvSpPr>
                <a:spLocks noChangeAspect="1"/>
              </p:cNvSpPr>
              <p:nvPr/>
            </p:nvSpPr>
            <p:spPr bwMode="auto">
              <a:xfrm>
                <a:off x="2434504" y="5334071"/>
                <a:ext cx="402538" cy="291223"/>
              </a:xfrm>
              <a:custGeom>
                <a:avLst/>
                <a:gdLst/>
                <a:ahLst/>
                <a:cxnLst>
                  <a:cxn ang="0">
                    <a:pos x="4" y="59"/>
                  </a:cxn>
                  <a:cxn ang="0">
                    <a:pos x="0" y="98"/>
                  </a:cxn>
                  <a:cxn ang="0">
                    <a:pos x="12" y="132"/>
                  </a:cxn>
                  <a:cxn ang="0">
                    <a:pos x="94" y="144"/>
                  </a:cxn>
                  <a:cxn ang="0">
                    <a:pos x="177" y="167"/>
                  </a:cxn>
                  <a:cxn ang="0">
                    <a:pos x="265" y="215"/>
                  </a:cxn>
                  <a:cxn ang="0">
                    <a:pos x="315" y="288"/>
                  </a:cxn>
                  <a:cxn ang="0">
                    <a:pos x="411" y="303"/>
                  </a:cxn>
                  <a:cxn ang="0">
                    <a:pos x="409" y="361"/>
                  </a:cxn>
                  <a:cxn ang="0">
                    <a:pos x="374" y="413"/>
                  </a:cxn>
                  <a:cxn ang="0">
                    <a:pos x="403" y="403"/>
                  </a:cxn>
                  <a:cxn ang="0">
                    <a:pos x="437" y="409"/>
                  </a:cxn>
                  <a:cxn ang="0">
                    <a:pos x="468" y="378"/>
                  </a:cxn>
                  <a:cxn ang="0">
                    <a:pos x="503" y="351"/>
                  </a:cxn>
                  <a:cxn ang="0">
                    <a:pos x="531" y="334"/>
                  </a:cxn>
                  <a:cxn ang="0">
                    <a:pos x="516" y="307"/>
                  </a:cxn>
                  <a:cxn ang="0">
                    <a:pos x="541" y="313"/>
                  </a:cxn>
                  <a:cxn ang="0">
                    <a:pos x="554" y="319"/>
                  </a:cxn>
                  <a:cxn ang="0">
                    <a:pos x="562" y="313"/>
                  </a:cxn>
                  <a:cxn ang="0">
                    <a:pos x="564" y="280"/>
                  </a:cxn>
                  <a:cxn ang="0">
                    <a:pos x="568" y="244"/>
                  </a:cxn>
                  <a:cxn ang="0">
                    <a:pos x="579" y="205"/>
                  </a:cxn>
                  <a:cxn ang="0">
                    <a:pos x="568" y="157"/>
                  </a:cxn>
                  <a:cxn ang="0">
                    <a:pos x="554" y="130"/>
                  </a:cxn>
                  <a:cxn ang="0">
                    <a:pos x="566" y="88"/>
                  </a:cxn>
                  <a:cxn ang="0">
                    <a:pos x="574" y="56"/>
                  </a:cxn>
                  <a:cxn ang="0">
                    <a:pos x="576" y="35"/>
                  </a:cxn>
                  <a:cxn ang="0">
                    <a:pos x="539" y="11"/>
                  </a:cxn>
                  <a:cxn ang="0">
                    <a:pos x="489" y="19"/>
                  </a:cxn>
                  <a:cxn ang="0">
                    <a:pos x="445" y="31"/>
                  </a:cxn>
                  <a:cxn ang="0">
                    <a:pos x="414" y="2"/>
                  </a:cxn>
                  <a:cxn ang="0">
                    <a:pos x="384" y="13"/>
                  </a:cxn>
                  <a:cxn ang="0">
                    <a:pos x="349" y="4"/>
                  </a:cxn>
                  <a:cxn ang="0">
                    <a:pos x="319" y="27"/>
                  </a:cxn>
                  <a:cxn ang="0">
                    <a:pos x="295" y="29"/>
                  </a:cxn>
                  <a:cxn ang="0">
                    <a:pos x="276" y="52"/>
                  </a:cxn>
                  <a:cxn ang="0">
                    <a:pos x="265" y="81"/>
                  </a:cxn>
                  <a:cxn ang="0">
                    <a:pos x="242" y="77"/>
                  </a:cxn>
                  <a:cxn ang="0">
                    <a:pos x="228" y="79"/>
                  </a:cxn>
                  <a:cxn ang="0">
                    <a:pos x="213" y="77"/>
                  </a:cxn>
                  <a:cxn ang="0">
                    <a:pos x="178" y="67"/>
                  </a:cxn>
                  <a:cxn ang="0">
                    <a:pos x="152" y="48"/>
                  </a:cxn>
                  <a:cxn ang="0">
                    <a:pos x="113" y="42"/>
                  </a:cxn>
                  <a:cxn ang="0">
                    <a:pos x="79" y="35"/>
                  </a:cxn>
                  <a:cxn ang="0">
                    <a:pos x="46" y="23"/>
                  </a:cxn>
                  <a:cxn ang="0">
                    <a:pos x="0" y="29"/>
                  </a:cxn>
                </a:cxnLst>
                <a:rect l="0" t="0" r="r" b="b"/>
                <a:pathLst>
                  <a:path w="583" h="422">
                    <a:moveTo>
                      <a:pt x="0" y="29"/>
                    </a:moveTo>
                    <a:lnTo>
                      <a:pt x="0" y="42"/>
                    </a:lnTo>
                    <a:lnTo>
                      <a:pt x="4" y="59"/>
                    </a:lnTo>
                    <a:lnTo>
                      <a:pt x="13" y="73"/>
                    </a:lnTo>
                    <a:lnTo>
                      <a:pt x="6" y="82"/>
                    </a:lnTo>
                    <a:lnTo>
                      <a:pt x="0" y="98"/>
                    </a:lnTo>
                    <a:lnTo>
                      <a:pt x="0" y="121"/>
                    </a:lnTo>
                    <a:lnTo>
                      <a:pt x="2" y="130"/>
                    </a:lnTo>
                    <a:lnTo>
                      <a:pt x="12" y="132"/>
                    </a:lnTo>
                    <a:lnTo>
                      <a:pt x="44" y="134"/>
                    </a:lnTo>
                    <a:lnTo>
                      <a:pt x="65" y="134"/>
                    </a:lnTo>
                    <a:lnTo>
                      <a:pt x="94" y="144"/>
                    </a:lnTo>
                    <a:lnTo>
                      <a:pt x="123" y="148"/>
                    </a:lnTo>
                    <a:lnTo>
                      <a:pt x="157" y="157"/>
                    </a:lnTo>
                    <a:lnTo>
                      <a:pt x="177" y="167"/>
                    </a:lnTo>
                    <a:lnTo>
                      <a:pt x="201" y="182"/>
                    </a:lnTo>
                    <a:lnTo>
                      <a:pt x="242" y="190"/>
                    </a:lnTo>
                    <a:lnTo>
                      <a:pt x="265" y="215"/>
                    </a:lnTo>
                    <a:lnTo>
                      <a:pt x="284" y="240"/>
                    </a:lnTo>
                    <a:lnTo>
                      <a:pt x="311" y="267"/>
                    </a:lnTo>
                    <a:lnTo>
                      <a:pt x="315" y="288"/>
                    </a:lnTo>
                    <a:lnTo>
                      <a:pt x="343" y="303"/>
                    </a:lnTo>
                    <a:lnTo>
                      <a:pt x="368" y="301"/>
                    </a:lnTo>
                    <a:lnTo>
                      <a:pt x="411" y="303"/>
                    </a:lnTo>
                    <a:lnTo>
                      <a:pt x="428" y="322"/>
                    </a:lnTo>
                    <a:lnTo>
                      <a:pt x="416" y="340"/>
                    </a:lnTo>
                    <a:lnTo>
                      <a:pt x="409" y="361"/>
                    </a:lnTo>
                    <a:lnTo>
                      <a:pt x="388" y="376"/>
                    </a:lnTo>
                    <a:lnTo>
                      <a:pt x="384" y="393"/>
                    </a:lnTo>
                    <a:lnTo>
                      <a:pt x="374" y="413"/>
                    </a:lnTo>
                    <a:lnTo>
                      <a:pt x="384" y="422"/>
                    </a:lnTo>
                    <a:lnTo>
                      <a:pt x="393" y="416"/>
                    </a:lnTo>
                    <a:lnTo>
                      <a:pt x="403" y="403"/>
                    </a:lnTo>
                    <a:lnTo>
                      <a:pt x="418" y="409"/>
                    </a:lnTo>
                    <a:lnTo>
                      <a:pt x="426" y="420"/>
                    </a:lnTo>
                    <a:lnTo>
                      <a:pt x="437" y="409"/>
                    </a:lnTo>
                    <a:lnTo>
                      <a:pt x="447" y="397"/>
                    </a:lnTo>
                    <a:lnTo>
                      <a:pt x="457" y="388"/>
                    </a:lnTo>
                    <a:lnTo>
                      <a:pt x="468" y="378"/>
                    </a:lnTo>
                    <a:lnTo>
                      <a:pt x="482" y="368"/>
                    </a:lnTo>
                    <a:lnTo>
                      <a:pt x="493" y="357"/>
                    </a:lnTo>
                    <a:lnTo>
                      <a:pt x="503" y="351"/>
                    </a:lnTo>
                    <a:lnTo>
                      <a:pt x="520" y="347"/>
                    </a:lnTo>
                    <a:lnTo>
                      <a:pt x="531" y="345"/>
                    </a:lnTo>
                    <a:lnTo>
                      <a:pt x="531" y="334"/>
                    </a:lnTo>
                    <a:lnTo>
                      <a:pt x="524" y="326"/>
                    </a:lnTo>
                    <a:lnTo>
                      <a:pt x="516" y="315"/>
                    </a:lnTo>
                    <a:lnTo>
                      <a:pt x="516" y="307"/>
                    </a:lnTo>
                    <a:lnTo>
                      <a:pt x="531" y="305"/>
                    </a:lnTo>
                    <a:lnTo>
                      <a:pt x="537" y="294"/>
                    </a:lnTo>
                    <a:lnTo>
                      <a:pt x="541" y="313"/>
                    </a:lnTo>
                    <a:lnTo>
                      <a:pt x="543" y="315"/>
                    </a:lnTo>
                    <a:lnTo>
                      <a:pt x="551" y="319"/>
                    </a:lnTo>
                    <a:lnTo>
                      <a:pt x="554" y="319"/>
                    </a:lnTo>
                    <a:lnTo>
                      <a:pt x="558" y="319"/>
                    </a:lnTo>
                    <a:lnTo>
                      <a:pt x="560" y="317"/>
                    </a:lnTo>
                    <a:lnTo>
                      <a:pt x="562" y="313"/>
                    </a:lnTo>
                    <a:lnTo>
                      <a:pt x="564" y="301"/>
                    </a:lnTo>
                    <a:lnTo>
                      <a:pt x="564" y="297"/>
                    </a:lnTo>
                    <a:lnTo>
                      <a:pt x="564" y="280"/>
                    </a:lnTo>
                    <a:lnTo>
                      <a:pt x="566" y="265"/>
                    </a:lnTo>
                    <a:lnTo>
                      <a:pt x="572" y="255"/>
                    </a:lnTo>
                    <a:lnTo>
                      <a:pt x="568" y="244"/>
                    </a:lnTo>
                    <a:lnTo>
                      <a:pt x="568" y="230"/>
                    </a:lnTo>
                    <a:lnTo>
                      <a:pt x="574" y="221"/>
                    </a:lnTo>
                    <a:lnTo>
                      <a:pt x="579" y="205"/>
                    </a:lnTo>
                    <a:lnTo>
                      <a:pt x="583" y="186"/>
                    </a:lnTo>
                    <a:lnTo>
                      <a:pt x="576" y="171"/>
                    </a:lnTo>
                    <a:lnTo>
                      <a:pt x="568" y="157"/>
                    </a:lnTo>
                    <a:lnTo>
                      <a:pt x="562" y="152"/>
                    </a:lnTo>
                    <a:lnTo>
                      <a:pt x="560" y="144"/>
                    </a:lnTo>
                    <a:lnTo>
                      <a:pt x="554" y="130"/>
                    </a:lnTo>
                    <a:lnTo>
                      <a:pt x="554" y="115"/>
                    </a:lnTo>
                    <a:lnTo>
                      <a:pt x="556" y="102"/>
                    </a:lnTo>
                    <a:lnTo>
                      <a:pt x="566" y="88"/>
                    </a:lnTo>
                    <a:lnTo>
                      <a:pt x="566" y="77"/>
                    </a:lnTo>
                    <a:lnTo>
                      <a:pt x="568" y="63"/>
                    </a:lnTo>
                    <a:lnTo>
                      <a:pt x="574" y="56"/>
                    </a:lnTo>
                    <a:lnTo>
                      <a:pt x="566" y="48"/>
                    </a:lnTo>
                    <a:lnTo>
                      <a:pt x="578" y="42"/>
                    </a:lnTo>
                    <a:lnTo>
                      <a:pt x="576" y="35"/>
                    </a:lnTo>
                    <a:lnTo>
                      <a:pt x="576" y="23"/>
                    </a:lnTo>
                    <a:lnTo>
                      <a:pt x="560" y="10"/>
                    </a:lnTo>
                    <a:lnTo>
                      <a:pt x="539" y="11"/>
                    </a:lnTo>
                    <a:lnTo>
                      <a:pt x="512" y="4"/>
                    </a:lnTo>
                    <a:lnTo>
                      <a:pt x="503" y="8"/>
                    </a:lnTo>
                    <a:lnTo>
                      <a:pt x="489" y="19"/>
                    </a:lnTo>
                    <a:lnTo>
                      <a:pt x="476" y="29"/>
                    </a:lnTo>
                    <a:lnTo>
                      <a:pt x="464" y="29"/>
                    </a:lnTo>
                    <a:lnTo>
                      <a:pt x="445" y="31"/>
                    </a:lnTo>
                    <a:lnTo>
                      <a:pt x="432" y="21"/>
                    </a:lnTo>
                    <a:lnTo>
                      <a:pt x="424" y="8"/>
                    </a:lnTo>
                    <a:lnTo>
                      <a:pt x="414" y="2"/>
                    </a:lnTo>
                    <a:lnTo>
                      <a:pt x="399" y="4"/>
                    </a:lnTo>
                    <a:lnTo>
                      <a:pt x="393" y="11"/>
                    </a:lnTo>
                    <a:lnTo>
                      <a:pt x="384" y="13"/>
                    </a:lnTo>
                    <a:lnTo>
                      <a:pt x="370" y="10"/>
                    </a:lnTo>
                    <a:lnTo>
                      <a:pt x="363" y="0"/>
                    </a:lnTo>
                    <a:lnTo>
                      <a:pt x="349" y="4"/>
                    </a:lnTo>
                    <a:lnTo>
                      <a:pt x="340" y="17"/>
                    </a:lnTo>
                    <a:lnTo>
                      <a:pt x="334" y="25"/>
                    </a:lnTo>
                    <a:lnTo>
                      <a:pt x="319" y="27"/>
                    </a:lnTo>
                    <a:lnTo>
                      <a:pt x="319" y="38"/>
                    </a:lnTo>
                    <a:lnTo>
                      <a:pt x="309" y="42"/>
                    </a:lnTo>
                    <a:lnTo>
                      <a:pt x="295" y="29"/>
                    </a:lnTo>
                    <a:lnTo>
                      <a:pt x="284" y="29"/>
                    </a:lnTo>
                    <a:lnTo>
                      <a:pt x="276" y="36"/>
                    </a:lnTo>
                    <a:lnTo>
                      <a:pt x="276" y="52"/>
                    </a:lnTo>
                    <a:lnTo>
                      <a:pt x="274" y="65"/>
                    </a:lnTo>
                    <a:lnTo>
                      <a:pt x="274" y="77"/>
                    </a:lnTo>
                    <a:lnTo>
                      <a:pt x="265" y="81"/>
                    </a:lnTo>
                    <a:lnTo>
                      <a:pt x="259" y="86"/>
                    </a:lnTo>
                    <a:lnTo>
                      <a:pt x="248" y="82"/>
                    </a:lnTo>
                    <a:lnTo>
                      <a:pt x="242" y="77"/>
                    </a:lnTo>
                    <a:lnTo>
                      <a:pt x="230" y="77"/>
                    </a:lnTo>
                    <a:lnTo>
                      <a:pt x="230" y="77"/>
                    </a:lnTo>
                    <a:lnTo>
                      <a:pt x="228" y="79"/>
                    </a:lnTo>
                    <a:lnTo>
                      <a:pt x="226" y="81"/>
                    </a:lnTo>
                    <a:lnTo>
                      <a:pt x="223" y="81"/>
                    </a:lnTo>
                    <a:lnTo>
                      <a:pt x="213" y="77"/>
                    </a:lnTo>
                    <a:lnTo>
                      <a:pt x="209" y="75"/>
                    </a:lnTo>
                    <a:lnTo>
                      <a:pt x="196" y="69"/>
                    </a:lnTo>
                    <a:lnTo>
                      <a:pt x="178" y="67"/>
                    </a:lnTo>
                    <a:lnTo>
                      <a:pt x="173" y="56"/>
                    </a:lnTo>
                    <a:lnTo>
                      <a:pt x="163" y="48"/>
                    </a:lnTo>
                    <a:lnTo>
                      <a:pt x="152" y="48"/>
                    </a:lnTo>
                    <a:lnTo>
                      <a:pt x="142" y="50"/>
                    </a:lnTo>
                    <a:lnTo>
                      <a:pt x="127" y="48"/>
                    </a:lnTo>
                    <a:lnTo>
                      <a:pt x="113" y="42"/>
                    </a:lnTo>
                    <a:lnTo>
                      <a:pt x="100" y="44"/>
                    </a:lnTo>
                    <a:lnTo>
                      <a:pt x="90" y="40"/>
                    </a:lnTo>
                    <a:lnTo>
                      <a:pt x="79" y="35"/>
                    </a:lnTo>
                    <a:lnTo>
                      <a:pt x="69" y="29"/>
                    </a:lnTo>
                    <a:lnTo>
                      <a:pt x="58" y="31"/>
                    </a:lnTo>
                    <a:lnTo>
                      <a:pt x="46" y="23"/>
                    </a:lnTo>
                    <a:lnTo>
                      <a:pt x="31" y="25"/>
                    </a:lnTo>
                    <a:lnTo>
                      <a:pt x="13" y="27"/>
                    </a:lnTo>
                    <a:lnTo>
                      <a:pt x="0" y="29"/>
                    </a:lnTo>
                    <a:close/>
                  </a:path>
                </a:pathLst>
              </a:custGeom>
              <a:grpFill/>
              <a:ln w="6350" cmpd="sng">
                <a:solidFill>
                  <a:schemeClr val="bg1"/>
                </a:solidFill>
                <a:round/>
                <a:headEnd/>
                <a:tailEnd/>
              </a:ln>
            </p:spPr>
            <p:txBody>
              <a:bodyPr/>
              <a:lstStyle/>
              <a:p>
                <a:endParaRPr lang="pt-BR"/>
              </a:p>
            </p:txBody>
          </p:sp>
          <p:sp>
            <p:nvSpPr>
              <p:cNvPr id="28" name="Freeform 9">
                <a:extLst>
                  <a:ext uri="{FF2B5EF4-FFF2-40B4-BE49-F238E27FC236}">
                    <a16:creationId xmlns:a16="http://schemas.microsoft.com/office/drawing/2014/main" id="{6880F3CE-33FA-0B0C-53CE-984D3E357AB3}"/>
                  </a:ext>
                </a:extLst>
              </p:cNvPr>
              <p:cNvSpPr>
                <a:spLocks noChangeAspect="1"/>
              </p:cNvSpPr>
              <p:nvPr/>
            </p:nvSpPr>
            <p:spPr bwMode="auto">
              <a:xfrm>
                <a:off x="2373484" y="5022187"/>
                <a:ext cx="507847" cy="370915"/>
              </a:xfrm>
              <a:custGeom>
                <a:avLst/>
                <a:gdLst/>
                <a:ahLst/>
                <a:cxnLst>
                  <a:cxn ang="0">
                    <a:pos x="9" y="347"/>
                  </a:cxn>
                  <a:cxn ang="0">
                    <a:pos x="29" y="278"/>
                  </a:cxn>
                  <a:cxn ang="0">
                    <a:pos x="36" y="215"/>
                  </a:cxn>
                  <a:cxn ang="0">
                    <a:pos x="65" y="155"/>
                  </a:cxn>
                  <a:cxn ang="0">
                    <a:pos x="94" y="102"/>
                  </a:cxn>
                  <a:cxn ang="0">
                    <a:pos x="123" y="42"/>
                  </a:cxn>
                  <a:cxn ang="0">
                    <a:pos x="172" y="17"/>
                  </a:cxn>
                  <a:cxn ang="0">
                    <a:pos x="226" y="11"/>
                  </a:cxn>
                  <a:cxn ang="0">
                    <a:pos x="274" y="10"/>
                  </a:cxn>
                  <a:cxn ang="0">
                    <a:pos x="303" y="8"/>
                  </a:cxn>
                  <a:cxn ang="0">
                    <a:pos x="337" y="15"/>
                  </a:cxn>
                  <a:cxn ang="0">
                    <a:pos x="387" y="27"/>
                  </a:cxn>
                  <a:cxn ang="0">
                    <a:pos x="433" y="61"/>
                  </a:cxn>
                  <a:cxn ang="0">
                    <a:pos x="483" y="77"/>
                  </a:cxn>
                  <a:cxn ang="0">
                    <a:pos x="537" y="77"/>
                  </a:cxn>
                  <a:cxn ang="0">
                    <a:pos x="566" y="117"/>
                  </a:cxn>
                  <a:cxn ang="0">
                    <a:pos x="575" y="163"/>
                  </a:cxn>
                  <a:cxn ang="0">
                    <a:pos x="573" y="215"/>
                  </a:cxn>
                  <a:cxn ang="0">
                    <a:pos x="587" y="225"/>
                  </a:cxn>
                  <a:cxn ang="0">
                    <a:pos x="598" y="232"/>
                  </a:cxn>
                  <a:cxn ang="0">
                    <a:pos x="602" y="278"/>
                  </a:cxn>
                  <a:cxn ang="0">
                    <a:pos x="631" y="294"/>
                  </a:cxn>
                  <a:cxn ang="0">
                    <a:pos x="687" y="296"/>
                  </a:cxn>
                  <a:cxn ang="0">
                    <a:pos x="687" y="338"/>
                  </a:cxn>
                  <a:cxn ang="0">
                    <a:pos x="727" y="363"/>
                  </a:cxn>
                  <a:cxn ang="0">
                    <a:pos x="721" y="391"/>
                  </a:cxn>
                  <a:cxn ang="0">
                    <a:pos x="683" y="424"/>
                  </a:cxn>
                  <a:cxn ang="0">
                    <a:pos x="669" y="472"/>
                  </a:cxn>
                  <a:cxn ang="0">
                    <a:pos x="648" y="461"/>
                  </a:cxn>
                  <a:cxn ang="0">
                    <a:pos x="591" y="459"/>
                  </a:cxn>
                  <a:cxn ang="0">
                    <a:pos x="552" y="480"/>
                  </a:cxn>
                  <a:cxn ang="0">
                    <a:pos x="512" y="459"/>
                  </a:cxn>
                  <a:cxn ang="0">
                    <a:pos x="481" y="462"/>
                  </a:cxn>
                  <a:cxn ang="0">
                    <a:pos x="451" y="451"/>
                  </a:cxn>
                  <a:cxn ang="0">
                    <a:pos x="422" y="476"/>
                  </a:cxn>
                  <a:cxn ang="0">
                    <a:pos x="397" y="493"/>
                  </a:cxn>
                  <a:cxn ang="0">
                    <a:pos x="364" y="487"/>
                  </a:cxn>
                  <a:cxn ang="0">
                    <a:pos x="362" y="528"/>
                  </a:cxn>
                  <a:cxn ang="0">
                    <a:pos x="336" y="533"/>
                  </a:cxn>
                  <a:cxn ang="0">
                    <a:pos x="318" y="528"/>
                  </a:cxn>
                  <a:cxn ang="0">
                    <a:pos x="311" y="532"/>
                  </a:cxn>
                  <a:cxn ang="0">
                    <a:pos x="284" y="520"/>
                  </a:cxn>
                  <a:cxn ang="0">
                    <a:pos x="251" y="499"/>
                  </a:cxn>
                  <a:cxn ang="0">
                    <a:pos x="215" y="499"/>
                  </a:cxn>
                  <a:cxn ang="0">
                    <a:pos x="178" y="491"/>
                  </a:cxn>
                  <a:cxn ang="0">
                    <a:pos x="146" y="482"/>
                  </a:cxn>
                  <a:cxn ang="0">
                    <a:pos x="101" y="478"/>
                  </a:cxn>
                  <a:cxn ang="0">
                    <a:pos x="82" y="455"/>
                  </a:cxn>
                  <a:cxn ang="0">
                    <a:pos x="71" y="415"/>
                  </a:cxn>
                  <a:cxn ang="0">
                    <a:pos x="36" y="384"/>
                  </a:cxn>
                  <a:cxn ang="0">
                    <a:pos x="2" y="391"/>
                  </a:cxn>
                </a:cxnLst>
                <a:rect l="0" t="0" r="r" b="b"/>
                <a:pathLst>
                  <a:path w="735" h="537">
                    <a:moveTo>
                      <a:pt x="2" y="391"/>
                    </a:moveTo>
                    <a:lnTo>
                      <a:pt x="0" y="365"/>
                    </a:lnTo>
                    <a:lnTo>
                      <a:pt x="9" y="347"/>
                    </a:lnTo>
                    <a:lnTo>
                      <a:pt x="17" y="328"/>
                    </a:lnTo>
                    <a:lnTo>
                      <a:pt x="19" y="296"/>
                    </a:lnTo>
                    <a:lnTo>
                      <a:pt x="29" y="278"/>
                    </a:lnTo>
                    <a:lnTo>
                      <a:pt x="36" y="253"/>
                    </a:lnTo>
                    <a:lnTo>
                      <a:pt x="40" y="230"/>
                    </a:lnTo>
                    <a:lnTo>
                      <a:pt x="36" y="215"/>
                    </a:lnTo>
                    <a:lnTo>
                      <a:pt x="40" y="188"/>
                    </a:lnTo>
                    <a:lnTo>
                      <a:pt x="52" y="163"/>
                    </a:lnTo>
                    <a:lnTo>
                      <a:pt x="65" y="155"/>
                    </a:lnTo>
                    <a:lnTo>
                      <a:pt x="75" y="134"/>
                    </a:lnTo>
                    <a:lnTo>
                      <a:pt x="80" y="117"/>
                    </a:lnTo>
                    <a:lnTo>
                      <a:pt x="94" y="102"/>
                    </a:lnTo>
                    <a:lnTo>
                      <a:pt x="98" y="82"/>
                    </a:lnTo>
                    <a:lnTo>
                      <a:pt x="109" y="58"/>
                    </a:lnTo>
                    <a:lnTo>
                      <a:pt x="123" y="42"/>
                    </a:lnTo>
                    <a:lnTo>
                      <a:pt x="140" y="40"/>
                    </a:lnTo>
                    <a:lnTo>
                      <a:pt x="153" y="23"/>
                    </a:lnTo>
                    <a:lnTo>
                      <a:pt x="172" y="17"/>
                    </a:lnTo>
                    <a:lnTo>
                      <a:pt x="186" y="10"/>
                    </a:lnTo>
                    <a:lnTo>
                      <a:pt x="201" y="8"/>
                    </a:lnTo>
                    <a:lnTo>
                      <a:pt x="226" y="11"/>
                    </a:lnTo>
                    <a:lnTo>
                      <a:pt x="245" y="11"/>
                    </a:lnTo>
                    <a:lnTo>
                      <a:pt x="261" y="13"/>
                    </a:lnTo>
                    <a:lnTo>
                      <a:pt x="274" y="10"/>
                    </a:lnTo>
                    <a:lnTo>
                      <a:pt x="284" y="0"/>
                    </a:lnTo>
                    <a:lnTo>
                      <a:pt x="295" y="2"/>
                    </a:lnTo>
                    <a:lnTo>
                      <a:pt x="303" y="8"/>
                    </a:lnTo>
                    <a:lnTo>
                      <a:pt x="309" y="15"/>
                    </a:lnTo>
                    <a:lnTo>
                      <a:pt x="320" y="13"/>
                    </a:lnTo>
                    <a:lnTo>
                      <a:pt x="337" y="15"/>
                    </a:lnTo>
                    <a:lnTo>
                      <a:pt x="353" y="21"/>
                    </a:lnTo>
                    <a:lnTo>
                      <a:pt x="370" y="21"/>
                    </a:lnTo>
                    <a:lnTo>
                      <a:pt x="387" y="27"/>
                    </a:lnTo>
                    <a:lnTo>
                      <a:pt x="407" y="38"/>
                    </a:lnTo>
                    <a:lnTo>
                      <a:pt x="418" y="48"/>
                    </a:lnTo>
                    <a:lnTo>
                      <a:pt x="433" y="61"/>
                    </a:lnTo>
                    <a:lnTo>
                      <a:pt x="443" y="67"/>
                    </a:lnTo>
                    <a:lnTo>
                      <a:pt x="456" y="75"/>
                    </a:lnTo>
                    <a:lnTo>
                      <a:pt x="483" y="77"/>
                    </a:lnTo>
                    <a:lnTo>
                      <a:pt x="497" y="75"/>
                    </a:lnTo>
                    <a:lnTo>
                      <a:pt x="514" y="75"/>
                    </a:lnTo>
                    <a:lnTo>
                      <a:pt x="537" y="77"/>
                    </a:lnTo>
                    <a:lnTo>
                      <a:pt x="550" y="90"/>
                    </a:lnTo>
                    <a:lnTo>
                      <a:pt x="556" y="102"/>
                    </a:lnTo>
                    <a:lnTo>
                      <a:pt x="566" y="117"/>
                    </a:lnTo>
                    <a:lnTo>
                      <a:pt x="575" y="130"/>
                    </a:lnTo>
                    <a:lnTo>
                      <a:pt x="575" y="144"/>
                    </a:lnTo>
                    <a:lnTo>
                      <a:pt x="575" y="163"/>
                    </a:lnTo>
                    <a:lnTo>
                      <a:pt x="572" y="180"/>
                    </a:lnTo>
                    <a:lnTo>
                      <a:pt x="573" y="200"/>
                    </a:lnTo>
                    <a:lnTo>
                      <a:pt x="573" y="215"/>
                    </a:lnTo>
                    <a:lnTo>
                      <a:pt x="573" y="223"/>
                    </a:lnTo>
                    <a:lnTo>
                      <a:pt x="585" y="225"/>
                    </a:lnTo>
                    <a:lnTo>
                      <a:pt x="587" y="225"/>
                    </a:lnTo>
                    <a:lnTo>
                      <a:pt x="591" y="226"/>
                    </a:lnTo>
                    <a:lnTo>
                      <a:pt x="596" y="228"/>
                    </a:lnTo>
                    <a:lnTo>
                      <a:pt x="598" y="232"/>
                    </a:lnTo>
                    <a:lnTo>
                      <a:pt x="600" y="244"/>
                    </a:lnTo>
                    <a:lnTo>
                      <a:pt x="600" y="253"/>
                    </a:lnTo>
                    <a:lnTo>
                      <a:pt x="602" y="278"/>
                    </a:lnTo>
                    <a:lnTo>
                      <a:pt x="608" y="290"/>
                    </a:lnTo>
                    <a:lnTo>
                      <a:pt x="619" y="292"/>
                    </a:lnTo>
                    <a:lnTo>
                      <a:pt x="631" y="294"/>
                    </a:lnTo>
                    <a:lnTo>
                      <a:pt x="648" y="296"/>
                    </a:lnTo>
                    <a:lnTo>
                      <a:pt x="669" y="296"/>
                    </a:lnTo>
                    <a:lnTo>
                      <a:pt x="687" y="296"/>
                    </a:lnTo>
                    <a:lnTo>
                      <a:pt x="698" y="313"/>
                    </a:lnTo>
                    <a:lnTo>
                      <a:pt x="689" y="322"/>
                    </a:lnTo>
                    <a:lnTo>
                      <a:pt x="687" y="338"/>
                    </a:lnTo>
                    <a:lnTo>
                      <a:pt x="702" y="347"/>
                    </a:lnTo>
                    <a:lnTo>
                      <a:pt x="717" y="345"/>
                    </a:lnTo>
                    <a:lnTo>
                      <a:pt x="727" y="363"/>
                    </a:lnTo>
                    <a:lnTo>
                      <a:pt x="735" y="370"/>
                    </a:lnTo>
                    <a:lnTo>
                      <a:pt x="733" y="384"/>
                    </a:lnTo>
                    <a:lnTo>
                      <a:pt x="721" y="391"/>
                    </a:lnTo>
                    <a:lnTo>
                      <a:pt x="708" y="401"/>
                    </a:lnTo>
                    <a:lnTo>
                      <a:pt x="696" y="416"/>
                    </a:lnTo>
                    <a:lnTo>
                      <a:pt x="683" y="424"/>
                    </a:lnTo>
                    <a:lnTo>
                      <a:pt x="669" y="439"/>
                    </a:lnTo>
                    <a:lnTo>
                      <a:pt x="671" y="455"/>
                    </a:lnTo>
                    <a:lnTo>
                      <a:pt x="669" y="472"/>
                    </a:lnTo>
                    <a:lnTo>
                      <a:pt x="664" y="476"/>
                    </a:lnTo>
                    <a:lnTo>
                      <a:pt x="664" y="474"/>
                    </a:lnTo>
                    <a:lnTo>
                      <a:pt x="648" y="461"/>
                    </a:lnTo>
                    <a:lnTo>
                      <a:pt x="627" y="462"/>
                    </a:lnTo>
                    <a:lnTo>
                      <a:pt x="600" y="455"/>
                    </a:lnTo>
                    <a:lnTo>
                      <a:pt x="591" y="459"/>
                    </a:lnTo>
                    <a:lnTo>
                      <a:pt x="577" y="470"/>
                    </a:lnTo>
                    <a:lnTo>
                      <a:pt x="564" y="480"/>
                    </a:lnTo>
                    <a:lnTo>
                      <a:pt x="552" y="480"/>
                    </a:lnTo>
                    <a:lnTo>
                      <a:pt x="533" y="482"/>
                    </a:lnTo>
                    <a:lnTo>
                      <a:pt x="520" y="472"/>
                    </a:lnTo>
                    <a:lnTo>
                      <a:pt x="512" y="459"/>
                    </a:lnTo>
                    <a:lnTo>
                      <a:pt x="502" y="453"/>
                    </a:lnTo>
                    <a:lnTo>
                      <a:pt x="487" y="455"/>
                    </a:lnTo>
                    <a:lnTo>
                      <a:pt x="481" y="462"/>
                    </a:lnTo>
                    <a:lnTo>
                      <a:pt x="472" y="464"/>
                    </a:lnTo>
                    <a:lnTo>
                      <a:pt x="458" y="461"/>
                    </a:lnTo>
                    <a:lnTo>
                      <a:pt x="451" y="451"/>
                    </a:lnTo>
                    <a:lnTo>
                      <a:pt x="437" y="455"/>
                    </a:lnTo>
                    <a:lnTo>
                      <a:pt x="428" y="468"/>
                    </a:lnTo>
                    <a:lnTo>
                      <a:pt x="422" y="476"/>
                    </a:lnTo>
                    <a:lnTo>
                      <a:pt x="407" y="478"/>
                    </a:lnTo>
                    <a:lnTo>
                      <a:pt x="407" y="489"/>
                    </a:lnTo>
                    <a:lnTo>
                      <a:pt x="397" y="493"/>
                    </a:lnTo>
                    <a:lnTo>
                      <a:pt x="383" y="480"/>
                    </a:lnTo>
                    <a:lnTo>
                      <a:pt x="372" y="480"/>
                    </a:lnTo>
                    <a:lnTo>
                      <a:pt x="364" y="487"/>
                    </a:lnTo>
                    <a:lnTo>
                      <a:pt x="364" y="503"/>
                    </a:lnTo>
                    <a:lnTo>
                      <a:pt x="362" y="516"/>
                    </a:lnTo>
                    <a:lnTo>
                      <a:pt x="362" y="528"/>
                    </a:lnTo>
                    <a:lnTo>
                      <a:pt x="353" y="532"/>
                    </a:lnTo>
                    <a:lnTo>
                      <a:pt x="347" y="537"/>
                    </a:lnTo>
                    <a:lnTo>
                      <a:pt x="336" y="533"/>
                    </a:lnTo>
                    <a:lnTo>
                      <a:pt x="330" y="528"/>
                    </a:lnTo>
                    <a:lnTo>
                      <a:pt x="318" y="528"/>
                    </a:lnTo>
                    <a:lnTo>
                      <a:pt x="318" y="528"/>
                    </a:lnTo>
                    <a:lnTo>
                      <a:pt x="316" y="530"/>
                    </a:lnTo>
                    <a:lnTo>
                      <a:pt x="314" y="532"/>
                    </a:lnTo>
                    <a:lnTo>
                      <a:pt x="311" y="532"/>
                    </a:lnTo>
                    <a:lnTo>
                      <a:pt x="301" y="528"/>
                    </a:lnTo>
                    <a:lnTo>
                      <a:pt x="297" y="526"/>
                    </a:lnTo>
                    <a:lnTo>
                      <a:pt x="284" y="520"/>
                    </a:lnTo>
                    <a:lnTo>
                      <a:pt x="266" y="518"/>
                    </a:lnTo>
                    <a:lnTo>
                      <a:pt x="261" y="507"/>
                    </a:lnTo>
                    <a:lnTo>
                      <a:pt x="251" y="499"/>
                    </a:lnTo>
                    <a:lnTo>
                      <a:pt x="240" y="499"/>
                    </a:lnTo>
                    <a:lnTo>
                      <a:pt x="230" y="501"/>
                    </a:lnTo>
                    <a:lnTo>
                      <a:pt x="215" y="499"/>
                    </a:lnTo>
                    <a:lnTo>
                      <a:pt x="201" y="493"/>
                    </a:lnTo>
                    <a:lnTo>
                      <a:pt x="188" y="495"/>
                    </a:lnTo>
                    <a:lnTo>
                      <a:pt x="178" y="491"/>
                    </a:lnTo>
                    <a:lnTo>
                      <a:pt x="167" y="486"/>
                    </a:lnTo>
                    <a:lnTo>
                      <a:pt x="157" y="480"/>
                    </a:lnTo>
                    <a:lnTo>
                      <a:pt x="146" y="482"/>
                    </a:lnTo>
                    <a:lnTo>
                      <a:pt x="134" y="474"/>
                    </a:lnTo>
                    <a:lnTo>
                      <a:pt x="119" y="476"/>
                    </a:lnTo>
                    <a:lnTo>
                      <a:pt x="101" y="478"/>
                    </a:lnTo>
                    <a:lnTo>
                      <a:pt x="88" y="480"/>
                    </a:lnTo>
                    <a:lnTo>
                      <a:pt x="84" y="470"/>
                    </a:lnTo>
                    <a:lnTo>
                      <a:pt x="82" y="455"/>
                    </a:lnTo>
                    <a:lnTo>
                      <a:pt x="75" y="445"/>
                    </a:lnTo>
                    <a:lnTo>
                      <a:pt x="73" y="426"/>
                    </a:lnTo>
                    <a:lnTo>
                      <a:pt x="71" y="415"/>
                    </a:lnTo>
                    <a:lnTo>
                      <a:pt x="57" y="405"/>
                    </a:lnTo>
                    <a:lnTo>
                      <a:pt x="52" y="393"/>
                    </a:lnTo>
                    <a:lnTo>
                      <a:pt x="36" y="384"/>
                    </a:lnTo>
                    <a:lnTo>
                      <a:pt x="25" y="386"/>
                    </a:lnTo>
                    <a:lnTo>
                      <a:pt x="13" y="386"/>
                    </a:lnTo>
                    <a:lnTo>
                      <a:pt x="2" y="391"/>
                    </a:lnTo>
                    <a:close/>
                  </a:path>
                </a:pathLst>
              </a:custGeom>
              <a:grpFill/>
              <a:ln w="6350" cmpd="sng">
                <a:solidFill>
                  <a:schemeClr val="bg1"/>
                </a:solidFill>
                <a:round/>
                <a:headEnd/>
                <a:tailEnd/>
              </a:ln>
            </p:spPr>
            <p:txBody>
              <a:bodyPr/>
              <a:lstStyle/>
              <a:p>
                <a:endParaRPr lang="pt-BR"/>
              </a:p>
            </p:txBody>
          </p:sp>
          <p:sp>
            <p:nvSpPr>
              <p:cNvPr id="29" name="Freeform 10">
                <a:extLst>
                  <a:ext uri="{FF2B5EF4-FFF2-40B4-BE49-F238E27FC236}">
                    <a16:creationId xmlns:a16="http://schemas.microsoft.com/office/drawing/2014/main" id="{4FD66638-C6F3-9572-12D9-F0C6782831B0}"/>
                  </a:ext>
                </a:extLst>
              </p:cNvPr>
              <p:cNvSpPr>
                <a:spLocks noChangeAspect="1"/>
              </p:cNvSpPr>
              <p:nvPr/>
            </p:nvSpPr>
            <p:spPr bwMode="auto">
              <a:xfrm>
                <a:off x="3406894" y="4708336"/>
                <a:ext cx="207666" cy="279416"/>
              </a:xfrm>
              <a:custGeom>
                <a:avLst/>
                <a:gdLst/>
                <a:ahLst/>
                <a:cxnLst>
                  <a:cxn ang="0">
                    <a:pos x="277" y="205"/>
                  </a:cxn>
                  <a:cxn ang="0">
                    <a:pos x="271" y="217"/>
                  </a:cxn>
                  <a:cxn ang="0">
                    <a:pos x="252" y="232"/>
                  </a:cxn>
                  <a:cxn ang="0">
                    <a:pos x="229" y="250"/>
                  </a:cxn>
                  <a:cxn ang="0">
                    <a:pos x="211" y="278"/>
                  </a:cxn>
                  <a:cxn ang="0">
                    <a:pos x="196" y="300"/>
                  </a:cxn>
                  <a:cxn ang="0">
                    <a:pos x="188" y="330"/>
                  </a:cxn>
                  <a:cxn ang="0">
                    <a:pos x="169" y="351"/>
                  </a:cxn>
                  <a:cxn ang="0">
                    <a:pos x="156" y="374"/>
                  </a:cxn>
                  <a:cxn ang="0">
                    <a:pos x="133" y="371"/>
                  </a:cxn>
                  <a:cxn ang="0">
                    <a:pos x="119" y="390"/>
                  </a:cxn>
                  <a:cxn ang="0">
                    <a:pos x="106" y="405"/>
                  </a:cxn>
                  <a:cxn ang="0">
                    <a:pos x="96" y="397"/>
                  </a:cxn>
                  <a:cxn ang="0">
                    <a:pos x="79" y="384"/>
                  </a:cxn>
                  <a:cxn ang="0">
                    <a:pos x="41" y="380"/>
                  </a:cxn>
                  <a:cxn ang="0">
                    <a:pos x="25" y="372"/>
                  </a:cxn>
                  <a:cxn ang="0">
                    <a:pos x="25" y="346"/>
                  </a:cxn>
                  <a:cxn ang="0">
                    <a:pos x="0" y="338"/>
                  </a:cxn>
                  <a:cxn ang="0">
                    <a:pos x="6" y="319"/>
                  </a:cxn>
                  <a:cxn ang="0">
                    <a:pos x="12" y="290"/>
                  </a:cxn>
                  <a:cxn ang="0">
                    <a:pos x="29" y="271"/>
                  </a:cxn>
                  <a:cxn ang="0">
                    <a:pos x="62" y="267"/>
                  </a:cxn>
                  <a:cxn ang="0">
                    <a:pos x="85" y="242"/>
                  </a:cxn>
                  <a:cxn ang="0">
                    <a:pos x="104" y="217"/>
                  </a:cxn>
                  <a:cxn ang="0">
                    <a:pos x="127" y="204"/>
                  </a:cxn>
                  <a:cxn ang="0">
                    <a:pos x="140" y="186"/>
                  </a:cxn>
                  <a:cxn ang="0">
                    <a:pos x="133" y="157"/>
                  </a:cxn>
                  <a:cxn ang="0">
                    <a:pos x="115" y="136"/>
                  </a:cxn>
                  <a:cxn ang="0">
                    <a:pos x="125" y="113"/>
                  </a:cxn>
                  <a:cxn ang="0">
                    <a:pos x="135" y="88"/>
                  </a:cxn>
                  <a:cxn ang="0">
                    <a:pos x="123" y="69"/>
                  </a:cxn>
                  <a:cxn ang="0">
                    <a:pos x="110" y="50"/>
                  </a:cxn>
                  <a:cxn ang="0">
                    <a:pos x="119" y="29"/>
                  </a:cxn>
                  <a:cxn ang="0">
                    <a:pos x="142" y="21"/>
                  </a:cxn>
                  <a:cxn ang="0">
                    <a:pos x="148" y="4"/>
                  </a:cxn>
                  <a:cxn ang="0">
                    <a:pos x="192" y="6"/>
                  </a:cxn>
                  <a:cxn ang="0">
                    <a:pos x="225" y="4"/>
                  </a:cxn>
                  <a:cxn ang="0">
                    <a:pos x="252" y="33"/>
                  </a:cxn>
                  <a:cxn ang="0">
                    <a:pos x="284" y="60"/>
                  </a:cxn>
                  <a:cxn ang="0">
                    <a:pos x="300" y="83"/>
                  </a:cxn>
                  <a:cxn ang="0">
                    <a:pos x="288" y="125"/>
                  </a:cxn>
                  <a:cxn ang="0">
                    <a:pos x="286" y="154"/>
                  </a:cxn>
                  <a:cxn ang="0">
                    <a:pos x="294" y="186"/>
                  </a:cxn>
                  <a:cxn ang="0">
                    <a:pos x="286" y="205"/>
                  </a:cxn>
                </a:cxnLst>
                <a:rect l="0" t="0" r="r" b="b"/>
                <a:pathLst>
                  <a:path w="300" h="405">
                    <a:moveTo>
                      <a:pt x="286" y="205"/>
                    </a:moveTo>
                    <a:lnTo>
                      <a:pt x="277" y="205"/>
                    </a:lnTo>
                    <a:lnTo>
                      <a:pt x="261" y="207"/>
                    </a:lnTo>
                    <a:lnTo>
                      <a:pt x="271" y="217"/>
                    </a:lnTo>
                    <a:lnTo>
                      <a:pt x="259" y="223"/>
                    </a:lnTo>
                    <a:lnTo>
                      <a:pt x="252" y="232"/>
                    </a:lnTo>
                    <a:lnTo>
                      <a:pt x="238" y="232"/>
                    </a:lnTo>
                    <a:lnTo>
                      <a:pt x="229" y="250"/>
                    </a:lnTo>
                    <a:lnTo>
                      <a:pt x="221" y="265"/>
                    </a:lnTo>
                    <a:lnTo>
                      <a:pt x="211" y="278"/>
                    </a:lnTo>
                    <a:lnTo>
                      <a:pt x="202" y="284"/>
                    </a:lnTo>
                    <a:lnTo>
                      <a:pt x="196" y="300"/>
                    </a:lnTo>
                    <a:lnTo>
                      <a:pt x="196" y="317"/>
                    </a:lnTo>
                    <a:lnTo>
                      <a:pt x="188" y="330"/>
                    </a:lnTo>
                    <a:lnTo>
                      <a:pt x="175" y="338"/>
                    </a:lnTo>
                    <a:lnTo>
                      <a:pt x="169" y="351"/>
                    </a:lnTo>
                    <a:lnTo>
                      <a:pt x="156" y="361"/>
                    </a:lnTo>
                    <a:lnTo>
                      <a:pt x="156" y="374"/>
                    </a:lnTo>
                    <a:lnTo>
                      <a:pt x="144" y="374"/>
                    </a:lnTo>
                    <a:lnTo>
                      <a:pt x="133" y="371"/>
                    </a:lnTo>
                    <a:lnTo>
                      <a:pt x="117" y="378"/>
                    </a:lnTo>
                    <a:lnTo>
                      <a:pt x="119" y="390"/>
                    </a:lnTo>
                    <a:lnTo>
                      <a:pt x="110" y="403"/>
                    </a:lnTo>
                    <a:lnTo>
                      <a:pt x="106" y="405"/>
                    </a:lnTo>
                    <a:lnTo>
                      <a:pt x="106" y="403"/>
                    </a:lnTo>
                    <a:lnTo>
                      <a:pt x="96" y="397"/>
                    </a:lnTo>
                    <a:lnTo>
                      <a:pt x="87" y="395"/>
                    </a:lnTo>
                    <a:lnTo>
                      <a:pt x="79" y="384"/>
                    </a:lnTo>
                    <a:lnTo>
                      <a:pt x="60" y="382"/>
                    </a:lnTo>
                    <a:lnTo>
                      <a:pt x="41" y="380"/>
                    </a:lnTo>
                    <a:lnTo>
                      <a:pt x="31" y="378"/>
                    </a:lnTo>
                    <a:lnTo>
                      <a:pt x="25" y="372"/>
                    </a:lnTo>
                    <a:lnTo>
                      <a:pt x="25" y="363"/>
                    </a:lnTo>
                    <a:lnTo>
                      <a:pt x="25" y="346"/>
                    </a:lnTo>
                    <a:lnTo>
                      <a:pt x="8" y="340"/>
                    </a:lnTo>
                    <a:lnTo>
                      <a:pt x="0" y="338"/>
                    </a:lnTo>
                    <a:lnTo>
                      <a:pt x="2" y="334"/>
                    </a:lnTo>
                    <a:lnTo>
                      <a:pt x="6" y="319"/>
                    </a:lnTo>
                    <a:lnTo>
                      <a:pt x="12" y="305"/>
                    </a:lnTo>
                    <a:lnTo>
                      <a:pt x="12" y="290"/>
                    </a:lnTo>
                    <a:lnTo>
                      <a:pt x="21" y="280"/>
                    </a:lnTo>
                    <a:lnTo>
                      <a:pt x="29" y="271"/>
                    </a:lnTo>
                    <a:lnTo>
                      <a:pt x="46" y="271"/>
                    </a:lnTo>
                    <a:lnTo>
                      <a:pt x="62" y="267"/>
                    </a:lnTo>
                    <a:lnTo>
                      <a:pt x="73" y="255"/>
                    </a:lnTo>
                    <a:lnTo>
                      <a:pt x="85" y="242"/>
                    </a:lnTo>
                    <a:lnTo>
                      <a:pt x="92" y="230"/>
                    </a:lnTo>
                    <a:lnTo>
                      <a:pt x="104" y="217"/>
                    </a:lnTo>
                    <a:lnTo>
                      <a:pt x="121" y="217"/>
                    </a:lnTo>
                    <a:lnTo>
                      <a:pt x="127" y="204"/>
                    </a:lnTo>
                    <a:lnTo>
                      <a:pt x="127" y="192"/>
                    </a:lnTo>
                    <a:lnTo>
                      <a:pt x="140" y="186"/>
                    </a:lnTo>
                    <a:lnTo>
                      <a:pt x="140" y="169"/>
                    </a:lnTo>
                    <a:lnTo>
                      <a:pt x="133" y="157"/>
                    </a:lnTo>
                    <a:lnTo>
                      <a:pt x="131" y="148"/>
                    </a:lnTo>
                    <a:lnTo>
                      <a:pt x="115" y="136"/>
                    </a:lnTo>
                    <a:lnTo>
                      <a:pt x="117" y="123"/>
                    </a:lnTo>
                    <a:lnTo>
                      <a:pt x="125" y="113"/>
                    </a:lnTo>
                    <a:lnTo>
                      <a:pt x="135" y="110"/>
                    </a:lnTo>
                    <a:lnTo>
                      <a:pt x="135" y="88"/>
                    </a:lnTo>
                    <a:lnTo>
                      <a:pt x="123" y="81"/>
                    </a:lnTo>
                    <a:lnTo>
                      <a:pt x="123" y="69"/>
                    </a:lnTo>
                    <a:lnTo>
                      <a:pt x="110" y="63"/>
                    </a:lnTo>
                    <a:lnTo>
                      <a:pt x="110" y="50"/>
                    </a:lnTo>
                    <a:lnTo>
                      <a:pt x="119" y="44"/>
                    </a:lnTo>
                    <a:lnTo>
                      <a:pt x="119" y="29"/>
                    </a:lnTo>
                    <a:lnTo>
                      <a:pt x="131" y="21"/>
                    </a:lnTo>
                    <a:lnTo>
                      <a:pt x="142" y="21"/>
                    </a:lnTo>
                    <a:lnTo>
                      <a:pt x="142" y="10"/>
                    </a:lnTo>
                    <a:lnTo>
                      <a:pt x="148" y="4"/>
                    </a:lnTo>
                    <a:lnTo>
                      <a:pt x="169" y="4"/>
                    </a:lnTo>
                    <a:lnTo>
                      <a:pt x="192" y="6"/>
                    </a:lnTo>
                    <a:lnTo>
                      <a:pt x="211" y="0"/>
                    </a:lnTo>
                    <a:lnTo>
                      <a:pt x="225" y="4"/>
                    </a:lnTo>
                    <a:lnTo>
                      <a:pt x="232" y="21"/>
                    </a:lnTo>
                    <a:lnTo>
                      <a:pt x="252" y="33"/>
                    </a:lnTo>
                    <a:lnTo>
                      <a:pt x="271" y="44"/>
                    </a:lnTo>
                    <a:lnTo>
                      <a:pt x="284" y="60"/>
                    </a:lnTo>
                    <a:lnTo>
                      <a:pt x="300" y="65"/>
                    </a:lnTo>
                    <a:lnTo>
                      <a:pt x="300" y="83"/>
                    </a:lnTo>
                    <a:lnTo>
                      <a:pt x="292" y="104"/>
                    </a:lnTo>
                    <a:lnTo>
                      <a:pt x="288" y="125"/>
                    </a:lnTo>
                    <a:lnTo>
                      <a:pt x="292" y="142"/>
                    </a:lnTo>
                    <a:lnTo>
                      <a:pt x="286" y="154"/>
                    </a:lnTo>
                    <a:lnTo>
                      <a:pt x="286" y="175"/>
                    </a:lnTo>
                    <a:lnTo>
                      <a:pt x="294" y="186"/>
                    </a:lnTo>
                    <a:lnTo>
                      <a:pt x="292" y="198"/>
                    </a:lnTo>
                    <a:lnTo>
                      <a:pt x="286" y="205"/>
                    </a:lnTo>
                    <a:close/>
                  </a:path>
                </a:pathLst>
              </a:custGeom>
              <a:grpFill/>
              <a:ln w="6350" cmpd="sng">
                <a:solidFill>
                  <a:schemeClr val="bg1"/>
                </a:solidFill>
                <a:round/>
                <a:headEnd/>
                <a:tailEnd/>
              </a:ln>
            </p:spPr>
            <p:txBody>
              <a:bodyPr/>
              <a:lstStyle/>
              <a:p>
                <a:endParaRPr lang="pt-BR"/>
              </a:p>
            </p:txBody>
          </p:sp>
          <p:sp>
            <p:nvSpPr>
              <p:cNvPr id="30" name="Freeform 11">
                <a:extLst>
                  <a:ext uri="{FF2B5EF4-FFF2-40B4-BE49-F238E27FC236}">
                    <a16:creationId xmlns:a16="http://schemas.microsoft.com/office/drawing/2014/main" id="{8361B739-FD9A-D850-BD84-2BD481430FF1}"/>
                  </a:ext>
                </a:extLst>
              </p:cNvPr>
              <p:cNvSpPr>
                <a:spLocks noChangeAspect="1"/>
              </p:cNvSpPr>
              <p:nvPr/>
            </p:nvSpPr>
            <p:spPr bwMode="auto">
              <a:xfrm>
                <a:off x="3798605" y="3935021"/>
                <a:ext cx="263766" cy="252852"/>
              </a:xfrm>
              <a:custGeom>
                <a:avLst/>
                <a:gdLst/>
                <a:ahLst/>
                <a:cxnLst>
                  <a:cxn ang="0">
                    <a:pos x="311" y="133"/>
                  </a:cxn>
                  <a:cxn ang="0">
                    <a:pos x="340" y="123"/>
                  </a:cxn>
                  <a:cxn ang="0">
                    <a:pos x="367" y="98"/>
                  </a:cxn>
                  <a:cxn ang="0">
                    <a:pos x="371" y="62"/>
                  </a:cxn>
                  <a:cxn ang="0">
                    <a:pos x="372" y="41"/>
                  </a:cxn>
                  <a:cxn ang="0">
                    <a:pos x="325" y="25"/>
                  </a:cxn>
                  <a:cxn ang="0">
                    <a:pos x="275" y="33"/>
                  </a:cxn>
                  <a:cxn ang="0">
                    <a:pos x="259" y="62"/>
                  </a:cxn>
                  <a:cxn ang="0">
                    <a:pos x="225" y="67"/>
                  </a:cxn>
                  <a:cxn ang="0">
                    <a:pos x="206" y="83"/>
                  </a:cxn>
                  <a:cxn ang="0">
                    <a:pos x="175" y="73"/>
                  </a:cxn>
                  <a:cxn ang="0">
                    <a:pos x="158" y="85"/>
                  </a:cxn>
                  <a:cxn ang="0">
                    <a:pos x="117" y="58"/>
                  </a:cxn>
                  <a:cxn ang="0">
                    <a:pos x="90" y="27"/>
                  </a:cxn>
                  <a:cxn ang="0">
                    <a:pos x="71" y="0"/>
                  </a:cxn>
                  <a:cxn ang="0">
                    <a:pos x="50" y="25"/>
                  </a:cxn>
                  <a:cxn ang="0">
                    <a:pos x="16" y="44"/>
                  </a:cxn>
                  <a:cxn ang="0">
                    <a:pos x="12" y="69"/>
                  </a:cxn>
                  <a:cxn ang="0">
                    <a:pos x="27" y="112"/>
                  </a:cxn>
                  <a:cxn ang="0">
                    <a:pos x="48" y="138"/>
                  </a:cxn>
                  <a:cxn ang="0">
                    <a:pos x="62" y="169"/>
                  </a:cxn>
                  <a:cxn ang="0">
                    <a:pos x="52" y="192"/>
                  </a:cxn>
                  <a:cxn ang="0">
                    <a:pos x="60" y="231"/>
                  </a:cxn>
                  <a:cxn ang="0">
                    <a:pos x="39" y="246"/>
                  </a:cxn>
                  <a:cxn ang="0">
                    <a:pos x="6" y="246"/>
                  </a:cxn>
                  <a:cxn ang="0">
                    <a:pos x="6" y="275"/>
                  </a:cxn>
                  <a:cxn ang="0">
                    <a:pos x="12" y="309"/>
                  </a:cxn>
                  <a:cxn ang="0">
                    <a:pos x="29" y="328"/>
                  </a:cxn>
                  <a:cxn ang="0">
                    <a:pos x="44" y="351"/>
                  </a:cxn>
                  <a:cxn ang="0">
                    <a:pos x="62" y="365"/>
                  </a:cxn>
                  <a:cxn ang="0">
                    <a:pos x="64" y="351"/>
                  </a:cxn>
                  <a:cxn ang="0">
                    <a:pos x="69" y="326"/>
                  </a:cxn>
                  <a:cxn ang="0">
                    <a:pos x="100" y="326"/>
                  </a:cxn>
                  <a:cxn ang="0">
                    <a:pos x="115" y="284"/>
                  </a:cxn>
                  <a:cxn ang="0">
                    <a:pos x="133" y="255"/>
                  </a:cxn>
                  <a:cxn ang="0">
                    <a:pos x="138" y="279"/>
                  </a:cxn>
                  <a:cxn ang="0">
                    <a:pos x="175" y="259"/>
                  </a:cxn>
                  <a:cxn ang="0">
                    <a:pos x="202" y="236"/>
                  </a:cxn>
                  <a:cxn ang="0">
                    <a:pos x="240" y="215"/>
                  </a:cxn>
                  <a:cxn ang="0">
                    <a:pos x="271" y="184"/>
                  </a:cxn>
                  <a:cxn ang="0">
                    <a:pos x="292" y="150"/>
                  </a:cxn>
                </a:cxnLst>
                <a:rect l="0" t="0" r="r" b="b"/>
                <a:pathLst>
                  <a:path w="382" h="365">
                    <a:moveTo>
                      <a:pt x="309" y="144"/>
                    </a:moveTo>
                    <a:lnTo>
                      <a:pt x="311" y="133"/>
                    </a:lnTo>
                    <a:lnTo>
                      <a:pt x="323" y="123"/>
                    </a:lnTo>
                    <a:lnTo>
                      <a:pt x="340" y="123"/>
                    </a:lnTo>
                    <a:lnTo>
                      <a:pt x="342" y="108"/>
                    </a:lnTo>
                    <a:lnTo>
                      <a:pt x="367" y="98"/>
                    </a:lnTo>
                    <a:lnTo>
                      <a:pt x="367" y="81"/>
                    </a:lnTo>
                    <a:lnTo>
                      <a:pt x="371" y="62"/>
                    </a:lnTo>
                    <a:lnTo>
                      <a:pt x="382" y="52"/>
                    </a:lnTo>
                    <a:lnTo>
                      <a:pt x="372" y="41"/>
                    </a:lnTo>
                    <a:lnTo>
                      <a:pt x="351" y="31"/>
                    </a:lnTo>
                    <a:lnTo>
                      <a:pt x="325" y="25"/>
                    </a:lnTo>
                    <a:lnTo>
                      <a:pt x="294" y="27"/>
                    </a:lnTo>
                    <a:lnTo>
                      <a:pt x="275" y="33"/>
                    </a:lnTo>
                    <a:lnTo>
                      <a:pt x="269" y="48"/>
                    </a:lnTo>
                    <a:lnTo>
                      <a:pt x="259" y="62"/>
                    </a:lnTo>
                    <a:lnTo>
                      <a:pt x="238" y="64"/>
                    </a:lnTo>
                    <a:lnTo>
                      <a:pt x="225" y="67"/>
                    </a:lnTo>
                    <a:lnTo>
                      <a:pt x="225" y="83"/>
                    </a:lnTo>
                    <a:lnTo>
                      <a:pt x="206" y="83"/>
                    </a:lnTo>
                    <a:lnTo>
                      <a:pt x="196" y="73"/>
                    </a:lnTo>
                    <a:lnTo>
                      <a:pt x="175" y="73"/>
                    </a:lnTo>
                    <a:lnTo>
                      <a:pt x="173" y="89"/>
                    </a:lnTo>
                    <a:lnTo>
                      <a:pt x="158" y="85"/>
                    </a:lnTo>
                    <a:lnTo>
                      <a:pt x="136" y="65"/>
                    </a:lnTo>
                    <a:lnTo>
                      <a:pt x="117" y="58"/>
                    </a:lnTo>
                    <a:lnTo>
                      <a:pt x="113" y="41"/>
                    </a:lnTo>
                    <a:lnTo>
                      <a:pt x="90" y="27"/>
                    </a:lnTo>
                    <a:lnTo>
                      <a:pt x="73" y="17"/>
                    </a:lnTo>
                    <a:lnTo>
                      <a:pt x="71" y="0"/>
                    </a:lnTo>
                    <a:lnTo>
                      <a:pt x="60" y="12"/>
                    </a:lnTo>
                    <a:lnTo>
                      <a:pt x="50" y="25"/>
                    </a:lnTo>
                    <a:lnTo>
                      <a:pt x="35" y="39"/>
                    </a:lnTo>
                    <a:lnTo>
                      <a:pt x="16" y="44"/>
                    </a:lnTo>
                    <a:lnTo>
                      <a:pt x="6" y="60"/>
                    </a:lnTo>
                    <a:lnTo>
                      <a:pt x="12" y="69"/>
                    </a:lnTo>
                    <a:lnTo>
                      <a:pt x="25" y="92"/>
                    </a:lnTo>
                    <a:lnTo>
                      <a:pt x="27" y="112"/>
                    </a:lnTo>
                    <a:lnTo>
                      <a:pt x="39" y="131"/>
                    </a:lnTo>
                    <a:lnTo>
                      <a:pt x="48" y="138"/>
                    </a:lnTo>
                    <a:lnTo>
                      <a:pt x="58" y="158"/>
                    </a:lnTo>
                    <a:lnTo>
                      <a:pt x="62" y="169"/>
                    </a:lnTo>
                    <a:lnTo>
                      <a:pt x="58" y="181"/>
                    </a:lnTo>
                    <a:lnTo>
                      <a:pt x="52" y="192"/>
                    </a:lnTo>
                    <a:lnTo>
                      <a:pt x="54" y="213"/>
                    </a:lnTo>
                    <a:lnTo>
                      <a:pt x="60" y="231"/>
                    </a:lnTo>
                    <a:lnTo>
                      <a:pt x="50" y="240"/>
                    </a:lnTo>
                    <a:lnTo>
                      <a:pt x="39" y="246"/>
                    </a:lnTo>
                    <a:lnTo>
                      <a:pt x="23" y="246"/>
                    </a:lnTo>
                    <a:lnTo>
                      <a:pt x="6" y="246"/>
                    </a:lnTo>
                    <a:lnTo>
                      <a:pt x="0" y="255"/>
                    </a:lnTo>
                    <a:lnTo>
                      <a:pt x="6" y="275"/>
                    </a:lnTo>
                    <a:lnTo>
                      <a:pt x="6" y="294"/>
                    </a:lnTo>
                    <a:lnTo>
                      <a:pt x="12" y="309"/>
                    </a:lnTo>
                    <a:lnTo>
                      <a:pt x="23" y="313"/>
                    </a:lnTo>
                    <a:lnTo>
                      <a:pt x="29" y="328"/>
                    </a:lnTo>
                    <a:lnTo>
                      <a:pt x="31" y="346"/>
                    </a:lnTo>
                    <a:lnTo>
                      <a:pt x="44" y="351"/>
                    </a:lnTo>
                    <a:lnTo>
                      <a:pt x="60" y="359"/>
                    </a:lnTo>
                    <a:lnTo>
                      <a:pt x="62" y="365"/>
                    </a:lnTo>
                    <a:lnTo>
                      <a:pt x="62" y="365"/>
                    </a:lnTo>
                    <a:lnTo>
                      <a:pt x="64" y="351"/>
                    </a:lnTo>
                    <a:lnTo>
                      <a:pt x="65" y="338"/>
                    </a:lnTo>
                    <a:lnTo>
                      <a:pt x="69" y="326"/>
                    </a:lnTo>
                    <a:lnTo>
                      <a:pt x="85" y="326"/>
                    </a:lnTo>
                    <a:lnTo>
                      <a:pt x="100" y="326"/>
                    </a:lnTo>
                    <a:lnTo>
                      <a:pt x="100" y="305"/>
                    </a:lnTo>
                    <a:lnTo>
                      <a:pt x="115" y="284"/>
                    </a:lnTo>
                    <a:lnTo>
                      <a:pt x="121" y="271"/>
                    </a:lnTo>
                    <a:lnTo>
                      <a:pt x="133" y="255"/>
                    </a:lnTo>
                    <a:lnTo>
                      <a:pt x="146" y="263"/>
                    </a:lnTo>
                    <a:lnTo>
                      <a:pt x="138" y="279"/>
                    </a:lnTo>
                    <a:lnTo>
                      <a:pt x="160" y="261"/>
                    </a:lnTo>
                    <a:lnTo>
                      <a:pt x="175" y="259"/>
                    </a:lnTo>
                    <a:lnTo>
                      <a:pt x="192" y="252"/>
                    </a:lnTo>
                    <a:lnTo>
                      <a:pt x="202" y="236"/>
                    </a:lnTo>
                    <a:lnTo>
                      <a:pt x="221" y="231"/>
                    </a:lnTo>
                    <a:lnTo>
                      <a:pt x="240" y="215"/>
                    </a:lnTo>
                    <a:lnTo>
                      <a:pt x="255" y="204"/>
                    </a:lnTo>
                    <a:lnTo>
                      <a:pt x="271" y="184"/>
                    </a:lnTo>
                    <a:lnTo>
                      <a:pt x="278" y="163"/>
                    </a:lnTo>
                    <a:lnTo>
                      <a:pt x="292" y="150"/>
                    </a:lnTo>
                    <a:lnTo>
                      <a:pt x="309" y="144"/>
                    </a:lnTo>
                    <a:close/>
                  </a:path>
                </a:pathLst>
              </a:custGeom>
              <a:grpFill/>
              <a:ln w="6350" cmpd="sng">
                <a:solidFill>
                  <a:schemeClr val="bg1"/>
                </a:solidFill>
                <a:round/>
                <a:headEnd/>
                <a:tailEnd/>
              </a:ln>
            </p:spPr>
            <p:txBody>
              <a:bodyPr/>
              <a:lstStyle/>
              <a:p>
                <a:endParaRPr lang="pt-BR"/>
              </a:p>
            </p:txBody>
          </p:sp>
          <p:sp>
            <p:nvSpPr>
              <p:cNvPr id="31" name="Freeform 12">
                <a:extLst>
                  <a:ext uri="{FF2B5EF4-FFF2-40B4-BE49-F238E27FC236}">
                    <a16:creationId xmlns:a16="http://schemas.microsoft.com/office/drawing/2014/main" id="{FB0D9DB1-4370-68E5-4F6A-C74EB8D7879F}"/>
                  </a:ext>
                </a:extLst>
              </p:cNvPr>
              <p:cNvSpPr>
                <a:spLocks noChangeAspect="1"/>
              </p:cNvSpPr>
              <p:nvPr/>
            </p:nvSpPr>
            <p:spPr bwMode="auto">
              <a:xfrm>
                <a:off x="3550587" y="3774652"/>
                <a:ext cx="556073" cy="222353"/>
              </a:xfrm>
              <a:custGeom>
                <a:avLst/>
                <a:gdLst/>
                <a:ahLst/>
                <a:cxnLst>
                  <a:cxn ang="0">
                    <a:pos x="793" y="182"/>
                  </a:cxn>
                  <a:cxn ang="0">
                    <a:pos x="806" y="144"/>
                  </a:cxn>
                  <a:cxn ang="0">
                    <a:pos x="770" y="109"/>
                  </a:cxn>
                  <a:cxn ang="0">
                    <a:pos x="724" y="94"/>
                  </a:cxn>
                  <a:cxn ang="0">
                    <a:pos x="689" y="134"/>
                  </a:cxn>
                  <a:cxn ang="0">
                    <a:pos x="639" y="123"/>
                  </a:cxn>
                  <a:cxn ang="0">
                    <a:pos x="584" y="131"/>
                  </a:cxn>
                  <a:cxn ang="0">
                    <a:pos x="547" y="171"/>
                  </a:cxn>
                  <a:cxn ang="0">
                    <a:pos x="499" y="150"/>
                  </a:cxn>
                  <a:cxn ang="0">
                    <a:pos x="497" y="111"/>
                  </a:cxn>
                  <a:cxn ang="0">
                    <a:pos x="520" y="69"/>
                  </a:cxn>
                  <a:cxn ang="0">
                    <a:pos x="488" y="36"/>
                  </a:cxn>
                  <a:cxn ang="0">
                    <a:pos x="438" y="63"/>
                  </a:cxn>
                  <a:cxn ang="0">
                    <a:pos x="388" y="75"/>
                  </a:cxn>
                  <a:cxn ang="0">
                    <a:pos x="325" y="63"/>
                  </a:cxn>
                  <a:cxn ang="0">
                    <a:pos x="275" y="69"/>
                  </a:cxn>
                  <a:cxn ang="0">
                    <a:pos x="217" y="25"/>
                  </a:cxn>
                  <a:cxn ang="0">
                    <a:pos x="167" y="13"/>
                  </a:cxn>
                  <a:cxn ang="0">
                    <a:pos x="102" y="0"/>
                  </a:cxn>
                  <a:cxn ang="0">
                    <a:pos x="71" y="42"/>
                  </a:cxn>
                  <a:cxn ang="0">
                    <a:pos x="89" y="96"/>
                  </a:cxn>
                  <a:cxn ang="0">
                    <a:pos x="52" y="136"/>
                  </a:cxn>
                  <a:cxn ang="0">
                    <a:pos x="4" y="163"/>
                  </a:cxn>
                  <a:cxn ang="0">
                    <a:pos x="16" y="182"/>
                  </a:cxn>
                  <a:cxn ang="0">
                    <a:pos x="48" y="232"/>
                  </a:cxn>
                  <a:cxn ang="0">
                    <a:pos x="66" y="267"/>
                  </a:cxn>
                  <a:cxn ang="0">
                    <a:pos x="100" y="253"/>
                  </a:cxn>
                  <a:cxn ang="0">
                    <a:pos x="123" y="223"/>
                  </a:cxn>
                  <a:cxn ang="0">
                    <a:pos x="156" y="225"/>
                  </a:cxn>
                  <a:cxn ang="0">
                    <a:pos x="185" y="182"/>
                  </a:cxn>
                  <a:cxn ang="0">
                    <a:pos x="225" y="180"/>
                  </a:cxn>
                  <a:cxn ang="0">
                    <a:pos x="271" y="207"/>
                  </a:cxn>
                  <a:cxn ang="0">
                    <a:pos x="313" y="221"/>
                  </a:cxn>
                  <a:cxn ang="0">
                    <a:pos x="336" y="234"/>
                  </a:cxn>
                  <a:cxn ang="0">
                    <a:pos x="355" y="273"/>
                  </a:cxn>
                  <a:cxn ang="0">
                    <a:pos x="375" y="276"/>
                  </a:cxn>
                  <a:cxn ang="0">
                    <a:pos x="419" y="244"/>
                  </a:cxn>
                  <a:cxn ang="0">
                    <a:pos x="449" y="259"/>
                  </a:cxn>
                  <a:cxn ang="0">
                    <a:pos x="495" y="297"/>
                  </a:cxn>
                  <a:cxn ang="0">
                    <a:pos x="534" y="305"/>
                  </a:cxn>
                  <a:cxn ang="0">
                    <a:pos x="584" y="315"/>
                  </a:cxn>
                  <a:cxn ang="0">
                    <a:pos x="618" y="294"/>
                  </a:cxn>
                  <a:cxn ang="0">
                    <a:pos x="653" y="259"/>
                  </a:cxn>
                  <a:cxn ang="0">
                    <a:pos x="731" y="273"/>
                  </a:cxn>
                  <a:cxn ang="0">
                    <a:pos x="754" y="265"/>
                  </a:cxn>
                  <a:cxn ang="0">
                    <a:pos x="776" y="232"/>
                  </a:cxn>
                </a:cxnLst>
                <a:rect l="0" t="0" r="r" b="b"/>
                <a:pathLst>
                  <a:path w="806" h="321">
                    <a:moveTo>
                      <a:pt x="783" y="225"/>
                    </a:moveTo>
                    <a:lnTo>
                      <a:pt x="781" y="205"/>
                    </a:lnTo>
                    <a:lnTo>
                      <a:pt x="793" y="182"/>
                    </a:lnTo>
                    <a:lnTo>
                      <a:pt x="795" y="165"/>
                    </a:lnTo>
                    <a:lnTo>
                      <a:pt x="804" y="152"/>
                    </a:lnTo>
                    <a:lnTo>
                      <a:pt x="806" y="144"/>
                    </a:lnTo>
                    <a:lnTo>
                      <a:pt x="806" y="131"/>
                    </a:lnTo>
                    <a:lnTo>
                      <a:pt x="793" y="123"/>
                    </a:lnTo>
                    <a:lnTo>
                      <a:pt x="770" y="109"/>
                    </a:lnTo>
                    <a:lnTo>
                      <a:pt x="756" y="96"/>
                    </a:lnTo>
                    <a:lnTo>
                      <a:pt x="739" y="92"/>
                    </a:lnTo>
                    <a:lnTo>
                      <a:pt x="724" y="94"/>
                    </a:lnTo>
                    <a:lnTo>
                      <a:pt x="705" y="106"/>
                    </a:lnTo>
                    <a:lnTo>
                      <a:pt x="699" y="121"/>
                    </a:lnTo>
                    <a:lnTo>
                      <a:pt x="689" y="134"/>
                    </a:lnTo>
                    <a:lnTo>
                      <a:pt x="670" y="134"/>
                    </a:lnTo>
                    <a:lnTo>
                      <a:pt x="657" y="125"/>
                    </a:lnTo>
                    <a:lnTo>
                      <a:pt x="639" y="123"/>
                    </a:lnTo>
                    <a:lnTo>
                      <a:pt x="620" y="125"/>
                    </a:lnTo>
                    <a:lnTo>
                      <a:pt x="603" y="121"/>
                    </a:lnTo>
                    <a:lnTo>
                      <a:pt x="584" y="131"/>
                    </a:lnTo>
                    <a:lnTo>
                      <a:pt x="576" y="146"/>
                    </a:lnTo>
                    <a:lnTo>
                      <a:pt x="563" y="155"/>
                    </a:lnTo>
                    <a:lnTo>
                      <a:pt x="547" y="171"/>
                    </a:lnTo>
                    <a:lnTo>
                      <a:pt x="532" y="178"/>
                    </a:lnTo>
                    <a:lnTo>
                      <a:pt x="515" y="169"/>
                    </a:lnTo>
                    <a:lnTo>
                      <a:pt x="499" y="150"/>
                    </a:lnTo>
                    <a:lnTo>
                      <a:pt x="503" y="129"/>
                    </a:lnTo>
                    <a:lnTo>
                      <a:pt x="490" y="123"/>
                    </a:lnTo>
                    <a:lnTo>
                      <a:pt x="497" y="111"/>
                    </a:lnTo>
                    <a:lnTo>
                      <a:pt x="507" y="106"/>
                    </a:lnTo>
                    <a:lnTo>
                      <a:pt x="509" y="79"/>
                    </a:lnTo>
                    <a:lnTo>
                      <a:pt x="520" y="69"/>
                    </a:lnTo>
                    <a:lnTo>
                      <a:pt x="528" y="56"/>
                    </a:lnTo>
                    <a:lnTo>
                      <a:pt x="507" y="46"/>
                    </a:lnTo>
                    <a:lnTo>
                      <a:pt x="488" y="36"/>
                    </a:lnTo>
                    <a:lnTo>
                      <a:pt x="472" y="42"/>
                    </a:lnTo>
                    <a:lnTo>
                      <a:pt x="455" y="52"/>
                    </a:lnTo>
                    <a:lnTo>
                      <a:pt x="438" y="63"/>
                    </a:lnTo>
                    <a:lnTo>
                      <a:pt x="423" y="73"/>
                    </a:lnTo>
                    <a:lnTo>
                      <a:pt x="405" y="79"/>
                    </a:lnTo>
                    <a:lnTo>
                      <a:pt x="388" y="75"/>
                    </a:lnTo>
                    <a:lnTo>
                      <a:pt x="361" y="75"/>
                    </a:lnTo>
                    <a:lnTo>
                      <a:pt x="344" y="69"/>
                    </a:lnTo>
                    <a:lnTo>
                      <a:pt x="325" y="63"/>
                    </a:lnTo>
                    <a:lnTo>
                      <a:pt x="307" y="63"/>
                    </a:lnTo>
                    <a:lnTo>
                      <a:pt x="294" y="77"/>
                    </a:lnTo>
                    <a:lnTo>
                      <a:pt x="275" y="69"/>
                    </a:lnTo>
                    <a:lnTo>
                      <a:pt x="254" y="56"/>
                    </a:lnTo>
                    <a:lnTo>
                      <a:pt x="233" y="42"/>
                    </a:lnTo>
                    <a:lnTo>
                      <a:pt x="217" y="25"/>
                    </a:lnTo>
                    <a:lnTo>
                      <a:pt x="202" y="12"/>
                    </a:lnTo>
                    <a:lnTo>
                      <a:pt x="187" y="13"/>
                    </a:lnTo>
                    <a:lnTo>
                      <a:pt x="167" y="13"/>
                    </a:lnTo>
                    <a:lnTo>
                      <a:pt x="146" y="0"/>
                    </a:lnTo>
                    <a:lnTo>
                      <a:pt x="125" y="0"/>
                    </a:lnTo>
                    <a:lnTo>
                      <a:pt x="102" y="0"/>
                    </a:lnTo>
                    <a:lnTo>
                      <a:pt x="85" y="0"/>
                    </a:lnTo>
                    <a:lnTo>
                      <a:pt x="71" y="15"/>
                    </a:lnTo>
                    <a:lnTo>
                      <a:pt x="71" y="42"/>
                    </a:lnTo>
                    <a:lnTo>
                      <a:pt x="73" y="61"/>
                    </a:lnTo>
                    <a:lnTo>
                      <a:pt x="87" y="79"/>
                    </a:lnTo>
                    <a:lnTo>
                      <a:pt x="89" y="96"/>
                    </a:lnTo>
                    <a:lnTo>
                      <a:pt x="75" y="107"/>
                    </a:lnTo>
                    <a:lnTo>
                      <a:pt x="71" y="125"/>
                    </a:lnTo>
                    <a:lnTo>
                      <a:pt x="52" y="136"/>
                    </a:lnTo>
                    <a:lnTo>
                      <a:pt x="35" y="138"/>
                    </a:lnTo>
                    <a:lnTo>
                      <a:pt x="22" y="152"/>
                    </a:lnTo>
                    <a:lnTo>
                      <a:pt x="4" y="163"/>
                    </a:lnTo>
                    <a:lnTo>
                      <a:pt x="0" y="177"/>
                    </a:lnTo>
                    <a:lnTo>
                      <a:pt x="2" y="177"/>
                    </a:lnTo>
                    <a:lnTo>
                      <a:pt x="16" y="182"/>
                    </a:lnTo>
                    <a:lnTo>
                      <a:pt x="33" y="196"/>
                    </a:lnTo>
                    <a:lnTo>
                      <a:pt x="39" y="217"/>
                    </a:lnTo>
                    <a:lnTo>
                      <a:pt x="48" y="232"/>
                    </a:lnTo>
                    <a:lnTo>
                      <a:pt x="50" y="248"/>
                    </a:lnTo>
                    <a:lnTo>
                      <a:pt x="52" y="259"/>
                    </a:lnTo>
                    <a:lnTo>
                      <a:pt x="66" y="267"/>
                    </a:lnTo>
                    <a:lnTo>
                      <a:pt x="83" y="267"/>
                    </a:lnTo>
                    <a:lnTo>
                      <a:pt x="85" y="253"/>
                    </a:lnTo>
                    <a:lnTo>
                      <a:pt x="100" y="253"/>
                    </a:lnTo>
                    <a:lnTo>
                      <a:pt x="112" y="246"/>
                    </a:lnTo>
                    <a:lnTo>
                      <a:pt x="119" y="236"/>
                    </a:lnTo>
                    <a:lnTo>
                      <a:pt x="123" y="223"/>
                    </a:lnTo>
                    <a:lnTo>
                      <a:pt x="137" y="221"/>
                    </a:lnTo>
                    <a:lnTo>
                      <a:pt x="146" y="223"/>
                    </a:lnTo>
                    <a:lnTo>
                      <a:pt x="156" y="225"/>
                    </a:lnTo>
                    <a:lnTo>
                      <a:pt x="162" y="211"/>
                    </a:lnTo>
                    <a:lnTo>
                      <a:pt x="173" y="196"/>
                    </a:lnTo>
                    <a:lnTo>
                      <a:pt x="185" y="182"/>
                    </a:lnTo>
                    <a:lnTo>
                      <a:pt x="198" y="177"/>
                    </a:lnTo>
                    <a:lnTo>
                      <a:pt x="212" y="171"/>
                    </a:lnTo>
                    <a:lnTo>
                      <a:pt x="225" y="180"/>
                    </a:lnTo>
                    <a:lnTo>
                      <a:pt x="244" y="186"/>
                    </a:lnTo>
                    <a:lnTo>
                      <a:pt x="258" y="196"/>
                    </a:lnTo>
                    <a:lnTo>
                      <a:pt x="271" y="207"/>
                    </a:lnTo>
                    <a:lnTo>
                      <a:pt x="286" y="213"/>
                    </a:lnTo>
                    <a:lnTo>
                      <a:pt x="300" y="219"/>
                    </a:lnTo>
                    <a:lnTo>
                      <a:pt x="313" y="221"/>
                    </a:lnTo>
                    <a:lnTo>
                      <a:pt x="319" y="211"/>
                    </a:lnTo>
                    <a:lnTo>
                      <a:pt x="332" y="215"/>
                    </a:lnTo>
                    <a:lnTo>
                      <a:pt x="336" y="234"/>
                    </a:lnTo>
                    <a:lnTo>
                      <a:pt x="330" y="246"/>
                    </a:lnTo>
                    <a:lnTo>
                      <a:pt x="344" y="253"/>
                    </a:lnTo>
                    <a:lnTo>
                      <a:pt x="355" y="273"/>
                    </a:lnTo>
                    <a:lnTo>
                      <a:pt x="359" y="284"/>
                    </a:lnTo>
                    <a:lnTo>
                      <a:pt x="365" y="292"/>
                    </a:lnTo>
                    <a:lnTo>
                      <a:pt x="375" y="276"/>
                    </a:lnTo>
                    <a:lnTo>
                      <a:pt x="394" y="271"/>
                    </a:lnTo>
                    <a:lnTo>
                      <a:pt x="409" y="257"/>
                    </a:lnTo>
                    <a:lnTo>
                      <a:pt x="419" y="244"/>
                    </a:lnTo>
                    <a:lnTo>
                      <a:pt x="430" y="232"/>
                    </a:lnTo>
                    <a:lnTo>
                      <a:pt x="432" y="249"/>
                    </a:lnTo>
                    <a:lnTo>
                      <a:pt x="449" y="259"/>
                    </a:lnTo>
                    <a:lnTo>
                      <a:pt x="472" y="273"/>
                    </a:lnTo>
                    <a:lnTo>
                      <a:pt x="476" y="290"/>
                    </a:lnTo>
                    <a:lnTo>
                      <a:pt x="495" y="297"/>
                    </a:lnTo>
                    <a:lnTo>
                      <a:pt x="517" y="317"/>
                    </a:lnTo>
                    <a:lnTo>
                      <a:pt x="532" y="321"/>
                    </a:lnTo>
                    <a:lnTo>
                      <a:pt x="534" y="305"/>
                    </a:lnTo>
                    <a:lnTo>
                      <a:pt x="555" y="305"/>
                    </a:lnTo>
                    <a:lnTo>
                      <a:pt x="565" y="315"/>
                    </a:lnTo>
                    <a:lnTo>
                      <a:pt x="584" y="315"/>
                    </a:lnTo>
                    <a:lnTo>
                      <a:pt x="584" y="299"/>
                    </a:lnTo>
                    <a:lnTo>
                      <a:pt x="597" y="296"/>
                    </a:lnTo>
                    <a:lnTo>
                      <a:pt x="618" y="294"/>
                    </a:lnTo>
                    <a:lnTo>
                      <a:pt x="628" y="280"/>
                    </a:lnTo>
                    <a:lnTo>
                      <a:pt x="634" y="265"/>
                    </a:lnTo>
                    <a:lnTo>
                      <a:pt x="653" y="259"/>
                    </a:lnTo>
                    <a:lnTo>
                      <a:pt x="684" y="257"/>
                    </a:lnTo>
                    <a:lnTo>
                      <a:pt x="710" y="263"/>
                    </a:lnTo>
                    <a:lnTo>
                      <a:pt x="731" y="273"/>
                    </a:lnTo>
                    <a:lnTo>
                      <a:pt x="741" y="284"/>
                    </a:lnTo>
                    <a:lnTo>
                      <a:pt x="741" y="274"/>
                    </a:lnTo>
                    <a:lnTo>
                      <a:pt x="754" y="265"/>
                    </a:lnTo>
                    <a:lnTo>
                      <a:pt x="762" y="251"/>
                    </a:lnTo>
                    <a:lnTo>
                      <a:pt x="776" y="246"/>
                    </a:lnTo>
                    <a:lnTo>
                      <a:pt x="776" y="232"/>
                    </a:lnTo>
                    <a:lnTo>
                      <a:pt x="783" y="225"/>
                    </a:lnTo>
                    <a:close/>
                  </a:path>
                </a:pathLst>
              </a:custGeom>
              <a:grpFill/>
              <a:ln w="6350" cmpd="sng">
                <a:solidFill>
                  <a:schemeClr val="bg1"/>
                </a:solidFill>
                <a:round/>
                <a:headEnd/>
                <a:tailEnd/>
              </a:ln>
            </p:spPr>
            <p:txBody>
              <a:bodyPr/>
              <a:lstStyle/>
              <a:p>
                <a:endParaRPr lang="pt-BR"/>
              </a:p>
            </p:txBody>
          </p:sp>
          <p:sp>
            <p:nvSpPr>
              <p:cNvPr id="32" name="Freeform 13">
                <a:extLst>
                  <a:ext uri="{FF2B5EF4-FFF2-40B4-BE49-F238E27FC236}">
                    <a16:creationId xmlns:a16="http://schemas.microsoft.com/office/drawing/2014/main" id="{F300FB84-6A33-50E8-2853-03032D6616A0}"/>
                  </a:ext>
                </a:extLst>
              </p:cNvPr>
              <p:cNvSpPr>
                <a:spLocks noChangeAspect="1"/>
              </p:cNvSpPr>
              <p:nvPr/>
            </p:nvSpPr>
            <p:spPr bwMode="auto">
              <a:xfrm>
                <a:off x="3769079" y="3700862"/>
                <a:ext cx="352344" cy="196772"/>
              </a:xfrm>
              <a:custGeom>
                <a:avLst/>
                <a:gdLst/>
                <a:ahLst/>
                <a:cxnLst>
                  <a:cxn ang="0">
                    <a:pos x="507" y="184"/>
                  </a:cxn>
                  <a:cxn ang="0">
                    <a:pos x="503" y="149"/>
                  </a:cxn>
                  <a:cxn ang="0">
                    <a:pos x="484" y="124"/>
                  </a:cxn>
                  <a:cxn ang="0">
                    <a:pos x="480" y="92"/>
                  </a:cxn>
                  <a:cxn ang="0">
                    <a:pos x="436" y="84"/>
                  </a:cxn>
                  <a:cxn ang="0">
                    <a:pos x="403" y="76"/>
                  </a:cxn>
                  <a:cxn ang="0">
                    <a:pos x="372" y="67"/>
                  </a:cxn>
                  <a:cxn ang="0">
                    <a:pos x="345" y="57"/>
                  </a:cxn>
                  <a:cxn ang="0">
                    <a:pos x="315" y="30"/>
                  </a:cxn>
                  <a:cxn ang="0">
                    <a:pos x="290" y="51"/>
                  </a:cxn>
                  <a:cxn ang="0">
                    <a:pos x="307" y="80"/>
                  </a:cxn>
                  <a:cxn ang="0">
                    <a:pos x="267" y="101"/>
                  </a:cxn>
                  <a:cxn ang="0">
                    <a:pos x="232" y="86"/>
                  </a:cxn>
                  <a:cxn ang="0">
                    <a:pos x="211" y="84"/>
                  </a:cxn>
                  <a:cxn ang="0">
                    <a:pos x="177" y="80"/>
                  </a:cxn>
                  <a:cxn ang="0">
                    <a:pos x="155" y="57"/>
                  </a:cxn>
                  <a:cxn ang="0">
                    <a:pos x="178" y="40"/>
                  </a:cxn>
                  <a:cxn ang="0">
                    <a:pos x="192" y="28"/>
                  </a:cxn>
                  <a:cxn ang="0">
                    <a:pos x="203" y="3"/>
                  </a:cxn>
                  <a:cxn ang="0">
                    <a:pos x="190" y="0"/>
                  </a:cxn>
                  <a:cxn ang="0">
                    <a:pos x="150" y="5"/>
                  </a:cxn>
                  <a:cxn ang="0">
                    <a:pos x="113" y="24"/>
                  </a:cxn>
                  <a:cxn ang="0">
                    <a:pos x="84" y="32"/>
                  </a:cxn>
                  <a:cxn ang="0">
                    <a:pos x="56" y="40"/>
                  </a:cxn>
                  <a:cxn ang="0">
                    <a:pos x="27" y="9"/>
                  </a:cxn>
                  <a:cxn ang="0">
                    <a:pos x="25" y="53"/>
                  </a:cxn>
                  <a:cxn ang="0">
                    <a:pos x="13" y="84"/>
                  </a:cxn>
                  <a:cxn ang="0">
                    <a:pos x="23" y="119"/>
                  </a:cxn>
                  <a:cxn ang="0">
                    <a:pos x="19" y="149"/>
                  </a:cxn>
                  <a:cxn ang="0">
                    <a:pos x="0" y="165"/>
                  </a:cxn>
                  <a:cxn ang="0">
                    <a:pos x="8" y="170"/>
                  </a:cxn>
                  <a:cxn ang="0">
                    <a:pos x="44" y="182"/>
                  </a:cxn>
                  <a:cxn ang="0">
                    <a:pos x="88" y="186"/>
                  </a:cxn>
                  <a:cxn ang="0">
                    <a:pos x="121" y="170"/>
                  </a:cxn>
                  <a:cxn ang="0">
                    <a:pos x="155" y="149"/>
                  </a:cxn>
                  <a:cxn ang="0">
                    <a:pos x="190" y="153"/>
                  </a:cxn>
                  <a:cxn ang="0">
                    <a:pos x="203" y="176"/>
                  </a:cxn>
                  <a:cxn ang="0">
                    <a:pos x="190" y="213"/>
                  </a:cxn>
                  <a:cxn ang="0">
                    <a:pos x="173" y="230"/>
                  </a:cxn>
                  <a:cxn ang="0">
                    <a:pos x="182" y="257"/>
                  </a:cxn>
                  <a:cxn ang="0">
                    <a:pos x="215" y="285"/>
                  </a:cxn>
                  <a:cxn ang="0">
                    <a:pos x="246" y="262"/>
                  </a:cxn>
                  <a:cxn ang="0">
                    <a:pos x="267" y="238"/>
                  </a:cxn>
                  <a:cxn ang="0">
                    <a:pos x="303" y="232"/>
                  </a:cxn>
                  <a:cxn ang="0">
                    <a:pos x="340" y="232"/>
                  </a:cxn>
                  <a:cxn ang="0">
                    <a:pos x="372" y="241"/>
                  </a:cxn>
                  <a:cxn ang="0">
                    <a:pos x="388" y="213"/>
                  </a:cxn>
                  <a:cxn ang="0">
                    <a:pos x="422" y="199"/>
                  </a:cxn>
                  <a:cxn ang="0">
                    <a:pos x="453" y="216"/>
                  </a:cxn>
                  <a:cxn ang="0">
                    <a:pos x="487" y="238"/>
                  </a:cxn>
                  <a:cxn ang="0">
                    <a:pos x="493" y="222"/>
                  </a:cxn>
                  <a:cxn ang="0">
                    <a:pos x="501" y="193"/>
                  </a:cxn>
                </a:cxnLst>
                <a:rect l="0" t="0" r="r" b="b"/>
                <a:pathLst>
                  <a:path w="510" h="285">
                    <a:moveTo>
                      <a:pt x="501" y="193"/>
                    </a:moveTo>
                    <a:lnTo>
                      <a:pt x="507" y="184"/>
                    </a:lnTo>
                    <a:lnTo>
                      <a:pt x="510" y="163"/>
                    </a:lnTo>
                    <a:lnTo>
                      <a:pt x="503" y="149"/>
                    </a:lnTo>
                    <a:lnTo>
                      <a:pt x="484" y="140"/>
                    </a:lnTo>
                    <a:lnTo>
                      <a:pt x="484" y="124"/>
                    </a:lnTo>
                    <a:lnTo>
                      <a:pt x="474" y="111"/>
                    </a:lnTo>
                    <a:lnTo>
                      <a:pt x="480" y="92"/>
                    </a:lnTo>
                    <a:lnTo>
                      <a:pt x="464" y="86"/>
                    </a:lnTo>
                    <a:lnTo>
                      <a:pt x="436" y="84"/>
                    </a:lnTo>
                    <a:lnTo>
                      <a:pt x="418" y="69"/>
                    </a:lnTo>
                    <a:lnTo>
                      <a:pt x="403" y="76"/>
                    </a:lnTo>
                    <a:lnTo>
                      <a:pt x="391" y="80"/>
                    </a:lnTo>
                    <a:lnTo>
                      <a:pt x="372" y="67"/>
                    </a:lnTo>
                    <a:lnTo>
                      <a:pt x="357" y="53"/>
                    </a:lnTo>
                    <a:lnTo>
                      <a:pt x="345" y="57"/>
                    </a:lnTo>
                    <a:lnTo>
                      <a:pt x="328" y="44"/>
                    </a:lnTo>
                    <a:lnTo>
                      <a:pt x="315" y="30"/>
                    </a:lnTo>
                    <a:lnTo>
                      <a:pt x="299" y="40"/>
                    </a:lnTo>
                    <a:lnTo>
                      <a:pt x="290" y="51"/>
                    </a:lnTo>
                    <a:lnTo>
                      <a:pt x="307" y="63"/>
                    </a:lnTo>
                    <a:lnTo>
                      <a:pt x="307" y="80"/>
                    </a:lnTo>
                    <a:lnTo>
                      <a:pt x="288" y="94"/>
                    </a:lnTo>
                    <a:lnTo>
                      <a:pt x="267" y="101"/>
                    </a:lnTo>
                    <a:lnTo>
                      <a:pt x="249" y="97"/>
                    </a:lnTo>
                    <a:lnTo>
                      <a:pt x="232" y="86"/>
                    </a:lnTo>
                    <a:lnTo>
                      <a:pt x="217" y="72"/>
                    </a:lnTo>
                    <a:lnTo>
                      <a:pt x="211" y="84"/>
                    </a:lnTo>
                    <a:lnTo>
                      <a:pt x="196" y="86"/>
                    </a:lnTo>
                    <a:lnTo>
                      <a:pt x="177" y="80"/>
                    </a:lnTo>
                    <a:lnTo>
                      <a:pt x="163" y="69"/>
                    </a:lnTo>
                    <a:lnTo>
                      <a:pt x="155" y="57"/>
                    </a:lnTo>
                    <a:lnTo>
                      <a:pt x="165" y="51"/>
                    </a:lnTo>
                    <a:lnTo>
                      <a:pt x="178" y="40"/>
                    </a:lnTo>
                    <a:lnTo>
                      <a:pt x="177" y="30"/>
                    </a:lnTo>
                    <a:lnTo>
                      <a:pt x="192" y="28"/>
                    </a:lnTo>
                    <a:lnTo>
                      <a:pt x="202" y="19"/>
                    </a:lnTo>
                    <a:lnTo>
                      <a:pt x="203" y="3"/>
                    </a:lnTo>
                    <a:lnTo>
                      <a:pt x="213" y="1"/>
                    </a:lnTo>
                    <a:lnTo>
                      <a:pt x="190" y="0"/>
                    </a:lnTo>
                    <a:lnTo>
                      <a:pt x="165" y="0"/>
                    </a:lnTo>
                    <a:lnTo>
                      <a:pt x="150" y="5"/>
                    </a:lnTo>
                    <a:lnTo>
                      <a:pt x="129" y="13"/>
                    </a:lnTo>
                    <a:lnTo>
                      <a:pt x="113" y="24"/>
                    </a:lnTo>
                    <a:lnTo>
                      <a:pt x="98" y="26"/>
                    </a:lnTo>
                    <a:lnTo>
                      <a:pt x="84" y="32"/>
                    </a:lnTo>
                    <a:lnTo>
                      <a:pt x="73" y="40"/>
                    </a:lnTo>
                    <a:lnTo>
                      <a:pt x="56" y="40"/>
                    </a:lnTo>
                    <a:lnTo>
                      <a:pt x="40" y="21"/>
                    </a:lnTo>
                    <a:lnTo>
                      <a:pt x="27" y="9"/>
                    </a:lnTo>
                    <a:lnTo>
                      <a:pt x="25" y="26"/>
                    </a:lnTo>
                    <a:lnTo>
                      <a:pt x="25" y="53"/>
                    </a:lnTo>
                    <a:lnTo>
                      <a:pt x="19" y="67"/>
                    </a:lnTo>
                    <a:lnTo>
                      <a:pt x="13" y="84"/>
                    </a:lnTo>
                    <a:lnTo>
                      <a:pt x="23" y="99"/>
                    </a:lnTo>
                    <a:lnTo>
                      <a:pt x="23" y="119"/>
                    </a:lnTo>
                    <a:lnTo>
                      <a:pt x="19" y="134"/>
                    </a:lnTo>
                    <a:lnTo>
                      <a:pt x="19" y="149"/>
                    </a:lnTo>
                    <a:lnTo>
                      <a:pt x="10" y="155"/>
                    </a:lnTo>
                    <a:lnTo>
                      <a:pt x="0" y="165"/>
                    </a:lnTo>
                    <a:lnTo>
                      <a:pt x="0" y="170"/>
                    </a:lnTo>
                    <a:lnTo>
                      <a:pt x="8" y="170"/>
                    </a:lnTo>
                    <a:lnTo>
                      <a:pt x="27" y="176"/>
                    </a:lnTo>
                    <a:lnTo>
                      <a:pt x="44" y="182"/>
                    </a:lnTo>
                    <a:lnTo>
                      <a:pt x="71" y="182"/>
                    </a:lnTo>
                    <a:lnTo>
                      <a:pt x="88" y="186"/>
                    </a:lnTo>
                    <a:lnTo>
                      <a:pt x="106" y="180"/>
                    </a:lnTo>
                    <a:lnTo>
                      <a:pt x="121" y="170"/>
                    </a:lnTo>
                    <a:lnTo>
                      <a:pt x="138" y="159"/>
                    </a:lnTo>
                    <a:lnTo>
                      <a:pt x="155" y="149"/>
                    </a:lnTo>
                    <a:lnTo>
                      <a:pt x="171" y="143"/>
                    </a:lnTo>
                    <a:lnTo>
                      <a:pt x="190" y="153"/>
                    </a:lnTo>
                    <a:lnTo>
                      <a:pt x="211" y="163"/>
                    </a:lnTo>
                    <a:lnTo>
                      <a:pt x="203" y="176"/>
                    </a:lnTo>
                    <a:lnTo>
                      <a:pt x="192" y="186"/>
                    </a:lnTo>
                    <a:lnTo>
                      <a:pt x="190" y="213"/>
                    </a:lnTo>
                    <a:lnTo>
                      <a:pt x="180" y="218"/>
                    </a:lnTo>
                    <a:lnTo>
                      <a:pt x="173" y="230"/>
                    </a:lnTo>
                    <a:lnTo>
                      <a:pt x="186" y="236"/>
                    </a:lnTo>
                    <a:lnTo>
                      <a:pt x="182" y="257"/>
                    </a:lnTo>
                    <a:lnTo>
                      <a:pt x="198" y="276"/>
                    </a:lnTo>
                    <a:lnTo>
                      <a:pt x="215" y="285"/>
                    </a:lnTo>
                    <a:lnTo>
                      <a:pt x="230" y="278"/>
                    </a:lnTo>
                    <a:lnTo>
                      <a:pt x="246" y="262"/>
                    </a:lnTo>
                    <a:lnTo>
                      <a:pt x="259" y="253"/>
                    </a:lnTo>
                    <a:lnTo>
                      <a:pt x="267" y="238"/>
                    </a:lnTo>
                    <a:lnTo>
                      <a:pt x="286" y="228"/>
                    </a:lnTo>
                    <a:lnTo>
                      <a:pt x="303" y="232"/>
                    </a:lnTo>
                    <a:lnTo>
                      <a:pt x="322" y="230"/>
                    </a:lnTo>
                    <a:lnTo>
                      <a:pt x="340" y="232"/>
                    </a:lnTo>
                    <a:lnTo>
                      <a:pt x="353" y="241"/>
                    </a:lnTo>
                    <a:lnTo>
                      <a:pt x="372" y="241"/>
                    </a:lnTo>
                    <a:lnTo>
                      <a:pt x="382" y="228"/>
                    </a:lnTo>
                    <a:lnTo>
                      <a:pt x="388" y="213"/>
                    </a:lnTo>
                    <a:lnTo>
                      <a:pt x="407" y="201"/>
                    </a:lnTo>
                    <a:lnTo>
                      <a:pt x="422" y="199"/>
                    </a:lnTo>
                    <a:lnTo>
                      <a:pt x="439" y="203"/>
                    </a:lnTo>
                    <a:lnTo>
                      <a:pt x="453" y="216"/>
                    </a:lnTo>
                    <a:lnTo>
                      <a:pt x="476" y="230"/>
                    </a:lnTo>
                    <a:lnTo>
                      <a:pt x="487" y="238"/>
                    </a:lnTo>
                    <a:lnTo>
                      <a:pt x="491" y="234"/>
                    </a:lnTo>
                    <a:lnTo>
                      <a:pt x="493" y="222"/>
                    </a:lnTo>
                    <a:lnTo>
                      <a:pt x="501" y="213"/>
                    </a:lnTo>
                    <a:lnTo>
                      <a:pt x="501" y="193"/>
                    </a:lnTo>
                    <a:close/>
                  </a:path>
                </a:pathLst>
              </a:custGeom>
              <a:grpFill/>
              <a:ln w="6350" cmpd="sng">
                <a:solidFill>
                  <a:schemeClr val="bg1"/>
                </a:solidFill>
                <a:round/>
                <a:headEnd/>
                <a:tailEnd/>
              </a:ln>
            </p:spPr>
            <p:txBody>
              <a:bodyPr/>
              <a:lstStyle/>
              <a:p>
                <a:endParaRPr lang="pt-BR"/>
              </a:p>
            </p:txBody>
          </p:sp>
          <p:sp>
            <p:nvSpPr>
              <p:cNvPr id="33" name="Freeform 14">
                <a:extLst>
                  <a:ext uri="{FF2B5EF4-FFF2-40B4-BE49-F238E27FC236}">
                    <a16:creationId xmlns:a16="http://schemas.microsoft.com/office/drawing/2014/main" id="{92C2810B-640C-7620-A170-5214A96AAAA2}"/>
                  </a:ext>
                </a:extLst>
              </p:cNvPr>
              <p:cNvSpPr>
                <a:spLocks noChangeAspect="1" noEditPoints="1"/>
              </p:cNvSpPr>
              <p:nvPr/>
            </p:nvSpPr>
            <p:spPr bwMode="auto">
              <a:xfrm>
                <a:off x="3790732" y="3586734"/>
                <a:ext cx="312976" cy="183982"/>
              </a:xfrm>
              <a:custGeom>
                <a:avLst/>
                <a:gdLst/>
                <a:ahLst/>
                <a:cxnLst>
                  <a:cxn ang="0">
                    <a:pos x="311" y="47"/>
                  </a:cxn>
                  <a:cxn ang="0">
                    <a:pos x="276" y="43"/>
                  </a:cxn>
                  <a:cxn ang="0">
                    <a:pos x="253" y="39"/>
                  </a:cxn>
                  <a:cxn ang="0">
                    <a:pos x="215" y="18"/>
                  </a:cxn>
                  <a:cxn ang="0">
                    <a:pos x="180" y="10"/>
                  </a:cxn>
                  <a:cxn ang="0">
                    <a:pos x="144" y="0"/>
                  </a:cxn>
                  <a:cxn ang="0">
                    <a:pos x="109" y="35"/>
                  </a:cxn>
                  <a:cxn ang="0">
                    <a:pos x="84" y="62"/>
                  </a:cxn>
                  <a:cxn ang="0">
                    <a:pos x="78" y="96"/>
                  </a:cxn>
                  <a:cxn ang="0">
                    <a:pos x="40" y="129"/>
                  </a:cxn>
                  <a:cxn ang="0">
                    <a:pos x="17" y="154"/>
                  </a:cxn>
                  <a:cxn ang="0">
                    <a:pos x="0" y="179"/>
                  </a:cxn>
                  <a:cxn ang="0">
                    <a:pos x="25" y="206"/>
                  </a:cxn>
                  <a:cxn ang="0">
                    <a:pos x="53" y="198"/>
                  </a:cxn>
                  <a:cxn ang="0">
                    <a:pos x="82" y="190"/>
                  </a:cxn>
                  <a:cxn ang="0">
                    <a:pos x="119" y="171"/>
                  </a:cxn>
                  <a:cxn ang="0">
                    <a:pos x="159" y="166"/>
                  </a:cxn>
                  <a:cxn ang="0">
                    <a:pos x="172" y="169"/>
                  </a:cxn>
                  <a:cxn ang="0">
                    <a:pos x="161" y="194"/>
                  </a:cxn>
                  <a:cxn ang="0">
                    <a:pos x="147" y="206"/>
                  </a:cxn>
                  <a:cxn ang="0">
                    <a:pos x="124" y="223"/>
                  </a:cxn>
                  <a:cxn ang="0">
                    <a:pos x="146" y="246"/>
                  </a:cxn>
                  <a:cxn ang="0">
                    <a:pos x="180" y="250"/>
                  </a:cxn>
                  <a:cxn ang="0">
                    <a:pos x="201" y="252"/>
                  </a:cxn>
                  <a:cxn ang="0">
                    <a:pos x="236" y="267"/>
                  </a:cxn>
                  <a:cxn ang="0">
                    <a:pos x="276" y="246"/>
                  </a:cxn>
                  <a:cxn ang="0">
                    <a:pos x="259" y="217"/>
                  </a:cxn>
                  <a:cxn ang="0">
                    <a:pos x="284" y="196"/>
                  </a:cxn>
                  <a:cxn ang="0">
                    <a:pos x="314" y="223"/>
                  </a:cxn>
                  <a:cxn ang="0">
                    <a:pos x="341" y="233"/>
                  </a:cxn>
                  <a:cxn ang="0">
                    <a:pos x="372" y="242"/>
                  </a:cxn>
                  <a:cxn ang="0">
                    <a:pos x="405" y="250"/>
                  </a:cxn>
                  <a:cxn ang="0">
                    <a:pos x="449" y="258"/>
                  </a:cxn>
                  <a:cxn ang="0">
                    <a:pos x="449" y="233"/>
                  </a:cxn>
                  <a:cxn ang="0">
                    <a:pos x="449" y="210"/>
                  </a:cxn>
                  <a:cxn ang="0">
                    <a:pos x="435" y="183"/>
                  </a:cxn>
                  <a:cxn ang="0">
                    <a:pos x="426" y="166"/>
                  </a:cxn>
                  <a:cxn ang="0">
                    <a:pos x="424" y="141"/>
                  </a:cxn>
                  <a:cxn ang="0">
                    <a:pos x="422" y="118"/>
                  </a:cxn>
                  <a:cxn ang="0">
                    <a:pos x="418" y="85"/>
                  </a:cxn>
                  <a:cxn ang="0">
                    <a:pos x="387" y="56"/>
                  </a:cxn>
                  <a:cxn ang="0">
                    <a:pos x="359" y="45"/>
                  </a:cxn>
                  <a:cxn ang="0">
                    <a:pos x="328" y="37"/>
                  </a:cxn>
                  <a:cxn ang="0">
                    <a:pos x="449" y="260"/>
                  </a:cxn>
                  <a:cxn ang="0">
                    <a:pos x="449" y="261"/>
                  </a:cxn>
                </a:cxnLst>
                <a:rect l="0" t="0" r="r" b="b"/>
                <a:pathLst>
                  <a:path w="453" h="267">
                    <a:moveTo>
                      <a:pt x="328" y="37"/>
                    </a:moveTo>
                    <a:lnTo>
                      <a:pt x="311" y="47"/>
                    </a:lnTo>
                    <a:lnTo>
                      <a:pt x="284" y="47"/>
                    </a:lnTo>
                    <a:lnTo>
                      <a:pt x="276" y="43"/>
                    </a:lnTo>
                    <a:lnTo>
                      <a:pt x="268" y="35"/>
                    </a:lnTo>
                    <a:lnTo>
                      <a:pt x="253" y="39"/>
                    </a:lnTo>
                    <a:lnTo>
                      <a:pt x="234" y="29"/>
                    </a:lnTo>
                    <a:lnTo>
                      <a:pt x="215" y="18"/>
                    </a:lnTo>
                    <a:lnTo>
                      <a:pt x="201" y="8"/>
                    </a:lnTo>
                    <a:lnTo>
                      <a:pt x="180" y="10"/>
                    </a:lnTo>
                    <a:lnTo>
                      <a:pt x="171" y="0"/>
                    </a:lnTo>
                    <a:lnTo>
                      <a:pt x="144" y="0"/>
                    </a:lnTo>
                    <a:lnTo>
                      <a:pt x="121" y="12"/>
                    </a:lnTo>
                    <a:lnTo>
                      <a:pt x="109" y="35"/>
                    </a:lnTo>
                    <a:lnTo>
                      <a:pt x="92" y="41"/>
                    </a:lnTo>
                    <a:lnTo>
                      <a:pt x="84" y="62"/>
                    </a:lnTo>
                    <a:lnTo>
                      <a:pt x="84" y="83"/>
                    </a:lnTo>
                    <a:lnTo>
                      <a:pt x="78" y="96"/>
                    </a:lnTo>
                    <a:lnTo>
                      <a:pt x="61" y="110"/>
                    </a:lnTo>
                    <a:lnTo>
                      <a:pt x="40" y="129"/>
                    </a:lnTo>
                    <a:lnTo>
                      <a:pt x="36" y="142"/>
                    </a:lnTo>
                    <a:lnTo>
                      <a:pt x="17" y="154"/>
                    </a:lnTo>
                    <a:lnTo>
                      <a:pt x="0" y="167"/>
                    </a:lnTo>
                    <a:lnTo>
                      <a:pt x="0" y="179"/>
                    </a:lnTo>
                    <a:lnTo>
                      <a:pt x="9" y="187"/>
                    </a:lnTo>
                    <a:lnTo>
                      <a:pt x="25" y="206"/>
                    </a:lnTo>
                    <a:lnTo>
                      <a:pt x="42" y="206"/>
                    </a:lnTo>
                    <a:lnTo>
                      <a:pt x="53" y="198"/>
                    </a:lnTo>
                    <a:lnTo>
                      <a:pt x="67" y="192"/>
                    </a:lnTo>
                    <a:lnTo>
                      <a:pt x="82" y="190"/>
                    </a:lnTo>
                    <a:lnTo>
                      <a:pt x="98" y="179"/>
                    </a:lnTo>
                    <a:lnTo>
                      <a:pt x="119" y="171"/>
                    </a:lnTo>
                    <a:lnTo>
                      <a:pt x="134" y="166"/>
                    </a:lnTo>
                    <a:lnTo>
                      <a:pt x="159" y="166"/>
                    </a:lnTo>
                    <a:lnTo>
                      <a:pt x="182" y="167"/>
                    </a:lnTo>
                    <a:lnTo>
                      <a:pt x="172" y="169"/>
                    </a:lnTo>
                    <a:lnTo>
                      <a:pt x="171" y="185"/>
                    </a:lnTo>
                    <a:lnTo>
                      <a:pt x="161" y="194"/>
                    </a:lnTo>
                    <a:lnTo>
                      <a:pt x="146" y="196"/>
                    </a:lnTo>
                    <a:lnTo>
                      <a:pt x="147" y="206"/>
                    </a:lnTo>
                    <a:lnTo>
                      <a:pt x="134" y="217"/>
                    </a:lnTo>
                    <a:lnTo>
                      <a:pt x="124" y="223"/>
                    </a:lnTo>
                    <a:lnTo>
                      <a:pt x="132" y="235"/>
                    </a:lnTo>
                    <a:lnTo>
                      <a:pt x="146" y="246"/>
                    </a:lnTo>
                    <a:lnTo>
                      <a:pt x="165" y="252"/>
                    </a:lnTo>
                    <a:lnTo>
                      <a:pt x="180" y="250"/>
                    </a:lnTo>
                    <a:lnTo>
                      <a:pt x="186" y="238"/>
                    </a:lnTo>
                    <a:lnTo>
                      <a:pt x="201" y="252"/>
                    </a:lnTo>
                    <a:lnTo>
                      <a:pt x="218" y="263"/>
                    </a:lnTo>
                    <a:lnTo>
                      <a:pt x="236" y="267"/>
                    </a:lnTo>
                    <a:lnTo>
                      <a:pt x="257" y="260"/>
                    </a:lnTo>
                    <a:lnTo>
                      <a:pt x="276" y="246"/>
                    </a:lnTo>
                    <a:lnTo>
                      <a:pt x="276" y="229"/>
                    </a:lnTo>
                    <a:lnTo>
                      <a:pt x="259" y="217"/>
                    </a:lnTo>
                    <a:lnTo>
                      <a:pt x="268" y="206"/>
                    </a:lnTo>
                    <a:lnTo>
                      <a:pt x="284" y="196"/>
                    </a:lnTo>
                    <a:lnTo>
                      <a:pt x="297" y="210"/>
                    </a:lnTo>
                    <a:lnTo>
                      <a:pt x="314" y="223"/>
                    </a:lnTo>
                    <a:lnTo>
                      <a:pt x="326" y="219"/>
                    </a:lnTo>
                    <a:lnTo>
                      <a:pt x="341" y="233"/>
                    </a:lnTo>
                    <a:lnTo>
                      <a:pt x="360" y="246"/>
                    </a:lnTo>
                    <a:lnTo>
                      <a:pt x="372" y="242"/>
                    </a:lnTo>
                    <a:lnTo>
                      <a:pt x="387" y="235"/>
                    </a:lnTo>
                    <a:lnTo>
                      <a:pt x="405" y="250"/>
                    </a:lnTo>
                    <a:lnTo>
                      <a:pt x="433" y="252"/>
                    </a:lnTo>
                    <a:lnTo>
                      <a:pt x="449" y="258"/>
                    </a:lnTo>
                    <a:lnTo>
                      <a:pt x="449" y="246"/>
                    </a:lnTo>
                    <a:lnTo>
                      <a:pt x="449" y="233"/>
                    </a:lnTo>
                    <a:lnTo>
                      <a:pt x="453" y="219"/>
                    </a:lnTo>
                    <a:lnTo>
                      <a:pt x="449" y="210"/>
                    </a:lnTo>
                    <a:lnTo>
                      <a:pt x="439" y="198"/>
                    </a:lnTo>
                    <a:lnTo>
                      <a:pt x="435" y="183"/>
                    </a:lnTo>
                    <a:lnTo>
                      <a:pt x="426" y="179"/>
                    </a:lnTo>
                    <a:lnTo>
                      <a:pt x="426" y="166"/>
                    </a:lnTo>
                    <a:lnTo>
                      <a:pt x="430" y="154"/>
                    </a:lnTo>
                    <a:lnTo>
                      <a:pt x="424" y="141"/>
                    </a:lnTo>
                    <a:lnTo>
                      <a:pt x="424" y="135"/>
                    </a:lnTo>
                    <a:lnTo>
                      <a:pt x="422" y="118"/>
                    </a:lnTo>
                    <a:lnTo>
                      <a:pt x="422" y="96"/>
                    </a:lnTo>
                    <a:lnTo>
                      <a:pt x="418" y="85"/>
                    </a:lnTo>
                    <a:lnTo>
                      <a:pt x="405" y="70"/>
                    </a:lnTo>
                    <a:lnTo>
                      <a:pt x="387" y="56"/>
                    </a:lnTo>
                    <a:lnTo>
                      <a:pt x="372" y="56"/>
                    </a:lnTo>
                    <a:lnTo>
                      <a:pt x="359" y="45"/>
                    </a:lnTo>
                    <a:lnTo>
                      <a:pt x="337" y="47"/>
                    </a:lnTo>
                    <a:lnTo>
                      <a:pt x="328" y="37"/>
                    </a:lnTo>
                    <a:close/>
                    <a:moveTo>
                      <a:pt x="449" y="261"/>
                    </a:moveTo>
                    <a:lnTo>
                      <a:pt x="449" y="260"/>
                    </a:lnTo>
                    <a:lnTo>
                      <a:pt x="449" y="258"/>
                    </a:lnTo>
                    <a:lnTo>
                      <a:pt x="449" y="261"/>
                    </a:lnTo>
                    <a:close/>
                  </a:path>
                </a:pathLst>
              </a:custGeom>
              <a:grpFill/>
              <a:ln w="6350" cmpd="sng">
                <a:solidFill>
                  <a:schemeClr val="bg1"/>
                </a:solidFill>
                <a:round/>
                <a:headEnd/>
                <a:tailEnd/>
              </a:ln>
            </p:spPr>
            <p:txBody>
              <a:bodyPr/>
              <a:lstStyle/>
              <a:p>
                <a:endParaRPr lang="pt-BR"/>
              </a:p>
            </p:txBody>
          </p:sp>
          <p:sp>
            <p:nvSpPr>
              <p:cNvPr id="34" name="Freeform 15">
                <a:extLst>
                  <a:ext uri="{FF2B5EF4-FFF2-40B4-BE49-F238E27FC236}">
                    <a16:creationId xmlns:a16="http://schemas.microsoft.com/office/drawing/2014/main" id="{FFDFAE12-3A68-3AD1-454E-A29E8D76EBBA}"/>
                  </a:ext>
                </a:extLst>
              </p:cNvPr>
              <p:cNvSpPr>
                <a:spLocks noChangeAspect="1"/>
              </p:cNvSpPr>
              <p:nvPr/>
            </p:nvSpPr>
            <p:spPr bwMode="auto">
              <a:xfrm>
                <a:off x="4100755" y="3764813"/>
                <a:ext cx="984" cy="1968"/>
              </a:xfrm>
              <a:custGeom>
                <a:avLst/>
                <a:gdLst/>
                <a:ahLst/>
                <a:cxnLst>
                  <a:cxn ang="0">
                    <a:pos x="0" y="3"/>
                  </a:cxn>
                  <a:cxn ang="0">
                    <a:pos x="0" y="2"/>
                  </a:cxn>
                  <a:cxn ang="0">
                    <a:pos x="0" y="0"/>
                  </a:cxn>
                  <a:cxn ang="0">
                    <a:pos x="0" y="3"/>
                  </a:cxn>
                </a:cxnLst>
                <a:rect l="0" t="0" r="r" b="b"/>
                <a:pathLst>
                  <a:path h="3">
                    <a:moveTo>
                      <a:pt x="0" y="3"/>
                    </a:moveTo>
                    <a:lnTo>
                      <a:pt x="0" y="2"/>
                    </a:lnTo>
                    <a:lnTo>
                      <a:pt x="0" y="0"/>
                    </a:lnTo>
                    <a:lnTo>
                      <a:pt x="0" y="3"/>
                    </a:lnTo>
                  </a:path>
                </a:pathLst>
              </a:custGeom>
              <a:grpFill/>
              <a:ln w="6350" cmpd="sng">
                <a:solidFill>
                  <a:schemeClr val="bg1"/>
                </a:solidFill>
                <a:prstDash val="solid"/>
                <a:round/>
                <a:headEnd/>
                <a:tailEnd/>
              </a:ln>
            </p:spPr>
            <p:txBody>
              <a:bodyPr/>
              <a:lstStyle/>
              <a:p>
                <a:endParaRPr lang="pt-BR"/>
              </a:p>
            </p:txBody>
          </p:sp>
          <p:sp>
            <p:nvSpPr>
              <p:cNvPr id="35" name="Freeform 16">
                <a:extLst>
                  <a:ext uri="{FF2B5EF4-FFF2-40B4-BE49-F238E27FC236}">
                    <a16:creationId xmlns:a16="http://schemas.microsoft.com/office/drawing/2014/main" id="{E5DE7B10-A8CD-1214-3BF1-7F68CB585863}"/>
                  </a:ext>
                </a:extLst>
              </p:cNvPr>
              <p:cNvSpPr>
                <a:spLocks noChangeAspect="1"/>
              </p:cNvSpPr>
              <p:nvPr/>
            </p:nvSpPr>
            <p:spPr bwMode="auto">
              <a:xfrm>
                <a:off x="3559445" y="3377172"/>
                <a:ext cx="349391" cy="451592"/>
              </a:xfrm>
              <a:custGeom>
                <a:avLst/>
                <a:gdLst/>
                <a:ahLst/>
                <a:cxnLst>
                  <a:cxn ang="0">
                    <a:pos x="240" y="46"/>
                  </a:cxn>
                  <a:cxn ang="0">
                    <a:pos x="215" y="31"/>
                  </a:cxn>
                  <a:cxn ang="0">
                    <a:pos x="180" y="19"/>
                  </a:cxn>
                  <a:cxn ang="0">
                    <a:pos x="148" y="12"/>
                  </a:cxn>
                  <a:cxn ang="0">
                    <a:pos x="125" y="4"/>
                  </a:cxn>
                  <a:cxn ang="0">
                    <a:pos x="88" y="10"/>
                  </a:cxn>
                  <a:cxn ang="0">
                    <a:pos x="56" y="4"/>
                  </a:cxn>
                  <a:cxn ang="0">
                    <a:pos x="40" y="14"/>
                  </a:cxn>
                  <a:cxn ang="0">
                    <a:pos x="17" y="19"/>
                  </a:cxn>
                  <a:cxn ang="0">
                    <a:pos x="11" y="71"/>
                  </a:cxn>
                  <a:cxn ang="0">
                    <a:pos x="11" y="112"/>
                  </a:cxn>
                  <a:cxn ang="0">
                    <a:pos x="25" y="144"/>
                  </a:cxn>
                  <a:cxn ang="0">
                    <a:pos x="42" y="177"/>
                  </a:cxn>
                  <a:cxn ang="0">
                    <a:pos x="27" y="198"/>
                  </a:cxn>
                  <a:cxn ang="0">
                    <a:pos x="15" y="231"/>
                  </a:cxn>
                  <a:cxn ang="0">
                    <a:pos x="29" y="265"/>
                  </a:cxn>
                  <a:cxn ang="0">
                    <a:pos x="23" y="303"/>
                  </a:cxn>
                  <a:cxn ang="0">
                    <a:pos x="19" y="336"/>
                  </a:cxn>
                  <a:cxn ang="0">
                    <a:pos x="34" y="355"/>
                  </a:cxn>
                  <a:cxn ang="0">
                    <a:pos x="33" y="382"/>
                  </a:cxn>
                  <a:cxn ang="0">
                    <a:pos x="52" y="401"/>
                  </a:cxn>
                  <a:cxn ang="0">
                    <a:pos x="63" y="438"/>
                  </a:cxn>
                  <a:cxn ang="0">
                    <a:pos x="54" y="472"/>
                  </a:cxn>
                  <a:cxn ang="0">
                    <a:pos x="79" y="495"/>
                  </a:cxn>
                  <a:cxn ang="0">
                    <a:pos x="82" y="530"/>
                  </a:cxn>
                  <a:cxn ang="0">
                    <a:pos x="67" y="545"/>
                  </a:cxn>
                  <a:cxn ang="0">
                    <a:pos x="67" y="572"/>
                  </a:cxn>
                  <a:cxn ang="0">
                    <a:pos x="71" y="576"/>
                  </a:cxn>
                  <a:cxn ang="0">
                    <a:pos x="111" y="576"/>
                  </a:cxn>
                  <a:cxn ang="0">
                    <a:pos x="153" y="589"/>
                  </a:cxn>
                  <a:cxn ang="0">
                    <a:pos x="188" y="588"/>
                  </a:cxn>
                  <a:cxn ang="0">
                    <a:pos x="219" y="618"/>
                  </a:cxn>
                  <a:cxn ang="0">
                    <a:pos x="261" y="645"/>
                  </a:cxn>
                  <a:cxn ang="0">
                    <a:pos x="293" y="639"/>
                  </a:cxn>
                  <a:cxn ang="0">
                    <a:pos x="303" y="634"/>
                  </a:cxn>
                  <a:cxn ang="0">
                    <a:pos x="322" y="618"/>
                  </a:cxn>
                  <a:cxn ang="0">
                    <a:pos x="326" y="588"/>
                  </a:cxn>
                  <a:cxn ang="0">
                    <a:pos x="316" y="553"/>
                  </a:cxn>
                  <a:cxn ang="0">
                    <a:pos x="328" y="522"/>
                  </a:cxn>
                  <a:cxn ang="0">
                    <a:pos x="330" y="478"/>
                  </a:cxn>
                  <a:cxn ang="0">
                    <a:pos x="334" y="470"/>
                  </a:cxn>
                  <a:cxn ang="0">
                    <a:pos x="370" y="445"/>
                  </a:cxn>
                  <a:cxn ang="0">
                    <a:pos x="395" y="413"/>
                  </a:cxn>
                  <a:cxn ang="0">
                    <a:pos x="418" y="386"/>
                  </a:cxn>
                  <a:cxn ang="0">
                    <a:pos x="426" y="344"/>
                  </a:cxn>
                  <a:cxn ang="0">
                    <a:pos x="455" y="315"/>
                  </a:cxn>
                  <a:cxn ang="0">
                    <a:pos x="505" y="303"/>
                  </a:cxn>
                  <a:cxn ang="0">
                    <a:pos x="501" y="294"/>
                  </a:cxn>
                  <a:cxn ang="0">
                    <a:pos x="489" y="275"/>
                  </a:cxn>
                  <a:cxn ang="0">
                    <a:pos x="466" y="267"/>
                  </a:cxn>
                  <a:cxn ang="0">
                    <a:pos x="462" y="255"/>
                  </a:cxn>
                  <a:cxn ang="0">
                    <a:pos x="468" y="246"/>
                  </a:cxn>
                  <a:cxn ang="0">
                    <a:pos x="437" y="242"/>
                  </a:cxn>
                  <a:cxn ang="0">
                    <a:pos x="412" y="211"/>
                  </a:cxn>
                  <a:cxn ang="0">
                    <a:pos x="397" y="186"/>
                  </a:cxn>
                  <a:cxn ang="0">
                    <a:pos x="372" y="169"/>
                  </a:cxn>
                  <a:cxn ang="0">
                    <a:pos x="355" y="142"/>
                  </a:cxn>
                  <a:cxn ang="0">
                    <a:pos x="341" y="129"/>
                  </a:cxn>
                  <a:cxn ang="0">
                    <a:pos x="320" y="112"/>
                  </a:cxn>
                  <a:cxn ang="0">
                    <a:pos x="284" y="94"/>
                  </a:cxn>
                  <a:cxn ang="0">
                    <a:pos x="269" y="75"/>
                  </a:cxn>
                  <a:cxn ang="0">
                    <a:pos x="259" y="60"/>
                  </a:cxn>
                </a:cxnLst>
                <a:rect l="0" t="0" r="r" b="b"/>
                <a:pathLst>
                  <a:path w="505" h="653">
                    <a:moveTo>
                      <a:pt x="244" y="60"/>
                    </a:moveTo>
                    <a:lnTo>
                      <a:pt x="240" y="46"/>
                    </a:lnTo>
                    <a:lnTo>
                      <a:pt x="228" y="37"/>
                    </a:lnTo>
                    <a:lnTo>
                      <a:pt x="215" y="31"/>
                    </a:lnTo>
                    <a:lnTo>
                      <a:pt x="192" y="18"/>
                    </a:lnTo>
                    <a:lnTo>
                      <a:pt x="180" y="19"/>
                    </a:lnTo>
                    <a:lnTo>
                      <a:pt x="176" y="12"/>
                    </a:lnTo>
                    <a:lnTo>
                      <a:pt x="148" y="12"/>
                    </a:lnTo>
                    <a:lnTo>
                      <a:pt x="142" y="2"/>
                    </a:lnTo>
                    <a:lnTo>
                      <a:pt x="125" y="4"/>
                    </a:lnTo>
                    <a:lnTo>
                      <a:pt x="98" y="4"/>
                    </a:lnTo>
                    <a:lnTo>
                      <a:pt x="88" y="10"/>
                    </a:lnTo>
                    <a:lnTo>
                      <a:pt x="71" y="10"/>
                    </a:lnTo>
                    <a:lnTo>
                      <a:pt x="56" y="4"/>
                    </a:lnTo>
                    <a:lnTo>
                      <a:pt x="44" y="0"/>
                    </a:lnTo>
                    <a:lnTo>
                      <a:pt x="40" y="14"/>
                    </a:lnTo>
                    <a:lnTo>
                      <a:pt x="27" y="18"/>
                    </a:lnTo>
                    <a:lnTo>
                      <a:pt x="17" y="19"/>
                    </a:lnTo>
                    <a:lnTo>
                      <a:pt x="21" y="52"/>
                    </a:lnTo>
                    <a:lnTo>
                      <a:pt x="11" y="71"/>
                    </a:lnTo>
                    <a:lnTo>
                      <a:pt x="0" y="90"/>
                    </a:lnTo>
                    <a:lnTo>
                      <a:pt x="11" y="112"/>
                    </a:lnTo>
                    <a:lnTo>
                      <a:pt x="17" y="131"/>
                    </a:lnTo>
                    <a:lnTo>
                      <a:pt x="25" y="144"/>
                    </a:lnTo>
                    <a:lnTo>
                      <a:pt x="36" y="160"/>
                    </a:lnTo>
                    <a:lnTo>
                      <a:pt x="42" y="177"/>
                    </a:lnTo>
                    <a:lnTo>
                      <a:pt x="42" y="190"/>
                    </a:lnTo>
                    <a:lnTo>
                      <a:pt x="27" y="198"/>
                    </a:lnTo>
                    <a:lnTo>
                      <a:pt x="23" y="215"/>
                    </a:lnTo>
                    <a:lnTo>
                      <a:pt x="15" y="231"/>
                    </a:lnTo>
                    <a:lnTo>
                      <a:pt x="17" y="248"/>
                    </a:lnTo>
                    <a:lnTo>
                      <a:pt x="29" y="265"/>
                    </a:lnTo>
                    <a:lnTo>
                      <a:pt x="25" y="284"/>
                    </a:lnTo>
                    <a:lnTo>
                      <a:pt x="23" y="303"/>
                    </a:lnTo>
                    <a:lnTo>
                      <a:pt x="15" y="317"/>
                    </a:lnTo>
                    <a:lnTo>
                      <a:pt x="19" y="336"/>
                    </a:lnTo>
                    <a:lnTo>
                      <a:pt x="31" y="338"/>
                    </a:lnTo>
                    <a:lnTo>
                      <a:pt x="34" y="355"/>
                    </a:lnTo>
                    <a:lnTo>
                      <a:pt x="29" y="365"/>
                    </a:lnTo>
                    <a:lnTo>
                      <a:pt x="33" y="382"/>
                    </a:lnTo>
                    <a:lnTo>
                      <a:pt x="44" y="392"/>
                    </a:lnTo>
                    <a:lnTo>
                      <a:pt x="52" y="401"/>
                    </a:lnTo>
                    <a:lnTo>
                      <a:pt x="61" y="417"/>
                    </a:lnTo>
                    <a:lnTo>
                      <a:pt x="63" y="438"/>
                    </a:lnTo>
                    <a:lnTo>
                      <a:pt x="54" y="455"/>
                    </a:lnTo>
                    <a:lnTo>
                      <a:pt x="54" y="472"/>
                    </a:lnTo>
                    <a:lnTo>
                      <a:pt x="67" y="486"/>
                    </a:lnTo>
                    <a:lnTo>
                      <a:pt x="79" y="495"/>
                    </a:lnTo>
                    <a:lnTo>
                      <a:pt x="82" y="513"/>
                    </a:lnTo>
                    <a:lnTo>
                      <a:pt x="82" y="530"/>
                    </a:lnTo>
                    <a:lnTo>
                      <a:pt x="77" y="540"/>
                    </a:lnTo>
                    <a:lnTo>
                      <a:pt x="67" y="545"/>
                    </a:lnTo>
                    <a:lnTo>
                      <a:pt x="61" y="561"/>
                    </a:lnTo>
                    <a:lnTo>
                      <a:pt x="67" y="572"/>
                    </a:lnTo>
                    <a:lnTo>
                      <a:pt x="69" y="580"/>
                    </a:lnTo>
                    <a:lnTo>
                      <a:pt x="71" y="576"/>
                    </a:lnTo>
                    <a:lnTo>
                      <a:pt x="88" y="576"/>
                    </a:lnTo>
                    <a:lnTo>
                      <a:pt x="111" y="576"/>
                    </a:lnTo>
                    <a:lnTo>
                      <a:pt x="132" y="576"/>
                    </a:lnTo>
                    <a:lnTo>
                      <a:pt x="153" y="589"/>
                    </a:lnTo>
                    <a:lnTo>
                      <a:pt x="173" y="589"/>
                    </a:lnTo>
                    <a:lnTo>
                      <a:pt x="188" y="588"/>
                    </a:lnTo>
                    <a:lnTo>
                      <a:pt x="203" y="601"/>
                    </a:lnTo>
                    <a:lnTo>
                      <a:pt x="219" y="618"/>
                    </a:lnTo>
                    <a:lnTo>
                      <a:pt x="240" y="632"/>
                    </a:lnTo>
                    <a:lnTo>
                      <a:pt x="261" y="645"/>
                    </a:lnTo>
                    <a:lnTo>
                      <a:pt x="280" y="653"/>
                    </a:lnTo>
                    <a:lnTo>
                      <a:pt x="293" y="639"/>
                    </a:lnTo>
                    <a:lnTo>
                      <a:pt x="303" y="639"/>
                    </a:lnTo>
                    <a:lnTo>
                      <a:pt x="303" y="634"/>
                    </a:lnTo>
                    <a:lnTo>
                      <a:pt x="313" y="624"/>
                    </a:lnTo>
                    <a:lnTo>
                      <a:pt x="322" y="618"/>
                    </a:lnTo>
                    <a:lnTo>
                      <a:pt x="322" y="603"/>
                    </a:lnTo>
                    <a:lnTo>
                      <a:pt x="326" y="588"/>
                    </a:lnTo>
                    <a:lnTo>
                      <a:pt x="326" y="568"/>
                    </a:lnTo>
                    <a:lnTo>
                      <a:pt x="316" y="553"/>
                    </a:lnTo>
                    <a:lnTo>
                      <a:pt x="322" y="536"/>
                    </a:lnTo>
                    <a:lnTo>
                      <a:pt x="328" y="522"/>
                    </a:lnTo>
                    <a:lnTo>
                      <a:pt x="328" y="495"/>
                    </a:lnTo>
                    <a:lnTo>
                      <a:pt x="330" y="478"/>
                    </a:lnTo>
                    <a:lnTo>
                      <a:pt x="334" y="482"/>
                    </a:lnTo>
                    <a:lnTo>
                      <a:pt x="334" y="470"/>
                    </a:lnTo>
                    <a:lnTo>
                      <a:pt x="351" y="457"/>
                    </a:lnTo>
                    <a:lnTo>
                      <a:pt x="370" y="445"/>
                    </a:lnTo>
                    <a:lnTo>
                      <a:pt x="374" y="432"/>
                    </a:lnTo>
                    <a:lnTo>
                      <a:pt x="395" y="413"/>
                    </a:lnTo>
                    <a:lnTo>
                      <a:pt x="412" y="399"/>
                    </a:lnTo>
                    <a:lnTo>
                      <a:pt x="418" y="386"/>
                    </a:lnTo>
                    <a:lnTo>
                      <a:pt x="418" y="365"/>
                    </a:lnTo>
                    <a:lnTo>
                      <a:pt x="426" y="344"/>
                    </a:lnTo>
                    <a:lnTo>
                      <a:pt x="443" y="338"/>
                    </a:lnTo>
                    <a:lnTo>
                      <a:pt x="455" y="315"/>
                    </a:lnTo>
                    <a:lnTo>
                      <a:pt x="478" y="303"/>
                    </a:lnTo>
                    <a:lnTo>
                      <a:pt x="505" y="303"/>
                    </a:lnTo>
                    <a:lnTo>
                      <a:pt x="505" y="302"/>
                    </a:lnTo>
                    <a:lnTo>
                      <a:pt x="501" y="294"/>
                    </a:lnTo>
                    <a:lnTo>
                      <a:pt x="497" y="284"/>
                    </a:lnTo>
                    <a:lnTo>
                      <a:pt x="489" y="275"/>
                    </a:lnTo>
                    <a:lnTo>
                      <a:pt x="478" y="267"/>
                    </a:lnTo>
                    <a:lnTo>
                      <a:pt x="466" y="267"/>
                    </a:lnTo>
                    <a:lnTo>
                      <a:pt x="462" y="261"/>
                    </a:lnTo>
                    <a:lnTo>
                      <a:pt x="462" y="255"/>
                    </a:lnTo>
                    <a:lnTo>
                      <a:pt x="468" y="252"/>
                    </a:lnTo>
                    <a:lnTo>
                      <a:pt x="468" y="246"/>
                    </a:lnTo>
                    <a:lnTo>
                      <a:pt x="457" y="244"/>
                    </a:lnTo>
                    <a:lnTo>
                      <a:pt x="437" y="242"/>
                    </a:lnTo>
                    <a:lnTo>
                      <a:pt x="424" y="225"/>
                    </a:lnTo>
                    <a:lnTo>
                      <a:pt x="412" y="211"/>
                    </a:lnTo>
                    <a:lnTo>
                      <a:pt x="395" y="200"/>
                    </a:lnTo>
                    <a:lnTo>
                      <a:pt x="397" y="186"/>
                    </a:lnTo>
                    <a:lnTo>
                      <a:pt x="384" y="173"/>
                    </a:lnTo>
                    <a:lnTo>
                      <a:pt x="372" y="169"/>
                    </a:lnTo>
                    <a:lnTo>
                      <a:pt x="366" y="156"/>
                    </a:lnTo>
                    <a:lnTo>
                      <a:pt x="355" y="142"/>
                    </a:lnTo>
                    <a:lnTo>
                      <a:pt x="345" y="142"/>
                    </a:lnTo>
                    <a:lnTo>
                      <a:pt x="341" y="129"/>
                    </a:lnTo>
                    <a:lnTo>
                      <a:pt x="332" y="117"/>
                    </a:lnTo>
                    <a:lnTo>
                      <a:pt x="320" y="112"/>
                    </a:lnTo>
                    <a:lnTo>
                      <a:pt x="305" y="98"/>
                    </a:lnTo>
                    <a:lnTo>
                      <a:pt x="284" y="94"/>
                    </a:lnTo>
                    <a:lnTo>
                      <a:pt x="274" y="87"/>
                    </a:lnTo>
                    <a:lnTo>
                      <a:pt x="269" y="75"/>
                    </a:lnTo>
                    <a:lnTo>
                      <a:pt x="267" y="65"/>
                    </a:lnTo>
                    <a:lnTo>
                      <a:pt x="259" y="60"/>
                    </a:lnTo>
                    <a:lnTo>
                      <a:pt x="244" y="60"/>
                    </a:lnTo>
                    <a:close/>
                  </a:path>
                </a:pathLst>
              </a:custGeom>
              <a:grpFill/>
              <a:ln w="6350" cmpd="sng">
                <a:solidFill>
                  <a:schemeClr val="bg1"/>
                </a:solidFill>
                <a:round/>
                <a:headEnd/>
                <a:tailEnd/>
              </a:ln>
            </p:spPr>
            <p:txBody>
              <a:bodyPr/>
              <a:lstStyle/>
              <a:p>
                <a:endParaRPr lang="pt-BR"/>
              </a:p>
            </p:txBody>
          </p:sp>
          <p:sp>
            <p:nvSpPr>
              <p:cNvPr id="36" name="Freeform 17">
                <a:extLst>
                  <a:ext uri="{FF2B5EF4-FFF2-40B4-BE49-F238E27FC236}">
                    <a16:creationId xmlns:a16="http://schemas.microsoft.com/office/drawing/2014/main" id="{DFD8AB0E-4BFF-4742-3824-30D02413AC25}"/>
                  </a:ext>
                </a:extLst>
              </p:cNvPr>
              <p:cNvSpPr>
                <a:spLocks noChangeAspect="1"/>
              </p:cNvSpPr>
              <p:nvPr/>
            </p:nvSpPr>
            <p:spPr bwMode="auto">
              <a:xfrm>
                <a:off x="3140176" y="3369301"/>
                <a:ext cx="476353" cy="681815"/>
              </a:xfrm>
              <a:custGeom>
                <a:avLst/>
                <a:gdLst/>
                <a:ahLst/>
                <a:cxnLst>
                  <a:cxn ang="0">
                    <a:pos x="541" y="34"/>
                  </a:cxn>
                  <a:cxn ang="0">
                    <a:pos x="506" y="63"/>
                  </a:cxn>
                  <a:cxn ang="0">
                    <a:pos x="466" y="84"/>
                  </a:cxn>
                  <a:cxn ang="0">
                    <a:pos x="437" y="121"/>
                  </a:cxn>
                  <a:cxn ang="0">
                    <a:pos x="416" y="174"/>
                  </a:cxn>
                  <a:cxn ang="0">
                    <a:pos x="414" y="220"/>
                  </a:cxn>
                  <a:cxn ang="0">
                    <a:pos x="437" y="272"/>
                  </a:cxn>
                  <a:cxn ang="0">
                    <a:pos x="426" y="324"/>
                  </a:cxn>
                  <a:cxn ang="0">
                    <a:pos x="408" y="339"/>
                  </a:cxn>
                  <a:cxn ang="0">
                    <a:pos x="399" y="409"/>
                  </a:cxn>
                  <a:cxn ang="0">
                    <a:pos x="429" y="451"/>
                  </a:cxn>
                  <a:cxn ang="0">
                    <a:pos x="378" y="487"/>
                  </a:cxn>
                  <a:cxn ang="0">
                    <a:pos x="305" y="478"/>
                  </a:cxn>
                  <a:cxn ang="0">
                    <a:pos x="236" y="504"/>
                  </a:cxn>
                  <a:cxn ang="0">
                    <a:pos x="193" y="551"/>
                  </a:cxn>
                  <a:cxn ang="0">
                    <a:pos x="136" y="558"/>
                  </a:cxn>
                  <a:cxn ang="0">
                    <a:pos x="88" y="579"/>
                  </a:cxn>
                  <a:cxn ang="0">
                    <a:pos x="73" y="629"/>
                  </a:cxn>
                  <a:cxn ang="0">
                    <a:pos x="53" y="673"/>
                  </a:cxn>
                  <a:cxn ang="0">
                    <a:pos x="27" y="716"/>
                  </a:cxn>
                  <a:cxn ang="0">
                    <a:pos x="17" y="765"/>
                  </a:cxn>
                  <a:cxn ang="0">
                    <a:pos x="32" y="810"/>
                  </a:cxn>
                  <a:cxn ang="0">
                    <a:pos x="17" y="867"/>
                  </a:cxn>
                  <a:cxn ang="0">
                    <a:pos x="0" y="900"/>
                  </a:cxn>
                  <a:cxn ang="0">
                    <a:pos x="28" y="921"/>
                  </a:cxn>
                  <a:cxn ang="0">
                    <a:pos x="61" y="952"/>
                  </a:cxn>
                  <a:cxn ang="0">
                    <a:pos x="126" y="986"/>
                  </a:cxn>
                  <a:cxn ang="0">
                    <a:pos x="186" y="961"/>
                  </a:cxn>
                  <a:cxn ang="0">
                    <a:pos x="257" y="934"/>
                  </a:cxn>
                  <a:cxn ang="0">
                    <a:pos x="303" y="902"/>
                  </a:cxn>
                  <a:cxn ang="0">
                    <a:pos x="307" y="815"/>
                  </a:cxn>
                  <a:cxn ang="0">
                    <a:pos x="368" y="823"/>
                  </a:cxn>
                  <a:cxn ang="0">
                    <a:pos x="431" y="833"/>
                  </a:cxn>
                  <a:cxn ang="0">
                    <a:pos x="502" y="810"/>
                  </a:cxn>
                  <a:cxn ang="0">
                    <a:pos x="562" y="773"/>
                  </a:cxn>
                  <a:cxn ang="0">
                    <a:pos x="616" y="739"/>
                  </a:cxn>
                  <a:cxn ang="0">
                    <a:pos x="669" y="694"/>
                  </a:cxn>
                  <a:cxn ang="0">
                    <a:pos x="665" y="629"/>
                  </a:cxn>
                  <a:cxn ang="0">
                    <a:pos x="675" y="583"/>
                  </a:cxn>
                  <a:cxn ang="0">
                    <a:pos x="690" y="541"/>
                  </a:cxn>
                  <a:cxn ang="0">
                    <a:pos x="662" y="483"/>
                  </a:cxn>
                  <a:cxn ang="0">
                    <a:pos x="660" y="412"/>
                  </a:cxn>
                  <a:cxn ang="0">
                    <a:pos x="642" y="366"/>
                  </a:cxn>
                  <a:cxn ang="0">
                    <a:pos x="631" y="314"/>
                  </a:cxn>
                  <a:cxn ang="0">
                    <a:pos x="623" y="242"/>
                  </a:cxn>
                  <a:cxn ang="0">
                    <a:pos x="650" y="188"/>
                  </a:cxn>
                  <a:cxn ang="0">
                    <a:pos x="619" y="123"/>
                  </a:cxn>
                  <a:cxn ang="0">
                    <a:pos x="625" y="32"/>
                  </a:cxn>
                  <a:cxn ang="0">
                    <a:pos x="598" y="11"/>
                  </a:cxn>
                  <a:cxn ang="0">
                    <a:pos x="556" y="0"/>
                  </a:cxn>
                </a:cxnLst>
                <a:rect l="0" t="0" r="r" b="b"/>
                <a:pathLst>
                  <a:path w="690" h="986">
                    <a:moveTo>
                      <a:pt x="556" y="0"/>
                    </a:moveTo>
                    <a:lnTo>
                      <a:pt x="556" y="15"/>
                    </a:lnTo>
                    <a:lnTo>
                      <a:pt x="556" y="29"/>
                    </a:lnTo>
                    <a:lnTo>
                      <a:pt x="541" y="34"/>
                    </a:lnTo>
                    <a:lnTo>
                      <a:pt x="543" y="50"/>
                    </a:lnTo>
                    <a:lnTo>
                      <a:pt x="533" y="55"/>
                    </a:lnTo>
                    <a:lnTo>
                      <a:pt x="520" y="55"/>
                    </a:lnTo>
                    <a:lnTo>
                      <a:pt x="506" y="63"/>
                    </a:lnTo>
                    <a:lnTo>
                      <a:pt x="502" y="73"/>
                    </a:lnTo>
                    <a:lnTo>
                      <a:pt x="487" y="75"/>
                    </a:lnTo>
                    <a:lnTo>
                      <a:pt x="470" y="75"/>
                    </a:lnTo>
                    <a:lnTo>
                      <a:pt x="466" y="84"/>
                    </a:lnTo>
                    <a:lnTo>
                      <a:pt x="456" y="96"/>
                    </a:lnTo>
                    <a:lnTo>
                      <a:pt x="456" y="109"/>
                    </a:lnTo>
                    <a:lnTo>
                      <a:pt x="445" y="117"/>
                    </a:lnTo>
                    <a:lnTo>
                      <a:pt x="437" y="121"/>
                    </a:lnTo>
                    <a:lnTo>
                      <a:pt x="437" y="136"/>
                    </a:lnTo>
                    <a:lnTo>
                      <a:pt x="426" y="149"/>
                    </a:lnTo>
                    <a:lnTo>
                      <a:pt x="416" y="157"/>
                    </a:lnTo>
                    <a:lnTo>
                      <a:pt x="416" y="174"/>
                    </a:lnTo>
                    <a:lnTo>
                      <a:pt x="424" y="182"/>
                    </a:lnTo>
                    <a:lnTo>
                      <a:pt x="426" y="190"/>
                    </a:lnTo>
                    <a:lnTo>
                      <a:pt x="420" y="205"/>
                    </a:lnTo>
                    <a:lnTo>
                      <a:pt x="414" y="220"/>
                    </a:lnTo>
                    <a:lnTo>
                      <a:pt x="414" y="234"/>
                    </a:lnTo>
                    <a:lnTo>
                      <a:pt x="424" y="245"/>
                    </a:lnTo>
                    <a:lnTo>
                      <a:pt x="433" y="257"/>
                    </a:lnTo>
                    <a:lnTo>
                      <a:pt x="437" y="272"/>
                    </a:lnTo>
                    <a:lnTo>
                      <a:pt x="437" y="288"/>
                    </a:lnTo>
                    <a:lnTo>
                      <a:pt x="431" y="305"/>
                    </a:lnTo>
                    <a:lnTo>
                      <a:pt x="426" y="324"/>
                    </a:lnTo>
                    <a:lnTo>
                      <a:pt x="426" y="324"/>
                    </a:lnTo>
                    <a:lnTo>
                      <a:pt x="422" y="324"/>
                    </a:lnTo>
                    <a:lnTo>
                      <a:pt x="418" y="324"/>
                    </a:lnTo>
                    <a:lnTo>
                      <a:pt x="414" y="328"/>
                    </a:lnTo>
                    <a:lnTo>
                      <a:pt x="408" y="339"/>
                    </a:lnTo>
                    <a:lnTo>
                      <a:pt x="406" y="345"/>
                    </a:lnTo>
                    <a:lnTo>
                      <a:pt x="393" y="364"/>
                    </a:lnTo>
                    <a:lnTo>
                      <a:pt x="391" y="385"/>
                    </a:lnTo>
                    <a:lnTo>
                      <a:pt x="399" y="409"/>
                    </a:lnTo>
                    <a:lnTo>
                      <a:pt x="414" y="426"/>
                    </a:lnTo>
                    <a:lnTo>
                      <a:pt x="422" y="430"/>
                    </a:lnTo>
                    <a:lnTo>
                      <a:pt x="431" y="441"/>
                    </a:lnTo>
                    <a:lnTo>
                      <a:pt x="429" y="451"/>
                    </a:lnTo>
                    <a:lnTo>
                      <a:pt x="412" y="462"/>
                    </a:lnTo>
                    <a:lnTo>
                      <a:pt x="416" y="478"/>
                    </a:lnTo>
                    <a:lnTo>
                      <a:pt x="397" y="485"/>
                    </a:lnTo>
                    <a:lnTo>
                      <a:pt x="378" y="487"/>
                    </a:lnTo>
                    <a:lnTo>
                      <a:pt x="353" y="491"/>
                    </a:lnTo>
                    <a:lnTo>
                      <a:pt x="337" y="487"/>
                    </a:lnTo>
                    <a:lnTo>
                      <a:pt x="322" y="483"/>
                    </a:lnTo>
                    <a:lnTo>
                      <a:pt x="305" y="478"/>
                    </a:lnTo>
                    <a:lnTo>
                      <a:pt x="286" y="478"/>
                    </a:lnTo>
                    <a:lnTo>
                      <a:pt x="268" y="485"/>
                    </a:lnTo>
                    <a:lnTo>
                      <a:pt x="253" y="493"/>
                    </a:lnTo>
                    <a:lnTo>
                      <a:pt x="236" y="504"/>
                    </a:lnTo>
                    <a:lnTo>
                      <a:pt x="222" y="510"/>
                    </a:lnTo>
                    <a:lnTo>
                      <a:pt x="207" y="524"/>
                    </a:lnTo>
                    <a:lnTo>
                      <a:pt x="199" y="535"/>
                    </a:lnTo>
                    <a:lnTo>
                      <a:pt x="193" y="551"/>
                    </a:lnTo>
                    <a:lnTo>
                      <a:pt x="182" y="554"/>
                    </a:lnTo>
                    <a:lnTo>
                      <a:pt x="167" y="552"/>
                    </a:lnTo>
                    <a:lnTo>
                      <a:pt x="149" y="554"/>
                    </a:lnTo>
                    <a:lnTo>
                      <a:pt x="136" y="558"/>
                    </a:lnTo>
                    <a:lnTo>
                      <a:pt x="124" y="562"/>
                    </a:lnTo>
                    <a:lnTo>
                      <a:pt x="111" y="566"/>
                    </a:lnTo>
                    <a:lnTo>
                      <a:pt x="99" y="570"/>
                    </a:lnTo>
                    <a:lnTo>
                      <a:pt x="88" y="579"/>
                    </a:lnTo>
                    <a:lnTo>
                      <a:pt x="80" y="593"/>
                    </a:lnTo>
                    <a:lnTo>
                      <a:pt x="75" y="604"/>
                    </a:lnTo>
                    <a:lnTo>
                      <a:pt x="73" y="620"/>
                    </a:lnTo>
                    <a:lnTo>
                      <a:pt x="73" y="629"/>
                    </a:lnTo>
                    <a:lnTo>
                      <a:pt x="73" y="641"/>
                    </a:lnTo>
                    <a:lnTo>
                      <a:pt x="67" y="650"/>
                    </a:lnTo>
                    <a:lnTo>
                      <a:pt x="55" y="658"/>
                    </a:lnTo>
                    <a:lnTo>
                      <a:pt x="53" y="673"/>
                    </a:lnTo>
                    <a:lnTo>
                      <a:pt x="42" y="681"/>
                    </a:lnTo>
                    <a:lnTo>
                      <a:pt x="32" y="691"/>
                    </a:lnTo>
                    <a:lnTo>
                      <a:pt x="27" y="702"/>
                    </a:lnTo>
                    <a:lnTo>
                      <a:pt x="27" y="716"/>
                    </a:lnTo>
                    <a:lnTo>
                      <a:pt x="23" y="725"/>
                    </a:lnTo>
                    <a:lnTo>
                      <a:pt x="17" y="737"/>
                    </a:lnTo>
                    <a:lnTo>
                      <a:pt x="17" y="752"/>
                    </a:lnTo>
                    <a:lnTo>
                      <a:pt x="17" y="765"/>
                    </a:lnTo>
                    <a:lnTo>
                      <a:pt x="17" y="771"/>
                    </a:lnTo>
                    <a:lnTo>
                      <a:pt x="23" y="787"/>
                    </a:lnTo>
                    <a:lnTo>
                      <a:pt x="27" y="798"/>
                    </a:lnTo>
                    <a:lnTo>
                      <a:pt x="32" y="810"/>
                    </a:lnTo>
                    <a:lnTo>
                      <a:pt x="30" y="827"/>
                    </a:lnTo>
                    <a:lnTo>
                      <a:pt x="28" y="840"/>
                    </a:lnTo>
                    <a:lnTo>
                      <a:pt x="23" y="850"/>
                    </a:lnTo>
                    <a:lnTo>
                      <a:pt x="17" y="867"/>
                    </a:lnTo>
                    <a:lnTo>
                      <a:pt x="13" y="877"/>
                    </a:lnTo>
                    <a:lnTo>
                      <a:pt x="0" y="877"/>
                    </a:lnTo>
                    <a:lnTo>
                      <a:pt x="0" y="890"/>
                    </a:lnTo>
                    <a:lnTo>
                      <a:pt x="0" y="900"/>
                    </a:lnTo>
                    <a:lnTo>
                      <a:pt x="13" y="906"/>
                    </a:lnTo>
                    <a:lnTo>
                      <a:pt x="19" y="906"/>
                    </a:lnTo>
                    <a:lnTo>
                      <a:pt x="28" y="919"/>
                    </a:lnTo>
                    <a:lnTo>
                      <a:pt x="28" y="921"/>
                    </a:lnTo>
                    <a:lnTo>
                      <a:pt x="30" y="919"/>
                    </a:lnTo>
                    <a:lnTo>
                      <a:pt x="46" y="921"/>
                    </a:lnTo>
                    <a:lnTo>
                      <a:pt x="53" y="934"/>
                    </a:lnTo>
                    <a:lnTo>
                      <a:pt x="61" y="952"/>
                    </a:lnTo>
                    <a:lnTo>
                      <a:pt x="76" y="969"/>
                    </a:lnTo>
                    <a:lnTo>
                      <a:pt x="86" y="980"/>
                    </a:lnTo>
                    <a:lnTo>
                      <a:pt x="101" y="986"/>
                    </a:lnTo>
                    <a:lnTo>
                      <a:pt x="126" y="986"/>
                    </a:lnTo>
                    <a:lnTo>
                      <a:pt x="146" y="982"/>
                    </a:lnTo>
                    <a:lnTo>
                      <a:pt x="159" y="982"/>
                    </a:lnTo>
                    <a:lnTo>
                      <a:pt x="172" y="975"/>
                    </a:lnTo>
                    <a:lnTo>
                      <a:pt x="186" y="961"/>
                    </a:lnTo>
                    <a:lnTo>
                      <a:pt x="197" y="955"/>
                    </a:lnTo>
                    <a:lnTo>
                      <a:pt x="230" y="957"/>
                    </a:lnTo>
                    <a:lnTo>
                      <a:pt x="249" y="954"/>
                    </a:lnTo>
                    <a:lnTo>
                      <a:pt x="257" y="934"/>
                    </a:lnTo>
                    <a:lnTo>
                      <a:pt x="278" y="931"/>
                    </a:lnTo>
                    <a:lnTo>
                      <a:pt x="289" y="919"/>
                    </a:lnTo>
                    <a:lnTo>
                      <a:pt x="289" y="911"/>
                    </a:lnTo>
                    <a:lnTo>
                      <a:pt x="303" y="902"/>
                    </a:lnTo>
                    <a:lnTo>
                      <a:pt x="305" y="848"/>
                    </a:lnTo>
                    <a:lnTo>
                      <a:pt x="297" y="835"/>
                    </a:lnTo>
                    <a:lnTo>
                      <a:pt x="288" y="821"/>
                    </a:lnTo>
                    <a:lnTo>
                      <a:pt x="307" y="815"/>
                    </a:lnTo>
                    <a:lnTo>
                      <a:pt x="330" y="802"/>
                    </a:lnTo>
                    <a:lnTo>
                      <a:pt x="339" y="813"/>
                    </a:lnTo>
                    <a:lnTo>
                      <a:pt x="345" y="821"/>
                    </a:lnTo>
                    <a:lnTo>
                      <a:pt x="368" y="823"/>
                    </a:lnTo>
                    <a:lnTo>
                      <a:pt x="380" y="829"/>
                    </a:lnTo>
                    <a:lnTo>
                      <a:pt x="393" y="836"/>
                    </a:lnTo>
                    <a:lnTo>
                      <a:pt x="410" y="838"/>
                    </a:lnTo>
                    <a:lnTo>
                      <a:pt x="431" y="833"/>
                    </a:lnTo>
                    <a:lnTo>
                      <a:pt x="447" y="829"/>
                    </a:lnTo>
                    <a:lnTo>
                      <a:pt x="460" y="823"/>
                    </a:lnTo>
                    <a:lnTo>
                      <a:pt x="476" y="808"/>
                    </a:lnTo>
                    <a:lnTo>
                      <a:pt x="502" y="810"/>
                    </a:lnTo>
                    <a:lnTo>
                      <a:pt x="516" y="808"/>
                    </a:lnTo>
                    <a:lnTo>
                      <a:pt x="533" y="798"/>
                    </a:lnTo>
                    <a:lnTo>
                      <a:pt x="552" y="781"/>
                    </a:lnTo>
                    <a:lnTo>
                      <a:pt x="562" y="773"/>
                    </a:lnTo>
                    <a:lnTo>
                      <a:pt x="581" y="764"/>
                    </a:lnTo>
                    <a:lnTo>
                      <a:pt x="594" y="764"/>
                    </a:lnTo>
                    <a:lnTo>
                      <a:pt x="598" y="750"/>
                    </a:lnTo>
                    <a:lnTo>
                      <a:pt x="616" y="739"/>
                    </a:lnTo>
                    <a:lnTo>
                      <a:pt x="629" y="725"/>
                    </a:lnTo>
                    <a:lnTo>
                      <a:pt x="646" y="723"/>
                    </a:lnTo>
                    <a:lnTo>
                      <a:pt x="665" y="712"/>
                    </a:lnTo>
                    <a:lnTo>
                      <a:pt x="669" y="694"/>
                    </a:lnTo>
                    <a:lnTo>
                      <a:pt x="683" y="683"/>
                    </a:lnTo>
                    <a:lnTo>
                      <a:pt x="681" y="666"/>
                    </a:lnTo>
                    <a:lnTo>
                      <a:pt x="667" y="648"/>
                    </a:lnTo>
                    <a:lnTo>
                      <a:pt x="665" y="629"/>
                    </a:lnTo>
                    <a:lnTo>
                      <a:pt x="665" y="602"/>
                    </a:lnTo>
                    <a:lnTo>
                      <a:pt x="679" y="587"/>
                    </a:lnTo>
                    <a:lnTo>
                      <a:pt x="677" y="591"/>
                    </a:lnTo>
                    <a:lnTo>
                      <a:pt x="675" y="583"/>
                    </a:lnTo>
                    <a:lnTo>
                      <a:pt x="669" y="572"/>
                    </a:lnTo>
                    <a:lnTo>
                      <a:pt x="675" y="556"/>
                    </a:lnTo>
                    <a:lnTo>
                      <a:pt x="685" y="551"/>
                    </a:lnTo>
                    <a:lnTo>
                      <a:pt x="690" y="541"/>
                    </a:lnTo>
                    <a:lnTo>
                      <a:pt x="690" y="524"/>
                    </a:lnTo>
                    <a:lnTo>
                      <a:pt x="687" y="506"/>
                    </a:lnTo>
                    <a:lnTo>
                      <a:pt x="675" y="497"/>
                    </a:lnTo>
                    <a:lnTo>
                      <a:pt x="662" y="483"/>
                    </a:lnTo>
                    <a:lnTo>
                      <a:pt x="662" y="466"/>
                    </a:lnTo>
                    <a:lnTo>
                      <a:pt x="671" y="449"/>
                    </a:lnTo>
                    <a:lnTo>
                      <a:pt x="669" y="428"/>
                    </a:lnTo>
                    <a:lnTo>
                      <a:pt x="660" y="412"/>
                    </a:lnTo>
                    <a:lnTo>
                      <a:pt x="652" y="403"/>
                    </a:lnTo>
                    <a:lnTo>
                      <a:pt x="641" y="393"/>
                    </a:lnTo>
                    <a:lnTo>
                      <a:pt x="637" y="376"/>
                    </a:lnTo>
                    <a:lnTo>
                      <a:pt x="642" y="366"/>
                    </a:lnTo>
                    <a:lnTo>
                      <a:pt x="639" y="349"/>
                    </a:lnTo>
                    <a:lnTo>
                      <a:pt x="627" y="347"/>
                    </a:lnTo>
                    <a:lnTo>
                      <a:pt x="623" y="328"/>
                    </a:lnTo>
                    <a:lnTo>
                      <a:pt x="631" y="314"/>
                    </a:lnTo>
                    <a:lnTo>
                      <a:pt x="633" y="295"/>
                    </a:lnTo>
                    <a:lnTo>
                      <a:pt x="637" y="276"/>
                    </a:lnTo>
                    <a:lnTo>
                      <a:pt x="625" y="259"/>
                    </a:lnTo>
                    <a:lnTo>
                      <a:pt x="623" y="242"/>
                    </a:lnTo>
                    <a:lnTo>
                      <a:pt x="631" y="226"/>
                    </a:lnTo>
                    <a:lnTo>
                      <a:pt x="635" y="209"/>
                    </a:lnTo>
                    <a:lnTo>
                      <a:pt x="650" y="201"/>
                    </a:lnTo>
                    <a:lnTo>
                      <a:pt x="650" y="188"/>
                    </a:lnTo>
                    <a:lnTo>
                      <a:pt x="644" y="171"/>
                    </a:lnTo>
                    <a:lnTo>
                      <a:pt x="633" y="155"/>
                    </a:lnTo>
                    <a:lnTo>
                      <a:pt x="625" y="142"/>
                    </a:lnTo>
                    <a:lnTo>
                      <a:pt x="619" y="123"/>
                    </a:lnTo>
                    <a:lnTo>
                      <a:pt x="608" y="101"/>
                    </a:lnTo>
                    <a:lnTo>
                      <a:pt x="619" y="82"/>
                    </a:lnTo>
                    <a:lnTo>
                      <a:pt x="629" y="63"/>
                    </a:lnTo>
                    <a:lnTo>
                      <a:pt x="625" y="32"/>
                    </a:lnTo>
                    <a:lnTo>
                      <a:pt x="625" y="30"/>
                    </a:lnTo>
                    <a:lnTo>
                      <a:pt x="614" y="25"/>
                    </a:lnTo>
                    <a:lnTo>
                      <a:pt x="602" y="19"/>
                    </a:lnTo>
                    <a:lnTo>
                      <a:pt x="598" y="11"/>
                    </a:lnTo>
                    <a:lnTo>
                      <a:pt x="589" y="11"/>
                    </a:lnTo>
                    <a:lnTo>
                      <a:pt x="579" y="2"/>
                    </a:lnTo>
                    <a:lnTo>
                      <a:pt x="566" y="2"/>
                    </a:lnTo>
                    <a:lnTo>
                      <a:pt x="556" y="0"/>
                    </a:lnTo>
                    <a:close/>
                  </a:path>
                </a:pathLst>
              </a:custGeom>
              <a:grpFill/>
              <a:ln w="6350" cmpd="sng">
                <a:solidFill>
                  <a:schemeClr val="bg1"/>
                </a:solidFill>
                <a:round/>
                <a:headEnd/>
                <a:tailEnd/>
              </a:ln>
            </p:spPr>
            <p:txBody>
              <a:bodyPr/>
              <a:lstStyle/>
              <a:p>
                <a:endParaRPr lang="pt-BR"/>
              </a:p>
            </p:txBody>
          </p:sp>
          <p:sp>
            <p:nvSpPr>
              <p:cNvPr id="37" name="Freeform 18">
                <a:extLst>
                  <a:ext uri="{FF2B5EF4-FFF2-40B4-BE49-F238E27FC236}">
                    <a16:creationId xmlns:a16="http://schemas.microsoft.com/office/drawing/2014/main" id="{1C949CAC-6217-8D56-025E-386606FE9BB8}"/>
                  </a:ext>
                </a:extLst>
              </p:cNvPr>
              <p:cNvSpPr>
                <a:spLocks noChangeAspect="1"/>
              </p:cNvSpPr>
              <p:nvPr/>
            </p:nvSpPr>
            <p:spPr bwMode="auto">
              <a:xfrm>
                <a:off x="2923652" y="3200077"/>
                <a:ext cx="600362" cy="787089"/>
              </a:xfrm>
              <a:custGeom>
                <a:avLst/>
                <a:gdLst/>
                <a:ahLst/>
                <a:cxnLst>
                  <a:cxn ang="0">
                    <a:pos x="685" y="192"/>
                  </a:cxn>
                  <a:cxn ang="0">
                    <a:pos x="625" y="192"/>
                  </a:cxn>
                  <a:cxn ang="0">
                    <a:pos x="572" y="223"/>
                  </a:cxn>
                  <a:cxn ang="0">
                    <a:pos x="560" y="186"/>
                  </a:cxn>
                  <a:cxn ang="0">
                    <a:pos x="530" y="267"/>
                  </a:cxn>
                  <a:cxn ang="0">
                    <a:pos x="518" y="198"/>
                  </a:cxn>
                  <a:cxn ang="0">
                    <a:pos x="539" y="131"/>
                  </a:cxn>
                  <a:cxn ang="0">
                    <a:pos x="482" y="159"/>
                  </a:cxn>
                  <a:cxn ang="0">
                    <a:pos x="518" y="125"/>
                  </a:cxn>
                  <a:cxn ang="0">
                    <a:pos x="537" y="100"/>
                  </a:cxn>
                  <a:cxn ang="0">
                    <a:pos x="480" y="61"/>
                  </a:cxn>
                  <a:cxn ang="0">
                    <a:pos x="443" y="73"/>
                  </a:cxn>
                  <a:cxn ang="0">
                    <a:pos x="403" y="23"/>
                  </a:cxn>
                  <a:cxn ang="0">
                    <a:pos x="343" y="8"/>
                  </a:cxn>
                  <a:cxn ang="0">
                    <a:pos x="322" y="98"/>
                  </a:cxn>
                  <a:cxn ang="0">
                    <a:pos x="297" y="171"/>
                  </a:cxn>
                  <a:cxn ang="0">
                    <a:pos x="244" y="228"/>
                  </a:cxn>
                  <a:cxn ang="0">
                    <a:pos x="209" y="322"/>
                  </a:cxn>
                  <a:cxn ang="0">
                    <a:pos x="157" y="392"/>
                  </a:cxn>
                  <a:cxn ang="0">
                    <a:pos x="71" y="434"/>
                  </a:cxn>
                  <a:cxn ang="0">
                    <a:pos x="0" y="491"/>
                  </a:cxn>
                  <a:cxn ang="0">
                    <a:pos x="73" y="501"/>
                  </a:cxn>
                  <a:cxn ang="0">
                    <a:pos x="130" y="528"/>
                  </a:cxn>
                  <a:cxn ang="0">
                    <a:pos x="159" y="614"/>
                  </a:cxn>
                  <a:cxn ang="0">
                    <a:pos x="146" y="681"/>
                  </a:cxn>
                  <a:cxn ang="0">
                    <a:pos x="113" y="737"/>
                  </a:cxn>
                  <a:cxn ang="0">
                    <a:pos x="161" y="793"/>
                  </a:cxn>
                  <a:cxn ang="0">
                    <a:pos x="196" y="839"/>
                  </a:cxn>
                  <a:cxn ang="0">
                    <a:pos x="238" y="860"/>
                  </a:cxn>
                  <a:cxn ang="0">
                    <a:pos x="240" y="910"/>
                  </a:cxn>
                  <a:cxn ang="0">
                    <a:pos x="209" y="967"/>
                  </a:cxn>
                  <a:cxn ang="0">
                    <a:pos x="215" y="1011"/>
                  </a:cxn>
                  <a:cxn ang="0">
                    <a:pos x="251" y="1046"/>
                  </a:cxn>
                  <a:cxn ang="0">
                    <a:pos x="263" y="1106"/>
                  </a:cxn>
                  <a:cxn ang="0">
                    <a:pos x="313" y="1140"/>
                  </a:cxn>
                  <a:cxn ang="0">
                    <a:pos x="336" y="1096"/>
                  </a:cxn>
                  <a:cxn ang="0">
                    <a:pos x="336" y="1033"/>
                  </a:cxn>
                  <a:cxn ang="0">
                    <a:pos x="336" y="971"/>
                  </a:cxn>
                  <a:cxn ang="0">
                    <a:pos x="366" y="919"/>
                  </a:cxn>
                  <a:cxn ang="0">
                    <a:pos x="386" y="866"/>
                  </a:cxn>
                  <a:cxn ang="0">
                    <a:pos x="424" y="812"/>
                  </a:cxn>
                  <a:cxn ang="0">
                    <a:pos x="495" y="800"/>
                  </a:cxn>
                  <a:cxn ang="0">
                    <a:pos x="549" y="750"/>
                  </a:cxn>
                  <a:cxn ang="0">
                    <a:pos x="635" y="729"/>
                  </a:cxn>
                  <a:cxn ang="0">
                    <a:pos x="729" y="724"/>
                  </a:cxn>
                  <a:cxn ang="0">
                    <a:pos x="727" y="672"/>
                  </a:cxn>
                  <a:cxn ang="0">
                    <a:pos x="721" y="585"/>
                  </a:cxn>
                  <a:cxn ang="0">
                    <a:pos x="739" y="570"/>
                  </a:cxn>
                  <a:cxn ang="0">
                    <a:pos x="737" y="491"/>
                  </a:cxn>
                  <a:cxn ang="0">
                    <a:pos x="737" y="428"/>
                  </a:cxn>
                  <a:cxn ang="0">
                    <a:pos x="750" y="367"/>
                  </a:cxn>
                  <a:cxn ang="0">
                    <a:pos x="783" y="321"/>
                  </a:cxn>
                  <a:cxn ang="0">
                    <a:pos x="846" y="301"/>
                  </a:cxn>
                  <a:cxn ang="0">
                    <a:pos x="869" y="250"/>
                  </a:cxn>
                  <a:cxn ang="0">
                    <a:pos x="812" y="236"/>
                  </a:cxn>
                  <a:cxn ang="0">
                    <a:pos x="773" y="209"/>
                  </a:cxn>
                  <a:cxn ang="0">
                    <a:pos x="719" y="182"/>
                  </a:cxn>
                </a:cxnLst>
                <a:rect l="0" t="0" r="r" b="b"/>
                <a:pathLst>
                  <a:path w="869" h="1140">
                    <a:moveTo>
                      <a:pt x="712" y="171"/>
                    </a:moveTo>
                    <a:lnTo>
                      <a:pt x="698" y="171"/>
                    </a:lnTo>
                    <a:lnTo>
                      <a:pt x="681" y="171"/>
                    </a:lnTo>
                    <a:lnTo>
                      <a:pt x="677" y="180"/>
                    </a:lnTo>
                    <a:lnTo>
                      <a:pt x="685" y="192"/>
                    </a:lnTo>
                    <a:lnTo>
                      <a:pt x="673" y="196"/>
                    </a:lnTo>
                    <a:lnTo>
                      <a:pt x="662" y="202"/>
                    </a:lnTo>
                    <a:lnTo>
                      <a:pt x="660" y="190"/>
                    </a:lnTo>
                    <a:lnTo>
                      <a:pt x="637" y="188"/>
                    </a:lnTo>
                    <a:lnTo>
                      <a:pt x="625" y="192"/>
                    </a:lnTo>
                    <a:lnTo>
                      <a:pt x="620" y="184"/>
                    </a:lnTo>
                    <a:lnTo>
                      <a:pt x="601" y="184"/>
                    </a:lnTo>
                    <a:lnTo>
                      <a:pt x="591" y="196"/>
                    </a:lnTo>
                    <a:lnTo>
                      <a:pt x="577" y="209"/>
                    </a:lnTo>
                    <a:lnTo>
                      <a:pt x="572" y="223"/>
                    </a:lnTo>
                    <a:lnTo>
                      <a:pt x="554" y="223"/>
                    </a:lnTo>
                    <a:lnTo>
                      <a:pt x="553" y="209"/>
                    </a:lnTo>
                    <a:lnTo>
                      <a:pt x="577" y="184"/>
                    </a:lnTo>
                    <a:lnTo>
                      <a:pt x="570" y="171"/>
                    </a:lnTo>
                    <a:lnTo>
                      <a:pt x="560" y="186"/>
                    </a:lnTo>
                    <a:lnTo>
                      <a:pt x="549" y="194"/>
                    </a:lnTo>
                    <a:lnTo>
                      <a:pt x="531" y="209"/>
                    </a:lnTo>
                    <a:lnTo>
                      <a:pt x="528" y="228"/>
                    </a:lnTo>
                    <a:lnTo>
                      <a:pt x="537" y="251"/>
                    </a:lnTo>
                    <a:lnTo>
                      <a:pt x="530" y="267"/>
                    </a:lnTo>
                    <a:lnTo>
                      <a:pt x="514" y="271"/>
                    </a:lnTo>
                    <a:lnTo>
                      <a:pt x="510" y="253"/>
                    </a:lnTo>
                    <a:lnTo>
                      <a:pt x="518" y="234"/>
                    </a:lnTo>
                    <a:lnTo>
                      <a:pt x="514" y="219"/>
                    </a:lnTo>
                    <a:lnTo>
                      <a:pt x="518" y="198"/>
                    </a:lnTo>
                    <a:lnTo>
                      <a:pt x="533" y="184"/>
                    </a:lnTo>
                    <a:lnTo>
                      <a:pt x="547" y="169"/>
                    </a:lnTo>
                    <a:lnTo>
                      <a:pt x="556" y="154"/>
                    </a:lnTo>
                    <a:lnTo>
                      <a:pt x="554" y="138"/>
                    </a:lnTo>
                    <a:lnTo>
                      <a:pt x="539" y="131"/>
                    </a:lnTo>
                    <a:lnTo>
                      <a:pt x="531" y="146"/>
                    </a:lnTo>
                    <a:lnTo>
                      <a:pt x="514" y="156"/>
                    </a:lnTo>
                    <a:lnTo>
                      <a:pt x="499" y="169"/>
                    </a:lnTo>
                    <a:lnTo>
                      <a:pt x="493" y="159"/>
                    </a:lnTo>
                    <a:lnTo>
                      <a:pt x="482" y="159"/>
                    </a:lnTo>
                    <a:lnTo>
                      <a:pt x="485" y="146"/>
                    </a:lnTo>
                    <a:lnTo>
                      <a:pt x="505" y="146"/>
                    </a:lnTo>
                    <a:lnTo>
                      <a:pt x="518" y="131"/>
                    </a:lnTo>
                    <a:lnTo>
                      <a:pt x="518" y="129"/>
                    </a:lnTo>
                    <a:lnTo>
                      <a:pt x="518" y="125"/>
                    </a:lnTo>
                    <a:lnTo>
                      <a:pt x="520" y="119"/>
                    </a:lnTo>
                    <a:lnTo>
                      <a:pt x="526" y="115"/>
                    </a:lnTo>
                    <a:lnTo>
                      <a:pt x="537" y="111"/>
                    </a:lnTo>
                    <a:lnTo>
                      <a:pt x="541" y="109"/>
                    </a:lnTo>
                    <a:lnTo>
                      <a:pt x="537" y="100"/>
                    </a:lnTo>
                    <a:lnTo>
                      <a:pt x="522" y="88"/>
                    </a:lnTo>
                    <a:lnTo>
                      <a:pt x="506" y="77"/>
                    </a:lnTo>
                    <a:lnTo>
                      <a:pt x="497" y="83"/>
                    </a:lnTo>
                    <a:lnTo>
                      <a:pt x="493" y="69"/>
                    </a:lnTo>
                    <a:lnTo>
                      <a:pt x="480" y="61"/>
                    </a:lnTo>
                    <a:lnTo>
                      <a:pt x="468" y="56"/>
                    </a:lnTo>
                    <a:lnTo>
                      <a:pt x="464" y="44"/>
                    </a:lnTo>
                    <a:lnTo>
                      <a:pt x="451" y="46"/>
                    </a:lnTo>
                    <a:lnTo>
                      <a:pt x="451" y="61"/>
                    </a:lnTo>
                    <a:lnTo>
                      <a:pt x="443" y="73"/>
                    </a:lnTo>
                    <a:lnTo>
                      <a:pt x="432" y="61"/>
                    </a:lnTo>
                    <a:lnTo>
                      <a:pt x="424" y="46"/>
                    </a:lnTo>
                    <a:lnTo>
                      <a:pt x="414" y="37"/>
                    </a:lnTo>
                    <a:lnTo>
                      <a:pt x="414" y="25"/>
                    </a:lnTo>
                    <a:lnTo>
                      <a:pt x="403" y="23"/>
                    </a:lnTo>
                    <a:lnTo>
                      <a:pt x="389" y="14"/>
                    </a:lnTo>
                    <a:lnTo>
                      <a:pt x="384" y="2"/>
                    </a:lnTo>
                    <a:lnTo>
                      <a:pt x="372" y="0"/>
                    </a:lnTo>
                    <a:lnTo>
                      <a:pt x="357" y="2"/>
                    </a:lnTo>
                    <a:lnTo>
                      <a:pt x="343" y="8"/>
                    </a:lnTo>
                    <a:lnTo>
                      <a:pt x="340" y="31"/>
                    </a:lnTo>
                    <a:lnTo>
                      <a:pt x="326" y="44"/>
                    </a:lnTo>
                    <a:lnTo>
                      <a:pt x="322" y="65"/>
                    </a:lnTo>
                    <a:lnTo>
                      <a:pt x="311" y="79"/>
                    </a:lnTo>
                    <a:lnTo>
                      <a:pt x="322" y="98"/>
                    </a:lnTo>
                    <a:lnTo>
                      <a:pt x="324" y="111"/>
                    </a:lnTo>
                    <a:lnTo>
                      <a:pt x="317" y="123"/>
                    </a:lnTo>
                    <a:lnTo>
                      <a:pt x="295" y="134"/>
                    </a:lnTo>
                    <a:lnTo>
                      <a:pt x="297" y="150"/>
                    </a:lnTo>
                    <a:lnTo>
                      <a:pt x="297" y="171"/>
                    </a:lnTo>
                    <a:lnTo>
                      <a:pt x="280" y="173"/>
                    </a:lnTo>
                    <a:lnTo>
                      <a:pt x="271" y="190"/>
                    </a:lnTo>
                    <a:lnTo>
                      <a:pt x="269" y="213"/>
                    </a:lnTo>
                    <a:lnTo>
                      <a:pt x="263" y="225"/>
                    </a:lnTo>
                    <a:lnTo>
                      <a:pt x="244" y="228"/>
                    </a:lnTo>
                    <a:lnTo>
                      <a:pt x="244" y="246"/>
                    </a:lnTo>
                    <a:lnTo>
                      <a:pt x="240" y="263"/>
                    </a:lnTo>
                    <a:lnTo>
                      <a:pt x="219" y="276"/>
                    </a:lnTo>
                    <a:lnTo>
                      <a:pt x="215" y="303"/>
                    </a:lnTo>
                    <a:lnTo>
                      <a:pt x="209" y="322"/>
                    </a:lnTo>
                    <a:lnTo>
                      <a:pt x="196" y="336"/>
                    </a:lnTo>
                    <a:lnTo>
                      <a:pt x="188" y="351"/>
                    </a:lnTo>
                    <a:lnTo>
                      <a:pt x="186" y="374"/>
                    </a:lnTo>
                    <a:lnTo>
                      <a:pt x="173" y="376"/>
                    </a:lnTo>
                    <a:lnTo>
                      <a:pt x="157" y="392"/>
                    </a:lnTo>
                    <a:lnTo>
                      <a:pt x="144" y="399"/>
                    </a:lnTo>
                    <a:lnTo>
                      <a:pt x="129" y="405"/>
                    </a:lnTo>
                    <a:lnTo>
                      <a:pt x="111" y="407"/>
                    </a:lnTo>
                    <a:lnTo>
                      <a:pt x="92" y="430"/>
                    </a:lnTo>
                    <a:lnTo>
                      <a:pt x="71" y="434"/>
                    </a:lnTo>
                    <a:lnTo>
                      <a:pt x="56" y="451"/>
                    </a:lnTo>
                    <a:lnTo>
                      <a:pt x="40" y="466"/>
                    </a:lnTo>
                    <a:lnTo>
                      <a:pt x="21" y="466"/>
                    </a:lnTo>
                    <a:lnTo>
                      <a:pt x="11" y="489"/>
                    </a:lnTo>
                    <a:lnTo>
                      <a:pt x="0" y="491"/>
                    </a:lnTo>
                    <a:lnTo>
                      <a:pt x="13" y="495"/>
                    </a:lnTo>
                    <a:lnTo>
                      <a:pt x="31" y="497"/>
                    </a:lnTo>
                    <a:lnTo>
                      <a:pt x="44" y="491"/>
                    </a:lnTo>
                    <a:lnTo>
                      <a:pt x="58" y="497"/>
                    </a:lnTo>
                    <a:lnTo>
                      <a:pt x="73" y="501"/>
                    </a:lnTo>
                    <a:lnTo>
                      <a:pt x="82" y="501"/>
                    </a:lnTo>
                    <a:lnTo>
                      <a:pt x="100" y="501"/>
                    </a:lnTo>
                    <a:lnTo>
                      <a:pt x="107" y="516"/>
                    </a:lnTo>
                    <a:lnTo>
                      <a:pt x="119" y="518"/>
                    </a:lnTo>
                    <a:lnTo>
                      <a:pt x="130" y="528"/>
                    </a:lnTo>
                    <a:lnTo>
                      <a:pt x="138" y="537"/>
                    </a:lnTo>
                    <a:lnTo>
                      <a:pt x="150" y="541"/>
                    </a:lnTo>
                    <a:lnTo>
                      <a:pt x="159" y="560"/>
                    </a:lnTo>
                    <a:lnTo>
                      <a:pt x="152" y="591"/>
                    </a:lnTo>
                    <a:lnTo>
                      <a:pt x="159" y="614"/>
                    </a:lnTo>
                    <a:lnTo>
                      <a:pt x="152" y="630"/>
                    </a:lnTo>
                    <a:lnTo>
                      <a:pt x="152" y="647"/>
                    </a:lnTo>
                    <a:lnTo>
                      <a:pt x="144" y="655"/>
                    </a:lnTo>
                    <a:lnTo>
                      <a:pt x="144" y="672"/>
                    </a:lnTo>
                    <a:lnTo>
                      <a:pt x="146" y="681"/>
                    </a:lnTo>
                    <a:lnTo>
                      <a:pt x="140" y="695"/>
                    </a:lnTo>
                    <a:lnTo>
                      <a:pt x="134" y="708"/>
                    </a:lnTo>
                    <a:lnTo>
                      <a:pt x="129" y="718"/>
                    </a:lnTo>
                    <a:lnTo>
                      <a:pt x="119" y="726"/>
                    </a:lnTo>
                    <a:lnTo>
                      <a:pt x="113" y="737"/>
                    </a:lnTo>
                    <a:lnTo>
                      <a:pt x="119" y="752"/>
                    </a:lnTo>
                    <a:lnTo>
                      <a:pt x="132" y="756"/>
                    </a:lnTo>
                    <a:lnTo>
                      <a:pt x="140" y="770"/>
                    </a:lnTo>
                    <a:lnTo>
                      <a:pt x="152" y="777"/>
                    </a:lnTo>
                    <a:lnTo>
                      <a:pt x="161" y="793"/>
                    </a:lnTo>
                    <a:lnTo>
                      <a:pt x="175" y="802"/>
                    </a:lnTo>
                    <a:lnTo>
                      <a:pt x="178" y="812"/>
                    </a:lnTo>
                    <a:lnTo>
                      <a:pt x="180" y="825"/>
                    </a:lnTo>
                    <a:lnTo>
                      <a:pt x="190" y="827"/>
                    </a:lnTo>
                    <a:lnTo>
                      <a:pt x="196" y="839"/>
                    </a:lnTo>
                    <a:lnTo>
                      <a:pt x="198" y="845"/>
                    </a:lnTo>
                    <a:lnTo>
                      <a:pt x="205" y="848"/>
                    </a:lnTo>
                    <a:lnTo>
                      <a:pt x="219" y="848"/>
                    </a:lnTo>
                    <a:lnTo>
                      <a:pt x="221" y="860"/>
                    </a:lnTo>
                    <a:lnTo>
                      <a:pt x="238" y="860"/>
                    </a:lnTo>
                    <a:lnTo>
                      <a:pt x="267" y="860"/>
                    </a:lnTo>
                    <a:lnTo>
                      <a:pt x="267" y="877"/>
                    </a:lnTo>
                    <a:lnTo>
                      <a:pt x="265" y="898"/>
                    </a:lnTo>
                    <a:lnTo>
                      <a:pt x="253" y="906"/>
                    </a:lnTo>
                    <a:lnTo>
                      <a:pt x="240" y="910"/>
                    </a:lnTo>
                    <a:lnTo>
                      <a:pt x="234" y="923"/>
                    </a:lnTo>
                    <a:lnTo>
                      <a:pt x="219" y="925"/>
                    </a:lnTo>
                    <a:lnTo>
                      <a:pt x="217" y="940"/>
                    </a:lnTo>
                    <a:lnTo>
                      <a:pt x="215" y="958"/>
                    </a:lnTo>
                    <a:lnTo>
                      <a:pt x="209" y="967"/>
                    </a:lnTo>
                    <a:lnTo>
                      <a:pt x="196" y="975"/>
                    </a:lnTo>
                    <a:lnTo>
                      <a:pt x="186" y="987"/>
                    </a:lnTo>
                    <a:lnTo>
                      <a:pt x="200" y="994"/>
                    </a:lnTo>
                    <a:lnTo>
                      <a:pt x="205" y="1008"/>
                    </a:lnTo>
                    <a:lnTo>
                      <a:pt x="215" y="1011"/>
                    </a:lnTo>
                    <a:lnTo>
                      <a:pt x="217" y="1023"/>
                    </a:lnTo>
                    <a:lnTo>
                      <a:pt x="226" y="1031"/>
                    </a:lnTo>
                    <a:lnTo>
                      <a:pt x="234" y="1040"/>
                    </a:lnTo>
                    <a:lnTo>
                      <a:pt x="236" y="1046"/>
                    </a:lnTo>
                    <a:lnTo>
                      <a:pt x="251" y="1046"/>
                    </a:lnTo>
                    <a:lnTo>
                      <a:pt x="253" y="1058"/>
                    </a:lnTo>
                    <a:lnTo>
                      <a:pt x="246" y="1063"/>
                    </a:lnTo>
                    <a:lnTo>
                      <a:pt x="244" y="1079"/>
                    </a:lnTo>
                    <a:lnTo>
                      <a:pt x="253" y="1096"/>
                    </a:lnTo>
                    <a:lnTo>
                      <a:pt x="263" y="1106"/>
                    </a:lnTo>
                    <a:lnTo>
                      <a:pt x="267" y="1119"/>
                    </a:lnTo>
                    <a:lnTo>
                      <a:pt x="276" y="1130"/>
                    </a:lnTo>
                    <a:lnTo>
                      <a:pt x="284" y="1138"/>
                    </a:lnTo>
                    <a:lnTo>
                      <a:pt x="295" y="1140"/>
                    </a:lnTo>
                    <a:lnTo>
                      <a:pt x="313" y="1140"/>
                    </a:lnTo>
                    <a:lnTo>
                      <a:pt x="313" y="1136"/>
                    </a:lnTo>
                    <a:lnTo>
                      <a:pt x="313" y="1123"/>
                    </a:lnTo>
                    <a:lnTo>
                      <a:pt x="326" y="1123"/>
                    </a:lnTo>
                    <a:lnTo>
                      <a:pt x="330" y="1113"/>
                    </a:lnTo>
                    <a:lnTo>
                      <a:pt x="336" y="1096"/>
                    </a:lnTo>
                    <a:lnTo>
                      <a:pt x="341" y="1086"/>
                    </a:lnTo>
                    <a:lnTo>
                      <a:pt x="343" y="1073"/>
                    </a:lnTo>
                    <a:lnTo>
                      <a:pt x="345" y="1056"/>
                    </a:lnTo>
                    <a:lnTo>
                      <a:pt x="340" y="1044"/>
                    </a:lnTo>
                    <a:lnTo>
                      <a:pt x="336" y="1033"/>
                    </a:lnTo>
                    <a:lnTo>
                      <a:pt x="330" y="1017"/>
                    </a:lnTo>
                    <a:lnTo>
                      <a:pt x="330" y="1011"/>
                    </a:lnTo>
                    <a:lnTo>
                      <a:pt x="330" y="998"/>
                    </a:lnTo>
                    <a:lnTo>
                      <a:pt x="330" y="983"/>
                    </a:lnTo>
                    <a:lnTo>
                      <a:pt x="336" y="971"/>
                    </a:lnTo>
                    <a:lnTo>
                      <a:pt x="340" y="962"/>
                    </a:lnTo>
                    <a:lnTo>
                      <a:pt x="340" y="948"/>
                    </a:lnTo>
                    <a:lnTo>
                      <a:pt x="345" y="937"/>
                    </a:lnTo>
                    <a:lnTo>
                      <a:pt x="355" y="927"/>
                    </a:lnTo>
                    <a:lnTo>
                      <a:pt x="366" y="919"/>
                    </a:lnTo>
                    <a:lnTo>
                      <a:pt x="368" y="904"/>
                    </a:lnTo>
                    <a:lnTo>
                      <a:pt x="380" y="896"/>
                    </a:lnTo>
                    <a:lnTo>
                      <a:pt x="386" y="887"/>
                    </a:lnTo>
                    <a:lnTo>
                      <a:pt x="386" y="875"/>
                    </a:lnTo>
                    <a:lnTo>
                      <a:pt x="386" y="866"/>
                    </a:lnTo>
                    <a:lnTo>
                      <a:pt x="388" y="850"/>
                    </a:lnTo>
                    <a:lnTo>
                      <a:pt x="393" y="839"/>
                    </a:lnTo>
                    <a:lnTo>
                      <a:pt x="401" y="825"/>
                    </a:lnTo>
                    <a:lnTo>
                      <a:pt x="412" y="816"/>
                    </a:lnTo>
                    <a:lnTo>
                      <a:pt x="424" y="812"/>
                    </a:lnTo>
                    <a:lnTo>
                      <a:pt x="437" y="808"/>
                    </a:lnTo>
                    <a:lnTo>
                      <a:pt x="449" y="804"/>
                    </a:lnTo>
                    <a:lnTo>
                      <a:pt x="462" y="800"/>
                    </a:lnTo>
                    <a:lnTo>
                      <a:pt x="480" y="798"/>
                    </a:lnTo>
                    <a:lnTo>
                      <a:pt x="495" y="800"/>
                    </a:lnTo>
                    <a:lnTo>
                      <a:pt x="506" y="797"/>
                    </a:lnTo>
                    <a:lnTo>
                      <a:pt x="512" y="781"/>
                    </a:lnTo>
                    <a:lnTo>
                      <a:pt x="520" y="770"/>
                    </a:lnTo>
                    <a:lnTo>
                      <a:pt x="535" y="756"/>
                    </a:lnTo>
                    <a:lnTo>
                      <a:pt x="549" y="750"/>
                    </a:lnTo>
                    <a:lnTo>
                      <a:pt x="566" y="739"/>
                    </a:lnTo>
                    <a:lnTo>
                      <a:pt x="581" y="731"/>
                    </a:lnTo>
                    <a:lnTo>
                      <a:pt x="599" y="724"/>
                    </a:lnTo>
                    <a:lnTo>
                      <a:pt x="618" y="724"/>
                    </a:lnTo>
                    <a:lnTo>
                      <a:pt x="635" y="729"/>
                    </a:lnTo>
                    <a:lnTo>
                      <a:pt x="650" y="733"/>
                    </a:lnTo>
                    <a:lnTo>
                      <a:pt x="666" y="737"/>
                    </a:lnTo>
                    <a:lnTo>
                      <a:pt x="691" y="733"/>
                    </a:lnTo>
                    <a:lnTo>
                      <a:pt x="710" y="731"/>
                    </a:lnTo>
                    <a:lnTo>
                      <a:pt x="729" y="724"/>
                    </a:lnTo>
                    <a:lnTo>
                      <a:pt x="725" y="708"/>
                    </a:lnTo>
                    <a:lnTo>
                      <a:pt x="742" y="697"/>
                    </a:lnTo>
                    <a:lnTo>
                      <a:pt x="744" y="687"/>
                    </a:lnTo>
                    <a:lnTo>
                      <a:pt x="735" y="676"/>
                    </a:lnTo>
                    <a:lnTo>
                      <a:pt x="727" y="672"/>
                    </a:lnTo>
                    <a:lnTo>
                      <a:pt x="712" y="655"/>
                    </a:lnTo>
                    <a:lnTo>
                      <a:pt x="704" y="631"/>
                    </a:lnTo>
                    <a:lnTo>
                      <a:pt x="706" y="610"/>
                    </a:lnTo>
                    <a:lnTo>
                      <a:pt x="719" y="591"/>
                    </a:lnTo>
                    <a:lnTo>
                      <a:pt x="721" y="585"/>
                    </a:lnTo>
                    <a:lnTo>
                      <a:pt x="727" y="574"/>
                    </a:lnTo>
                    <a:lnTo>
                      <a:pt x="731" y="570"/>
                    </a:lnTo>
                    <a:lnTo>
                      <a:pt x="735" y="570"/>
                    </a:lnTo>
                    <a:lnTo>
                      <a:pt x="739" y="570"/>
                    </a:lnTo>
                    <a:lnTo>
                      <a:pt x="739" y="570"/>
                    </a:lnTo>
                    <a:lnTo>
                      <a:pt x="744" y="551"/>
                    </a:lnTo>
                    <a:lnTo>
                      <a:pt x="750" y="534"/>
                    </a:lnTo>
                    <a:lnTo>
                      <a:pt x="750" y="518"/>
                    </a:lnTo>
                    <a:lnTo>
                      <a:pt x="746" y="503"/>
                    </a:lnTo>
                    <a:lnTo>
                      <a:pt x="737" y="491"/>
                    </a:lnTo>
                    <a:lnTo>
                      <a:pt x="727" y="480"/>
                    </a:lnTo>
                    <a:lnTo>
                      <a:pt x="727" y="466"/>
                    </a:lnTo>
                    <a:lnTo>
                      <a:pt x="733" y="451"/>
                    </a:lnTo>
                    <a:lnTo>
                      <a:pt x="739" y="436"/>
                    </a:lnTo>
                    <a:lnTo>
                      <a:pt x="737" y="428"/>
                    </a:lnTo>
                    <a:lnTo>
                      <a:pt x="729" y="420"/>
                    </a:lnTo>
                    <a:lnTo>
                      <a:pt x="729" y="403"/>
                    </a:lnTo>
                    <a:lnTo>
                      <a:pt x="739" y="395"/>
                    </a:lnTo>
                    <a:lnTo>
                      <a:pt x="750" y="382"/>
                    </a:lnTo>
                    <a:lnTo>
                      <a:pt x="750" y="367"/>
                    </a:lnTo>
                    <a:lnTo>
                      <a:pt x="758" y="363"/>
                    </a:lnTo>
                    <a:lnTo>
                      <a:pt x="769" y="355"/>
                    </a:lnTo>
                    <a:lnTo>
                      <a:pt x="769" y="342"/>
                    </a:lnTo>
                    <a:lnTo>
                      <a:pt x="779" y="330"/>
                    </a:lnTo>
                    <a:lnTo>
                      <a:pt x="783" y="321"/>
                    </a:lnTo>
                    <a:lnTo>
                      <a:pt x="800" y="321"/>
                    </a:lnTo>
                    <a:lnTo>
                      <a:pt x="815" y="319"/>
                    </a:lnTo>
                    <a:lnTo>
                      <a:pt x="819" y="309"/>
                    </a:lnTo>
                    <a:lnTo>
                      <a:pt x="833" y="301"/>
                    </a:lnTo>
                    <a:lnTo>
                      <a:pt x="846" y="301"/>
                    </a:lnTo>
                    <a:lnTo>
                      <a:pt x="856" y="296"/>
                    </a:lnTo>
                    <a:lnTo>
                      <a:pt x="854" y="280"/>
                    </a:lnTo>
                    <a:lnTo>
                      <a:pt x="869" y="275"/>
                    </a:lnTo>
                    <a:lnTo>
                      <a:pt x="869" y="261"/>
                    </a:lnTo>
                    <a:lnTo>
                      <a:pt x="869" y="250"/>
                    </a:lnTo>
                    <a:lnTo>
                      <a:pt x="867" y="248"/>
                    </a:lnTo>
                    <a:lnTo>
                      <a:pt x="854" y="250"/>
                    </a:lnTo>
                    <a:lnTo>
                      <a:pt x="835" y="250"/>
                    </a:lnTo>
                    <a:lnTo>
                      <a:pt x="821" y="248"/>
                    </a:lnTo>
                    <a:lnTo>
                      <a:pt x="812" y="236"/>
                    </a:lnTo>
                    <a:lnTo>
                      <a:pt x="800" y="236"/>
                    </a:lnTo>
                    <a:lnTo>
                      <a:pt x="800" y="228"/>
                    </a:lnTo>
                    <a:lnTo>
                      <a:pt x="792" y="223"/>
                    </a:lnTo>
                    <a:lnTo>
                      <a:pt x="785" y="215"/>
                    </a:lnTo>
                    <a:lnTo>
                      <a:pt x="773" y="209"/>
                    </a:lnTo>
                    <a:lnTo>
                      <a:pt x="760" y="207"/>
                    </a:lnTo>
                    <a:lnTo>
                      <a:pt x="752" y="202"/>
                    </a:lnTo>
                    <a:lnTo>
                      <a:pt x="735" y="204"/>
                    </a:lnTo>
                    <a:lnTo>
                      <a:pt x="727" y="190"/>
                    </a:lnTo>
                    <a:lnTo>
                      <a:pt x="719" y="182"/>
                    </a:lnTo>
                    <a:lnTo>
                      <a:pt x="712" y="171"/>
                    </a:lnTo>
                    <a:close/>
                  </a:path>
                </a:pathLst>
              </a:custGeom>
              <a:grpFill/>
              <a:ln w="6350" cmpd="sng">
                <a:solidFill>
                  <a:schemeClr val="bg1"/>
                </a:solidFill>
                <a:round/>
                <a:headEnd/>
                <a:tailEnd/>
              </a:ln>
            </p:spPr>
            <p:txBody>
              <a:bodyPr/>
              <a:lstStyle/>
              <a:p>
                <a:endParaRPr lang="pt-BR"/>
              </a:p>
            </p:txBody>
          </p:sp>
          <p:sp>
            <p:nvSpPr>
              <p:cNvPr id="38" name="Freeform 19">
                <a:extLst>
                  <a:ext uri="{FF2B5EF4-FFF2-40B4-BE49-F238E27FC236}">
                    <a16:creationId xmlns:a16="http://schemas.microsoft.com/office/drawing/2014/main" id="{8AB0C8C4-6C74-302C-26F8-C0B13E3F8F63}"/>
                  </a:ext>
                </a:extLst>
              </p:cNvPr>
              <p:cNvSpPr>
                <a:spLocks noChangeAspect="1" noEditPoints="1"/>
              </p:cNvSpPr>
              <p:nvPr/>
            </p:nvSpPr>
            <p:spPr bwMode="auto">
              <a:xfrm>
                <a:off x="2029014" y="2841952"/>
                <a:ext cx="1131830" cy="1088150"/>
              </a:xfrm>
              <a:custGeom>
                <a:avLst/>
                <a:gdLst/>
                <a:ahLst/>
                <a:cxnLst>
                  <a:cxn ang="0">
                    <a:pos x="493" y="23"/>
                  </a:cxn>
                  <a:cxn ang="0">
                    <a:pos x="389" y="0"/>
                  </a:cxn>
                  <a:cxn ang="0">
                    <a:pos x="378" y="80"/>
                  </a:cxn>
                  <a:cxn ang="0">
                    <a:pos x="288" y="90"/>
                  </a:cxn>
                  <a:cxn ang="0">
                    <a:pos x="192" y="86"/>
                  </a:cxn>
                  <a:cxn ang="0">
                    <a:pos x="115" y="115"/>
                  </a:cxn>
                  <a:cxn ang="0">
                    <a:pos x="57" y="148"/>
                  </a:cxn>
                  <a:cxn ang="0">
                    <a:pos x="21" y="153"/>
                  </a:cxn>
                  <a:cxn ang="0">
                    <a:pos x="36" y="420"/>
                  </a:cxn>
                  <a:cxn ang="0">
                    <a:pos x="67" y="501"/>
                  </a:cxn>
                  <a:cxn ang="0">
                    <a:pos x="169" y="526"/>
                  </a:cxn>
                  <a:cxn ang="0">
                    <a:pos x="224" y="560"/>
                  </a:cxn>
                  <a:cxn ang="0">
                    <a:pos x="297" y="589"/>
                  </a:cxn>
                  <a:cxn ang="0">
                    <a:pos x="341" y="608"/>
                  </a:cxn>
                  <a:cxn ang="0">
                    <a:pos x="96" y="1209"/>
                  </a:cxn>
                  <a:cxn ang="0">
                    <a:pos x="132" y="1305"/>
                  </a:cxn>
                  <a:cxn ang="0">
                    <a:pos x="161" y="1407"/>
                  </a:cxn>
                  <a:cxn ang="0">
                    <a:pos x="224" y="1464"/>
                  </a:cxn>
                  <a:cxn ang="0">
                    <a:pos x="1094" y="1553"/>
                  </a:cxn>
                  <a:cxn ang="0">
                    <a:pos x="1145" y="1485"/>
                  </a:cxn>
                  <a:cxn ang="0">
                    <a:pos x="1197" y="1397"/>
                  </a:cxn>
                  <a:cxn ang="0">
                    <a:pos x="1203" y="1309"/>
                  </a:cxn>
                  <a:cxn ang="0">
                    <a:pos x="1251" y="1224"/>
                  </a:cxn>
                  <a:cxn ang="0">
                    <a:pos x="1312" y="1180"/>
                  </a:cxn>
                  <a:cxn ang="0">
                    <a:pos x="1335" y="1092"/>
                  </a:cxn>
                  <a:cxn ang="0">
                    <a:pos x="1308" y="1013"/>
                  </a:cxn>
                  <a:cxn ang="0">
                    <a:pos x="1351" y="969"/>
                  </a:cxn>
                  <a:cxn ang="0">
                    <a:pos x="1439" y="917"/>
                  </a:cxn>
                  <a:cxn ang="0">
                    <a:pos x="1491" y="854"/>
                  </a:cxn>
                  <a:cxn ang="0">
                    <a:pos x="1539" y="764"/>
                  </a:cxn>
                  <a:cxn ang="0">
                    <a:pos x="1575" y="691"/>
                  </a:cxn>
                  <a:cxn ang="0">
                    <a:pos x="1619" y="629"/>
                  </a:cxn>
                  <a:cxn ang="0">
                    <a:pos x="1635" y="549"/>
                  </a:cxn>
                  <a:cxn ang="0">
                    <a:pos x="1606" y="501"/>
                  </a:cxn>
                  <a:cxn ang="0">
                    <a:pos x="1546" y="451"/>
                  </a:cxn>
                  <a:cxn ang="0">
                    <a:pos x="1473" y="434"/>
                  </a:cxn>
                  <a:cxn ang="0">
                    <a:pos x="1356" y="457"/>
                  </a:cxn>
                  <a:cxn ang="0">
                    <a:pos x="1424" y="556"/>
                  </a:cxn>
                  <a:cxn ang="0">
                    <a:pos x="1318" y="560"/>
                  </a:cxn>
                  <a:cxn ang="0">
                    <a:pos x="1262" y="568"/>
                  </a:cxn>
                  <a:cxn ang="0">
                    <a:pos x="1222" y="589"/>
                  </a:cxn>
                  <a:cxn ang="0">
                    <a:pos x="1097" y="593"/>
                  </a:cxn>
                  <a:cxn ang="0">
                    <a:pos x="1021" y="622"/>
                  </a:cxn>
                  <a:cxn ang="0">
                    <a:pos x="1040" y="583"/>
                  </a:cxn>
                  <a:cxn ang="0">
                    <a:pos x="1017" y="485"/>
                  </a:cxn>
                  <a:cxn ang="0">
                    <a:pos x="896" y="543"/>
                  </a:cxn>
                  <a:cxn ang="0">
                    <a:pos x="869" y="491"/>
                  </a:cxn>
                  <a:cxn ang="0">
                    <a:pos x="823" y="457"/>
                  </a:cxn>
                  <a:cxn ang="0">
                    <a:pos x="798" y="411"/>
                  </a:cxn>
                  <a:cxn ang="0">
                    <a:pos x="775" y="357"/>
                  </a:cxn>
                  <a:cxn ang="0">
                    <a:pos x="756" y="307"/>
                  </a:cxn>
                  <a:cxn ang="0">
                    <a:pos x="742" y="253"/>
                  </a:cxn>
                  <a:cxn ang="0">
                    <a:pos x="706" y="215"/>
                  </a:cxn>
                  <a:cxn ang="0">
                    <a:pos x="681" y="165"/>
                  </a:cxn>
                  <a:cxn ang="0">
                    <a:pos x="633" y="140"/>
                  </a:cxn>
                  <a:cxn ang="0">
                    <a:pos x="587" y="111"/>
                  </a:cxn>
                  <a:cxn ang="0">
                    <a:pos x="526" y="84"/>
                  </a:cxn>
                  <a:cxn ang="0">
                    <a:pos x="886" y="480"/>
                  </a:cxn>
                  <a:cxn ang="0">
                    <a:pos x="888" y="478"/>
                  </a:cxn>
                  <a:cxn ang="0">
                    <a:pos x="890" y="478"/>
                  </a:cxn>
                </a:cxnLst>
                <a:rect l="0" t="0" r="r" b="b"/>
                <a:pathLst>
                  <a:path w="1638" h="1576">
                    <a:moveTo>
                      <a:pt x="535" y="33"/>
                    </a:moveTo>
                    <a:lnTo>
                      <a:pt x="531" y="33"/>
                    </a:lnTo>
                    <a:lnTo>
                      <a:pt x="522" y="15"/>
                    </a:lnTo>
                    <a:lnTo>
                      <a:pt x="506" y="15"/>
                    </a:lnTo>
                    <a:lnTo>
                      <a:pt x="493" y="23"/>
                    </a:lnTo>
                    <a:lnTo>
                      <a:pt x="472" y="31"/>
                    </a:lnTo>
                    <a:lnTo>
                      <a:pt x="449" y="31"/>
                    </a:lnTo>
                    <a:lnTo>
                      <a:pt x="430" y="29"/>
                    </a:lnTo>
                    <a:lnTo>
                      <a:pt x="416" y="15"/>
                    </a:lnTo>
                    <a:lnTo>
                      <a:pt x="389" y="0"/>
                    </a:lnTo>
                    <a:lnTo>
                      <a:pt x="378" y="21"/>
                    </a:lnTo>
                    <a:lnTo>
                      <a:pt x="361" y="34"/>
                    </a:lnTo>
                    <a:lnTo>
                      <a:pt x="357" y="40"/>
                    </a:lnTo>
                    <a:lnTo>
                      <a:pt x="378" y="61"/>
                    </a:lnTo>
                    <a:lnTo>
                      <a:pt x="378" y="80"/>
                    </a:lnTo>
                    <a:lnTo>
                      <a:pt x="374" y="94"/>
                    </a:lnTo>
                    <a:lnTo>
                      <a:pt x="351" y="98"/>
                    </a:lnTo>
                    <a:lnTo>
                      <a:pt x="326" y="86"/>
                    </a:lnTo>
                    <a:lnTo>
                      <a:pt x="305" y="88"/>
                    </a:lnTo>
                    <a:lnTo>
                      <a:pt x="288" y="90"/>
                    </a:lnTo>
                    <a:lnTo>
                      <a:pt x="263" y="79"/>
                    </a:lnTo>
                    <a:lnTo>
                      <a:pt x="242" y="65"/>
                    </a:lnTo>
                    <a:lnTo>
                      <a:pt x="219" y="75"/>
                    </a:lnTo>
                    <a:lnTo>
                      <a:pt x="199" y="63"/>
                    </a:lnTo>
                    <a:lnTo>
                      <a:pt x="192" y="86"/>
                    </a:lnTo>
                    <a:lnTo>
                      <a:pt x="176" y="98"/>
                    </a:lnTo>
                    <a:lnTo>
                      <a:pt x="161" y="105"/>
                    </a:lnTo>
                    <a:lnTo>
                      <a:pt x="150" y="98"/>
                    </a:lnTo>
                    <a:lnTo>
                      <a:pt x="125" y="98"/>
                    </a:lnTo>
                    <a:lnTo>
                      <a:pt x="115" y="115"/>
                    </a:lnTo>
                    <a:lnTo>
                      <a:pt x="102" y="123"/>
                    </a:lnTo>
                    <a:lnTo>
                      <a:pt x="84" y="115"/>
                    </a:lnTo>
                    <a:lnTo>
                      <a:pt x="61" y="121"/>
                    </a:lnTo>
                    <a:lnTo>
                      <a:pt x="54" y="132"/>
                    </a:lnTo>
                    <a:lnTo>
                      <a:pt x="57" y="148"/>
                    </a:lnTo>
                    <a:lnTo>
                      <a:pt x="38" y="153"/>
                    </a:lnTo>
                    <a:lnTo>
                      <a:pt x="38" y="152"/>
                    </a:lnTo>
                    <a:lnTo>
                      <a:pt x="34" y="150"/>
                    </a:lnTo>
                    <a:lnTo>
                      <a:pt x="29" y="150"/>
                    </a:lnTo>
                    <a:lnTo>
                      <a:pt x="21" y="153"/>
                    </a:lnTo>
                    <a:lnTo>
                      <a:pt x="6" y="161"/>
                    </a:lnTo>
                    <a:lnTo>
                      <a:pt x="0" y="163"/>
                    </a:lnTo>
                    <a:lnTo>
                      <a:pt x="10" y="376"/>
                    </a:lnTo>
                    <a:lnTo>
                      <a:pt x="27" y="399"/>
                    </a:lnTo>
                    <a:lnTo>
                      <a:pt x="36" y="420"/>
                    </a:lnTo>
                    <a:lnTo>
                      <a:pt x="52" y="434"/>
                    </a:lnTo>
                    <a:lnTo>
                      <a:pt x="67" y="449"/>
                    </a:lnTo>
                    <a:lnTo>
                      <a:pt x="57" y="460"/>
                    </a:lnTo>
                    <a:lnTo>
                      <a:pt x="52" y="476"/>
                    </a:lnTo>
                    <a:lnTo>
                      <a:pt x="67" y="501"/>
                    </a:lnTo>
                    <a:lnTo>
                      <a:pt x="84" y="514"/>
                    </a:lnTo>
                    <a:lnTo>
                      <a:pt x="100" y="524"/>
                    </a:lnTo>
                    <a:lnTo>
                      <a:pt x="125" y="524"/>
                    </a:lnTo>
                    <a:lnTo>
                      <a:pt x="151" y="524"/>
                    </a:lnTo>
                    <a:lnTo>
                      <a:pt x="169" y="526"/>
                    </a:lnTo>
                    <a:lnTo>
                      <a:pt x="182" y="518"/>
                    </a:lnTo>
                    <a:lnTo>
                      <a:pt x="203" y="516"/>
                    </a:lnTo>
                    <a:lnTo>
                      <a:pt x="215" y="518"/>
                    </a:lnTo>
                    <a:lnTo>
                      <a:pt x="222" y="541"/>
                    </a:lnTo>
                    <a:lnTo>
                      <a:pt x="224" y="560"/>
                    </a:lnTo>
                    <a:lnTo>
                      <a:pt x="244" y="560"/>
                    </a:lnTo>
                    <a:lnTo>
                      <a:pt x="259" y="564"/>
                    </a:lnTo>
                    <a:lnTo>
                      <a:pt x="274" y="576"/>
                    </a:lnTo>
                    <a:lnTo>
                      <a:pt x="282" y="591"/>
                    </a:lnTo>
                    <a:lnTo>
                      <a:pt x="297" y="589"/>
                    </a:lnTo>
                    <a:lnTo>
                      <a:pt x="315" y="583"/>
                    </a:lnTo>
                    <a:lnTo>
                      <a:pt x="330" y="579"/>
                    </a:lnTo>
                    <a:lnTo>
                      <a:pt x="351" y="566"/>
                    </a:lnTo>
                    <a:lnTo>
                      <a:pt x="370" y="572"/>
                    </a:lnTo>
                    <a:lnTo>
                      <a:pt x="341" y="608"/>
                    </a:lnTo>
                    <a:lnTo>
                      <a:pt x="288" y="666"/>
                    </a:lnTo>
                    <a:lnTo>
                      <a:pt x="71" y="1155"/>
                    </a:lnTo>
                    <a:lnTo>
                      <a:pt x="75" y="1176"/>
                    </a:lnTo>
                    <a:lnTo>
                      <a:pt x="82" y="1199"/>
                    </a:lnTo>
                    <a:lnTo>
                      <a:pt x="96" y="1209"/>
                    </a:lnTo>
                    <a:lnTo>
                      <a:pt x="96" y="1232"/>
                    </a:lnTo>
                    <a:lnTo>
                      <a:pt x="102" y="1257"/>
                    </a:lnTo>
                    <a:lnTo>
                      <a:pt x="117" y="1257"/>
                    </a:lnTo>
                    <a:lnTo>
                      <a:pt x="119" y="1276"/>
                    </a:lnTo>
                    <a:lnTo>
                      <a:pt x="132" y="1305"/>
                    </a:lnTo>
                    <a:lnTo>
                      <a:pt x="144" y="1324"/>
                    </a:lnTo>
                    <a:lnTo>
                      <a:pt x="151" y="1347"/>
                    </a:lnTo>
                    <a:lnTo>
                      <a:pt x="151" y="1366"/>
                    </a:lnTo>
                    <a:lnTo>
                      <a:pt x="161" y="1386"/>
                    </a:lnTo>
                    <a:lnTo>
                      <a:pt x="161" y="1407"/>
                    </a:lnTo>
                    <a:lnTo>
                      <a:pt x="182" y="1422"/>
                    </a:lnTo>
                    <a:lnTo>
                      <a:pt x="194" y="1428"/>
                    </a:lnTo>
                    <a:lnTo>
                      <a:pt x="201" y="1445"/>
                    </a:lnTo>
                    <a:lnTo>
                      <a:pt x="215" y="1445"/>
                    </a:lnTo>
                    <a:lnTo>
                      <a:pt x="224" y="1464"/>
                    </a:lnTo>
                    <a:lnTo>
                      <a:pt x="244" y="1482"/>
                    </a:lnTo>
                    <a:lnTo>
                      <a:pt x="274" y="1493"/>
                    </a:lnTo>
                    <a:lnTo>
                      <a:pt x="320" y="1497"/>
                    </a:lnTo>
                    <a:lnTo>
                      <a:pt x="1090" y="1576"/>
                    </a:lnTo>
                    <a:lnTo>
                      <a:pt x="1094" y="1553"/>
                    </a:lnTo>
                    <a:lnTo>
                      <a:pt x="1101" y="1535"/>
                    </a:lnTo>
                    <a:lnTo>
                      <a:pt x="1115" y="1526"/>
                    </a:lnTo>
                    <a:lnTo>
                      <a:pt x="1136" y="1520"/>
                    </a:lnTo>
                    <a:lnTo>
                      <a:pt x="1136" y="1505"/>
                    </a:lnTo>
                    <a:lnTo>
                      <a:pt x="1145" y="1485"/>
                    </a:lnTo>
                    <a:lnTo>
                      <a:pt x="1159" y="1480"/>
                    </a:lnTo>
                    <a:lnTo>
                      <a:pt x="1161" y="1455"/>
                    </a:lnTo>
                    <a:lnTo>
                      <a:pt x="1176" y="1441"/>
                    </a:lnTo>
                    <a:lnTo>
                      <a:pt x="1188" y="1422"/>
                    </a:lnTo>
                    <a:lnTo>
                      <a:pt x="1197" y="1397"/>
                    </a:lnTo>
                    <a:lnTo>
                      <a:pt x="1216" y="1391"/>
                    </a:lnTo>
                    <a:lnTo>
                      <a:pt x="1222" y="1363"/>
                    </a:lnTo>
                    <a:lnTo>
                      <a:pt x="1216" y="1341"/>
                    </a:lnTo>
                    <a:lnTo>
                      <a:pt x="1203" y="1330"/>
                    </a:lnTo>
                    <a:lnTo>
                      <a:pt x="1203" y="1309"/>
                    </a:lnTo>
                    <a:lnTo>
                      <a:pt x="1211" y="1288"/>
                    </a:lnTo>
                    <a:lnTo>
                      <a:pt x="1220" y="1265"/>
                    </a:lnTo>
                    <a:lnTo>
                      <a:pt x="1230" y="1247"/>
                    </a:lnTo>
                    <a:lnTo>
                      <a:pt x="1234" y="1232"/>
                    </a:lnTo>
                    <a:lnTo>
                      <a:pt x="1251" y="1224"/>
                    </a:lnTo>
                    <a:lnTo>
                      <a:pt x="1266" y="1215"/>
                    </a:lnTo>
                    <a:lnTo>
                      <a:pt x="1283" y="1215"/>
                    </a:lnTo>
                    <a:lnTo>
                      <a:pt x="1283" y="1197"/>
                    </a:lnTo>
                    <a:lnTo>
                      <a:pt x="1295" y="1186"/>
                    </a:lnTo>
                    <a:lnTo>
                      <a:pt x="1312" y="1180"/>
                    </a:lnTo>
                    <a:lnTo>
                      <a:pt x="1320" y="1167"/>
                    </a:lnTo>
                    <a:lnTo>
                      <a:pt x="1320" y="1149"/>
                    </a:lnTo>
                    <a:lnTo>
                      <a:pt x="1328" y="1136"/>
                    </a:lnTo>
                    <a:lnTo>
                      <a:pt x="1337" y="1117"/>
                    </a:lnTo>
                    <a:lnTo>
                      <a:pt x="1335" y="1092"/>
                    </a:lnTo>
                    <a:lnTo>
                      <a:pt x="1335" y="1069"/>
                    </a:lnTo>
                    <a:lnTo>
                      <a:pt x="1320" y="1044"/>
                    </a:lnTo>
                    <a:lnTo>
                      <a:pt x="1303" y="1017"/>
                    </a:lnTo>
                    <a:lnTo>
                      <a:pt x="1308" y="1013"/>
                    </a:lnTo>
                    <a:lnTo>
                      <a:pt x="1308" y="1013"/>
                    </a:lnTo>
                    <a:lnTo>
                      <a:pt x="1295" y="1009"/>
                    </a:lnTo>
                    <a:lnTo>
                      <a:pt x="1306" y="1007"/>
                    </a:lnTo>
                    <a:lnTo>
                      <a:pt x="1316" y="984"/>
                    </a:lnTo>
                    <a:lnTo>
                      <a:pt x="1335" y="984"/>
                    </a:lnTo>
                    <a:lnTo>
                      <a:pt x="1351" y="969"/>
                    </a:lnTo>
                    <a:lnTo>
                      <a:pt x="1366" y="952"/>
                    </a:lnTo>
                    <a:lnTo>
                      <a:pt x="1387" y="948"/>
                    </a:lnTo>
                    <a:lnTo>
                      <a:pt x="1406" y="925"/>
                    </a:lnTo>
                    <a:lnTo>
                      <a:pt x="1424" y="923"/>
                    </a:lnTo>
                    <a:lnTo>
                      <a:pt x="1439" y="917"/>
                    </a:lnTo>
                    <a:lnTo>
                      <a:pt x="1452" y="910"/>
                    </a:lnTo>
                    <a:lnTo>
                      <a:pt x="1468" y="894"/>
                    </a:lnTo>
                    <a:lnTo>
                      <a:pt x="1481" y="892"/>
                    </a:lnTo>
                    <a:lnTo>
                      <a:pt x="1483" y="869"/>
                    </a:lnTo>
                    <a:lnTo>
                      <a:pt x="1491" y="854"/>
                    </a:lnTo>
                    <a:lnTo>
                      <a:pt x="1504" y="840"/>
                    </a:lnTo>
                    <a:lnTo>
                      <a:pt x="1510" y="821"/>
                    </a:lnTo>
                    <a:lnTo>
                      <a:pt x="1514" y="794"/>
                    </a:lnTo>
                    <a:lnTo>
                      <a:pt x="1535" y="781"/>
                    </a:lnTo>
                    <a:lnTo>
                      <a:pt x="1539" y="764"/>
                    </a:lnTo>
                    <a:lnTo>
                      <a:pt x="1539" y="746"/>
                    </a:lnTo>
                    <a:lnTo>
                      <a:pt x="1558" y="743"/>
                    </a:lnTo>
                    <a:lnTo>
                      <a:pt x="1564" y="731"/>
                    </a:lnTo>
                    <a:lnTo>
                      <a:pt x="1566" y="708"/>
                    </a:lnTo>
                    <a:lnTo>
                      <a:pt x="1575" y="691"/>
                    </a:lnTo>
                    <a:lnTo>
                      <a:pt x="1592" y="689"/>
                    </a:lnTo>
                    <a:lnTo>
                      <a:pt x="1592" y="668"/>
                    </a:lnTo>
                    <a:lnTo>
                      <a:pt x="1590" y="652"/>
                    </a:lnTo>
                    <a:lnTo>
                      <a:pt x="1612" y="641"/>
                    </a:lnTo>
                    <a:lnTo>
                      <a:pt x="1619" y="629"/>
                    </a:lnTo>
                    <a:lnTo>
                      <a:pt x="1617" y="616"/>
                    </a:lnTo>
                    <a:lnTo>
                      <a:pt x="1606" y="597"/>
                    </a:lnTo>
                    <a:lnTo>
                      <a:pt x="1617" y="583"/>
                    </a:lnTo>
                    <a:lnTo>
                      <a:pt x="1621" y="562"/>
                    </a:lnTo>
                    <a:lnTo>
                      <a:pt x="1635" y="549"/>
                    </a:lnTo>
                    <a:lnTo>
                      <a:pt x="1638" y="528"/>
                    </a:lnTo>
                    <a:lnTo>
                      <a:pt x="1636" y="526"/>
                    </a:lnTo>
                    <a:lnTo>
                      <a:pt x="1625" y="514"/>
                    </a:lnTo>
                    <a:lnTo>
                      <a:pt x="1621" y="501"/>
                    </a:lnTo>
                    <a:lnTo>
                      <a:pt x="1606" y="501"/>
                    </a:lnTo>
                    <a:lnTo>
                      <a:pt x="1589" y="497"/>
                    </a:lnTo>
                    <a:lnTo>
                      <a:pt x="1571" y="497"/>
                    </a:lnTo>
                    <a:lnTo>
                      <a:pt x="1567" y="482"/>
                    </a:lnTo>
                    <a:lnTo>
                      <a:pt x="1550" y="468"/>
                    </a:lnTo>
                    <a:lnTo>
                      <a:pt x="1546" y="451"/>
                    </a:lnTo>
                    <a:lnTo>
                      <a:pt x="1529" y="453"/>
                    </a:lnTo>
                    <a:lnTo>
                      <a:pt x="1506" y="453"/>
                    </a:lnTo>
                    <a:lnTo>
                      <a:pt x="1504" y="441"/>
                    </a:lnTo>
                    <a:lnTo>
                      <a:pt x="1485" y="441"/>
                    </a:lnTo>
                    <a:lnTo>
                      <a:pt x="1473" y="434"/>
                    </a:lnTo>
                    <a:lnTo>
                      <a:pt x="1456" y="445"/>
                    </a:lnTo>
                    <a:lnTo>
                      <a:pt x="1427" y="449"/>
                    </a:lnTo>
                    <a:lnTo>
                      <a:pt x="1416" y="434"/>
                    </a:lnTo>
                    <a:lnTo>
                      <a:pt x="1385" y="436"/>
                    </a:lnTo>
                    <a:lnTo>
                      <a:pt x="1356" y="457"/>
                    </a:lnTo>
                    <a:lnTo>
                      <a:pt x="1349" y="489"/>
                    </a:lnTo>
                    <a:lnTo>
                      <a:pt x="1349" y="514"/>
                    </a:lnTo>
                    <a:lnTo>
                      <a:pt x="1362" y="543"/>
                    </a:lnTo>
                    <a:lnTo>
                      <a:pt x="1399" y="551"/>
                    </a:lnTo>
                    <a:lnTo>
                      <a:pt x="1424" y="556"/>
                    </a:lnTo>
                    <a:lnTo>
                      <a:pt x="1408" y="564"/>
                    </a:lnTo>
                    <a:lnTo>
                      <a:pt x="1368" y="556"/>
                    </a:lnTo>
                    <a:lnTo>
                      <a:pt x="1343" y="551"/>
                    </a:lnTo>
                    <a:lnTo>
                      <a:pt x="1343" y="568"/>
                    </a:lnTo>
                    <a:lnTo>
                      <a:pt x="1318" y="560"/>
                    </a:lnTo>
                    <a:lnTo>
                      <a:pt x="1299" y="535"/>
                    </a:lnTo>
                    <a:lnTo>
                      <a:pt x="1293" y="560"/>
                    </a:lnTo>
                    <a:lnTo>
                      <a:pt x="1293" y="579"/>
                    </a:lnTo>
                    <a:lnTo>
                      <a:pt x="1276" y="579"/>
                    </a:lnTo>
                    <a:lnTo>
                      <a:pt x="1262" y="568"/>
                    </a:lnTo>
                    <a:lnTo>
                      <a:pt x="1251" y="589"/>
                    </a:lnTo>
                    <a:lnTo>
                      <a:pt x="1241" y="608"/>
                    </a:lnTo>
                    <a:lnTo>
                      <a:pt x="1216" y="633"/>
                    </a:lnTo>
                    <a:lnTo>
                      <a:pt x="1212" y="608"/>
                    </a:lnTo>
                    <a:lnTo>
                      <a:pt x="1222" y="589"/>
                    </a:lnTo>
                    <a:lnTo>
                      <a:pt x="1193" y="591"/>
                    </a:lnTo>
                    <a:lnTo>
                      <a:pt x="1159" y="593"/>
                    </a:lnTo>
                    <a:lnTo>
                      <a:pt x="1161" y="612"/>
                    </a:lnTo>
                    <a:lnTo>
                      <a:pt x="1128" y="591"/>
                    </a:lnTo>
                    <a:lnTo>
                      <a:pt x="1097" y="593"/>
                    </a:lnTo>
                    <a:lnTo>
                      <a:pt x="1071" y="593"/>
                    </a:lnTo>
                    <a:lnTo>
                      <a:pt x="1049" y="585"/>
                    </a:lnTo>
                    <a:lnTo>
                      <a:pt x="1038" y="593"/>
                    </a:lnTo>
                    <a:lnTo>
                      <a:pt x="1038" y="612"/>
                    </a:lnTo>
                    <a:lnTo>
                      <a:pt x="1021" y="622"/>
                    </a:lnTo>
                    <a:lnTo>
                      <a:pt x="1021" y="650"/>
                    </a:lnTo>
                    <a:lnTo>
                      <a:pt x="1005" y="629"/>
                    </a:lnTo>
                    <a:lnTo>
                      <a:pt x="1007" y="599"/>
                    </a:lnTo>
                    <a:lnTo>
                      <a:pt x="1003" y="583"/>
                    </a:lnTo>
                    <a:lnTo>
                      <a:pt x="1040" y="583"/>
                    </a:lnTo>
                    <a:lnTo>
                      <a:pt x="1072" y="574"/>
                    </a:lnTo>
                    <a:lnTo>
                      <a:pt x="1071" y="556"/>
                    </a:lnTo>
                    <a:lnTo>
                      <a:pt x="1047" y="533"/>
                    </a:lnTo>
                    <a:lnTo>
                      <a:pt x="1032" y="507"/>
                    </a:lnTo>
                    <a:lnTo>
                      <a:pt x="1017" y="485"/>
                    </a:lnTo>
                    <a:lnTo>
                      <a:pt x="990" y="489"/>
                    </a:lnTo>
                    <a:lnTo>
                      <a:pt x="973" y="507"/>
                    </a:lnTo>
                    <a:lnTo>
                      <a:pt x="934" y="516"/>
                    </a:lnTo>
                    <a:lnTo>
                      <a:pt x="915" y="533"/>
                    </a:lnTo>
                    <a:lnTo>
                      <a:pt x="896" y="543"/>
                    </a:lnTo>
                    <a:lnTo>
                      <a:pt x="882" y="514"/>
                    </a:lnTo>
                    <a:lnTo>
                      <a:pt x="882" y="508"/>
                    </a:lnTo>
                    <a:lnTo>
                      <a:pt x="882" y="499"/>
                    </a:lnTo>
                    <a:lnTo>
                      <a:pt x="881" y="499"/>
                    </a:lnTo>
                    <a:lnTo>
                      <a:pt x="869" y="491"/>
                    </a:lnTo>
                    <a:lnTo>
                      <a:pt x="863" y="480"/>
                    </a:lnTo>
                    <a:lnTo>
                      <a:pt x="852" y="474"/>
                    </a:lnTo>
                    <a:lnTo>
                      <a:pt x="842" y="462"/>
                    </a:lnTo>
                    <a:lnTo>
                      <a:pt x="831" y="459"/>
                    </a:lnTo>
                    <a:lnTo>
                      <a:pt x="823" y="457"/>
                    </a:lnTo>
                    <a:lnTo>
                      <a:pt x="823" y="445"/>
                    </a:lnTo>
                    <a:lnTo>
                      <a:pt x="815" y="437"/>
                    </a:lnTo>
                    <a:lnTo>
                      <a:pt x="806" y="437"/>
                    </a:lnTo>
                    <a:lnTo>
                      <a:pt x="798" y="426"/>
                    </a:lnTo>
                    <a:lnTo>
                      <a:pt x="798" y="411"/>
                    </a:lnTo>
                    <a:lnTo>
                      <a:pt x="798" y="395"/>
                    </a:lnTo>
                    <a:lnTo>
                      <a:pt x="788" y="386"/>
                    </a:lnTo>
                    <a:lnTo>
                      <a:pt x="781" y="376"/>
                    </a:lnTo>
                    <a:lnTo>
                      <a:pt x="775" y="368"/>
                    </a:lnTo>
                    <a:lnTo>
                      <a:pt x="775" y="357"/>
                    </a:lnTo>
                    <a:lnTo>
                      <a:pt x="769" y="347"/>
                    </a:lnTo>
                    <a:lnTo>
                      <a:pt x="760" y="343"/>
                    </a:lnTo>
                    <a:lnTo>
                      <a:pt x="760" y="330"/>
                    </a:lnTo>
                    <a:lnTo>
                      <a:pt x="756" y="322"/>
                    </a:lnTo>
                    <a:lnTo>
                      <a:pt x="756" y="307"/>
                    </a:lnTo>
                    <a:lnTo>
                      <a:pt x="756" y="294"/>
                    </a:lnTo>
                    <a:lnTo>
                      <a:pt x="746" y="290"/>
                    </a:lnTo>
                    <a:lnTo>
                      <a:pt x="744" y="276"/>
                    </a:lnTo>
                    <a:lnTo>
                      <a:pt x="746" y="269"/>
                    </a:lnTo>
                    <a:lnTo>
                      <a:pt x="742" y="253"/>
                    </a:lnTo>
                    <a:lnTo>
                      <a:pt x="731" y="247"/>
                    </a:lnTo>
                    <a:lnTo>
                      <a:pt x="723" y="242"/>
                    </a:lnTo>
                    <a:lnTo>
                      <a:pt x="712" y="236"/>
                    </a:lnTo>
                    <a:lnTo>
                      <a:pt x="710" y="224"/>
                    </a:lnTo>
                    <a:lnTo>
                      <a:pt x="706" y="215"/>
                    </a:lnTo>
                    <a:lnTo>
                      <a:pt x="700" y="203"/>
                    </a:lnTo>
                    <a:lnTo>
                      <a:pt x="693" y="199"/>
                    </a:lnTo>
                    <a:lnTo>
                      <a:pt x="685" y="190"/>
                    </a:lnTo>
                    <a:lnTo>
                      <a:pt x="685" y="176"/>
                    </a:lnTo>
                    <a:lnTo>
                      <a:pt x="681" y="165"/>
                    </a:lnTo>
                    <a:lnTo>
                      <a:pt x="671" y="157"/>
                    </a:lnTo>
                    <a:lnTo>
                      <a:pt x="658" y="157"/>
                    </a:lnTo>
                    <a:lnTo>
                      <a:pt x="646" y="157"/>
                    </a:lnTo>
                    <a:lnTo>
                      <a:pt x="639" y="150"/>
                    </a:lnTo>
                    <a:lnTo>
                      <a:pt x="633" y="140"/>
                    </a:lnTo>
                    <a:lnTo>
                      <a:pt x="625" y="134"/>
                    </a:lnTo>
                    <a:lnTo>
                      <a:pt x="616" y="130"/>
                    </a:lnTo>
                    <a:lnTo>
                      <a:pt x="606" y="127"/>
                    </a:lnTo>
                    <a:lnTo>
                      <a:pt x="599" y="119"/>
                    </a:lnTo>
                    <a:lnTo>
                      <a:pt x="587" y="111"/>
                    </a:lnTo>
                    <a:lnTo>
                      <a:pt x="574" y="109"/>
                    </a:lnTo>
                    <a:lnTo>
                      <a:pt x="564" y="109"/>
                    </a:lnTo>
                    <a:lnTo>
                      <a:pt x="551" y="107"/>
                    </a:lnTo>
                    <a:lnTo>
                      <a:pt x="537" y="98"/>
                    </a:lnTo>
                    <a:lnTo>
                      <a:pt x="526" y="84"/>
                    </a:lnTo>
                    <a:lnTo>
                      <a:pt x="524" y="65"/>
                    </a:lnTo>
                    <a:lnTo>
                      <a:pt x="526" y="52"/>
                    </a:lnTo>
                    <a:lnTo>
                      <a:pt x="529" y="40"/>
                    </a:lnTo>
                    <a:lnTo>
                      <a:pt x="535" y="33"/>
                    </a:lnTo>
                    <a:close/>
                    <a:moveTo>
                      <a:pt x="886" y="480"/>
                    </a:moveTo>
                    <a:lnTo>
                      <a:pt x="888" y="480"/>
                    </a:lnTo>
                    <a:lnTo>
                      <a:pt x="888" y="478"/>
                    </a:lnTo>
                    <a:lnTo>
                      <a:pt x="888" y="480"/>
                    </a:lnTo>
                    <a:lnTo>
                      <a:pt x="886" y="480"/>
                    </a:lnTo>
                    <a:close/>
                    <a:moveTo>
                      <a:pt x="888" y="478"/>
                    </a:moveTo>
                    <a:lnTo>
                      <a:pt x="888" y="478"/>
                    </a:lnTo>
                    <a:lnTo>
                      <a:pt x="888" y="478"/>
                    </a:lnTo>
                    <a:lnTo>
                      <a:pt x="888" y="478"/>
                    </a:lnTo>
                    <a:lnTo>
                      <a:pt x="888" y="478"/>
                    </a:lnTo>
                    <a:close/>
                    <a:moveTo>
                      <a:pt x="890" y="478"/>
                    </a:moveTo>
                    <a:lnTo>
                      <a:pt x="890" y="476"/>
                    </a:lnTo>
                    <a:lnTo>
                      <a:pt x="890" y="476"/>
                    </a:lnTo>
                    <a:lnTo>
                      <a:pt x="890" y="478"/>
                    </a:lnTo>
                    <a:close/>
                  </a:path>
                </a:pathLst>
              </a:custGeom>
              <a:grpFill/>
              <a:ln w="6350" cmpd="sng">
                <a:solidFill>
                  <a:schemeClr val="bg1"/>
                </a:solidFill>
                <a:round/>
                <a:headEnd/>
                <a:tailEnd/>
              </a:ln>
            </p:spPr>
            <p:txBody>
              <a:bodyPr/>
              <a:lstStyle/>
              <a:p>
                <a:endParaRPr lang="pt-BR"/>
              </a:p>
            </p:txBody>
          </p:sp>
          <p:sp>
            <p:nvSpPr>
              <p:cNvPr id="39" name="Freeform 20">
                <a:extLst>
                  <a:ext uri="{FF2B5EF4-FFF2-40B4-BE49-F238E27FC236}">
                    <a16:creationId xmlns:a16="http://schemas.microsoft.com/office/drawing/2014/main" id="{EEC8BFE8-129E-6517-23D2-78048826B914}"/>
                  </a:ext>
                </a:extLst>
              </p:cNvPr>
              <p:cNvSpPr>
                <a:spLocks noChangeAspect="1"/>
              </p:cNvSpPr>
              <p:nvPr/>
            </p:nvSpPr>
            <p:spPr bwMode="auto">
              <a:xfrm>
                <a:off x="1528056" y="2600906"/>
                <a:ext cx="504895" cy="591300"/>
              </a:xfrm>
              <a:custGeom>
                <a:avLst/>
                <a:gdLst/>
                <a:ahLst/>
                <a:cxnLst>
                  <a:cxn ang="0">
                    <a:pos x="489" y="25"/>
                  </a:cxn>
                  <a:cxn ang="0">
                    <a:pos x="485" y="53"/>
                  </a:cxn>
                  <a:cxn ang="0">
                    <a:pos x="472" y="84"/>
                  </a:cxn>
                  <a:cxn ang="0">
                    <a:pos x="451" y="109"/>
                  </a:cxn>
                  <a:cxn ang="0">
                    <a:pos x="420" y="111"/>
                  </a:cxn>
                  <a:cxn ang="0">
                    <a:pos x="395" y="121"/>
                  </a:cxn>
                  <a:cxn ang="0">
                    <a:pos x="360" y="142"/>
                  </a:cxn>
                  <a:cxn ang="0">
                    <a:pos x="335" y="157"/>
                  </a:cxn>
                  <a:cxn ang="0">
                    <a:pos x="309" y="153"/>
                  </a:cxn>
                  <a:cxn ang="0">
                    <a:pos x="270" y="149"/>
                  </a:cxn>
                  <a:cxn ang="0">
                    <a:pos x="236" y="157"/>
                  </a:cxn>
                  <a:cxn ang="0">
                    <a:pos x="228" y="168"/>
                  </a:cxn>
                  <a:cxn ang="0">
                    <a:pos x="226" y="184"/>
                  </a:cxn>
                  <a:cxn ang="0">
                    <a:pos x="215" y="209"/>
                  </a:cxn>
                  <a:cxn ang="0">
                    <a:pos x="192" y="180"/>
                  </a:cxn>
                  <a:cxn ang="0">
                    <a:pos x="142" y="180"/>
                  </a:cxn>
                  <a:cxn ang="0">
                    <a:pos x="111" y="170"/>
                  </a:cxn>
                  <a:cxn ang="0">
                    <a:pos x="67" y="163"/>
                  </a:cxn>
                  <a:cxn ang="0">
                    <a:pos x="19" y="155"/>
                  </a:cxn>
                  <a:cxn ang="0">
                    <a:pos x="2" y="180"/>
                  </a:cxn>
                  <a:cxn ang="0">
                    <a:pos x="32" y="192"/>
                  </a:cxn>
                  <a:cxn ang="0">
                    <a:pos x="53" y="230"/>
                  </a:cxn>
                  <a:cxn ang="0">
                    <a:pos x="25" y="291"/>
                  </a:cxn>
                  <a:cxn ang="0">
                    <a:pos x="38" y="332"/>
                  </a:cxn>
                  <a:cxn ang="0">
                    <a:pos x="67" y="372"/>
                  </a:cxn>
                  <a:cxn ang="0">
                    <a:pos x="105" y="378"/>
                  </a:cxn>
                  <a:cxn ang="0">
                    <a:pos x="144" y="378"/>
                  </a:cxn>
                  <a:cxn ang="0">
                    <a:pos x="165" y="405"/>
                  </a:cxn>
                  <a:cxn ang="0">
                    <a:pos x="207" y="433"/>
                  </a:cxn>
                  <a:cxn ang="0">
                    <a:pos x="224" y="481"/>
                  </a:cxn>
                  <a:cxn ang="0">
                    <a:pos x="261" y="547"/>
                  </a:cxn>
                  <a:cxn ang="0">
                    <a:pos x="278" y="694"/>
                  </a:cxn>
                  <a:cxn ang="0">
                    <a:pos x="284" y="735"/>
                  </a:cxn>
                  <a:cxn ang="0">
                    <a:pos x="272" y="767"/>
                  </a:cxn>
                  <a:cxn ang="0">
                    <a:pos x="309" y="798"/>
                  </a:cxn>
                  <a:cxn ang="0">
                    <a:pos x="349" y="829"/>
                  </a:cxn>
                  <a:cxn ang="0">
                    <a:pos x="383" y="856"/>
                  </a:cxn>
                  <a:cxn ang="0">
                    <a:pos x="393" y="821"/>
                  </a:cxn>
                  <a:cxn ang="0">
                    <a:pos x="393" y="779"/>
                  </a:cxn>
                  <a:cxn ang="0">
                    <a:pos x="410" y="742"/>
                  </a:cxn>
                  <a:cxn ang="0">
                    <a:pos x="468" y="733"/>
                  </a:cxn>
                  <a:cxn ang="0">
                    <a:pos x="497" y="771"/>
                  </a:cxn>
                  <a:cxn ang="0">
                    <a:pos x="552" y="740"/>
                  </a:cxn>
                  <a:cxn ang="0">
                    <a:pos x="554" y="698"/>
                  </a:cxn>
                  <a:cxn ang="0">
                    <a:pos x="585" y="643"/>
                  </a:cxn>
                  <a:cxn ang="0">
                    <a:pos x="727" y="512"/>
                  </a:cxn>
                  <a:cxn ang="0">
                    <a:pos x="696" y="477"/>
                  </a:cxn>
                  <a:cxn ang="0">
                    <a:pos x="639" y="437"/>
                  </a:cxn>
                  <a:cxn ang="0">
                    <a:pos x="608" y="410"/>
                  </a:cxn>
                  <a:cxn ang="0">
                    <a:pos x="596" y="362"/>
                  </a:cxn>
                  <a:cxn ang="0">
                    <a:pos x="587" y="318"/>
                  </a:cxn>
                  <a:cxn ang="0">
                    <a:pos x="594" y="263"/>
                  </a:cxn>
                  <a:cxn ang="0">
                    <a:pos x="600" y="220"/>
                  </a:cxn>
                  <a:cxn ang="0">
                    <a:pos x="639" y="180"/>
                  </a:cxn>
                  <a:cxn ang="0">
                    <a:pos x="617" y="145"/>
                  </a:cxn>
                  <a:cxn ang="0">
                    <a:pos x="608" y="109"/>
                  </a:cxn>
                  <a:cxn ang="0">
                    <a:pos x="575" y="99"/>
                  </a:cxn>
                  <a:cxn ang="0">
                    <a:pos x="560" y="80"/>
                  </a:cxn>
                  <a:cxn ang="0">
                    <a:pos x="571" y="38"/>
                  </a:cxn>
                  <a:cxn ang="0">
                    <a:pos x="562" y="2"/>
                  </a:cxn>
                  <a:cxn ang="0">
                    <a:pos x="529" y="13"/>
                  </a:cxn>
                  <a:cxn ang="0">
                    <a:pos x="489" y="2"/>
                  </a:cxn>
                </a:cxnLst>
                <a:rect l="0" t="0" r="r" b="b"/>
                <a:pathLst>
                  <a:path w="731" h="856">
                    <a:moveTo>
                      <a:pt x="477" y="7"/>
                    </a:moveTo>
                    <a:lnTo>
                      <a:pt x="479" y="17"/>
                    </a:lnTo>
                    <a:lnTo>
                      <a:pt x="489" y="25"/>
                    </a:lnTo>
                    <a:lnTo>
                      <a:pt x="493" y="34"/>
                    </a:lnTo>
                    <a:lnTo>
                      <a:pt x="495" y="44"/>
                    </a:lnTo>
                    <a:lnTo>
                      <a:pt x="485" y="53"/>
                    </a:lnTo>
                    <a:lnTo>
                      <a:pt x="485" y="69"/>
                    </a:lnTo>
                    <a:lnTo>
                      <a:pt x="477" y="78"/>
                    </a:lnTo>
                    <a:lnTo>
                      <a:pt x="472" y="84"/>
                    </a:lnTo>
                    <a:lnTo>
                      <a:pt x="472" y="96"/>
                    </a:lnTo>
                    <a:lnTo>
                      <a:pt x="464" y="109"/>
                    </a:lnTo>
                    <a:lnTo>
                      <a:pt x="451" y="109"/>
                    </a:lnTo>
                    <a:lnTo>
                      <a:pt x="439" y="109"/>
                    </a:lnTo>
                    <a:lnTo>
                      <a:pt x="429" y="115"/>
                    </a:lnTo>
                    <a:lnTo>
                      <a:pt x="420" y="111"/>
                    </a:lnTo>
                    <a:lnTo>
                      <a:pt x="410" y="109"/>
                    </a:lnTo>
                    <a:lnTo>
                      <a:pt x="408" y="121"/>
                    </a:lnTo>
                    <a:lnTo>
                      <a:pt x="395" y="121"/>
                    </a:lnTo>
                    <a:lnTo>
                      <a:pt x="387" y="134"/>
                    </a:lnTo>
                    <a:lnTo>
                      <a:pt x="376" y="142"/>
                    </a:lnTo>
                    <a:lnTo>
                      <a:pt x="360" y="142"/>
                    </a:lnTo>
                    <a:lnTo>
                      <a:pt x="351" y="138"/>
                    </a:lnTo>
                    <a:lnTo>
                      <a:pt x="339" y="147"/>
                    </a:lnTo>
                    <a:lnTo>
                      <a:pt x="335" y="157"/>
                    </a:lnTo>
                    <a:lnTo>
                      <a:pt x="326" y="157"/>
                    </a:lnTo>
                    <a:lnTo>
                      <a:pt x="314" y="149"/>
                    </a:lnTo>
                    <a:lnTo>
                      <a:pt x="309" y="153"/>
                    </a:lnTo>
                    <a:lnTo>
                      <a:pt x="299" y="157"/>
                    </a:lnTo>
                    <a:lnTo>
                      <a:pt x="284" y="149"/>
                    </a:lnTo>
                    <a:lnTo>
                      <a:pt x="270" y="149"/>
                    </a:lnTo>
                    <a:lnTo>
                      <a:pt x="261" y="155"/>
                    </a:lnTo>
                    <a:lnTo>
                      <a:pt x="253" y="165"/>
                    </a:lnTo>
                    <a:lnTo>
                      <a:pt x="236" y="157"/>
                    </a:lnTo>
                    <a:lnTo>
                      <a:pt x="234" y="159"/>
                    </a:lnTo>
                    <a:lnTo>
                      <a:pt x="230" y="163"/>
                    </a:lnTo>
                    <a:lnTo>
                      <a:pt x="228" y="168"/>
                    </a:lnTo>
                    <a:lnTo>
                      <a:pt x="228" y="174"/>
                    </a:lnTo>
                    <a:lnTo>
                      <a:pt x="228" y="182"/>
                    </a:lnTo>
                    <a:lnTo>
                      <a:pt x="226" y="184"/>
                    </a:lnTo>
                    <a:lnTo>
                      <a:pt x="234" y="195"/>
                    </a:lnTo>
                    <a:lnTo>
                      <a:pt x="230" y="209"/>
                    </a:lnTo>
                    <a:lnTo>
                      <a:pt x="215" y="209"/>
                    </a:lnTo>
                    <a:lnTo>
                      <a:pt x="205" y="203"/>
                    </a:lnTo>
                    <a:lnTo>
                      <a:pt x="197" y="192"/>
                    </a:lnTo>
                    <a:lnTo>
                      <a:pt x="192" y="180"/>
                    </a:lnTo>
                    <a:lnTo>
                      <a:pt x="174" y="182"/>
                    </a:lnTo>
                    <a:lnTo>
                      <a:pt x="159" y="184"/>
                    </a:lnTo>
                    <a:lnTo>
                      <a:pt x="142" y="180"/>
                    </a:lnTo>
                    <a:lnTo>
                      <a:pt x="132" y="176"/>
                    </a:lnTo>
                    <a:lnTo>
                      <a:pt x="119" y="176"/>
                    </a:lnTo>
                    <a:lnTo>
                      <a:pt x="111" y="170"/>
                    </a:lnTo>
                    <a:lnTo>
                      <a:pt x="90" y="174"/>
                    </a:lnTo>
                    <a:lnTo>
                      <a:pt x="78" y="176"/>
                    </a:lnTo>
                    <a:lnTo>
                      <a:pt x="67" y="163"/>
                    </a:lnTo>
                    <a:lnTo>
                      <a:pt x="55" y="153"/>
                    </a:lnTo>
                    <a:lnTo>
                      <a:pt x="38" y="153"/>
                    </a:lnTo>
                    <a:lnTo>
                      <a:pt x="19" y="155"/>
                    </a:lnTo>
                    <a:lnTo>
                      <a:pt x="4" y="157"/>
                    </a:lnTo>
                    <a:lnTo>
                      <a:pt x="0" y="168"/>
                    </a:lnTo>
                    <a:lnTo>
                      <a:pt x="2" y="180"/>
                    </a:lnTo>
                    <a:lnTo>
                      <a:pt x="9" y="186"/>
                    </a:lnTo>
                    <a:lnTo>
                      <a:pt x="19" y="184"/>
                    </a:lnTo>
                    <a:lnTo>
                      <a:pt x="32" y="192"/>
                    </a:lnTo>
                    <a:lnTo>
                      <a:pt x="42" y="205"/>
                    </a:lnTo>
                    <a:lnTo>
                      <a:pt x="51" y="209"/>
                    </a:lnTo>
                    <a:lnTo>
                      <a:pt x="53" y="230"/>
                    </a:lnTo>
                    <a:lnTo>
                      <a:pt x="50" y="253"/>
                    </a:lnTo>
                    <a:lnTo>
                      <a:pt x="30" y="270"/>
                    </a:lnTo>
                    <a:lnTo>
                      <a:pt x="25" y="291"/>
                    </a:lnTo>
                    <a:lnTo>
                      <a:pt x="38" y="303"/>
                    </a:lnTo>
                    <a:lnTo>
                      <a:pt x="46" y="320"/>
                    </a:lnTo>
                    <a:lnTo>
                      <a:pt x="38" y="332"/>
                    </a:lnTo>
                    <a:lnTo>
                      <a:pt x="36" y="349"/>
                    </a:lnTo>
                    <a:lnTo>
                      <a:pt x="50" y="362"/>
                    </a:lnTo>
                    <a:lnTo>
                      <a:pt x="67" y="372"/>
                    </a:lnTo>
                    <a:lnTo>
                      <a:pt x="76" y="380"/>
                    </a:lnTo>
                    <a:lnTo>
                      <a:pt x="88" y="382"/>
                    </a:lnTo>
                    <a:lnTo>
                      <a:pt x="105" y="378"/>
                    </a:lnTo>
                    <a:lnTo>
                      <a:pt x="119" y="372"/>
                    </a:lnTo>
                    <a:lnTo>
                      <a:pt x="132" y="372"/>
                    </a:lnTo>
                    <a:lnTo>
                      <a:pt x="144" y="378"/>
                    </a:lnTo>
                    <a:lnTo>
                      <a:pt x="145" y="389"/>
                    </a:lnTo>
                    <a:lnTo>
                      <a:pt x="147" y="401"/>
                    </a:lnTo>
                    <a:lnTo>
                      <a:pt x="165" y="405"/>
                    </a:lnTo>
                    <a:lnTo>
                      <a:pt x="180" y="408"/>
                    </a:lnTo>
                    <a:lnTo>
                      <a:pt x="197" y="414"/>
                    </a:lnTo>
                    <a:lnTo>
                      <a:pt x="207" y="433"/>
                    </a:lnTo>
                    <a:lnTo>
                      <a:pt x="213" y="449"/>
                    </a:lnTo>
                    <a:lnTo>
                      <a:pt x="215" y="468"/>
                    </a:lnTo>
                    <a:lnTo>
                      <a:pt x="224" y="481"/>
                    </a:lnTo>
                    <a:lnTo>
                      <a:pt x="228" y="497"/>
                    </a:lnTo>
                    <a:lnTo>
                      <a:pt x="243" y="522"/>
                    </a:lnTo>
                    <a:lnTo>
                      <a:pt x="261" y="547"/>
                    </a:lnTo>
                    <a:lnTo>
                      <a:pt x="272" y="568"/>
                    </a:lnTo>
                    <a:lnTo>
                      <a:pt x="276" y="579"/>
                    </a:lnTo>
                    <a:lnTo>
                      <a:pt x="278" y="694"/>
                    </a:lnTo>
                    <a:lnTo>
                      <a:pt x="280" y="714"/>
                    </a:lnTo>
                    <a:lnTo>
                      <a:pt x="280" y="727"/>
                    </a:lnTo>
                    <a:lnTo>
                      <a:pt x="284" y="735"/>
                    </a:lnTo>
                    <a:lnTo>
                      <a:pt x="284" y="748"/>
                    </a:lnTo>
                    <a:lnTo>
                      <a:pt x="276" y="754"/>
                    </a:lnTo>
                    <a:lnTo>
                      <a:pt x="272" y="767"/>
                    </a:lnTo>
                    <a:lnTo>
                      <a:pt x="289" y="785"/>
                    </a:lnTo>
                    <a:lnTo>
                      <a:pt x="299" y="792"/>
                    </a:lnTo>
                    <a:lnTo>
                      <a:pt x="309" y="798"/>
                    </a:lnTo>
                    <a:lnTo>
                      <a:pt x="318" y="808"/>
                    </a:lnTo>
                    <a:lnTo>
                      <a:pt x="337" y="817"/>
                    </a:lnTo>
                    <a:lnTo>
                      <a:pt x="349" y="829"/>
                    </a:lnTo>
                    <a:lnTo>
                      <a:pt x="358" y="840"/>
                    </a:lnTo>
                    <a:lnTo>
                      <a:pt x="370" y="842"/>
                    </a:lnTo>
                    <a:lnTo>
                      <a:pt x="383" y="856"/>
                    </a:lnTo>
                    <a:lnTo>
                      <a:pt x="385" y="842"/>
                    </a:lnTo>
                    <a:lnTo>
                      <a:pt x="385" y="827"/>
                    </a:lnTo>
                    <a:lnTo>
                      <a:pt x="393" y="821"/>
                    </a:lnTo>
                    <a:lnTo>
                      <a:pt x="380" y="806"/>
                    </a:lnTo>
                    <a:lnTo>
                      <a:pt x="393" y="792"/>
                    </a:lnTo>
                    <a:lnTo>
                      <a:pt x="393" y="779"/>
                    </a:lnTo>
                    <a:lnTo>
                      <a:pt x="389" y="765"/>
                    </a:lnTo>
                    <a:lnTo>
                      <a:pt x="391" y="748"/>
                    </a:lnTo>
                    <a:lnTo>
                      <a:pt x="410" y="742"/>
                    </a:lnTo>
                    <a:lnTo>
                      <a:pt x="431" y="727"/>
                    </a:lnTo>
                    <a:lnTo>
                      <a:pt x="447" y="723"/>
                    </a:lnTo>
                    <a:lnTo>
                      <a:pt x="468" y="733"/>
                    </a:lnTo>
                    <a:lnTo>
                      <a:pt x="477" y="746"/>
                    </a:lnTo>
                    <a:lnTo>
                      <a:pt x="491" y="758"/>
                    </a:lnTo>
                    <a:lnTo>
                      <a:pt x="497" y="771"/>
                    </a:lnTo>
                    <a:lnTo>
                      <a:pt x="512" y="767"/>
                    </a:lnTo>
                    <a:lnTo>
                      <a:pt x="525" y="756"/>
                    </a:lnTo>
                    <a:lnTo>
                      <a:pt x="552" y="740"/>
                    </a:lnTo>
                    <a:lnTo>
                      <a:pt x="539" y="729"/>
                    </a:lnTo>
                    <a:lnTo>
                      <a:pt x="541" y="719"/>
                    </a:lnTo>
                    <a:lnTo>
                      <a:pt x="554" y="698"/>
                    </a:lnTo>
                    <a:lnTo>
                      <a:pt x="575" y="673"/>
                    </a:lnTo>
                    <a:lnTo>
                      <a:pt x="575" y="652"/>
                    </a:lnTo>
                    <a:lnTo>
                      <a:pt x="585" y="643"/>
                    </a:lnTo>
                    <a:lnTo>
                      <a:pt x="731" y="639"/>
                    </a:lnTo>
                    <a:lnTo>
                      <a:pt x="725" y="512"/>
                    </a:lnTo>
                    <a:lnTo>
                      <a:pt x="727" y="512"/>
                    </a:lnTo>
                    <a:lnTo>
                      <a:pt x="731" y="510"/>
                    </a:lnTo>
                    <a:lnTo>
                      <a:pt x="725" y="502"/>
                    </a:lnTo>
                    <a:lnTo>
                      <a:pt x="696" y="477"/>
                    </a:lnTo>
                    <a:lnTo>
                      <a:pt x="667" y="456"/>
                    </a:lnTo>
                    <a:lnTo>
                      <a:pt x="654" y="447"/>
                    </a:lnTo>
                    <a:lnTo>
                      <a:pt x="639" y="437"/>
                    </a:lnTo>
                    <a:lnTo>
                      <a:pt x="627" y="422"/>
                    </a:lnTo>
                    <a:lnTo>
                      <a:pt x="623" y="412"/>
                    </a:lnTo>
                    <a:lnTo>
                      <a:pt x="608" y="410"/>
                    </a:lnTo>
                    <a:lnTo>
                      <a:pt x="608" y="389"/>
                    </a:lnTo>
                    <a:lnTo>
                      <a:pt x="608" y="376"/>
                    </a:lnTo>
                    <a:lnTo>
                      <a:pt x="596" y="362"/>
                    </a:lnTo>
                    <a:lnTo>
                      <a:pt x="587" y="349"/>
                    </a:lnTo>
                    <a:lnTo>
                      <a:pt x="587" y="334"/>
                    </a:lnTo>
                    <a:lnTo>
                      <a:pt x="587" y="318"/>
                    </a:lnTo>
                    <a:lnTo>
                      <a:pt x="591" y="307"/>
                    </a:lnTo>
                    <a:lnTo>
                      <a:pt x="587" y="287"/>
                    </a:lnTo>
                    <a:lnTo>
                      <a:pt x="594" y="263"/>
                    </a:lnTo>
                    <a:lnTo>
                      <a:pt x="596" y="249"/>
                    </a:lnTo>
                    <a:lnTo>
                      <a:pt x="604" y="241"/>
                    </a:lnTo>
                    <a:lnTo>
                      <a:pt x="600" y="220"/>
                    </a:lnTo>
                    <a:lnTo>
                      <a:pt x="614" y="209"/>
                    </a:lnTo>
                    <a:lnTo>
                      <a:pt x="623" y="186"/>
                    </a:lnTo>
                    <a:lnTo>
                      <a:pt x="639" y="180"/>
                    </a:lnTo>
                    <a:lnTo>
                      <a:pt x="639" y="167"/>
                    </a:lnTo>
                    <a:lnTo>
                      <a:pt x="631" y="159"/>
                    </a:lnTo>
                    <a:lnTo>
                      <a:pt x="617" y="145"/>
                    </a:lnTo>
                    <a:lnTo>
                      <a:pt x="619" y="134"/>
                    </a:lnTo>
                    <a:lnTo>
                      <a:pt x="616" y="121"/>
                    </a:lnTo>
                    <a:lnTo>
                      <a:pt x="608" y="109"/>
                    </a:lnTo>
                    <a:lnTo>
                      <a:pt x="596" y="105"/>
                    </a:lnTo>
                    <a:lnTo>
                      <a:pt x="589" y="105"/>
                    </a:lnTo>
                    <a:lnTo>
                      <a:pt x="575" y="99"/>
                    </a:lnTo>
                    <a:lnTo>
                      <a:pt x="570" y="92"/>
                    </a:lnTo>
                    <a:lnTo>
                      <a:pt x="562" y="92"/>
                    </a:lnTo>
                    <a:lnTo>
                      <a:pt x="560" y="80"/>
                    </a:lnTo>
                    <a:lnTo>
                      <a:pt x="568" y="69"/>
                    </a:lnTo>
                    <a:lnTo>
                      <a:pt x="571" y="49"/>
                    </a:lnTo>
                    <a:lnTo>
                      <a:pt x="571" y="38"/>
                    </a:lnTo>
                    <a:lnTo>
                      <a:pt x="575" y="23"/>
                    </a:lnTo>
                    <a:lnTo>
                      <a:pt x="575" y="7"/>
                    </a:lnTo>
                    <a:lnTo>
                      <a:pt x="562" y="2"/>
                    </a:lnTo>
                    <a:lnTo>
                      <a:pt x="546" y="5"/>
                    </a:lnTo>
                    <a:lnTo>
                      <a:pt x="546" y="15"/>
                    </a:lnTo>
                    <a:lnTo>
                      <a:pt x="529" y="13"/>
                    </a:lnTo>
                    <a:lnTo>
                      <a:pt x="512" y="9"/>
                    </a:lnTo>
                    <a:lnTo>
                      <a:pt x="504" y="0"/>
                    </a:lnTo>
                    <a:lnTo>
                      <a:pt x="489" y="2"/>
                    </a:lnTo>
                    <a:lnTo>
                      <a:pt x="477" y="7"/>
                    </a:lnTo>
                    <a:close/>
                  </a:path>
                </a:pathLst>
              </a:custGeom>
              <a:grpFill/>
              <a:ln w="6350" cmpd="sng">
                <a:solidFill>
                  <a:schemeClr val="bg1"/>
                </a:solidFill>
                <a:round/>
                <a:headEnd/>
                <a:tailEnd/>
              </a:ln>
            </p:spPr>
            <p:txBody>
              <a:bodyPr/>
              <a:lstStyle/>
              <a:p>
                <a:endParaRPr lang="pt-BR"/>
              </a:p>
            </p:txBody>
          </p:sp>
          <p:sp>
            <p:nvSpPr>
              <p:cNvPr id="40" name="Freeform 21">
                <a:extLst>
                  <a:ext uri="{FF2B5EF4-FFF2-40B4-BE49-F238E27FC236}">
                    <a16:creationId xmlns:a16="http://schemas.microsoft.com/office/drawing/2014/main" id="{F2428F39-0D62-B07A-E5C8-3141B94A9F57}"/>
                  </a:ext>
                </a:extLst>
              </p:cNvPr>
              <p:cNvSpPr>
                <a:spLocks noChangeAspect="1"/>
              </p:cNvSpPr>
              <p:nvPr/>
            </p:nvSpPr>
            <p:spPr bwMode="auto">
              <a:xfrm>
                <a:off x="740696" y="2876387"/>
                <a:ext cx="1544210" cy="1051747"/>
              </a:xfrm>
              <a:custGeom>
                <a:avLst/>
                <a:gdLst/>
                <a:ahLst/>
                <a:cxnLst>
                  <a:cxn ang="0">
                    <a:pos x="507" y="169"/>
                  </a:cxn>
                  <a:cxn ang="0">
                    <a:pos x="564" y="192"/>
                  </a:cxn>
                  <a:cxn ang="0">
                    <a:pos x="501" y="222"/>
                  </a:cxn>
                  <a:cxn ang="0">
                    <a:pos x="436" y="276"/>
                  </a:cxn>
                  <a:cxn ang="0">
                    <a:pos x="460" y="351"/>
                  </a:cxn>
                  <a:cxn ang="0">
                    <a:pos x="516" y="403"/>
                  </a:cxn>
                  <a:cxn ang="0">
                    <a:pos x="531" y="485"/>
                  </a:cxn>
                  <a:cxn ang="0">
                    <a:pos x="432" y="850"/>
                  </a:cxn>
                  <a:cxn ang="0">
                    <a:pos x="359" y="837"/>
                  </a:cxn>
                  <a:cxn ang="0">
                    <a:pos x="315" y="865"/>
                  </a:cxn>
                  <a:cxn ang="0">
                    <a:pos x="251" y="873"/>
                  </a:cxn>
                  <a:cxn ang="0">
                    <a:pos x="177" y="909"/>
                  </a:cxn>
                  <a:cxn ang="0">
                    <a:pos x="102" y="979"/>
                  </a:cxn>
                  <a:cxn ang="0">
                    <a:pos x="69" y="1086"/>
                  </a:cxn>
                  <a:cxn ang="0">
                    <a:pos x="31" y="1165"/>
                  </a:cxn>
                  <a:cxn ang="0">
                    <a:pos x="10" y="1245"/>
                  </a:cxn>
                  <a:cxn ang="0">
                    <a:pos x="376" y="1326"/>
                  </a:cxn>
                  <a:cxn ang="0">
                    <a:pos x="706" y="1455"/>
                  </a:cxn>
                  <a:cxn ang="0">
                    <a:pos x="927" y="1497"/>
                  </a:cxn>
                  <a:cxn ang="0">
                    <a:pos x="973" y="1462"/>
                  </a:cxn>
                  <a:cxn ang="0">
                    <a:pos x="1055" y="1466"/>
                  </a:cxn>
                  <a:cxn ang="0">
                    <a:pos x="1097" y="1443"/>
                  </a:cxn>
                  <a:cxn ang="0">
                    <a:pos x="1170" y="1393"/>
                  </a:cxn>
                  <a:cxn ang="0">
                    <a:pos x="1236" y="1318"/>
                  </a:cxn>
                  <a:cxn ang="0">
                    <a:pos x="1368" y="1280"/>
                  </a:cxn>
                  <a:cxn ang="0">
                    <a:pos x="1571" y="1378"/>
                  </a:cxn>
                  <a:cxn ang="0">
                    <a:pos x="1930" y="1305"/>
                  </a:cxn>
                  <a:cxn ang="0">
                    <a:pos x="1963" y="1188"/>
                  </a:cxn>
                  <a:cxn ang="0">
                    <a:pos x="1947" y="1149"/>
                  </a:cxn>
                  <a:cxn ang="0">
                    <a:pos x="2206" y="558"/>
                  </a:cxn>
                  <a:cxn ang="0">
                    <a:pos x="2180" y="533"/>
                  </a:cxn>
                  <a:cxn ang="0">
                    <a:pos x="2124" y="514"/>
                  </a:cxn>
                  <a:cxn ang="0">
                    <a:pos x="2080" y="468"/>
                  </a:cxn>
                  <a:cxn ang="0">
                    <a:pos x="2016" y="474"/>
                  </a:cxn>
                  <a:cxn ang="0">
                    <a:pos x="1932" y="451"/>
                  </a:cxn>
                  <a:cxn ang="0">
                    <a:pos x="1917" y="384"/>
                  </a:cxn>
                  <a:cxn ang="0">
                    <a:pos x="1867" y="178"/>
                  </a:cxn>
                  <a:cxn ang="0">
                    <a:pos x="1715" y="274"/>
                  </a:cxn>
                  <a:cxn ang="0">
                    <a:pos x="1692" y="341"/>
                  </a:cxn>
                  <a:cxn ang="0">
                    <a:pos x="1631" y="359"/>
                  </a:cxn>
                  <a:cxn ang="0">
                    <a:pos x="1571" y="328"/>
                  </a:cxn>
                  <a:cxn ang="0">
                    <a:pos x="1533" y="380"/>
                  </a:cxn>
                  <a:cxn ang="0">
                    <a:pos x="1525" y="428"/>
                  </a:cxn>
                  <a:cxn ang="0">
                    <a:pos x="1498" y="441"/>
                  </a:cxn>
                  <a:cxn ang="0">
                    <a:pos x="1449" y="399"/>
                  </a:cxn>
                  <a:cxn ang="0">
                    <a:pos x="1416" y="355"/>
                  </a:cxn>
                  <a:cxn ang="0">
                    <a:pos x="1420" y="315"/>
                  </a:cxn>
                  <a:cxn ang="0">
                    <a:pos x="1401" y="148"/>
                  </a:cxn>
                  <a:cxn ang="0">
                    <a:pos x="1355" y="69"/>
                  </a:cxn>
                  <a:cxn ang="0">
                    <a:pos x="1320" y="9"/>
                  </a:cxn>
                  <a:cxn ang="0">
                    <a:pos x="1285" y="2"/>
                  </a:cxn>
                  <a:cxn ang="0">
                    <a:pos x="1205" y="21"/>
                  </a:cxn>
                  <a:cxn ang="0">
                    <a:pos x="1167" y="90"/>
                  </a:cxn>
                  <a:cxn ang="0">
                    <a:pos x="1076" y="130"/>
                  </a:cxn>
                  <a:cxn ang="0">
                    <a:pos x="988" y="178"/>
                  </a:cxn>
                  <a:cxn ang="0">
                    <a:pos x="948" y="182"/>
                  </a:cxn>
                  <a:cxn ang="0">
                    <a:pos x="821" y="146"/>
                  </a:cxn>
                  <a:cxn ang="0">
                    <a:pos x="792" y="71"/>
                  </a:cxn>
                  <a:cxn ang="0">
                    <a:pos x="750" y="44"/>
                  </a:cxn>
                  <a:cxn ang="0">
                    <a:pos x="693" y="63"/>
                  </a:cxn>
                  <a:cxn ang="0">
                    <a:pos x="660" y="59"/>
                  </a:cxn>
                </a:cxnLst>
                <a:rect l="0" t="0" r="r" b="b"/>
                <a:pathLst>
                  <a:path w="2235" h="1522">
                    <a:moveTo>
                      <a:pt x="472" y="75"/>
                    </a:moveTo>
                    <a:lnTo>
                      <a:pt x="472" y="169"/>
                    </a:lnTo>
                    <a:lnTo>
                      <a:pt x="489" y="169"/>
                    </a:lnTo>
                    <a:lnTo>
                      <a:pt x="507" y="169"/>
                    </a:lnTo>
                    <a:lnTo>
                      <a:pt x="520" y="171"/>
                    </a:lnTo>
                    <a:lnTo>
                      <a:pt x="537" y="174"/>
                    </a:lnTo>
                    <a:lnTo>
                      <a:pt x="551" y="174"/>
                    </a:lnTo>
                    <a:lnTo>
                      <a:pt x="564" y="192"/>
                    </a:lnTo>
                    <a:lnTo>
                      <a:pt x="564" y="242"/>
                    </a:lnTo>
                    <a:lnTo>
                      <a:pt x="543" y="226"/>
                    </a:lnTo>
                    <a:lnTo>
                      <a:pt x="520" y="217"/>
                    </a:lnTo>
                    <a:lnTo>
                      <a:pt x="501" y="222"/>
                    </a:lnTo>
                    <a:lnTo>
                      <a:pt x="476" y="230"/>
                    </a:lnTo>
                    <a:lnTo>
                      <a:pt x="455" y="238"/>
                    </a:lnTo>
                    <a:lnTo>
                      <a:pt x="443" y="253"/>
                    </a:lnTo>
                    <a:lnTo>
                      <a:pt x="436" y="276"/>
                    </a:lnTo>
                    <a:lnTo>
                      <a:pt x="436" y="303"/>
                    </a:lnTo>
                    <a:lnTo>
                      <a:pt x="441" y="315"/>
                    </a:lnTo>
                    <a:lnTo>
                      <a:pt x="451" y="336"/>
                    </a:lnTo>
                    <a:lnTo>
                      <a:pt x="460" y="351"/>
                    </a:lnTo>
                    <a:lnTo>
                      <a:pt x="476" y="364"/>
                    </a:lnTo>
                    <a:lnTo>
                      <a:pt x="495" y="364"/>
                    </a:lnTo>
                    <a:lnTo>
                      <a:pt x="507" y="378"/>
                    </a:lnTo>
                    <a:lnTo>
                      <a:pt x="516" y="403"/>
                    </a:lnTo>
                    <a:lnTo>
                      <a:pt x="528" y="428"/>
                    </a:lnTo>
                    <a:lnTo>
                      <a:pt x="530" y="443"/>
                    </a:lnTo>
                    <a:lnTo>
                      <a:pt x="531" y="458"/>
                    </a:lnTo>
                    <a:lnTo>
                      <a:pt x="531" y="485"/>
                    </a:lnTo>
                    <a:lnTo>
                      <a:pt x="472" y="821"/>
                    </a:lnTo>
                    <a:lnTo>
                      <a:pt x="470" y="844"/>
                    </a:lnTo>
                    <a:lnTo>
                      <a:pt x="451" y="848"/>
                    </a:lnTo>
                    <a:lnTo>
                      <a:pt x="432" y="850"/>
                    </a:lnTo>
                    <a:lnTo>
                      <a:pt x="424" y="838"/>
                    </a:lnTo>
                    <a:lnTo>
                      <a:pt x="403" y="823"/>
                    </a:lnTo>
                    <a:lnTo>
                      <a:pt x="372" y="825"/>
                    </a:lnTo>
                    <a:lnTo>
                      <a:pt x="359" y="837"/>
                    </a:lnTo>
                    <a:lnTo>
                      <a:pt x="343" y="844"/>
                    </a:lnTo>
                    <a:lnTo>
                      <a:pt x="332" y="862"/>
                    </a:lnTo>
                    <a:lnTo>
                      <a:pt x="320" y="862"/>
                    </a:lnTo>
                    <a:lnTo>
                      <a:pt x="315" y="865"/>
                    </a:lnTo>
                    <a:lnTo>
                      <a:pt x="311" y="867"/>
                    </a:lnTo>
                    <a:lnTo>
                      <a:pt x="309" y="869"/>
                    </a:lnTo>
                    <a:lnTo>
                      <a:pt x="297" y="873"/>
                    </a:lnTo>
                    <a:lnTo>
                      <a:pt x="251" y="873"/>
                    </a:lnTo>
                    <a:lnTo>
                      <a:pt x="249" y="862"/>
                    </a:lnTo>
                    <a:lnTo>
                      <a:pt x="228" y="879"/>
                    </a:lnTo>
                    <a:lnTo>
                      <a:pt x="198" y="892"/>
                    </a:lnTo>
                    <a:lnTo>
                      <a:pt x="177" y="909"/>
                    </a:lnTo>
                    <a:lnTo>
                      <a:pt x="155" y="919"/>
                    </a:lnTo>
                    <a:lnTo>
                      <a:pt x="138" y="934"/>
                    </a:lnTo>
                    <a:lnTo>
                      <a:pt x="119" y="967"/>
                    </a:lnTo>
                    <a:lnTo>
                      <a:pt x="102" y="979"/>
                    </a:lnTo>
                    <a:lnTo>
                      <a:pt x="96" y="1013"/>
                    </a:lnTo>
                    <a:lnTo>
                      <a:pt x="84" y="1036"/>
                    </a:lnTo>
                    <a:lnTo>
                      <a:pt x="67" y="1057"/>
                    </a:lnTo>
                    <a:lnTo>
                      <a:pt x="69" y="1086"/>
                    </a:lnTo>
                    <a:lnTo>
                      <a:pt x="69" y="1115"/>
                    </a:lnTo>
                    <a:lnTo>
                      <a:pt x="67" y="1146"/>
                    </a:lnTo>
                    <a:lnTo>
                      <a:pt x="50" y="1153"/>
                    </a:lnTo>
                    <a:lnTo>
                      <a:pt x="31" y="1165"/>
                    </a:lnTo>
                    <a:lnTo>
                      <a:pt x="19" y="1188"/>
                    </a:lnTo>
                    <a:lnTo>
                      <a:pt x="8" y="1207"/>
                    </a:lnTo>
                    <a:lnTo>
                      <a:pt x="0" y="1230"/>
                    </a:lnTo>
                    <a:lnTo>
                      <a:pt x="10" y="1245"/>
                    </a:lnTo>
                    <a:lnTo>
                      <a:pt x="192" y="1295"/>
                    </a:lnTo>
                    <a:lnTo>
                      <a:pt x="240" y="1303"/>
                    </a:lnTo>
                    <a:lnTo>
                      <a:pt x="303" y="1307"/>
                    </a:lnTo>
                    <a:lnTo>
                      <a:pt x="376" y="1326"/>
                    </a:lnTo>
                    <a:lnTo>
                      <a:pt x="466" y="1353"/>
                    </a:lnTo>
                    <a:lnTo>
                      <a:pt x="549" y="1391"/>
                    </a:lnTo>
                    <a:lnTo>
                      <a:pt x="614" y="1426"/>
                    </a:lnTo>
                    <a:lnTo>
                      <a:pt x="706" y="1455"/>
                    </a:lnTo>
                    <a:lnTo>
                      <a:pt x="892" y="1522"/>
                    </a:lnTo>
                    <a:lnTo>
                      <a:pt x="898" y="1508"/>
                    </a:lnTo>
                    <a:lnTo>
                      <a:pt x="911" y="1497"/>
                    </a:lnTo>
                    <a:lnTo>
                      <a:pt x="927" y="1497"/>
                    </a:lnTo>
                    <a:lnTo>
                      <a:pt x="929" y="1478"/>
                    </a:lnTo>
                    <a:lnTo>
                      <a:pt x="950" y="1478"/>
                    </a:lnTo>
                    <a:lnTo>
                      <a:pt x="967" y="1474"/>
                    </a:lnTo>
                    <a:lnTo>
                      <a:pt x="973" y="1462"/>
                    </a:lnTo>
                    <a:lnTo>
                      <a:pt x="986" y="1466"/>
                    </a:lnTo>
                    <a:lnTo>
                      <a:pt x="1003" y="1472"/>
                    </a:lnTo>
                    <a:lnTo>
                      <a:pt x="1034" y="1468"/>
                    </a:lnTo>
                    <a:lnTo>
                      <a:pt x="1055" y="1466"/>
                    </a:lnTo>
                    <a:lnTo>
                      <a:pt x="1082" y="1462"/>
                    </a:lnTo>
                    <a:lnTo>
                      <a:pt x="1097" y="1474"/>
                    </a:lnTo>
                    <a:lnTo>
                      <a:pt x="1105" y="1456"/>
                    </a:lnTo>
                    <a:lnTo>
                      <a:pt x="1097" y="1443"/>
                    </a:lnTo>
                    <a:lnTo>
                      <a:pt x="1117" y="1437"/>
                    </a:lnTo>
                    <a:lnTo>
                      <a:pt x="1119" y="1414"/>
                    </a:lnTo>
                    <a:lnTo>
                      <a:pt x="1153" y="1407"/>
                    </a:lnTo>
                    <a:lnTo>
                      <a:pt x="1170" y="1393"/>
                    </a:lnTo>
                    <a:lnTo>
                      <a:pt x="1188" y="1387"/>
                    </a:lnTo>
                    <a:lnTo>
                      <a:pt x="1207" y="1378"/>
                    </a:lnTo>
                    <a:lnTo>
                      <a:pt x="1226" y="1355"/>
                    </a:lnTo>
                    <a:lnTo>
                      <a:pt x="1236" y="1318"/>
                    </a:lnTo>
                    <a:lnTo>
                      <a:pt x="1251" y="1297"/>
                    </a:lnTo>
                    <a:lnTo>
                      <a:pt x="1268" y="1297"/>
                    </a:lnTo>
                    <a:lnTo>
                      <a:pt x="1278" y="1282"/>
                    </a:lnTo>
                    <a:lnTo>
                      <a:pt x="1368" y="1280"/>
                    </a:lnTo>
                    <a:lnTo>
                      <a:pt x="1429" y="1345"/>
                    </a:lnTo>
                    <a:lnTo>
                      <a:pt x="1498" y="1366"/>
                    </a:lnTo>
                    <a:lnTo>
                      <a:pt x="1550" y="1368"/>
                    </a:lnTo>
                    <a:lnTo>
                      <a:pt x="1571" y="1378"/>
                    </a:lnTo>
                    <a:lnTo>
                      <a:pt x="1913" y="1372"/>
                    </a:lnTo>
                    <a:lnTo>
                      <a:pt x="1917" y="1341"/>
                    </a:lnTo>
                    <a:lnTo>
                      <a:pt x="1932" y="1336"/>
                    </a:lnTo>
                    <a:lnTo>
                      <a:pt x="1930" y="1305"/>
                    </a:lnTo>
                    <a:lnTo>
                      <a:pt x="1938" y="1272"/>
                    </a:lnTo>
                    <a:lnTo>
                      <a:pt x="1945" y="1251"/>
                    </a:lnTo>
                    <a:lnTo>
                      <a:pt x="1957" y="1222"/>
                    </a:lnTo>
                    <a:lnTo>
                      <a:pt x="1963" y="1188"/>
                    </a:lnTo>
                    <a:lnTo>
                      <a:pt x="1963" y="1188"/>
                    </a:lnTo>
                    <a:lnTo>
                      <a:pt x="1961" y="1182"/>
                    </a:lnTo>
                    <a:lnTo>
                      <a:pt x="1961" y="1159"/>
                    </a:lnTo>
                    <a:lnTo>
                      <a:pt x="1947" y="1149"/>
                    </a:lnTo>
                    <a:lnTo>
                      <a:pt x="1940" y="1126"/>
                    </a:lnTo>
                    <a:lnTo>
                      <a:pt x="1936" y="1105"/>
                    </a:lnTo>
                    <a:lnTo>
                      <a:pt x="2153" y="616"/>
                    </a:lnTo>
                    <a:lnTo>
                      <a:pt x="2206" y="558"/>
                    </a:lnTo>
                    <a:lnTo>
                      <a:pt x="2235" y="522"/>
                    </a:lnTo>
                    <a:lnTo>
                      <a:pt x="2216" y="516"/>
                    </a:lnTo>
                    <a:lnTo>
                      <a:pt x="2195" y="529"/>
                    </a:lnTo>
                    <a:lnTo>
                      <a:pt x="2180" y="533"/>
                    </a:lnTo>
                    <a:lnTo>
                      <a:pt x="2162" y="539"/>
                    </a:lnTo>
                    <a:lnTo>
                      <a:pt x="2147" y="541"/>
                    </a:lnTo>
                    <a:lnTo>
                      <a:pt x="2139" y="526"/>
                    </a:lnTo>
                    <a:lnTo>
                      <a:pt x="2124" y="514"/>
                    </a:lnTo>
                    <a:lnTo>
                      <a:pt x="2109" y="510"/>
                    </a:lnTo>
                    <a:lnTo>
                      <a:pt x="2089" y="510"/>
                    </a:lnTo>
                    <a:lnTo>
                      <a:pt x="2087" y="491"/>
                    </a:lnTo>
                    <a:lnTo>
                      <a:pt x="2080" y="468"/>
                    </a:lnTo>
                    <a:lnTo>
                      <a:pt x="2068" y="466"/>
                    </a:lnTo>
                    <a:lnTo>
                      <a:pt x="2047" y="468"/>
                    </a:lnTo>
                    <a:lnTo>
                      <a:pt x="2034" y="476"/>
                    </a:lnTo>
                    <a:lnTo>
                      <a:pt x="2016" y="474"/>
                    </a:lnTo>
                    <a:lnTo>
                      <a:pt x="1990" y="474"/>
                    </a:lnTo>
                    <a:lnTo>
                      <a:pt x="1965" y="474"/>
                    </a:lnTo>
                    <a:lnTo>
                      <a:pt x="1949" y="464"/>
                    </a:lnTo>
                    <a:lnTo>
                      <a:pt x="1932" y="451"/>
                    </a:lnTo>
                    <a:lnTo>
                      <a:pt x="1917" y="426"/>
                    </a:lnTo>
                    <a:lnTo>
                      <a:pt x="1922" y="410"/>
                    </a:lnTo>
                    <a:lnTo>
                      <a:pt x="1932" y="399"/>
                    </a:lnTo>
                    <a:lnTo>
                      <a:pt x="1917" y="384"/>
                    </a:lnTo>
                    <a:lnTo>
                      <a:pt x="1901" y="370"/>
                    </a:lnTo>
                    <a:lnTo>
                      <a:pt x="1892" y="349"/>
                    </a:lnTo>
                    <a:lnTo>
                      <a:pt x="1875" y="326"/>
                    </a:lnTo>
                    <a:lnTo>
                      <a:pt x="1867" y="178"/>
                    </a:lnTo>
                    <a:lnTo>
                      <a:pt x="1871" y="240"/>
                    </a:lnTo>
                    <a:lnTo>
                      <a:pt x="1725" y="244"/>
                    </a:lnTo>
                    <a:lnTo>
                      <a:pt x="1715" y="253"/>
                    </a:lnTo>
                    <a:lnTo>
                      <a:pt x="1715" y="274"/>
                    </a:lnTo>
                    <a:lnTo>
                      <a:pt x="1694" y="299"/>
                    </a:lnTo>
                    <a:lnTo>
                      <a:pt x="1681" y="320"/>
                    </a:lnTo>
                    <a:lnTo>
                      <a:pt x="1679" y="330"/>
                    </a:lnTo>
                    <a:lnTo>
                      <a:pt x="1692" y="341"/>
                    </a:lnTo>
                    <a:lnTo>
                      <a:pt x="1665" y="357"/>
                    </a:lnTo>
                    <a:lnTo>
                      <a:pt x="1652" y="368"/>
                    </a:lnTo>
                    <a:lnTo>
                      <a:pt x="1637" y="372"/>
                    </a:lnTo>
                    <a:lnTo>
                      <a:pt x="1631" y="359"/>
                    </a:lnTo>
                    <a:lnTo>
                      <a:pt x="1617" y="347"/>
                    </a:lnTo>
                    <a:lnTo>
                      <a:pt x="1608" y="334"/>
                    </a:lnTo>
                    <a:lnTo>
                      <a:pt x="1587" y="324"/>
                    </a:lnTo>
                    <a:lnTo>
                      <a:pt x="1571" y="328"/>
                    </a:lnTo>
                    <a:lnTo>
                      <a:pt x="1550" y="343"/>
                    </a:lnTo>
                    <a:lnTo>
                      <a:pt x="1531" y="349"/>
                    </a:lnTo>
                    <a:lnTo>
                      <a:pt x="1529" y="366"/>
                    </a:lnTo>
                    <a:lnTo>
                      <a:pt x="1533" y="380"/>
                    </a:lnTo>
                    <a:lnTo>
                      <a:pt x="1533" y="393"/>
                    </a:lnTo>
                    <a:lnTo>
                      <a:pt x="1520" y="407"/>
                    </a:lnTo>
                    <a:lnTo>
                      <a:pt x="1533" y="422"/>
                    </a:lnTo>
                    <a:lnTo>
                      <a:pt x="1525" y="428"/>
                    </a:lnTo>
                    <a:lnTo>
                      <a:pt x="1525" y="443"/>
                    </a:lnTo>
                    <a:lnTo>
                      <a:pt x="1523" y="457"/>
                    </a:lnTo>
                    <a:lnTo>
                      <a:pt x="1510" y="443"/>
                    </a:lnTo>
                    <a:lnTo>
                      <a:pt x="1498" y="441"/>
                    </a:lnTo>
                    <a:lnTo>
                      <a:pt x="1489" y="430"/>
                    </a:lnTo>
                    <a:lnTo>
                      <a:pt x="1477" y="418"/>
                    </a:lnTo>
                    <a:lnTo>
                      <a:pt x="1458" y="409"/>
                    </a:lnTo>
                    <a:lnTo>
                      <a:pt x="1449" y="399"/>
                    </a:lnTo>
                    <a:lnTo>
                      <a:pt x="1439" y="393"/>
                    </a:lnTo>
                    <a:lnTo>
                      <a:pt x="1429" y="386"/>
                    </a:lnTo>
                    <a:lnTo>
                      <a:pt x="1412" y="368"/>
                    </a:lnTo>
                    <a:lnTo>
                      <a:pt x="1416" y="355"/>
                    </a:lnTo>
                    <a:lnTo>
                      <a:pt x="1424" y="349"/>
                    </a:lnTo>
                    <a:lnTo>
                      <a:pt x="1424" y="336"/>
                    </a:lnTo>
                    <a:lnTo>
                      <a:pt x="1420" y="328"/>
                    </a:lnTo>
                    <a:lnTo>
                      <a:pt x="1420" y="315"/>
                    </a:lnTo>
                    <a:lnTo>
                      <a:pt x="1418" y="295"/>
                    </a:lnTo>
                    <a:lnTo>
                      <a:pt x="1416" y="180"/>
                    </a:lnTo>
                    <a:lnTo>
                      <a:pt x="1412" y="169"/>
                    </a:lnTo>
                    <a:lnTo>
                      <a:pt x="1401" y="148"/>
                    </a:lnTo>
                    <a:lnTo>
                      <a:pt x="1383" y="123"/>
                    </a:lnTo>
                    <a:lnTo>
                      <a:pt x="1368" y="98"/>
                    </a:lnTo>
                    <a:lnTo>
                      <a:pt x="1364" y="82"/>
                    </a:lnTo>
                    <a:lnTo>
                      <a:pt x="1355" y="69"/>
                    </a:lnTo>
                    <a:lnTo>
                      <a:pt x="1353" y="50"/>
                    </a:lnTo>
                    <a:lnTo>
                      <a:pt x="1347" y="34"/>
                    </a:lnTo>
                    <a:lnTo>
                      <a:pt x="1337" y="15"/>
                    </a:lnTo>
                    <a:lnTo>
                      <a:pt x="1320" y="9"/>
                    </a:lnTo>
                    <a:lnTo>
                      <a:pt x="1305" y="6"/>
                    </a:lnTo>
                    <a:lnTo>
                      <a:pt x="1287" y="2"/>
                    </a:lnTo>
                    <a:lnTo>
                      <a:pt x="1287" y="0"/>
                    </a:lnTo>
                    <a:lnTo>
                      <a:pt x="1285" y="2"/>
                    </a:lnTo>
                    <a:lnTo>
                      <a:pt x="1268" y="4"/>
                    </a:lnTo>
                    <a:lnTo>
                      <a:pt x="1257" y="11"/>
                    </a:lnTo>
                    <a:lnTo>
                      <a:pt x="1243" y="21"/>
                    </a:lnTo>
                    <a:lnTo>
                      <a:pt x="1205" y="21"/>
                    </a:lnTo>
                    <a:lnTo>
                      <a:pt x="1207" y="40"/>
                    </a:lnTo>
                    <a:lnTo>
                      <a:pt x="1203" y="59"/>
                    </a:lnTo>
                    <a:lnTo>
                      <a:pt x="1184" y="82"/>
                    </a:lnTo>
                    <a:lnTo>
                      <a:pt x="1167" y="90"/>
                    </a:lnTo>
                    <a:lnTo>
                      <a:pt x="1144" y="98"/>
                    </a:lnTo>
                    <a:lnTo>
                      <a:pt x="1122" y="113"/>
                    </a:lnTo>
                    <a:lnTo>
                      <a:pt x="1103" y="125"/>
                    </a:lnTo>
                    <a:lnTo>
                      <a:pt x="1076" y="130"/>
                    </a:lnTo>
                    <a:lnTo>
                      <a:pt x="1067" y="146"/>
                    </a:lnTo>
                    <a:lnTo>
                      <a:pt x="1034" y="165"/>
                    </a:lnTo>
                    <a:lnTo>
                      <a:pt x="998" y="190"/>
                    </a:lnTo>
                    <a:lnTo>
                      <a:pt x="988" y="178"/>
                    </a:lnTo>
                    <a:lnTo>
                      <a:pt x="992" y="161"/>
                    </a:lnTo>
                    <a:lnTo>
                      <a:pt x="971" y="153"/>
                    </a:lnTo>
                    <a:lnTo>
                      <a:pt x="952" y="167"/>
                    </a:lnTo>
                    <a:lnTo>
                      <a:pt x="948" y="182"/>
                    </a:lnTo>
                    <a:lnTo>
                      <a:pt x="919" y="190"/>
                    </a:lnTo>
                    <a:lnTo>
                      <a:pt x="894" y="169"/>
                    </a:lnTo>
                    <a:lnTo>
                      <a:pt x="850" y="138"/>
                    </a:lnTo>
                    <a:lnTo>
                      <a:pt x="821" y="146"/>
                    </a:lnTo>
                    <a:lnTo>
                      <a:pt x="810" y="132"/>
                    </a:lnTo>
                    <a:lnTo>
                      <a:pt x="810" y="113"/>
                    </a:lnTo>
                    <a:lnTo>
                      <a:pt x="810" y="94"/>
                    </a:lnTo>
                    <a:lnTo>
                      <a:pt x="792" y="71"/>
                    </a:lnTo>
                    <a:lnTo>
                      <a:pt x="794" y="57"/>
                    </a:lnTo>
                    <a:lnTo>
                      <a:pt x="777" y="38"/>
                    </a:lnTo>
                    <a:lnTo>
                      <a:pt x="758" y="29"/>
                    </a:lnTo>
                    <a:lnTo>
                      <a:pt x="750" y="44"/>
                    </a:lnTo>
                    <a:lnTo>
                      <a:pt x="741" y="63"/>
                    </a:lnTo>
                    <a:lnTo>
                      <a:pt x="725" y="73"/>
                    </a:lnTo>
                    <a:lnTo>
                      <a:pt x="708" y="80"/>
                    </a:lnTo>
                    <a:lnTo>
                      <a:pt x="693" y="63"/>
                    </a:lnTo>
                    <a:lnTo>
                      <a:pt x="687" y="48"/>
                    </a:lnTo>
                    <a:lnTo>
                      <a:pt x="672" y="34"/>
                    </a:lnTo>
                    <a:lnTo>
                      <a:pt x="664" y="52"/>
                    </a:lnTo>
                    <a:lnTo>
                      <a:pt x="660" y="59"/>
                    </a:lnTo>
                    <a:lnTo>
                      <a:pt x="662" y="73"/>
                    </a:lnTo>
                    <a:lnTo>
                      <a:pt x="472" y="75"/>
                    </a:lnTo>
                    <a:close/>
                  </a:path>
                </a:pathLst>
              </a:custGeom>
              <a:grpFill/>
              <a:ln w="6350" cmpd="sng">
                <a:solidFill>
                  <a:schemeClr val="bg1"/>
                </a:solidFill>
                <a:round/>
                <a:headEnd/>
                <a:tailEnd/>
              </a:ln>
            </p:spPr>
            <p:txBody>
              <a:bodyPr/>
              <a:lstStyle/>
              <a:p>
                <a:endParaRPr lang="pt-BR"/>
              </a:p>
            </p:txBody>
          </p:sp>
          <p:sp>
            <p:nvSpPr>
              <p:cNvPr id="41" name="Freeform 22">
                <a:extLst>
                  <a:ext uri="{FF2B5EF4-FFF2-40B4-BE49-F238E27FC236}">
                    <a16:creationId xmlns:a16="http://schemas.microsoft.com/office/drawing/2014/main" id="{5293EB7B-B364-0830-C7BB-3A543DAF4D07}"/>
                  </a:ext>
                </a:extLst>
              </p:cNvPr>
              <p:cNvSpPr>
                <a:spLocks noChangeAspect="1"/>
              </p:cNvSpPr>
              <p:nvPr/>
            </p:nvSpPr>
            <p:spPr bwMode="auto">
              <a:xfrm>
                <a:off x="731838" y="3736281"/>
                <a:ext cx="631856" cy="312868"/>
              </a:xfrm>
              <a:custGeom>
                <a:avLst/>
                <a:gdLst/>
                <a:ahLst/>
                <a:cxnLst>
                  <a:cxn ang="0">
                    <a:pos x="191" y="273"/>
                  </a:cxn>
                  <a:cxn ang="0">
                    <a:pos x="205" y="302"/>
                  </a:cxn>
                  <a:cxn ang="0">
                    <a:pos x="224" y="327"/>
                  </a:cxn>
                  <a:cxn ang="0">
                    <a:pos x="297" y="329"/>
                  </a:cxn>
                  <a:cxn ang="0">
                    <a:pos x="404" y="261"/>
                  </a:cxn>
                  <a:cxn ang="0">
                    <a:pos x="433" y="275"/>
                  </a:cxn>
                  <a:cxn ang="0">
                    <a:pos x="426" y="444"/>
                  </a:cxn>
                  <a:cxn ang="0">
                    <a:pos x="483" y="453"/>
                  </a:cxn>
                  <a:cxn ang="0">
                    <a:pos x="525" y="434"/>
                  </a:cxn>
                  <a:cxn ang="0">
                    <a:pos x="556" y="430"/>
                  </a:cxn>
                  <a:cxn ang="0">
                    <a:pos x="650" y="432"/>
                  </a:cxn>
                  <a:cxn ang="0">
                    <a:pos x="681" y="436"/>
                  </a:cxn>
                  <a:cxn ang="0">
                    <a:pos x="713" y="448"/>
                  </a:cxn>
                  <a:cxn ang="0">
                    <a:pos x="731" y="419"/>
                  </a:cxn>
                  <a:cxn ang="0">
                    <a:pos x="756" y="400"/>
                  </a:cxn>
                  <a:cxn ang="0">
                    <a:pos x="782" y="390"/>
                  </a:cxn>
                  <a:cxn ang="0">
                    <a:pos x="807" y="401"/>
                  </a:cxn>
                  <a:cxn ang="0">
                    <a:pos x="851" y="375"/>
                  </a:cxn>
                  <a:cxn ang="0">
                    <a:pos x="876" y="340"/>
                  </a:cxn>
                  <a:cxn ang="0">
                    <a:pos x="907" y="307"/>
                  </a:cxn>
                  <a:cxn ang="0">
                    <a:pos x="911" y="284"/>
                  </a:cxn>
                  <a:cxn ang="0">
                    <a:pos x="905" y="277"/>
                  </a:cxn>
                  <a:cxn ang="0">
                    <a:pos x="627" y="181"/>
                  </a:cxn>
                  <a:cxn ang="0">
                    <a:pos x="479" y="108"/>
                  </a:cxn>
                  <a:cxn ang="0">
                    <a:pos x="316" y="62"/>
                  </a:cxn>
                  <a:cxn ang="0">
                    <a:pos x="205" y="50"/>
                  </a:cxn>
                  <a:cxn ang="0">
                    <a:pos x="21" y="0"/>
                  </a:cxn>
                  <a:cxn ang="0">
                    <a:pos x="23" y="10"/>
                  </a:cxn>
                  <a:cxn ang="0">
                    <a:pos x="0" y="31"/>
                  </a:cxn>
                  <a:cxn ang="0">
                    <a:pos x="3" y="69"/>
                  </a:cxn>
                  <a:cxn ang="0">
                    <a:pos x="17" y="87"/>
                  </a:cxn>
                  <a:cxn ang="0">
                    <a:pos x="28" y="114"/>
                  </a:cxn>
                  <a:cxn ang="0">
                    <a:pos x="65" y="146"/>
                  </a:cxn>
                  <a:cxn ang="0">
                    <a:pos x="101" y="169"/>
                  </a:cxn>
                  <a:cxn ang="0">
                    <a:pos x="117" y="217"/>
                  </a:cxn>
                  <a:cxn ang="0">
                    <a:pos x="101" y="254"/>
                  </a:cxn>
                </a:cxnLst>
                <a:rect l="0" t="0" r="r" b="b"/>
                <a:pathLst>
                  <a:path w="915" h="453">
                    <a:moveTo>
                      <a:pt x="99" y="269"/>
                    </a:moveTo>
                    <a:lnTo>
                      <a:pt x="191" y="273"/>
                    </a:lnTo>
                    <a:lnTo>
                      <a:pt x="199" y="284"/>
                    </a:lnTo>
                    <a:lnTo>
                      <a:pt x="205" y="302"/>
                    </a:lnTo>
                    <a:lnTo>
                      <a:pt x="224" y="307"/>
                    </a:lnTo>
                    <a:lnTo>
                      <a:pt x="224" y="327"/>
                    </a:lnTo>
                    <a:lnTo>
                      <a:pt x="270" y="334"/>
                    </a:lnTo>
                    <a:lnTo>
                      <a:pt x="297" y="329"/>
                    </a:lnTo>
                    <a:lnTo>
                      <a:pt x="339" y="325"/>
                    </a:lnTo>
                    <a:lnTo>
                      <a:pt x="404" y="261"/>
                    </a:lnTo>
                    <a:lnTo>
                      <a:pt x="422" y="256"/>
                    </a:lnTo>
                    <a:lnTo>
                      <a:pt x="433" y="275"/>
                    </a:lnTo>
                    <a:lnTo>
                      <a:pt x="427" y="290"/>
                    </a:lnTo>
                    <a:lnTo>
                      <a:pt x="426" y="444"/>
                    </a:lnTo>
                    <a:lnTo>
                      <a:pt x="470" y="444"/>
                    </a:lnTo>
                    <a:lnTo>
                      <a:pt x="483" y="453"/>
                    </a:lnTo>
                    <a:lnTo>
                      <a:pt x="498" y="449"/>
                    </a:lnTo>
                    <a:lnTo>
                      <a:pt x="525" y="434"/>
                    </a:lnTo>
                    <a:lnTo>
                      <a:pt x="543" y="423"/>
                    </a:lnTo>
                    <a:lnTo>
                      <a:pt x="556" y="430"/>
                    </a:lnTo>
                    <a:lnTo>
                      <a:pt x="568" y="436"/>
                    </a:lnTo>
                    <a:lnTo>
                      <a:pt x="650" y="432"/>
                    </a:lnTo>
                    <a:lnTo>
                      <a:pt x="665" y="424"/>
                    </a:lnTo>
                    <a:lnTo>
                      <a:pt x="681" y="436"/>
                    </a:lnTo>
                    <a:lnTo>
                      <a:pt x="690" y="448"/>
                    </a:lnTo>
                    <a:lnTo>
                      <a:pt x="713" y="448"/>
                    </a:lnTo>
                    <a:lnTo>
                      <a:pt x="717" y="432"/>
                    </a:lnTo>
                    <a:lnTo>
                      <a:pt x="731" y="419"/>
                    </a:lnTo>
                    <a:lnTo>
                      <a:pt x="738" y="403"/>
                    </a:lnTo>
                    <a:lnTo>
                      <a:pt x="756" y="400"/>
                    </a:lnTo>
                    <a:lnTo>
                      <a:pt x="769" y="390"/>
                    </a:lnTo>
                    <a:lnTo>
                      <a:pt x="782" y="390"/>
                    </a:lnTo>
                    <a:lnTo>
                      <a:pt x="798" y="403"/>
                    </a:lnTo>
                    <a:lnTo>
                      <a:pt x="807" y="401"/>
                    </a:lnTo>
                    <a:lnTo>
                      <a:pt x="832" y="375"/>
                    </a:lnTo>
                    <a:lnTo>
                      <a:pt x="851" y="375"/>
                    </a:lnTo>
                    <a:lnTo>
                      <a:pt x="863" y="363"/>
                    </a:lnTo>
                    <a:lnTo>
                      <a:pt x="876" y="340"/>
                    </a:lnTo>
                    <a:lnTo>
                      <a:pt x="890" y="329"/>
                    </a:lnTo>
                    <a:lnTo>
                      <a:pt x="907" y="307"/>
                    </a:lnTo>
                    <a:lnTo>
                      <a:pt x="915" y="294"/>
                    </a:lnTo>
                    <a:lnTo>
                      <a:pt x="911" y="284"/>
                    </a:lnTo>
                    <a:lnTo>
                      <a:pt x="905" y="277"/>
                    </a:lnTo>
                    <a:lnTo>
                      <a:pt x="905" y="277"/>
                    </a:lnTo>
                    <a:lnTo>
                      <a:pt x="719" y="210"/>
                    </a:lnTo>
                    <a:lnTo>
                      <a:pt x="627" y="181"/>
                    </a:lnTo>
                    <a:lnTo>
                      <a:pt x="562" y="146"/>
                    </a:lnTo>
                    <a:lnTo>
                      <a:pt x="479" y="108"/>
                    </a:lnTo>
                    <a:lnTo>
                      <a:pt x="389" y="81"/>
                    </a:lnTo>
                    <a:lnTo>
                      <a:pt x="316" y="62"/>
                    </a:lnTo>
                    <a:lnTo>
                      <a:pt x="253" y="58"/>
                    </a:lnTo>
                    <a:lnTo>
                      <a:pt x="205" y="50"/>
                    </a:lnTo>
                    <a:lnTo>
                      <a:pt x="23" y="0"/>
                    </a:lnTo>
                    <a:lnTo>
                      <a:pt x="21" y="0"/>
                    </a:lnTo>
                    <a:lnTo>
                      <a:pt x="21" y="0"/>
                    </a:lnTo>
                    <a:lnTo>
                      <a:pt x="23" y="10"/>
                    </a:lnTo>
                    <a:lnTo>
                      <a:pt x="11" y="20"/>
                    </a:lnTo>
                    <a:lnTo>
                      <a:pt x="0" y="31"/>
                    </a:lnTo>
                    <a:lnTo>
                      <a:pt x="3" y="48"/>
                    </a:lnTo>
                    <a:lnTo>
                      <a:pt x="3" y="69"/>
                    </a:lnTo>
                    <a:lnTo>
                      <a:pt x="15" y="71"/>
                    </a:lnTo>
                    <a:lnTo>
                      <a:pt x="17" y="87"/>
                    </a:lnTo>
                    <a:lnTo>
                      <a:pt x="15" y="102"/>
                    </a:lnTo>
                    <a:lnTo>
                      <a:pt x="28" y="114"/>
                    </a:lnTo>
                    <a:lnTo>
                      <a:pt x="46" y="133"/>
                    </a:lnTo>
                    <a:lnTo>
                      <a:pt x="65" y="146"/>
                    </a:lnTo>
                    <a:lnTo>
                      <a:pt x="76" y="165"/>
                    </a:lnTo>
                    <a:lnTo>
                      <a:pt x="101" y="169"/>
                    </a:lnTo>
                    <a:lnTo>
                      <a:pt x="101" y="192"/>
                    </a:lnTo>
                    <a:lnTo>
                      <a:pt x="117" y="217"/>
                    </a:lnTo>
                    <a:lnTo>
                      <a:pt x="122" y="233"/>
                    </a:lnTo>
                    <a:lnTo>
                      <a:pt x="101" y="254"/>
                    </a:lnTo>
                    <a:lnTo>
                      <a:pt x="99" y="269"/>
                    </a:lnTo>
                    <a:close/>
                  </a:path>
                </a:pathLst>
              </a:custGeom>
              <a:grpFill/>
              <a:ln w="6350" cmpd="sng">
                <a:solidFill>
                  <a:schemeClr val="bg1"/>
                </a:solidFill>
                <a:round/>
                <a:headEnd/>
                <a:tailEnd/>
              </a:ln>
            </p:spPr>
            <p:txBody>
              <a:bodyPr/>
              <a:lstStyle/>
              <a:p>
                <a:endParaRPr lang="pt-BR"/>
              </a:p>
            </p:txBody>
          </p:sp>
          <p:sp>
            <p:nvSpPr>
              <p:cNvPr id="42" name="Freeform 23">
                <a:extLst>
                  <a:ext uri="{FF2B5EF4-FFF2-40B4-BE49-F238E27FC236}">
                    <a16:creationId xmlns:a16="http://schemas.microsoft.com/office/drawing/2014/main" id="{82DA18C4-86F9-2E62-6943-B7F57F23981E}"/>
                  </a:ext>
                </a:extLst>
              </p:cNvPr>
              <p:cNvSpPr>
                <a:spLocks noChangeAspect="1"/>
              </p:cNvSpPr>
              <p:nvPr/>
            </p:nvSpPr>
            <p:spPr bwMode="auto">
              <a:xfrm>
                <a:off x="1356805" y="3760878"/>
                <a:ext cx="587567" cy="501769"/>
              </a:xfrm>
              <a:custGeom>
                <a:avLst/>
                <a:gdLst/>
                <a:ahLst/>
                <a:cxnLst>
                  <a:cxn ang="0">
                    <a:pos x="284" y="547"/>
                  </a:cxn>
                  <a:cxn ang="0">
                    <a:pos x="225" y="516"/>
                  </a:cxn>
                  <a:cxn ang="0">
                    <a:pos x="200" y="468"/>
                  </a:cxn>
                  <a:cxn ang="0">
                    <a:pos x="167" y="365"/>
                  </a:cxn>
                  <a:cxn ang="0">
                    <a:pos x="163" y="313"/>
                  </a:cxn>
                  <a:cxn ang="0">
                    <a:pos x="173" y="234"/>
                  </a:cxn>
                  <a:cxn ang="0">
                    <a:pos x="152" y="223"/>
                  </a:cxn>
                  <a:cxn ang="0">
                    <a:pos x="125" y="223"/>
                  </a:cxn>
                  <a:cxn ang="0">
                    <a:pos x="79" y="236"/>
                  </a:cxn>
                  <a:cxn ang="0">
                    <a:pos x="35" y="246"/>
                  </a:cxn>
                  <a:cxn ang="0">
                    <a:pos x="6" y="249"/>
                  </a:cxn>
                  <a:cxn ang="0">
                    <a:pos x="19" y="217"/>
                  </a:cxn>
                  <a:cxn ang="0">
                    <a:pos x="58" y="198"/>
                  </a:cxn>
                  <a:cxn ang="0">
                    <a:pos x="94" y="186"/>
                  </a:cxn>
                  <a:cxn ang="0">
                    <a:pos x="163" y="186"/>
                  </a:cxn>
                  <a:cxn ang="0">
                    <a:pos x="213" y="176"/>
                  </a:cxn>
                  <a:cxn ang="0">
                    <a:pos x="227" y="134"/>
                  </a:cxn>
                  <a:cxn ang="0">
                    <a:pos x="296" y="107"/>
                  </a:cxn>
                  <a:cxn ang="0">
                    <a:pos x="344" y="38"/>
                  </a:cxn>
                  <a:cxn ang="0">
                    <a:pos x="386" y="2"/>
                  </a:cxn>
                  <a:cxn ang="0">
                    <a:pos x="606" y="86"/>
                  </a:cxn>
                  <a:cxn ang="0">
                    <a:pos x="674" y="102"/>
                  </a:cxn>
                  <a:cxn ang="0">
                    <a:pos x="656" y="132"/>
                  </a:cxn>
                  <a:cxn ang="0">
                    <a:pos x="677" y="163"/>
                  </a:cxn>
                  <a:cxn ang="0">
                    <a:pos x="683" y="211"/>
                  </a:cxn>
                  <a:cxn ang="0">
                    <a:pos x="664" y="251"/>
                  </a:cxn>
                  <a:cxn ang="0">
                    <a:pos x="654" y="297"/>
                  </a:cxn>
                  <a:cxn ang="0">
                    <a:pos x="700" y="345"/>
                  </a:cxn>
                  <a:cxn ang="0">
                    <a:pos x="743" y="374"/>
                  </a:cxn>
                  <a:cxn ang="0">
                    <a:pos x="775" y="357"/>
                  </a:cxn>
                  <a:cxn ang="0">
                    <a:pos x="816" y="395"/>
                  </a:cxn>
                  <a:cxn ang="0">
                    <a:pos x="848" y="413"/>
                  </a:cxn>
                  <a:cxn ang="0">
                    <a:pos x="833" y="449"/>
                  </a:cxn>
                  <a:cxn ang="0">
                    <a:pos x="850" y="493"/>
                  </a:cxn>
                  <a:cxn ang="0">
                    <a:pos x="842" y="539"/>
                  </a:cxn>
                  <a:cxn ang="0">
                    <a:pos x="831" y="583"/>
                  </a:cxn>
                  <a:cxn ang="0">
                    <a:pos x="818" y="627"/>
                  </a:cxn>
                  <a:cxn ang="0">
                    <a:pos x="800" y="668"/>
                  </a:cxn>
                  <a:cxn ang="0">
                    <a:pos x="768" y="702"/>
                  </a:cxn>
                  <a:cxn ang="0">
                    <a:pos x="745" y="714"/>
                  </a:cxn>
                  <a:cxn ang="0">
                    <a:pos x="704" y="695"/>
                  </a:cxn>
                  <a:cxn ang="0">
                    <a:pos x="595" y="672"/>
                  </a:cxn>
                  <a:cxn ang="0">
                    <a:pos x="553" y="643"/>
                  </a:cxn>
                  <a:cxn ang="0">
                    <a:pos x="522" y="622"/>
                  </a:cxn>
                  <a:cxn ang="0">
                    <a:pos x="488" y="610"/>
                  </a:cxn>
                  <a:cxn ang="0">
                    <a:pos x="451" y="581"/>
                  </a:cxn>
                  <a:cxn ang="0">
                    <a:pos x="420" y="589"/>
                  </a:cxn>
                  <a:cxn ang="0">
                    <a:pos x="392" y="562"/>
                  </a:cxn>
                  <a:cxn ang="0">
                    <a:pos x="353" y="568"/>
                  </a:cxn>
                </a:cxnLst>
                <a:rect l="0" t="0" r="r" b="b"/>
                <a:pathLst>
                  <a:path w="850" h="727">
                    <a:moveTo>
                      <a:pt x="309" y="576"/>
                    </a:moveTo>
                    <a:lnTo>
                      <a:pt x="294" y="564"/>
                    </a:lnTo>
                    <a:lnTo>
                      <a:pt x="284" y="547"/>
                    </a:lnTo>
                    <a:lnTo>
                      <a:pt x="269" y="539"/>
                    </a:lnTo>
                    <a:lnTo>
                      <a:pt x="257" y="524"/>
                    </a:lnTo>
                    <a:lnTo>
                      <a:pt x="225" y="516"/>
                    </a:lnTo>
                    <a:lnTo>
                      <a:pt x="219" y="501"/>
                    </a:lnTo>
                    <a:lnTo>
                      <a:pt x="198" y="480"/>
                    </a:lnTo>
                    <a:lnTo>
                      <a:pt x="200" y="468"/>
                    </a:lnTo>
                    <a:lnTo>
                      <a:pt x="179" y="449"/>
                    </a:lnTo>
                    <a:lnTo>
                      <a:pt x="179" y="378"/>
                    </a:lnTo>
                    <a:lnTo>
                      <a:pt x="167" y="365"/>
                    </a:lnTo>
                    <a:lnTo>
                      <a:pt x="165" y="336"/>
                    </a:lnTo>
                    <a:lnTo>
                      <a:pt x="154" y="326"/>
                    </a:lnTo>
                    <a:lnTo>
                      <a:pt x="163" y="313"/>
                    </a:lnTo>
                    <a:lnTo>
                      <a:pt x="175" y="297"/>
                    </a:lnTo>
                    <a:lnTo>
                      <a:pt x="171" y="251"/>
                    </a:lnTo>
                    <a:lnTo>
                      <a:pt x="173" y="234"/>
                    </a:lnTo>
                    <a:lnTo>
                      <a:pt x="177" y="223"/>
                    </a:lnTo>
                    <a:lnTo>
                      <a:pt x="163" y="213"/>
                    </a:lnTo>
                    <a:lnTo>
                      <a:pt x="152" y="223"/>
                    </a:lnTo>
                    <a:lnTo>
                      <a:pt x="150" y="236"/>
                    </a:lnTo>
                    <a:lnTo>
                      <a:pt x="136" y="236"/>
                    </a:lnTo>
                    <a:lnTo>
                      <a:pt x="125" y="223"/>
                    </a:lnTo>
                    <a:lnTo>
                      <a:pt x="113" y="230"/>
                    </a:lnTo>
                    <a:lnTo>
                      <a:pt x="94" y="230"/>
                    </a:lnTo>
                    <a:lnTo>
                      <a:pt x="79" y="236"/>
                    </a:lnTo>
                    <a:lnTo>
                      <a:pt x="60" y="236"/>
                    </a:lnTo>
                    <a:lnTo>
                      <a:pt x="50" y="246"/>
                    </a:lnTo>
                    <a:lnTo>
                      <a:pt x="35" y="246"/>
                    </a:lnTo>
                    <a:lnTo>
                      <a:pt x="25" y="257"/>
                    </a:lnTo>
                    <a:lnTo>
                      <a:pt x="10" y="257"/>
                    </a:lnTo>
                    <a:lnTo>
                      <a:pt x="6" y="249"/>
                    </a:lnTo>
                    <a:lnTo>
                      <a:pt x="0" y="242"/>
                    </a:lnTo>
                    <a:lnTo>
                      <a:pt x="6" y="228"/>
                    </a:lnTo>
                    <a:lnTo>
                      <a:pt x="19" y="217"/>
                    </a:lnTo>
                    <a:lnTo>
                      <a:pt x="35" y="217"/>
                    </a:lnTo>
                    <a:lnTo>
                      <a:pt x="37" y="198"/>
                    </a:lnTo>
                    <a:lnTo>
                      <a:pt x="58" y="198"/>
                    </a:lnTo>
                    <a:lnTo>
                      <a:pt x="75" y="194"/>
                    </a:lnTo>
                    <a:lnTo>
                      <a:pt x="81" y="182"/>
                    </a:lnTo>
                    <a:lnTo>
                      <a:pt x="94" y="186"/>
                    </a:lnTo>
                    <a:lnTo>
                      <a:pt x="111" y="192"/>
                    </a:lnTo>
                    <a:lnTo>
                      <a:pt x="142" y="188"/>
                    </a:lnTo>
                    <a:lnTo>
                      <a:pt x="163" y="186"/>
                    </a:lnTo>
                    <a:lnTo>
                      <a:pt x="190" y="182"/>
                    </a:lnTo>
                    <a:lnTo>
                      <a:pt x="205" y="194"/>
                    </a:lnTo>
                    <a:lnTo>
                      <a:pt x="213" y="176"/>
                    </a:lnTo>
                    <a:lnTo>
                      <a:pt x="205" y="163"/>
                    </a:lnTo>
                    <a:lnTo>
                      <a:pt x="225" y="157"/>
                    </a:lnTo>
                    <a:lnTo>
                      <a:pt x="227" y="134"/>
                    </a:lnTo>
                    <a:lnTo>
                      <a:pt x="261" y="127"/>
                    </a:lnTo>
                    <a:lnTo>
                      <a:pt x="278" y="113"/>
                    </a:lnTo>
                    <a:lnTo>
                      <a:pt x="296" y="107"/>
                    </a:lnTo>
                    <a:lnTo>
                      <a:pt x="315" y="98"/>
                    </a:lnTo>
                    <a:lnTo>
                      <a:pt x="334" y="75"/>
                    </a:lnTo>
                    <a:lnTo>
                      <a:pt x="344" y="38"/>
                    </a:lnTo>
                    <a:lnTo>
                      <a:pt x="359" y="17"/>
                    </a:lnTo>
                    <a:lnTo>
                      <a:pt x="376" y="17"/>
                    </a:lnTo>
                    <a:lnTo>
                      <a:pt x="386" y="2"/>
                    </a:lnTo>
                    <a:lnTo>
                      <a:pt x="476" y="0"/>
                    </a:lnTo>
                    <a:lnTo>
                      <a:pt x="537" y="65"/>
                    </a:lnTo>
                    <a:lnTo>
                      <a:pt x="606" y="86"/>
                    </a:lnTo>
                    <a:lnTo>
                      <a:pt x="658" y="88"/>
                    </a:lnTo>
                    <a:lnTo>
                      <a:pt x="676" y="96"/>
                    </a:lnTo>
                    <a:lnTo>
                      <a:pt x="674" y="102"/>
                    </a:lnTo>
                    <a:lnTo>
                      <a:pt x="674" y="113"/>
                    </a:lnTo>
                    <a:lnTo>
                      <a:pt x="664" y="121"/>
                    </a:lnTo>
                    <a:lnTo>
                      <a:pt x="656" y="132"/>
                    </a:lnTo>
                    <a:lnTo>
                      <a:pt x="660" y="142"/>
                    </a:lnTo>
                    <a:lnTo>
                      <a:pt x="668" y="152"/>
                    </a:lnTo>
                    <a:lnTo>
                      <a:pt x="677" y="163"/>
                    </a:lnTo>
                    <a:lnTo>
                      <a:pt x="677" y="180"/>
                    </a:lnTo>
                    <a:lnTo>
                      <a:pt x="683" y="190"/>
                    </a:lnTo>
                    <a:lnTo>
                      <a:pt x="683" y="211"/>
                    </a:lnTo>
                    <a:lnTo>
                      <a:pt x="677" y="224"/>
                    </a:lnTo>
                    <a:lnTo>
                      <a:pt x="668" y="238"/>
                    </a:lnTo>
                    <a:lnTo>
                      <a:pt x="664" y="251"/>
                    </a:lnTo>
                    <a:lnTo>
                      <a:pt x="656" y="265"/>
                    </a:lnTo>
                    <a:lnTo>
                      <a:pt x="654" y="278"/>
                    </a:lnTo>
                    <a:lnTo>
                      <a:pt x="654" y="297"/>
                    </a:lnTo>
                    <a:lnTo>
                      <a:pt x="662" y="313"/>
                    </a:lnTo>
                    <a:lnTo>
                      <a:pt x="681" y="328"/>
                    </a:lnTo>
                    <a:lnTo>
                      <a:pt x="700" y="345"/>
                    </a:lnTo>
                    <a:lnTo>
                      <a:pt x="714" y="359"/>
                    </a:lnTo>
                    <a:lnTo>
                      <a:pt x="729" y="370"/>
                    </a:lnTo>
                    <a:lnTo>
                      <a:pt x="743" y="374"/>
                    </a:lnTo>
                    <a:lnTo>
                      <a:pt x="752" y="366"/>
                    </a:lnTo>
                    <a:lnTo>
                      <a:pt x="762" y="357"/>
                    </a:lnTo>
                    <a:lnTo>
                      <a:pt x="775" y="357"/>
                    </a:lnTo>
                    <a:lnTo>
                      <a:pt x="789" y="370"/>
                    </a:lnTo>
                    <a:lnTo>
                      <a:pt x="804" y="384"/>
                    </a:lnTo>
                    <a:lnTo>
                      <a:pt x="816" y="395"/>
                    </a:lnTo>
                    <a:lnTo>
                      <a:pt x="831" y="399"/>
                    </a:lnTo>
                    <a:lnTo>
                      <a:pt x="844" y="401"/>
                    </a:lnTo>
                    <a:lnTo>
                      <a:pt x="848" y="413"/>
                    </a:lnTo>
                    <a:lnTo>
                      <a:pt x="848" y="428"/>
                    </a:lnTo>
                    <a:lnTo>
                      <a:pt x="839" y="437"/>
                    </a:lnTo>
                    <a:lnTo>
                      <a:pt x="833" y="449"/>
                    </a:lnTo>
                    <a:lnTo>
                      <a:pt x="841" y="464"/>
                    </a:lnTo>
                    <a:lnTo>
                      <a:pt x="848" y="478"/>
                    </a:lnTo>
                    <a:lnTo>
                      <a:pt x="850" y="493"/>
                    </a:lnTo>
                    <a:lnTo>
                      <a:pt x="848" y="510"/>
                    </a:lnTo>
                    <a:lnTo>
                      <a:pt x="842" y="522"/>
                    </a:lnTo>
                    <a:lnTo>
                      <a:pt x="842" y="539"/>
                    </a:lnTo>
                    <a:lnTo>
                      <a:pt x="841" y="555"/>
                    </a:lnTo>
                    <a:lnTo>
                      <a:pt x="839" y="570"/>
                    </a:lnTo>
                    <a:lnTo>
                      <a:pt x="831" y="583"/>
                    </a:lnTo>
                    <a:lnTo>
                      <a:pt x="827" y="601"/>
                    </a:lnTo>
                    <a:lnTo>
                      <a:pt x="825" y="618"/>
                    </a:lnTo>
                    <a:lnTo>
                      <a:pt x="818" y="627"/>
                    </a:lnTo>
                    <a:lnTo>
                      <a:pt x="818" y="645"/>
                    </a:lnTo>
                    <a:lnTo>
                      <a:pt x="812" y="658"/>
                    </a:lnTo>
                    <a:lnTo>
                      <a:pt x="800" y="668"/>
                    </a:lnTo>
                    <a:lnTo>
                      <a:pt x="791" y="685"/>
                    </a:lnTo>
                    <a:lnTo>
                      <a:pt x="779" y="691"/>
                    </a:lnTo>
                    <a:lnTo>
                      <a:pt x="768" y="702"/>
                    </a:lnTo>
                    <a:lnTo>
                      <a:pt x="758" y="716"/>
                    </a:lnTo>
                    <a:lnTo>
                      <a:pt x="754" y="727"/>
                    </a:lnTo>
                    <a:lnTo>
                      <a:pt x="745" y="714"/>
                    </a:lnTo>
                    <a:lnTo>
                      <a:pt x="733" y="708"/>
                    </a:lnTo>
                    <a:lnTo>
                      <a:pt x="714" y="704"/>
                    </a:lnTo>
                    <a:lnTo>
                      <a:pt x="704" y="695"/>
                    </a:lnTo>
                    <a:lnTo>
                      <a:pt x="614" y="695"/>
                    </a:lnTo>
                    <a:lnTo>
                      <a:pt x="606" y="685"/>
                    </a:lnTo>
                    <a:lnTo>
                      <a:pt x="595" y="672"/>
                    </a:lnTo>
                    <a:lnTo>
                      <a:pt x="589" y="662"/>
                    </a:lnTo>
                    <a:lnTo>
                      <a:pt x="583" y="647"/>
                    </a:lnTo>
                    <a:lnTo>
                      <a:pt x="553" y="643"/>
                    </a:lnTo>
                    <a:lnTo>
                      <a:pt x="545" y="631"/>
                    </a:lnTo>
                    <a:lnTo>
                      <a:pt x="535" y="626"/>
                    </a:lnTo>
                    <a:lnTo>
                      <a:pt x="522" y="622"/>
                    </a:lnTo>
                    <a:lnTo>
                      <a:pt x="509" y="620"/>
                    </a:lnTo>
                    <a:lnTo>
                      <a:pt x="493" y="620"/>
                    </a:lnTo>
                    <a:lnTo>
                      <a:pt x="488" y="610"/>
                    </a:lnTo>
                    <a:lnTo>
                      <a:pt x="472" y="604"/>
                    </a:lnTo>
                    <a:lnTo>
                      <a:pt x="461" y="593"/>
                    </a:lnTo>
                    <a:lnTo>
                      <a:pt x="451" y="581"/>
                    </a:lnTo>
                    <a:lnTo>
                      <a:pt x="440" y="578"/>
                    </a:lnTo>
                    <a:lnTo>
                      <a:pt x="428" y="583"/>
                    </a:lnTo>
                    <a:lnTo>
                      <a:pt x="420" y="589"/>
                    </a:lnTo>
                    <a:lnTo>
                      <a:pt x="409" y="583"/>
                    </a:lnTo>
                    <a:lnTo>
                      <a:pt x="409" y="570"/>
                    </a:lnTo>
                    <a:lnTo>
                      <a:pt x="392" y="562"/>
                    </a:lnTo>
                    <a:lnTo>
                      <a:pt x="380" y="556"/>
                    </a:lnTo>
                    <a:lnTo>
                      <a:pt x="365" y="562"/>
                    </a:lnTo>
                    <a:lnTo>
                      <a:pt x="353" y="568"/>
                    </a:lnTo>
                    <a:lnTo>
                      <a:pt x="351" y="578"/>
                    </a:lnTo>
                    <a:lnTo>
                      <a:pt x="309" y="576"/>
                    </a:lnTo>
                    <a:close/>
                  </a:path>
                </a:pathLst>
              </a:custGeom>
              <a:grpFill/>
              <a:ln w="6350" cmpd="sng">
                <a:solidFill>
                  <a:schemeClr val="bg1"/>
                </a:solidFill>
                <a:round/>
                <a:headEnd/>
                <a:tailEnd/>
              </a:ln>
            </p:spPr>
            <p:txBody>
              <a:bodyPr/>
              <a:lstStyle/>
              <a:p>
                <a:endParaRPr lang="pt-BR"/>
              </a:p>
            </p:txBody>
          </p:sp>
          <p:sp>
            <p:nvSpPr>
              <p:cNvPr id="43" name="Freeform 24">
                <a:extLst>
                  <a:ext uri="{FF2B5EF4-FFF2-40B4-BE49-F238E27FC236}">
                    <a16:creationId xmlns:a16="http://schemas.microsoft.com/office/drawing/2014/main" id="{32288FE3-BB0F-55BF-9A99-441698A81124}"/>
                  </a:ext>
                </a:extLst>
              </p:cNvPr>
              <p:cNvSpPr>
                <a:spLocks noChangeAspect="1"/>
              </p:cNvSpPr>
              <p:nvPr/>
            </p:nvSpPr>
            <p:spPr bwMode="auto">
              <a:xfrm>
                <a:off x="1808553" y="3692991"/>
                <a:ext cx="973374" cy="934668"/>
              </a:xfrm>
              <a:custGeom>
                <a:avLst/>
                <a:gdLst/>
                <a:ahLst/>
                <a:cxnLst>
                  <a:cxn ang="0">
                    <a:pos x="156" y="1042"/>
                  </a:cxn>
                  <a:cxn ang="0">
                    <a:pos x="140" y="921"/>
                  </a:cxn>
                  <a:cxn ang="0">
                    <a:pos x="127" y="844"/>
                  </a:cxn>
                  <a:cxn ang="0">
                    <a:pos x="114" y="800"/>
                  </a:cxn>
                  <a:cxn ang="0">
                    <a:pos x="158" y="756"/>
                  </a:cxn>
                  <a:cxn ang="0">
                    <a:pos x="173" y="699"/>
                  </a:cxn>
                  <a:cxn ang="0">
                    <a:pos x="188" y="637"/>
                  </a:cxn>
                  <a:cxn ang="0">
                    <a:pos x="194" y="576"/>
                  </a:cxn>
                  <a:cxn ang="0">
                    <a:pos x="194" y="526"/>
                  </a:cxn>
                  <a:cxn ang="0">
                    <a:pos x="162" y="493"/>
                  </a:cxn>
                  <a:cxn ang="0">
                    <a:pos x="108" y="455"/>
                  </a:cxn>
                  <a:cxn ang="0">
                    <a:pos x="60" y="457"/>
                  </a:cxn>
                  <a:cxn ang="0">
                    <a:pos x="0" y="395"/>
                  </a:cxn>
                  <a:cxn ang="0">
                    <a:pos x="14" y="336"/>
                  </a:cxn>
                  <a:cxn ang="0">
                    <a:pos x="23" y="278"/>
                  </a:cxn>
                  <a:cxn ang="0">
                    <a:pos x="2" y="230"/>
                  </a:cxn>
                  <a:cxn ang="0">
                    <a:pos x="22" y="194"/>
                  </a:cxn>
                  <a:cxn ang="0">
                    <a:pos x="386" y="154"/>
                  </a:cxn>
                  <a:cxn ang="0">
                    <a:pos x="411" y="40"/>
                  </a:cxn>
                  <a:cxn ang="0">
                    <a:pos x="421" y="25"/>
                  </a:cxn>
                  <a:cxn ang="0">
                    <a:pos x="463" y="92"/>
                  </a:cxn>
                  <a:cxn ang="0">
                    <a:pos x="480" y="175"/>
                  </a:cxn>
                  <a:cxn ang="0">
                    <a:pos x="534" y="213"/>
                  </a:cxn>
                  <a:cxn ang="0">
                    <a:pos x="639" y="265"/>
                  </a:cxn>
                  <a:cxn ang="0">
                    <a:pos x="1397" y="393"/>
                  </a:cxn>
                  <a:cxn ang="0">
                    <a:pos x="1368" y="461"/>
                  </a:cxn>
                  <a:cxn ang="0">
                    <a:pos x="1368" y="526"/>
                  </a:cxn>
                  <a:cxn ang="0">
                    <a:pos x="1359" y="591"/>
                  </a:cxn>
                  <a:cxn ang="0">
                    <a:pos x="1343" y="677"/>
                  </a:cxn>
                  <a:cxn ang="0">
                    <a:pos x="1332" y="798"/>
                  </a:cxn>
                  <a:cxn ang="0">
                    <a:pos x="1297" y="906"/>
                  </a:cxn>
                  <a:cxn ang="0">
                    <a:pos x="1282" y="969"/>
                  </a:cxn>
                  <a:cxn ang="0">
                    <a:pos x="1217" y="1010"/>
                  </a:cxn>
                  <a:cxn ang="0">
                    <a:pos x="1167" y="1096"/>
                  </a:cxn>
                  <a:cxn ang="0">
                    <a:pos x="1096" y="1144"/>
                  </a:cxn>
                  <a:cxn ang="0">
                    <a:pos x="1067" y="1207"/>
                  </a:cxn>
                  <a:cxn ang="0">
                    <a:pos x="1015" y="1257"/>
                  </a:cxn>
                  <a:cxn ang="0">
                    <a:pos x="1010" y="1338"/>
                  </a:cxn>
                  <a:cxn ang="0">
                    <a:pos x="977" y="1284"/>
                  </a:cxn>
                  <a:cxn ang="0">
                    <a:pos x="921" y="1297"/>
                  </a:cxn>
                  <a:cxn ang="0">
                    <a:pos x="710" y="1282"/>
                  </a:cxn>
                  <a:cxn ang="0">
                    <a:pos x="649" y="1247"/>
                  </a:cxn>
                  <a:cxn ang="0">
                    <a:pos x="563" y="1271"/>
                  </a:cxn>
                  <a:cxn ang="0">
                    <a:pos x="524" y="1322"/>
                  </a:cxn>
                  <a:cxn ang="0">
                    <a:pos x="463" y="1301"/>
                  </a:cxn>
                  <a:cxn ang="0">
                    <a:pos x="398" y="1272"/>
                  </a:cxn>
                  <a:cxn ang="0">
                    <a:pos x="369" y="1188"/>
                  </a:cxn>
                  <a:cxn ang="0">
                    <a:pos x="353" y="1144"/>
                  </a:cxn>
                  <a:cxn ang="0">
                    <a:pos x="162" y="1138"/>
                  </a:cxn>
                </a:cxnLst>
                <a:rect l="0" t="0" r="r" b="b"/>
                <a:pathLst>
                  <a:path w="1409" h="1353">
                    <a:moveTo>
                      <a:pt x="162" y="1138"/>
                    </a:moveTo>
                    <a:lnTo>
                      <a:pt x="162" y="1105"/>
                    </a:lnTo>
                    <a:lnTo>
                      <a:pt x="152" y="1079"/>
                    </a:lnTo>
                    <a:lnTo>
                      <a:pt x="156" y="1042"/>
                    </a:lnTo>
                    <a:lnTo>
                      <a:pt x="119" y="988"/>
                    </a:lnTo>
                    <a:lnTo>
                      <a:pt x="129" y="965"/>
                    </a:lnTo>
                    <a:lnTo>
                      <a:pt x="137" y="940"/>
                    </a:lnTo>
                    <a:lnTo>
                      <a:pt x="140" y="921"/>
                    </a:lnTo>
                    <a:lnTo>
                      <a:pt x="117" y="891"/>
                    </a:lnTo>
                    <a:lnTo>
                      <a:pt x="108" y="871"/>
                    </a:lnTo>
                    <a:lnTo>
                      <a:pt x="119" y="856"/>
                    </a:lnTo>
                    <a:lnTo>
                      <a:pt x="127" y="844"/>
                    </a:lnTo>
                    <a:lnTo>
                      <a:pt x="106" y="835"/>
                    </a:lnTo>
                    <a:lnTo>
                      <a:pt x="100" y="821"/>
                    </a:lnTo>
                    <a:lnTo>
                      <a:pt x="104" y="814"/>
                    </a:lnTo>
                    <a:lnTo>
                      <a:pt x="114" y="800"/>
                    </a:lnTo>
                    <a:lnTo>
                      <a:pt x="125" y="789"/>
                    </a:lnTo>
                    <a:lnTo>
                      <a:pt x="137" y="783"/>
                    </a:lnTo>
                    <a:lnTo>
                      <a:pt x="146" y="766"/>
                    </a:lnTo>
                    <a:lnTo>
                      <a:pt x="158" y="756"/>
                    </a:lnTo>
                    <a:lnTo>
                      <a:pt x="164" y="743"/>
                    </a:lnTo>
                    <a:lnTo>
                      <a:pt x="164" y="725"/>
                    </a:lnTo>
                    <a:lnTo>
                      <a:pt x="171" y="716"/>
                    </a:lnTo>
                    <a:lnTo>
                      <a:pt x="173" y="699"/>
                    </a:lnTo>
                    <a:lnTo>
                      <a:pt x="177" y="681"/>
                    </a:lnTo>
                    <a:lnTo>
                      <a:pt x="185" y="668"/>
                    </a:lnTo>
                    <a:lnTo>
                      <a:pt x="187" y="653"/>
                    </a:lnTo>
                    <a:lnTo>
                      <a:pt x="188" y="637"/>
                    </a:lnTo>
                    <a:lnTo>
                      <a:pt x="188" y="620"/>
                    </a:lnTo>
                    <a:lnTo>
                      <a:pt x="194" y="608"/>
                    </a:lnTo>
                    <a:lnTo>
                      <a:pt x="196" y="591"/>
                    </a:lnTo>
                    <a:lnTo>
                      <a:pt x="194" y="576"/>
                    </a:lnTo>
                    <a:lnTo>
                      <a:pt x="187" y="562"/>
                    </a:lnTo>
                    <a:lnTo>
                      <a:pt x="179" y="547"/>
                    </a:lnTo>
                    <a:lnTo>
                      <a:pt x="185" y="535"/>
                    </a:lnTo>
                    <a:lnTo>
                      <a:pt x="194" y="526"/>
                    </a:lnTo>
                    <a:lnTo>
                      <a:pt x="194" y="511"/>
                    </a:lnTo>
                    <a:lnTo>
                      <a:pt x="190" y="499"/>
                    </a:lnTo>
                    <a:lnTo>
                      <a:pt x="177" y="497"/>
                    </a:lnTo>
                    <a:lnTo>
                      <a:pt x="162" y="493"/>
                    </a:lnTo>
                    <a:lnTo>
                      <a:pt x="150" y="482"/>
                    </a:lnTo>
                    <a:lnTo>
                      <a:pt x="135" y="468"/>
                    </a:lnTo>
                    <a:lnTo>
                      <a:pt x="121" y="455"/>
                    </a:lnTo>
                    <a:lnTo>
                      <a:pt x="108" y="455"/>
                    </a:lnTo>
                    <a:lnTo>
                      <a:pt x="98" y="464"/>
                    </a:lnTo>
                    <a:lnTo>
                      <a:pt x="89" y="472"/>
                    </a:lnTo>
                    <a:lnTo>
                      <a:pt x="75" y="468"/>
                    </a:lnTo>
                    <a:lnTo>
                      <a:pt x="60" y="457"/>
                    </a:lnTo>
                    <a:lnTo>
                      <a:pt x="46" y="443"/>
                    </a:lnTo>
                    <a:lnTo>
                      <a:pt x="27" y="426"/>
                    </a:lnTo>
                    <a:lnTo>
                      <a:pt x="8" y="411"/>
                    </a:lnTo>
                    <a:lnTo>
                      <a:pt x="0" y="395"/>
                    </a:lnTo>
                    <a:lnTo>
                      <a:pt x="0" y="376"/>
                    </a:lnTo>
                    <a:lnTo>
                      <a:pt x="2" y="363"/>
                    </a:lnTo>
                    <a:lnTo>
                      <a:pt x="10" y="349"/>
                    </a:lnTo>
                    <a:lnTo>
                      <a:pt x="14" y="336"/>
                    </a:lnTo>
                    <a:lnTo>
                      <a:pt x="23" y="322"/>
                    </a:lnTo>
                    <a:lnTo>
                      <a:pt x="29" y="309"/>
                    </a:lnTo>
                    <a:lnTo>
                      <a:pt x="29" y="288"/>
                    </a:lnTo>
                    <a:lnTo>
                      <a:pt x="23" y="278"/>
                    </a:lnTo>
                    <a:lnTo>
                      <a:pt x="23" y="261"/>
                    </a:lnTo>
                    <a:lnTo>
                      <a:pt x="14" y="250"/>
                    </a:lnTo>
                    <a:lnTo>
                      <a:pt x="6" y="240"/>
                    </a:lnTo>
                    <a:lnTo>
                      <a:pt x="2" y="230"/>
                    </a:lnTo>
                    <a:lnTo>
                      <a:pt x="10" y="219"/>
                    </a:lnTo>
                    <a:lnTo>
                      <a:pt x="20" y="211"/>
                    </a:lnTo>
                    <a:lnTo>
                      <a:pt x="20" y="200"/>
                    </a:lnTo>
                    <a:lnTo>
                      <a:pt x="22" y="194"/>
                    </a:lnTo>
                    <a:lnTo>
                      <a:pt x="25" y="196"/>
                    </a:lnTo>
                    <a:lnTo>
                      <a:pt x="367" y="190"/>
                    </a:lnTo>
                    <a:lnTo>
                      <a:pt x="371" y="159"/>
                    </a:lnTo>
                    <a:lnTo>
                      <a:pt x="386" y="154"/>
                    </a:lnTo>
                    <a:lnTo>
                      <a:pt x="384" y="123"/>
                    </a:lnTo>
                    <a:lnTo>
                      <a:pt x="392" y="90"/>
                    </a:lnTo>
                    <a:lnTo>
                      <a:pt x="399" y="69"/>
                    </a:lnTo>
                    <a:lnTo>
                      <a:pt x="411" y="40"/>
                    </a:lnTo>
                    <a:lnTo>
                      <a:pt x="417" y="6"/>
                    </a:lnTo>
                    <a:lnTo>
                      <a:pt x="417" y="6"/>
                    </a:lnTo>
                    <a:lnTo>
                      <a:pt x="415" y="0"/>
                    </a:lnTo>
                    <a:lnTo>
                      <a:pt x="421" y="25"/>
                    </a:lnTo>
                    <a:lnTo>
                      <a:pt x="436" y="25"/>
                    </a:lnTo>
                    <a:lnTo>
                      <a:pt x="438" y="44"/>
                    </a:lnTo>
                    <a:lnTo>
                      <a:pt x="451" y="73"/>
                    </a:lnTo>
                    <a:lnTo>
                      <a:pt x="463" y="92"/>
                    </a:lnTo>
                    <a:lnTo>
                      <a:pt x="470" y="115"/>
                    </a:lnTo>
                    <a:lnTo>
                      <a:pt x="470" y="134"/>
                    </a:lnTo>
                    <a:lnTo>
                      <a:pt x="480" y="154"/>
                    </a:lnTo>
                    <a:lnTo>
                      <a:pt x="480" y="175"/>
                    </a:lnTo>
                    <a:lnTo>
                      <a:pt x="501" y="190"/>
                    </a:lnTo>
                    <a:lnTo>
                      <a:pt x="513" y="196"/>
                    </a:lnTo>
                    <a:lnTo>
                      <a:pt x="520" y="213"/>
                    </a:lnTo>
                    <a:lnTo>
                      <a:pt x="534" y="213"/>
                    </a:lnTo>
                    <a:lnTo>
                      <a:pt x="543" y="232"/>
                    </a:lnTo>
                    <a:lnTo>
                      <a:pt x="563" y="250"/>
                    </a:lnTo>
                    <a:lnTo>
                      <a:pt x="593" y="261"/>
                    </a:lnTo>
                    <a:lnTo>
                      <a:pt x="639" y="265"/>
                    </a:lnTo>
                    <a:lnTo>
                      <a:pt x="1405" y="342"/>
                    </a:lnTo>
                    <a:lnTo>
                      <a:pt x="1409" y="349"/>
                    </a:lnTo>
                    <a:lnTo>
                      <a:pt x="1397" y="372"/>
                    </a:lnTo>
                    <a:lnTo>
                      <a:pt x="1397" y="393"/>
                    </a:lnTo>
                    <a:lnTo>
                      <a:pt x="1393" y="411"/>
                    </a:lnTo>
                    <a:lnTo>
                      <a:pt x="1380" y="426"/>
                    </a:lnTo>
                    <a:lnTo>
                      <a:pt x="1380" y="445"/>
                    </a:lnTo>
                    <a:lnTo>
                      <a:pt x="1368" y="461"/>
                    </a:lnTo>
                    <a:lnTo>
                      <a:pt x="1361" y="472"/>
                    </a:lnTo>
                    <a:lnTo>
                      <a:pt x="1366" y="489"/>
                    </a:lnTo>
                    <a:lnTo>
                      <a:pt x="1368" y="507"/>
                    </a:lnTo>
                    <a:lnTo>
                      <a:pt x="1368" y="526"/>
                    </a:lnTo>
                    <a:lnTo>
                      <a:pt x="1355" y="543"/>
                    </a:lnTo>
                    <a:lnTo>
                      <a:pt x="1336" y="562"/>
                    </a:lnTo>
                    <a:lnTo>
                      <a:pt x="1353" y="580"/>
                    </a:lnTo>
                    <a:lnTo>
                      <a:pt x="1359" y="591"/>
                    </a:lnTo>
                    <a:lnTo>
                      <a:pt x="1353" y="612"/>
                    </a:lnTo>
                    <a:lnTo>
                      <a:pt x="1353" y="635"/>
                    </a:lnTo>
                    <a:lnTo>
                      <a:pt x="1343" y="656"/>
                    </a:lnTo>
                    <a:lnTo>
                      <a:pt x="1343" y="677"/>
                    </a:lnTo>
                    <a:lnTo>
                      <a:pt x="1351" y="697"/>
                    </a:lnTo>
                    <a:lnTo>
                      <a:pt x="1353" y="716"/>
                    </a:lnTo>
                    <a:lnTo>
                      <a:pt x="1342" y="768"/>
                    </a:lnTo>
                    <a:lnTo>
                      <a:pt x="1332" y="798"/>
                    </a:lnTo>
                    <a:lnTo>
                      <a:pt x="1320" y="833"/>
                    </a:lnTo>
                    <a:lnTo>
                      <a:pt x="1303" y="858"/>
                    </a:lnTo>
                    <a:lnTo>
                      <a:pt x="1303" y="887"/>
                    </a:lnTo>
                    <a:lnTo>
                      <a:pt x="1297" y="906"/>
                    </a:lnTo>
                    <a:lnTo>
                      <a:pt x="1297" y="931"/>
                    </a:lnTo>
                    <a:lnTo>
                      <a:pt x="1299" y="952"/>
                    </a:lnTo>
                    <a:lnTo>
                      <a:pt x="1299" y="967"/>
                    </a:lnTo>
                    <a:lnTo>
                      <a:pt x="1282" y="969"/>
                    </a:lnTo>
                    <a:lnTo>
                      <a:pt x="1269" y="979"/>
                    </a:lnTo>
                    <a:lnTo>
                      <a:pt x="1269" y="996"/>
                    </a:lnTo>
                    <a:lnTo>
                      <a:pt x="1242" y="996"/>
                    </a:lnTo>
                    <a:lnTo>
                      <a:pt x="1217" y="1010"/>
                    </a:lnTo>
                    <a:lnTo>
                      <a:pt x="1203" y="1031"/>
                    </a:lnTo>
                    <a:lnTo>
                      <a:pt x="1198" y="1059"/>
                    </a:lnTo>
                    <a:lnTo>
                      <a:pt x="1186" y="1081"/>
                    </a:lnTo>
                    <a:lnTo>
                      <a:pt x="1167" y="1096"/>
                    </a:lnTo>
                    <a:lnTo>
                      <a:pt x="1152" y="1100"/>
                    </a:lnTo>
                    <a:lnTo>
                      <a:pt x="1130" y="1105"/>
                    </a:lnTo>
                    <a:lnTo>
                      <a:pt x="1115" y="1121"/>
                    </a:lnTo>
                    <a:lnTo>
                      <a:pt x="1096" y="1144"/>
                    </a:lnTo>
                    <a:lnTo>
                      <a:pt x="1094" y="1167"/>
                    </a:lnTo>
                    <a:lnTo>
                      <a:pt x="1094" y="1186"/>
                    </a:lnTo>
                    <a:lnTo>
                      <a:pt x="1077" y="1188"/>
                    </a:lnTo>
                    <a:lnTo>
                      <a:pt x="1067" y="1207"/>
                    </a:lnTo>
                    <a:lnTo>
                      <a:pt x="1048" y="1224"/>
                    </a:lnTo>
                    <a:lnTo>
                      <a:pt x="1042" y="1244"/>
                    </a:lnTo>
                    <a:lnTo>
                      <a:pt x="1027" y="1244"/>
                    </a:lnTo>
                    <a:lnTo>
                      <a:pt x="1015" y="1257"/>
                    </a:lnTo>
                    <a:lnTo>
                      <a:pt x="1010" y="1278"/>
                    </a:lnTo>
                    <a:lnTo>
                      <a:pt x="1004" y="1294"/>
                    </a:lnTo>
                    <a:lnTo>
                      <a:pt x="1004" y="1313"/>
                    </a:lnTo>
                    <a:lnTo>
                      <a:pt x="1010" y="1338"/>
                    </a:lnTo>
                    <a:lnTo>
                      <a:pt x="1008" y="1353"/>
                    </a:lnTo>
                    <a:lnTo>
                      <a:pt x="992" y="1342"/>
                    </a:lnTo>
                    <a:lnTo>
                      <a:pt x="981" y="1336"/>
                    </a:lnTo>
                    <a:lnTo>
                      <a:pt x="977" y="1284"/>
                    </a:lnTo>
                    <a:lnTo>
                      <a:pt x="967" y="1272"/>
                    </a:lnTo>
                    <a:lnTo>
                      <a:pt x="950" y="1269"/>
                    </a:lnTo>
                    <a:lnTo>
                      <a:pt x="939" y="1280"/>
                    </a:lnTo>
                    <a:lnTo>
                      <a:pt x="921" y="1297"/>
                    </a:lnTo>
                    <a:lnTo>
                      <a:pt x="797" y="1299"/>
                    </a:lnTo>
                    <a:lnTo>
                      <a:pt x="783" y="1305"/>
                    </a:lnTo>
                    <a:lnTo>
                      <a:pt x="733" y="1303"/>
                    </a:lnTo>
                    <a:lnTo>
                      <a:pt x="710" y="1282"/>
                    </a:lnTo>
                    <a:lnTo>
                      <a:pt x="699" y="1271"/>
                    </a:lnTo>
                    <a:lnTo>
                      <a:pt x="683" y="1272"/>
                    </a:lnTo>
                    <a:lnTo>
                      <a:pt x="670" y="1259"/>
                    </a:lnTo>
                    <a:lnTo>
                      <a:pt x="649" y="1247"/>
                    </a:lnTo>
                    <a:lnTo>
                      <a:pt x="624" y="1249"/>
                    </a:lnTo>
                    <a:lnTo>
                      <a:pt x="611" y="1261"/>
                    </a:lnTo>
                    <a:lnTo>
                      <a:pt x="595" y="1272"/>
                    </a:lnTo>
                    <a:lnTo>
                      <a:pt x="563" y="1271"/>
                    </a:lnTo>
                    <a:lnTo>
                      <a:pt x="561" y="1297"/>
                    </a:lnTo>
                    <a:lnTo>
                      <a:pt x="540" y="1297"/>
                    </a:lnTo>
                    <a:lnTo>
                      <a:pt x="538" y="1313"/>
                    </a:lnTo>
                    <a:lnTo>
                      <a:pt x="524" y="1322"/>
                    </a:lnTo>
                    <a:lnTo>
                      <a:pt x="501" y="1322"/>
                    </a:lnTo>
                    <a:lnTo>
                      <a:pt x="472" y="1322"/>
                    </a:lnTo>
                    <a:lnTo>
                      <a:pt x="463" y="1320"/>
                    </a:lnTo>
                    <a:lnTo>
                      <a:pt x="463" y="1301"/>
                    </a:lnTo>
                    <a:lnTo>
                      <a:pt x="442" y="1290"/>
                    </a:lnTo>
                    <a:lnTo>
                      <a:pt x="423" y="1290"/>
                    </a:lnTo>
                    <a:lnTo>
                      <a:pt x="413" y="1272"/>
                    </a:lnTo>
                    <a:lnTo>
                      <a:pt x="398" y="1272"/>
                    </a:lnTo>
                    <a:lnTo>
                      <a:pt x="392" y="1247"/>
                    </a:lnTo>
                    <a:lnTo>
                      <a:pt x="376" y="1221"/>
                    </a:lnTo>
                    <a:lnTo>
                      <a:pt x="380" y="1200"/>
                    </a:lnTo>
                    <a:lnTo>
                      <a:pt x="369" y="1188"/>
                    </a:lnTo>
                    <a:lnTo>
                      <a:pt x="382" y="1173"/>
                    </a:lnTo>
                    <a:lnTo>
                      <a:pt x="396" y="1150"/>
                    </a:lnTo>
                    <a:lnTo>
                      <a:pt x="376" y="1138"/>
                    </a:lnTo>
                    <a:lnTo>
                      <a:pt x="353" y="1144"/>
                    </a:lnTo>
                    <a:lnTo>
                      <a:pt x="330" y="1144"/>
                    </a:lnTo>
                    <a:lnTo>
                      <a:pt x="309" y="1132"/>
                    </a:lnTo>
                    <a:lnTo>
                      <a:pt x="290" y="1138"/>
                    </a:lnTo>
                    <a:lnTo>
                      <a:pt x="162" y="1138"/>
                    </a:lnTo>
                    <a:close/>
                  </a:path>
                </a:pathLst>
              </a:custGeom>
              <a:grpFill/>
              <a:ln w="6350" cmpd="sng">
                <a:solidFill>
                  <a:schemeClr val="bg1"/>
                </a:solidFill>
                <a:round/>
                <a:headEnd/>
                <a:tailEnd/>
              </a:ln>
            </p:spPr>
            <p:txBody>
              <a:bodyPr/>
              <a:lstStyle/>
              <a:p>
                <a:endParaRPr lang="pt-BR"/>
              </a:p>
            </p:txBody>
          </p:sp>
          <p:sp>
            <p:nvSpPr>
              <p:cNvPr id="44" name="Freeform 25">
                <a:extLst>
                  <a:ext uri="{FF2B5EF4-FFF2-40B4-BE49-F238E27FC236}">
                    <a16:creationId xmlns:a16="http://schemas.microsoft.com/office/drawing/2014/main" id="{F2C6265D-AEEC-387B-7F48-CBB8DA361BC6}"/>
                  </a:ext>
                </a:extLst>
              </p:cNvPr>
              <p:cNvSpPr>
                <a:spLocks noChangeAspect="1"/>
              </p:cNvSpPr>
              <p:nvPr/>
            </p:nvSpPr>
            <p:spPr bwMode="auto">
              <a:xfrm>
                <a:off x="2084129" y="4553870"/>
                <a:ext cx="598394" cy="612945"/>
              </a:xfrm>
              <a:custGeom>
                <a:avLst/>
                <a:gdLst/>
                <a:ahLst/>
                <a:cxnLst>
                  <a:cxn ang="0">
                    <a:pos x="25" y="603"/>
                  </a:cxn>
                  <a:cxn ang="0">
                    <a:pos x="27" y="524"/>
                  </a:cxn>
                  <a:cxn ang="0">
                    <a:pos x="39" y="467"/>
                  </a:cxn>
                  <a:cxn ang="0">
                    <a:pos x="0" y="388"/>
                  </a:cxn>
                  <a:cxn ang="0">
                    <a:pos x="10" y="348"/>
                  </a:cxn>
                  <a:cxn ang="0">
                    <a:pos x="24" y="260"/>
                  </a:cxn>
                  <a:cxn ang="0">
                    <a:pos x="60" y="175"/>
                  </a:cxn>
                  <a:cxn ang="0">
                    <a:pos x="75" y="116"/>
                  </a:cxn>
                  <a:cxn ang="0">
                    <a:pos x="68" y="73"/>
                  </a:cxn>
                  <a:cxn ang="0">
                    <a:pos x="125" y="75"/>
                  </a:cxn>
                  <a:cxn ang="0">
                    <a:pos x="162" y="50"/>
                  </a:cxn>
                  <a:cxn ang="0">
                    <a:pos x="212" y="14"/>
                  </a:cxn>
                  <a:cxn ang="0">
                    <a:pos x="271" y="12"/>
                  </a:cxn>
                  <a:cxn ang="0">
                    <a:pos x="311" y="35"/>
                  </a:cxn>
                  <a:cxn ang="0">
                    <a:pos x="398" y="52"/>
                  </a:cxn>
                  <a:cxn ang="0">
                    <a:pos x="551" y="22"/>
                  </a:cxn>
                  <a:cxn ang="0">
                    <a:pos x="582" y="89"/>
                  </a:cxn>
                  <a:cxn ang="0">
                    <a:pos x="611" y="110"/>
                  </a:cxn>
                  <a:cxn ang="0">
                    <a:pos x="641" y="144"/>
                  </a:cxn>
                  <a:cxn ang="0">
                    <a:pos x="643" y="179"/>
                  </a:cxn>
                  <a:cxn ang="0">
                    <a:pos x="680" y="206"/>
                  </a:cxn>
                  <a:cxn ang="0">
                    <a:pos x="749" y="248"/>
                  </a:cxn>
                  <a:cxn ang="0">
                    <a:pos x="833" y="300"/>
                  </a:cxn>
                  <a:cxn ang="0">
                    <a:pos x="858" y="338"/>
                  </a:cxn>
                  <a:cxn ang="0">
                    <a:pos x="858" y="379"/>
                  </a:cxn>
                  <a:cxn ang="0">
                    <a:pos x="831" y="409"/>
                  </a:cxn>
                  <a:cxn ang="0">
                    <a:pos x="808" y="440"/>
                  </a:cxn>
                  <a:cxn ang="0">
                    <a:pos x="793" y="471"/>
                  </a:cxn>
                  <a:cxn ang="0">
                    <a:pos x="762" y="507"/>
                  </a:cxn>
                  <a:cxn ang="0">
                    <a:pos x="747" y="540"/>
                  </a:cxn>
                  <a:cxn ang="0">
                    <a:pos x="708" y="590"/>
                  </a:cxn>
                  <a:cxn ang="0">
                    <a:pos x="666" y="640"/>
                  </a:cxn>
                  <a:cxn ang="0">
                    <a:pos x="613" y="680"/>
                  </a:cxn>
                  <a:cxn ang="0">
                    <a:pos x="591" y="695"/>
                  </a:cxn>
                  <a:cxn ang="0">
                    <a:pos x="542" y="720"/>
                  </a:cxn>
                  <a:cxn ang="0">
                    <a:pos x="513" y="780"/>
                  </a:cxn>
                  <a:cxn ang="0">
                    <a:pos x="484" y="833"/>
                  </a:cxn>
                  <a:cxn ang="0">
                    <a:pos x="457" y="887"/>
                  </a:cxn>
                  <a:cxn ang="0">
                    <a:pos x="421" y="853"/>
                  </a:cxn>
                  <a:cxn ang="0">
                    <a:pos x="361" y="858"/>
                  </a:cxn>
                  <a:cxn ang="0">
                    <a:pos x="309" y="822"/>
                  </a:cxn>
                  <a:cxn ang="0">
                    <a:pos x="294" y="749"/>
                  </a:cxn>
                  <a:cxn ang="0">
                    <a:pos x="286" y="695"/>
                  </a:cxn>
                  <a:cxn ang="0">
                    <a:pos x="279" y="649"/>
                  </a:cxn>
                  <a:cxn ang="0">
                    <a:pos x="229" y="636"/>
                  </a:cxn>
                  <a:cxn ang="0">
                    <a:pos x="169" y="638"/>
                  </a:cxn>
                  <a:cxn ang="0">
                    <a:pos x="110" y="634"/>
                  </a:cxn>
                  <a:cxn ang="0">
                    <a:pos x="70" y="626"/>
                  </a:cxn>
                  <a:cxn ang="0">
                    <a:pos x="35" y="634"/>
                  </a:cxn>
                </a:cxnLst>
                <a:rect l="0" t="0" r="r" b="b"/>
                <a:pathLst>
                  <a:path w="866" h="887">
                    <a:moveTo>
                      <a:pt x="35" y="634"/>
                    </a:moveTo>
                    <a:lnTo>
                      <a:pt x="37" y="615"/>
                    </a:lnTo>
                    <a:lnTo>
                      <a:pt x="25" y="603"/>
                    </a:lnTo>
                    <a:lnTo>
                      <a:pt x="41" y="594"/>
                    </a:lnTo>
                    <a:lnTo>
                      <a:pt x="45" y="538"/>
                    </a:lnTo>
                    <a:lnTo>
                      <a:pt x="27" y="524"/>
                    </a:lnTo>
                    <a:lnTo>
                      <a:pt x="43" y="511"/>
                    </a:lnTo>
                    <a:lnTo>
                      <a:pt x="43" y="490"/>
                    </a:lnTo>
                    <a:lnTo>
                      <a:pt x="39" y="467"/>
                    </a:lnTo>
                    <a:lnTo>
                      <a:pt x="22" y="448"/>
                    </a:lnTo>
                    <a:lnTo>
                      <a:pt x="22" y="421"/>
                    </a:lnTo>
                    <a:lnTo>
                      <a:pt x="0" y="388"/>
                    </a:lnTo>
                    <a:lnTo>
                      <a:pt x="18" y="380"/>
                    </a:lnTo>
                    <a:lnTo>
                      <a:pt x="31" y="361"/>
                    </a:lnTo>
                    <a:lnTo>
                      <a:pt x="10" y="348"/>
                    </a:lnTo>
                    <a:lnTo>
                      <a:pt x="6" y="327"/>
                    </a:lnTo>
                    <a:lnTo>
                      <a:pt x="8" y="308"/>
                    </a:lnTo>
                    <a:lnTo>
                      <a:pt x="24" y="260"/>
                    </a:lnTo>
                    <a:lnTo>
                      <a:pt x="48" y="227"/>
                    </a:lnTo>
                    <a:lnTo>
                      <a:pt x="56" y="198"/>
                    </a:lnTo>
                    <a:lnTo>
                      <a:pt x="60" y="175"/>
                    </a:lnTo>
                    <a:lnTo>
                      <a:pt x="73" y="154"/>
                    </a:lnTo>
                    <a:lnTo>
                      <a:pt x="81" y="133"/>
                    </a:lnTo>
                    <a:lnTo>
                      <a:pt x="75" y="116"/>
                    </a:lnTo>
                    <a:lnTo>
                      <a:pt x="70" y="95"/>
                    </a:lnTo>
                    <a:lnTo>
                      <a:pt x="66" y="79"/>
                    </a:lnTo>
                    <a:lnTo>
                      <a:pt x="68" y="73"/>
                    </a:lnTo>
                    <a:lnTo>
                      <a:pt x="73" y="75"/>
                    </a:lnTo>
                    <a:lnTo>
                      <a:pt x="102" y="75"/>
                    </a:lnTo>
                    <a:lnTo>
                      <a:pt x="125" y="75"/>
                    </a:lnTo>
                    <a:lnTo>
                      <a:pt x="139" y="66"/>
                    </a:lnTo>
                    <a:lnTo>
                      <a:pt x="141" y="50"/>
                    </a:lnTo>
                    <a:lnTo>
                      <a:pt x="162" y="50"/>
                    </a:lnTo>
                    <a:lnTo>
                      <a:pt x="164" y="24"/>
                    </a:lnTo>
                    <a:lnTo>
                      <a:pt x="196" y="25"/>
                    </a:lnTo>
                    <a:lnTo>
                      <a:pt x="212" y="14"/>
                    </a:lnTo>
                    <a:lnTo>
                      <a:pt x="225" y="2"/>
                    </a:lnTo>
                    <a:lnTo>
                      <a:pt x="250" y="0"/>
                    </a:lnTo>
                    <a:lnTo>
                      <a:pt x="271" y="12"/>
                    </a:lnTo>
                    <a:lnTo>
                      <a:pt x="284" y="25"/>
                    </a:lnTo>
                    <a:lnTo>
                      <a:pt x="300" y="24"/>
                    </a:lnTo>
                    <a:lnTo>
                      <a:pt x="311" y="35"/>
                    </a:lnTo>
                    <a:lnTo>
                      <a:pt x="334" y="56"/>
                    </a:lnTo>
                    <a:lnTo>
                      <a:pt x="384" y="58"/>
                    </a:lnTo>
                    <a:lnTo>
                      <a:pt x="398" y="52"/>
                    </a:lnTo>
                    <a:lnTo>
                      <a:pt x="522" y="50"/>
                    </a:lnTo>
                    <a:lnTo>
                      <a:pt x="540" y="33"/>
                    </a:lnTo>
                    <a:lnTo>
                      <a:pt x="551" y="22"/>
                    </a:lnTo>
                    <a:lnTo>
                      <a:pt x="568" y="25"/>
                    </a:lnTo>
                    <a:lnTo>
                      <a:pt x="578" y="37"/>
                    </a:lnTo>
                    <a:lnTo>
                      <a:pt x="582" y="89"/>
                    </a:lnTo>
                    <a:lnTo>
                      <a:pt x="593" y="95"/>
                    </a:lnTo>
                    <a:lnTo>
                      <a:pt x="609" y="106"/>
                    </a:lnTo>
                    <a:lnTo>
                      <a:pt x="611" y="110"/>
                    </a:lnTo>
                    <a:lnTo>
                      <a:pt x="616" y="119"/>
                    </a:lnTo>
                    <a:lnTo>
                      <a:pt x="616" y="141"/>
                    </a:lnTo>
                    <a:lnTo>
                      <a:pt x="641" y="144"/>
                    </a:lnTo>
                    <a:lnTo>
                      <a:pt x="662" y="152"/>
                    </a:lnTo>
                    <a:lnTo>
                      <a:pt x="659" y="167"/>
                    </a:lnTo>
                    <a:lnTo>
                      <a:pt x="643" y="179"/>
                    </a:lnTo>
                    <a:lnTo>
                      <a:pt x="645" y="198"/>
                    </a:lnTo>
                    <a:lnTo>
                      <a:pt x="668" y="198"/>
                    </a:lnTo>
                    <a:lnTo>
                      <a:pt x="680" y="206"/>
                    </a:lnTo>
                    <a:lnTo>
                      <a:pt x="710" y="215"/>
                    </a:lnTo>
                    <a:lnTo>
                      <a:pt x="735" y="237"/>
                    </a:lnTo>
                    <a:lnTo>
                      <a:pt x="749" y="248"/>
                    </a:lnTo>
                    <a:lnTo>
                      <a:pt x="774" y="273"/>
                    </a:lnTo>
                    <a:lnTo>
                      <a:pt x="799" y="283"/>
                    </a:lnTo>
                    <a:lnTo>
                      <a:pt x="833" y="300"/>
                    </a:lnTo>
                    <a:lnTo>
                      <a:pt x="850" y="308"/>
                    </a:lnTo>
                    <a:lnTo>
                      <a:pt x="866" y="325"/>
                    </a:lnTo>
                    <a:lnTo>
                      <a:pt x="858" y="338"/>
                    </a:lnTo>
                    <a:lnTo>
                      <a:pt x="858" y="357"/>
                    </a:lnTo>
                    <a:lnTo>
                      <a:pt x="860" y="379"/>
                    </a:lnTo>
                    <a:lnTo>
                      <a:pt x="858" y="379"/>
                    </a:lnTo>
                    <a:lnTo>
                      <a:pt x="847" y="390"/>
                    </a:lnTo>
                    <a:lnTo>
                      <a:pt x="847" y="402"/>
                    </a:lnTo>
                    <a:lnTo>
                      <a:pt x="831" y="409"/>
                    </a:lnTo>
                    <a:lnTo>
                      <a:pt x="822" y="415"/>
                    </a:lnTo>
                    <a:lnTo>
                      <a:pt x="814" y="428"/>
                    </a:lnTo>
                    <a:lnTo>
                      <a:pt x="808" y="440"/>
                    </a:lnTo>
                    <a:lnTo>
                      <a:pt x="806" y="453"/>
                    </a:lnTo>
                    <a:lnTo>
                      <a:pt x="802" y="461"/>
                    </a:lnTo>
                    <a:lnTo>
                      <a:pt x="793" y="471"/>
                    </a:lnTo>
                    <a:lnTo>
                      <a:pt x="783" y="480"/>
                    </a:lnTo>
                    <a:lnTo>
                      <a:pt x="768" y="492"/>
                    </a:lnTo>
                    <a:lnTo>
                      <a:pt x="762" y="507"/>
                    </a:lnTo>
                    <a:lnTo>
                      <a:pt x="755" y="521"/>
                    </a:lnTo>
                    <a:lnTo>
                      <a:pt x="747" y="523"/>
                    </a:lnTo>
                    <a:lnTo>
                      <a:pt x="747" y="540"/>
                    </a:lnTo>
                    <a:lnTo>
                      <a:pt x="737" y="557"/>
                    </a:lnTo>
                    <a:lnTo>
                      <a:pt x="724" y="574"/>
                    </a:lnTo>
                    <a:lnTo>
                      <a:pt x="708" y="590"/>
                    </a:lnTo>
                    <a:lnTo>
                      <a:pt x="699" y="607"/>
                    </a:lnTo>
                    <a:lnTo>
                      <a:pt x="685" y="624"/>
                    </a:lnTo>
                    <a:lnTo>
                      <a:pt x="666" y="640"/>
                    </a:lnTo>
                    <a:lnTo>
                      <a:pt x="649" y="657"/>
                    </a:lnTo>
                    <a:lnTo>
                      <a:pt x="626" y="665"/>
                    </a:lnTo>
                    <a:lnTo>
                      <a:pt x="613" y="680"/>
                    </a:lnTo>
                    <a:lnTo>
                      <a:pt x="591" y="691"/>
                    </a:lnTo>
                    <a:lnTo>
                      <a:pt x="591" y="695"/>
                    </a:lnTo>
                    <a:lnTo>
                      <a:pt x="591" y="695"/>
                    </a:lnTo>
                    <a:lnTo>
                      <a:pt x="572" y="701"/>
                    </a:lnTo>
                    <a:lnTo>
                      <a:pt x="559" y="718"/>
                    </a:lnTo>
                    <a:lnTo>
                      <a:pt x="542" y="720"/>
                    </a:lnTo>
                    <a:lnTo>
                      <a:pt x="528" y="736"/>
                    </a:lnTo>
                    <a:lnTo>
                      <a:pt x="517" y="760"/>
                    </a:lnTo>
                    <a:lnTo>
                      <a:pt x="513" y="780"/>
                    </a:lnTo>
                    <a:lnTo>
                      <a:pt x="499" y="795"/>
                    </a:lnTo>
                    <a:lnTo>
                      <a:pt x="494" y="812"/>
                    </a:lnTo>
                    <a:lnTo>
                      <a:pt x="484" y="833"/>
                    </a:lnTo>
                    <a:lnTo>
                      <a:pt x="471" y="841"/>
                    </a:lnTo>
                    <a:lnTo>
                      <a:pt x="459" y="866"/>
                    </a:lnTo>
                    <a:lnTo>
                      <a:pt x="457" y="887"/>
                    </a:lnTo>
                    <a:lnTo>
                      <a:pt x="449" y="881"/>
                    </a:lnTo>
                    <a:lnTo>
                      <a:pt x="434" y="868"/>
                    </a:lnTo>
                    <a:lnTo>
                      <a:pt x="421" y="853"/>
                    </a:lnTo>
                    <a:lnTo>
                      <a:pt x="403" y="843"/>
                    </a:lnTo>
                    <a:lnTo>
                      <a:pt x="380" y="847"/>
                    </a:lnTo>
                    <a:lnTo>
                      <a:pt x="361" y="858"/>
                    </a:lnTo>
                    <a:lnTo>
                      <a:pt x="330" y="855"/>
                    </a:lnTo>
                    <a:lnTo>
                      <a:pt x="315" y="843"/>
                    </a:lnTo>
                    <a:lnTo>
                      <a:pt x="309" y="822"/>
                    </a:lnTo>
                    <a:lnTo>
                      <a:pt x="307" y="797"/>
                    </a:lnTo>
                    <a:lnTo>
                      <a:pt x="294" y="774"/>
                    </a:lnTo>
                    <a:lnTo>
                      <a:pt x="294" y="749"/>
                    </a:lnTo>
                    <a:lnTo>
                      <a:pt x="294" y="728"/>
                    </a:lnTo>
                    <a:lnTo>
                      <a:pt x="286" y="714"/>
                    </a:lnTo>
                    <a:lnTo>
                      <a:pt x="286" y="695"/>
                    </a:lnTo>
                    <a:lnTo>
                      <a:pt x="286" y="672"/>
                    </a:lnTo>
                    <a:lnTo>
                      <a:pt x="279" y="670"/>
                    </a:lnTo>
                    <a:lnTo>
                      <a:pt x="279" y="649"/>
                    </a:lnTo>
                    <a:lnTo>
                      <a:pt x="261" y="634"/>
                    </a:lnTo>
                    <a:lnTo>
                      <a:pt x="246" y="641"/>
                    </a:lnTo>
                    <a:lnTo>
                      <a:pt x="229" y="636"/>
                    </a:lnTo>
                    <a:lnTo>
                      <a:pt x="213" y="618"/>
                    </a:lnTo>
                    <a:lnTo>
                      <a:pt x="198" y="624"/>
                    </a:lnTo>
                    <a:lnTo>
                      <a:pt x="169" y="638"/>
                    </a:lnTo>
                    <a:lnTo>
                      <a:pt x="148" y="657"/>
                    </a:lnTo>
                    <a:lnTo>
                      <a:pt x="127" y="645"/>
                    </a:lnTo>
                    <a:lnTo>
                      <a:pt x="110" y="634"/>
                    </a:lnTo>
                    <a:lnTo>
                      <a:pt x="96" y="640"/>
                    </a:lnTo>
                    <a:lnTo>
                      <a:pt x="79" y="640"/>
                    </a:lnTo>
                    <a:lnTo>
                      <a:pt x="70" y="626"/>
                    </a:lnTo>
                    <a:lnTo>
                      <a:pt x="54" y="628"/>
                    </a:lnTo>
                    <a:lnTo>
                      <a:pt x="43" y="628"/>
                    </a:lnTo>
                    <a:lnTo>
                      <a:pt x="35" y="634"/>
                    </a:lnTo>
                    <a:close/>
                  </a:path>
                </a:pathLst>
              </a:custGeom>
              <a:grpFill/>
              <a:ln w="6350" cmpd="sng">
                <a:solidFill>
                  <a:schemeClr val="bg1"/>
                </a:solidFill>
                <a:round/>
                <a:headEnd/>
                <a:tailEnd/>
              </a:ln>
            </p:spPr>
            <p:txBody>
              <a:bodyPr/>
              <a:lstStyle/>
              <a:p>
                <a:endParaRPr lang="pt-BR"/>
              </a:p>
            </p:txBody>
          </p:sp>
          <p:sp>
            <p:nvSpPr>
              <p:cNvPr id="45" name="Freeform 26">
                <a:extLst>
                  <a:ext uri="{FF2B5EF4-FFF2-40B4-BE49-F238E27FC236}">
                    <a16:creationId xmlns:a16="http://schemas.microsoft.com/office/drawing/2014/main" id="{2DCA600F-3B5F-66FB-7519-531AF76811C3}"/>
                  </a:ext>
                </a:extLst>
              </p:cNvPr>
              <p:cNvSpPr>
                <a:spLocks noChangeAspect="1"/>
              </p:cNvSpPr>
              <p:nvPr/>
            </p:nvSpPr>
            <p:spPr bwMode="auto">
              <a:xfrm>
                <a:off x="2702207" y="3538525"/>
                <a:ext cx="458637" cy="728057"/>
              </a:xfrm>
              <a:custGeom>
                <a:avLst/>
                <a:gdLst/>
                <a:ahLst/>
                <a:cxnLst>
                  <a:cxn ang="0">
                    <a:pos x="197" y="908"/>
                  </a:cxn>
                  <a:cxn ang="0">
                    <a:pos x="147" y="868"/>
                  </a:cxn>
                  <a:cxn ang="0">
                    <a:pos x="90" y="891"/>
                  </a:cxn>
                  <a:cxn ang="0">
                    <a:pos x="57" y="920"/>
                  </a:cxn>
                  <a:cxn ang="0">
                    <a:pos x="59" y="835"/>
                  </a:cxn>
                  <a:cxn ang="0">
                    <a:pos x="61" y="766"/>
                  </a:cxn>
                  <a:cxn ang="0">
                    <a:pos x="67" y="695"/>
                  </a:cxn>
                  <a:cxn ang="0">
                    <a:pos x="99" y="634"/>
                  </a:cxn>
                  <a:cxn ang="0">
                    <a:pos x="111" y="565"/>
                  </a:cxn>
                  <a:cxn ang="0">
                    <a:pos x="126" y="526"/>
                  </a:cxn>
                  <a:cxn ang="0">
                    <a:pos x="170" y="476"/>
                  </a:cxn>
                  <a:cxn ang="0">
                    <a:pos x="213" y="413"/>
                  </a:cxn>
                  <a:cxn ang="0">
                    <a:pos x="241" y="332"/>
                  </a:cxn>
                  <a:cxn ang="0">
                    <a:pos x="245" y="256"/>
                  </a:cxn>
                  <a:cxn ang="0">
                    <a:pos x="291" y="206"/>
                  </a:cxn>
                  <a:cxn ang="0">
                    <a:pos x="337" y="171"/>
                  </a:cxn>
                  <a:cxn ang="0">
                    <a:pos x="362" y="108"/>
                  </a:cxn>
                  <a:cxn ang="0">
                    <a:pos x="328" y="8"/>
                  </a:cxn>
                  <a:cxn ang="0">
                    <a:pos x="364" y="0"/>
                  </a:cxn>
                  <a:cxn ang="0">
                    <a:pos x="420" y="10"/>
                  </a:cxn>
                  <a:cxn ang="0">
                    <a:pos x="458" y="46"/>
                  </a:cxn>
                  <a:cxn ang="0">
                    <a:pos x="479" y="123"/>
                  </a:cxn>
                  <a:cxn ang="0">
                    <a:pos x="464" y="181"/>
                  </a:cxn>
                  <a:cxn ang="0">
                    <a:pos x="449" y="227"/>
                  </a:cxn>
                  <a:cxn ang="0">
                    <a:pos x="452" y="265"/>
                  </a:cxn>
                  <a:cxn ang="0">
                    <a:pos x="495" y="311"/>
                  </a:cxn>
                  <a:cxn ang="0">
                    <a:pos x="516" y="348"/>
                  </a:cxn>
                  <a:cxn ang="0">
                    <a:pos x="541" y="369"/>
                  </a:cxn>
                  <a:cxn ang="0">
                    <a:pos x="585" y="407"/>
                  </a:cxn>
                  <a:cxn ang="0">
                    <a:pos x="539" y="434"/>
                  </a:cxn>
                  <a:cxn ang="0">
                    <a:pos x="516" y="484"/>
                  </a:cxn>
                  <a:cxn ang="0">
                    <a:pos x="535" y="520"/>
                  </a:cxn>
                  <a:cxn ang="0">
                    <a:pos x="556" y="555"/>
                  </a:cxn>
                  <a:cxn ang="0">
                    <a:pos x="564" y="588"/>
                  </a:cxn>
                  <a:cxn ang="0">
                    <a:pos x="596" y="639"/>
                  </a:cxn>
                  <a:cxn ang="0">
                    <a:pos x="633" y="655"/>
                  </a:cxn>
                  <a:cxn ang="0">
                    <a:pos x="661" y="676"/>
                  </a:cxn>
                  <a:cxn ang="0">
                    <a:pos x="612" y="697"/>
                  </a:cxn>
                  <a:cxn ang="0">
                    <a:pos x="589" y="751"/>
                  </a:cxn>
                  <a:cxn ang="0">
                    <a:pos x="562" y="806"/>
                  </a:cxn>
                  <a:cxn ang="0">
                    <a:pos x="615" y="826"/>
                  </a:cxn>
                  <a:cxn ang="0">
                    <a:pos x="594" y="858"/>
                  </a:cxn>
                  <a:cxn ang="0">
                    <a:pos x="581" y="897"/>
                  </a:cxn>
                  <a:cxn ang="0">
                    <a:pos x="583" y="954"/>
                  </a:cxn>
                  <a:cxn ang="0">
                    <a:pos x="602" y="1002"/>
                  </a:cxn>
                  <a:cxn ang="0">
                    <a:pos x="564" y="1012"/>
                  </a:cxn>
                  <a:cxn ang="0">
                    <a:pos x="512" y="1052"/>
                  </a:cxn>
                  <a:cxn ang="0">
                    <a:pos x="452" y="1050"/>
                  </a:cxn>
                  <a:cxn ang="0">
                    <a:pos x="404" y="1029"/>
                  </a:cxn>
                  <a:cxn ang="0">
                    <a:pos x="358" y="1027"/>
                  </a:cxn>
                  <a:cxn ang="0">
                    <a:pos x="307" y="1014"/>
                  </a:cxn>
                  <a:cxn ang="0">
                    <a:pos x="287" y="973"/>
                  </a:cxn>
                  <a:cxn ang="0">
                    <a:pos x="251" y="931"/>
                  </a:cxn>
                </a:cxnLst>
                <a:rect l="0" t="0" r="r" b="b"/>
                <a:pathLst>
                  <a:path w="663" h="1054">
                    <a:moveTo>
                      <a:pt x="211" y="977"/>
                    </a:moveTo>
                    <a:lnTo>
                      <a:pt x="205" y="964"/>
                    </a:lnTo>
                    <a:lnTo>
                      <a:pt x="205" y="933"/>
                    </a:lnTo>
                    <a:lnTo>
                      <a:pt x="197" y="908"/>
                    </a:lnTo>
                    <a:lnTo>
                      <a:pt x="184" y="893"/>
                    </a:lnTo>
                    <a:lnTo>
                      <a:pt x="182" y="881"/>
                    </a:lnTo>
                    <a:lnTo>
                      <a:pt x="165" y="874"/>
                    </a:lnTo>
                    <a:lnTo>
                      <a:pt x="147" y="868"/>
                    </a:lnTo>
                    <a:lnTo>
                      <a:pt x="130" y="854"/>
                    </a:lnTo>
                    <a:lnTo>
                      <a:pt x="117" y="866"/>
                    </a:lnTo>
                    <a:lnTo>
                      <a:pt x="105" y="883"/>
                    </a:lnTo>
                    <a:lnTo>
                      <a:pt x="90" y="891"/>
                    </a:lnTo>
                    <a:lnTo>
                      <a:pt x="82" y="912"/>
                    </a:lnTo>
                    <a:lnTo>
                      <a:pt x="65" y="925"/>
                    </a:lnTo>
                    <a:lnTo>
                      <a:pt x="57" y="925"/>
                    </a:lnTo>
                    <a:lnTo>
                      <a:pt x="57" y="920"/>
                    </a:lnTo>
                    <a:lnTo>
                      <a:pt x="49" y="900"/>
                    </a:lnTo>
                    <a:lnTo>
                      <a:pt x="49" y="879"/>
                    </a:lnTo>
                    <a:lnTo>
                      <a:pt x="59" y="858"/>
                    </a:lnTo>
                    <a:lnTo>
                      <a:pt x="59" y="835"/>
                    </a:lnTo>
                    <a:lnTo>
                      <a:pt x="65" y="814"/>
                    </a:lnTo>
                    <a:lnTo>
                      <a:pt x="59" y="803"/>
                    </a:lnTo>
                    <a:lnTo>
                      <a:pt x="42" y="785"/>
                    </a:lnTo>
                    <a:lnTo>
                      <a:pt x="61" y="766"/>
                    </a:lnTo>
                    <a:lnTo>
                      <a:pt x="74" y="749"/>
                    </a:lnTo>
                    <a:lnTo>
                      <a:pt x="74" y="730"/>
                    </a:lnTo>
                    <a:lnTo>
                      <a:pt x="72" y="712"/>
                    </a:lnTo>
                    <a:lnTo>
                      <a:pt x="67" y="695"/>
                    </a:lnTo>
                    <a:lnTo>
                      <a:pt x="74" y="684"/>
                    </a:lnTo>
                    <a:lnTo>
                      <a:pt x="86" y="668"/>
                    </a:lnTo>
                    <a:lnTo>
                      <a:pt x="86" y="649"/>
                    </a:lnTo>
                    <a:lnTo>
                      <a:pt x="99" y="634"/>
                    </a:lnTo>
                    <a:lnTo>
                      <a:pt x="103" y="616"/>
                    </a:lnTo>
                    <a:lnTo>
                      <a:pt x="103" y="595"/>
                    </a:lnTo>
                    <a:lnTo>
                      <a:pt x="115" y="572"/>
                    </a:lnTo>
                    <a:lnTo>
                      <a:pt x="111" y="565"/>
                    </a:lnTo>
                    <a:lnTo>
                      <a:pt x="0" y="553"/>
                    </a:lnTo>
                    <a:lnTo>
                      <a:pt x="115" y="567"/>
                    </a:lnTo>
                    <a:lnTo>
                      <a:pt x="119" y="544"/>
                    </a:lnTo>
                    <a:lnTo>
                      <a:pt x="126" y="526"/>
                    </a:lnTo>
                    <a:lnTo>
                      <a:pt x="140" y="517"/>
                    </a:lnTo>
                    <a:lnTo>
                      <a:pt x="161" y="511"/>
                    </a:lnTo>
                    <a:lnTo>
                      <a:pt x="161" y="496"/>
                    </a:lnTo>
                    <a:lnTo>
                      <a:pt x="170" y="476"/>
                    </a:lnTo>
                    <a:lnTo>
                      <a:pt x="184" y="471"/>
                    </a:lnTo>
                    <a:lnTo>
                      <a:pt x="186" y="446"/>
                    </a:lnTo>
                    <a:lnTo>
                      <a:pt x="201" y="432"/>
                    </a:lnTo>
                    <a:lnTo>
                      <a:pt x="213" y="413"/>
                    </a:lnTo>
                    <a:lnTo>
                      <a:pt x="222" y="388"/>
                    </a:lnTo>
                    <a:lnTo>
                      <a:pt x="241" y="382"/>
                    </a:lnTo>
                    <a:lnTo>
                      <a:pt x="247" y="354"/>
                    </a:lnTo>
                    <a:lnTo>
                      <a:pt x="241" y="332"/>
                    </a:lnTo>
                    <a:lnTo>
                      <a:pt x="228" y="321"/>
                    </a:lnTo>
                    <a:lnTo>
                      <a:pt x="228" y="300"/>
                    </a:lnTo>
                    <a:lnTo>
                      <a:pt x="236" y="279"/>
                    </a:lnTo>
                    <a:lnTo>
                      <a:pt x="245" y="256"/>
                    </a:lnTo>
                    <a:lnTo>
                      <a:pt x="255" y="238"/>
                    </a:lnTo>
                    <a:lnTo>
                      <a:pt x="259" y="223"/>
                    </a:lnTo>
                    <a:lnTo>
                      <a:pt x="276" y="215"/>
                    </a:lnTo>
                    <a:lnTo>
                      <a:pt x="291" y="206"/>
                    </a:lnTo>
                    <a:lnTo>
                      <a:pt x="308" y="206"/>
                    </a:lnTo>
                    <a:lnTo>
                      <a:pt x="308" y="188"/>
                    </a:lnTo>
                    <a:lnTo>
                      <a:pt x="320" y="177"/>
                    </a:lnTo>
                    <a:lnTo>
                      <a:pt x="337" y="171"/>
                    </a:lnTo>
                    <a:lnTo>
                      <a:pt x="345" y="158"/>
                    </a:lnTo>
                    <a:lnTo>
                      <a:pt x="345" y="140"/>
                    </a:lnTo>
                    <a:lnTo>
                      <a:pt x="353" y="127"/>
                    </a:lnTo>
                    <a:lnTo>
                      <a:pt x="362" y="108"/>
                    </a:lnTo>
                    <a:lnTo>
                      <a:pt x="360" y="83"/>
                    </a:lnTo>
                    <a:lnTo>
                      <a:pt x="360" y="60"/>
                    </a:lnTo>
                    <a:lnTo>
                      <a:pt x="345" y="35"/>
                    </a:lnTo>
                    <a:lnTo>
                      <a:pt x="328" y="8"/>
                    </a:lnTo>
                    <a:lnTo>
                      <a:pt x="333" y="4"/>
                    </a:lnTo>
                    <a:lnTo>
                      <a:pt x="333" y="4"/>
                    </a:lnTo>
                    <a:lnTo>
                      <a:pt x="351" y="6"/>
                    </a:lnTo>
                    <a:lnTo>
                      <a:pt x="364" y="0"/>
                    </a:lnTo>
                    <a:lnTo>
                      <a:pt x="378" y="6"/>
                    </a:lnTo>
                    <a:lnTo>
                      <a:pt x="393" y="10"/>
                    </a:lnTo>
                    <a:lnTo>
                      <a:pt x="402" y="10"/>
                    </a:lnTo>
                    <a:lnTo>
                      <a:pt x="420" y="10"/>
                    </a:lnTo>
                    <a:lnTo>
                      <a:pt x="427" y="25"/>
                    </a:lnTo>
                    <a:lnTo>
                      <a:pt x="439" y="27"/>
                    </a:lnTo>
                    <a:lnTo>
                      <a:pt x="450" y="37"/>
                    </a:lnTo>
                    <a:lnTo>
                      <a:pt x="458" y="46"/>
                    </a:lnTo>
                    <a:lnTo>
                      <a:pt x="470" y="50"/>
                    </a:lnTo>
                    <a:lnTo>
                      <a:pt x="479" y="69"/>
                    </a:lnTo>
                    <a:lnTo>
                      <a:pt x="472" y="100"/>
                    </a:lnTo>
                    <a:lnTo>
                      <a:pt x="479" y="123"/>
                    </a:lnTo>
                    <a:lnTo>
                      <a:pt x="472" y="139"/>
                    </a:lnTo>
                    <a:lnTo>
                      <a:pt x="472" y="156"/>
                    </a:lnTo>
                    <a:lnTo>
                      <a:pt x="464" y="164"/>
                    </a:lnTo>
                    <a:lnTo>
                      <a:pt x="464" y="181"/>
                    </a:lnTo>
                    <a:lnTo>
                      <a:pt x="466" y="190"/>
                    </a:lnTo>
                    <a:lnTo>
                      <a:pt x="460" y="204"/>
                    </a:lnTo>
                    <a:lnTo>
                      <a:pt x="454" y="217"/>
                    </a:lnTo>
                    <a:lnTo>
                      <a:pt x="449" y="227"/>
                    </a:lnTo>
                    <a:lnTo>
                      <a:pt x="439" y="235"/>
                    </a:lnTo>
                    <a:lnTo>
                      <a:pt x="433" y="246"/>
                    </a:lnTo>
                    <a:lnTo>
                      <a:pt x="439" y="261"/>
                    </a:lnTo>
                    <a:lnTo>
                      <a:pt x="452" y="265"/>
                    </a:lnTo>
                    <a:lnTo>
                      <a:pt x="460" y="279"/>
                    </a:lnTo>
                    <a:lnTo>
                      <a:pt x="472" y="286"/>
                    </a:lnTo>
                    <a:lnTo>
                      <a:pt x="481" y="302"/>
                    </a:lnTo>
                    <a:lnTo>
                      <a:pt x="495" y="311"/>
                    </a:lnTo>
                    <a:lnTo>
                      <a:pt x="498" y="321"/>
                    </a:lnTo>
                    <a:lnTo>
                      <a:pt x="500" y="334"/>
                    </a:lnTo>
                    <a:lnTo>
                      <a:pt x="510" y="336"/>
                    </a:lnTo>
                    <a:lnTo>
                      <a:pt x="516" y="348"/>
                    </a:lnTo>
                    <a:lnTo>
                      <a:pt x="518" y="354"/>
                    </a:lnTo>
                    <a:lnTo>
                      <a:pt x="525" y="357"/>
                    </a:lnTo>
                    <a:lnTo>
                      <a:pt x="539" y="357"/>
                    </a:lnTo>
                    <a:lnTo>
                      <a:pt x="541" y="369"/>
                    </a:lnTo>
                    <a:lnTo>
                      <a:pt x="558" y="369"/>
                    </a:lnTo>
                    <a:lnTo>
                      <a:pt x="587" y="369"/>
                    </a:lnTo>
                    <a:lnTo>
                      <a:pt x="587" y="386"/>
                    </a:lnTo>
                    <a:lnTo>
                      <a:pt x="585" y="407"/>
                    </a:lnTo>
                    <a:lnTo>
                      <a:pt x="573" y="415"/>
                    </a:lnTo>
                    <a:lnTo>
                      <a:pt x="560" y="419"/>
                    </a:lnTo>
                    <a:lnTo>
                      <a:pt x="554" y="432"/>
                    </a:lnTo>
                    <a:lnTo>
                      <a:pt x="539" y="434"/>
                    </a:lnTo>
                    <a:lnTo>
                      <a:pt x="537" y="449"/>
                    </a:lnTo>
                    <a:lnTo>
                      <a:pt x="535" y="467"/>
                    </a:lnTo>
                    <a:lnTo>
                      <a:pt x="529" y="476"/>
                    </a:lnTo>
                    <a:lnTo>
                      <a:pt x="516" y="484"/>
                    </a:lnTo>
                    <a:lnTo>
                      <a:pt x="506" y="496"/>
                    </a:lnTo>
                    <a:lnTo>
                      <a:pt x="520" y="503"/>
                    </a:lnTo>
                    <a:lnTo>
                      <a:pt x="525" y="517"/>
                    </a:lnTo>
                    <a:lnTo>
                      <a:pt x="535" y="520"/>
                    </a:lnTo>
                    <a:lnTo>
                      <a:pt x="537" y="532"/>
                    </a:lnTo>
                    <a:lnTo>
                      <a:pt x="546" y="540"/>
                    </a:lnTo>
                    <a:lnTo>
                      <a:pt x="554" y="549"/>
                    </a:lnTo>
                    <a:lnTo>
                      <a:pt x="556" y="555"/>
                    </a:lnTo>
                    <a:lnTo>
                      <a:pt x="571" y="555"/>
                    </a:lnTo>
                    <a:lnTo>
                      <a:pt x="573" y="567"/>
                    </a:lnTo>
                    <a:lnTo>
                      <a:pt x="566" y="572"/>
                    </a:lnTo>
                    <a:lnTo>
                      <a:pt x="564" y="588"/>
                    </a:lnTo>
                    <a:lnTo>
                      <a:pt x="573" y="605"/>
                    </a:lnTo>
                    <a:lnTo>
                      <a:pt x="583" y="615"/>
                    </a:lnTo>
                    <a:lnTo>
                      <a:pt x="587" y="628"/>
                    </a:lnTo>
                    <a:lnTo>
                      <a:pt x="596" y="639"/>
                    </a:lnTo>
                    <a:lnTo>
                      <a:pt x="604" y="647"/>
                    </a:lnTo>
                    <a:lnTo>
                      <a:pt x="615" y="649"/>
                    </a:lnTo>
                    <a:lnTo>
                      <a:pt x="633" y="649"/>
                    </a:lnTo>
                    <a:lnTo>
                      <a:pt x="633" y="655"/>
                    </a:lnTo>
                    <a:lnTo>
                      <a:pt x="646" y="661"/>
                    </a:lnTo>
                    <a:lnTo>
                      <a:pt x="652" y="661"/>
                    </a:lnTo>
                    <a:lnTo>
                      <a:pt x="661" y="674"/>
                    </a:lnTo>
                    <a:lnTo>
                      <a:pt x="661" y="676"/>
                    </a:lnTo>
                    <a:lnTo>
                      <a:pt x="663" y="674"/>
                    </a:lnTo>
                    <a:lnTo>
                      <a:pt x="644" y="686"/>
                    </a:lnTo>
                    <a:lnTo>
                      <a:pt x="627" y="697"/>
                    </a:lnTo>
                    <a:lnTo>
                      <a:pt x="612" y="697"/>
                    </a:lnTo>
                    <a:lnTo>
                      <a:pt x="602" y="709"/>
                    </a:lnTo>
                    <a:lnTo>
                      <a:pt x="598" y="724"/>
                    </a:lnTo>
                    <a:lnTo>
                      <a:pt x="600" y="739"/>
                    </a:lnTo>
                    <a:lnTo>
                      <a:pt x="589" y="751"/>
                    </a:lnTo>
                    <a:lnTo>
                      <a:pt x="573" y="758"/>
                    </a:lnTo>
                    <a:lnTo>
                      <a:pt x="566" y="774"/>
                    </a:lnTo>
                    <a:lnTo>
                      <a:pt x="562" y="791"/>
                    </a:lnTo>
                    <a:lnTo>
                      <a:pt x="562" y="806"/>
                    </a:lnTo>
                    <a:lnTo>
                      <a:pt x="581" y="818"/>
                    </a:lnTo>
                    <a:lnTo>
                      <a:pt x="602" y="810"/>
                    </a:lnTo>
                    <a:lnTo>
                      <a:pt x="614" y="814"/>
                    </a:lnTo>
                    <a:lnTo>
                      <a:pt x="615" y="826"/>
                    </a:lnTo>
                    <a:lnTo>
                      <a:pt x="604" y="837"/>
                    </a:lnTo>
                    <a:lnTo>
                      <a:pt x="589" y="837"/>
                    </a:lnTo>
                    <a:lnTo>
                      <a:pt x="583" y="847"/>
                    </a:lnTo>
                    <a:lnTo>
                      <a:pt x="594" y="858"/>
                    </a:lnTo>
                    <a:lnTo>
                      <a:pt x="604" y="868"/>
                    </a:lnTo>
                    <a:lnTo>
                      <a:pt x="598" y="877"/>
                    </a:lnTo>
                    <a:lnTo>
                      <a:pt x="583" y="879"/>
                    </a:lnTo>
                    <a:lnTo>
                      <a:pt x="581" y="897"/>
                    </a:lnTo>
                    <a:lnTo>
                      <a:pt x="587" y="914"/>
                    </a:lnTo>
                    <a:lnTo>
                      <a:pt x="596" y="927"/>
                    </a:lnTo>
                    <a:lnTo>
                      <a:pt x="594" y="948"/>
                    </a:lnTo>
                    <a:lnTo>
                      <a:pt x="583" y="954"/>
                    </a:lnTo>
                    <a:lnTo>
                      <a:pt x="583" y="968"/>
                    </a:lnTo>
                    <a:lnTo>
                      <a:pt x="589" y="979"/>
                    </a:lnTo>
                    <a:lnTo>
                      <a:pt x="602" y="987"/>
                    </a:lnTo>
                    <a:lnTo>
                      <a:pt x="602" y="1002"/>
                    </a:lnTo>
                    <a:lnTo>
                      <a:pt x="583" y="1014"/>
                    </a:lnTo>
                    <a:lnTo>
                      <a:pt x="581" y="1016"/>
                    </a:lnTo>
                    <a:lnTo>
                      <a:pt x="577" y="1014"/>
                    </a:lnTo>
                    <a:lnTo>
                      <a:pt x="564" y="1012"/>
                    </a:lnTo>
                    <a:lnTo>
                      <a:pt x="550" y="1018"/>
                    </a:lnTo>
                    <a:lnTo>
                      <a:pt x="537" y="1029"/>
                    </a:lnTo>
                    <a:lnTo>
                      <a:pt x="529" y="1043"/>
                    </a:lnTo>
                    <a:lnTo>
                      <a:pt x="512" y="1052"/>
                    </a:lnTo>
                    <a:lnTo>
                      <a:pt x="493" y="1052"/>
                    </a:lnTo>
                    <a:lnTo>
                      <a:pt x="483" y="1041"/>
                    </a:lnTo>
                    <a:lnTo>
                      <a:pt x="466" y="1054"/>
                    </a:lnTo>
                    <a:lnTo>
                      <a:pt x="452" y="1050"/>
                    </a:lnTo>
                    <a:lnTo>
                      <a:pt x="435" y="1041"/>
                    </a:lnTo>
                    <a:lnTo>
                      <a:pt x="420" y="1021"/>
                    </a:lnTo>
                    <a:lnTo>
                      <a:pt x="406" y="1014"/>
                    </a:lnTo>
                    <a:lnTo>
                      <a:pt x="404" y="1029"/>
                    </a:lnTo>
                    <a:lnTo>
                      <a:pt x="402" y="1048"/>
                    </a:lnTo>
                    <a:lnTo>
                      <a:pt x="385" y="1046"/>
                    </a:lnTo>
                    <a:lnTo>
                      <a:pt x="374" y="1033"/>
                    </a:lnTo>
                    <a:lnTo>
                      <a:pt x="358" y="1027"/>
                    </a:lnTo>
                    <a:lnTo>
                      <a:pt x="356" y="1008"/>
                    </a:lnTo>
                    <a:lnTo>
                      <a:pt x="339" y="1004"/>
                    </a:lnTo>
                    <a:lnTo>
                      <a:pt x="322" y="1006"/>
                    </a:lnTo>
                    <a:lnTo>
                      <a:pt x="307" y="1014"/>
                    </a:lnTo>
                    <a:lnTo>
                      <a:pt x="299" y="1029"/>
                    </a:lnTo>
                    <a:lnTo>
                      <a:pt x="282" y="1018"/>
                    </a:lnTo>
                    <a:lnTo>
                      <a:pt x="285" y="996"/>
                    </a:lnTo>
                    <a:lnTo>
                      <a:pt x="287" y="973"/>
                    </a:lnTo>
                    <a:lnTo>
                      <a:pt x="278" y="958"/>
                    </a:lnTo>
                    <a:lnTo>
                      <a:pt x="266" y="947"/>
                    </a:lnTo>
                    <a:lnTo>
                      <a:pt x="264" y="922"/>
                    </a:lnTo>
                    <a:lnTo>
                      <a:pt x="251" y="931"/>
                    </a:lnTo>
                    <a:lnTo>
                      <a:pt x="226" y="941"/>
                    </a:lnTo>
                    <a:lnTo>
                      <a:pt x="224" y="956"/>
                    </a:lnTo>
                    <a:lnTo>
                      <a:pt x="211" y="977"/>
                    </a:lnTo>
                    <a:close/>
                  </a:path>
                </a:pathLst>
              </a:custGeom>
              <a:grpFill/>
              <a:ln w="6350" cmpd="sng">
                <a:solidFill>
                  <a:schemeClr val="bg1"/>
                </a:solidFill>
                <a:round/>
                <a:headEnd/>
                <a:tailEnd/>
              </a:ln>
            </p:spPr>
            <p:txBody>
              <a:bodyPr/>
              <a:lstStyle/>
              <a:p>
                <a:endParaRPr lang="pt-BR"/>
              </a:p>
            </p:txBody>
          </p:sp>
          <p:sp>
            <p:nvSpPr>
              <p:cNvPr id="46" name="Freeform 27">
                <a:extLst>
                  <a:ext uri="{FF2B5EF4-FFF2-40B4-BE49-F238E27FC236}">
                    <a16:creationId xmlns:a16="http://schemas.microsoft.com/office/drawing/2014/main" id="{09B080BC-AB33-4A6C-A212-D37229A3847C}"/>
                  </a:ext>
                </a:extLst>
              </p:cNvPr>
              <p:cNvSpPr>
                <a:spLocks noChangeAspect="1"/>
              </p:cNvSpPr>
              <p:nvPr/>
            </p:nvSpPr>
            <p:spPr bwMode="auto">
              <a:xfrm>
                <a:off x="2502414" y="4128842"/>
                <a:ext cx="622999" cy="650332"/>
              </a:xfrm>
              <a:custGeom>
                <a:avLst/>
                <a:gdLst/>
                <a:ahLst/>
                <a:cxnLst>
                  <a:cxn ang="0">
                    <a:pos x="412" y="830"/>
                  </a:cxn>
                  <a:cxn ang="0">
                    <a:pos x="476" y="828"/>
                  </a:cxn>
                  <a:cxn ang="0">
                    <a:pos x="527" y="812"/>
                  </a:cxn>
                  <a:cxn ang="0">
                    <a:pos x="600" y="820"/>
                  </a:cxn>
                  <a:cxn ang="0">
                    <a:pos x="637" y="812"/>
                  </a:cxn>
                  <a:cxn ang="0">
                    <a:pos x="689" y="791"/>
                  </a:cxn>
                  <a:cxn ang="0">
                    <a:pos x="687" y="759"/>
                  </a:cxn>
                  <a:cxn ang="0">
                    <a:pos x="698" y="711"/>
                  </a:cxn>
                  <a:cxn ang="0">
                    <a:pos x="691" y="663"/>
                  </a:cxn>
                  <a:cxn ang="0">
                    <a:pos x="717" y="616"/>
                  </a:cxn>
                  <a:cxn ang="0">
                    <a:pos x="708" y="561"/>
                  </a:cxn>
                  <a:cxn ang="0">
                    <a:pos x="756" y="521"/>
                  </a:cxn>
                  <a:cxn ang="0">
                    <a:pos x="785" y="488"/>
                  </a:cxn>
                  <a:cxn ang="0">
                    <a:pos x="785" y="411"/>
                  </a:cxn>
                  <a:cxn ang="0">
                    <a:pos x="819" y="398"/>
                  </a:cxn>
                  <a:cxn ang="0">
                    <a:pos x="838" y="373"/>
                  </a:cxn>
                  <a:cxn ang="0">
                    <a:pos x="871" y="392"/>
                  </a:cxn>
                  <a:cxn ang="0">
                    <a:pos x="902" y="355"/>
                  </a:cxn>
                  <a:cxn ang="0">
                    <a:pos x="890" y="315"/>
                  </a:cxn>
                  <a:cxn ang="0">
                    <a:pos x="867" y="269"/>
                  </a:cxn>
                  <a:cxn ang="0">
                    <a:pos x="877" y="227"/>
                  </a:cxn>
                  <a:cxn ang="0">
                    <a:pos x="875" y="187"/>
                  </a:cxn>
                  <a:cxn ang="0">
                    <a:pos x="867" y="160"/>
                  </a:cxn>
                  <a:cxn ang="0">
                    <a:pos x="827" y="175"/>
                  </a:cxn>
                  <a:cxn ang="0">
                    <a:pos x="783" y="198"/>
                  </a:cxn>
                  <a:cxn ang="0">
                    <a:pos x="742" y="196"/>
                  </a:cxn>
                  <a:cxn ang="0">
                    <a:pos x="696" y="160"/>
                  </a:cxn>
                  <a:cxn ang="0">
                    <a:pos x="675" y="192"/>
                  </a:cxn>
                  <a:cxn ang="0">
                    <a:pos x="646" y="154"/>
                  </a:cxn>
                  <a:cxn ang="0">
                    <a:pos x="597" y="160"/>
                  </a:cxn>
                  <a:cxn ang="0">
                    <a:pos x="575" y="142"/>
                  </a:cxn>
                  <a:cxn ang="0">
                    <a:pos x="556" y="93"/>
                  </a:cxn>
                  <a:cxn ang="0">
                    <a:pos x="516" y="87"/>
                  </a:cxn>
                  <a:cxn ang="0">
                    <a:pos x="495" y="110"/>
                  </a:cxn>
                  <a:cxn ang="0">
                    <a:pos x="474" y="39"/>
                  </a:cxn>
                  <a:cxn ang="0">
                    <a:pos x="437" y="14"/>
                  </a:cxn>
                  <a:cxn ang="0">
                    <a:pos x="395" y="29"/>
                  </a:cxn>
                  <a:cxn ang="0">
                    <a:pos x="355" y="71"/>
                  </a:cxn>
                  <a:cxn ang="0">
                    <a:pos x="349" y="85"/>
                  </a:cxn>
                  <a:cxn ang="0">
                    <a:pos x="316" y="202"/>
                  </a:cxn>
                  <a:cxn ang="0">
                    <a:pos x="293" y="275"/>
                  </a:cxn>
                  <a:cxn ang="0">
                    <a:pos x="295" y="336"/>
                  </a:cxn>
                  <a:cxn ang="0">
                    <a:pos x="265" y="365"/>
                  </a:cxn>
                  <a:cxn ang="0">
                    <a:pos x="199" y="400"/>
                  </a:cxn>
                  <a:cxn ang="0">
                    <a:pos x="163" y="465"/>
                  </a:cxn>
                  <a:cxn ang="0">
                    <a:pos x="111" y="490"/>
                  </a:cxn>
                  <a:cxn ang="0">
                    <a:pos x="90" y="555"/>
                  </a:cxn>
                  <a:cxn ang="0">
                    <a:pos x="44" y="593"/>
                  </a:cxn>
                  <a:cxn ang="0">
                    <a:pos x="11" y="626"/>
                  </a:cxn>
                  <a:cxn ang="0">
                    <a:pos x="0" y="682"/>
                  </a:cxn>
                  <a:cxn ang="0">
                    <a:pos x="6" y="726"/>
                  </a:cxn>
                  <a:cxn ang="0">
                    <a:pos x="36" y="760"/>
                  </a:cxn>
                  <a:cxn ang="0">
                    <a:pos x="38" y="795"/>
                  </a:cxn>
                  <a:cxn ang="0">
                    <a:pos x="75" y="822"/>
                  </a:cxn>
                  <a:cxn ang="0">
                    <a:pos x="144" y="864"/>
                  </a:cxn>
                  <a:cxn ang="0">
                    <a:pos x="228" y="916"/>
                  </a:cxn>
                  <a:cxn ang="0">
                    <a:pos x="272" y="935"/>
                  </a:cxn>
                  <a:cxn ang="0">
                    <a:pos x="295" y="897"/>
                  </a:cxn>
                  <a:cxn ang="0">
                    <a:pos x="345" y="854"/>
                  </a:cxn>
                </a:cxnLst>
                <a:rect l="0" t="0" r="r" b="b"/>
                <a:pathLst>
                  <a:path w="902" h="941">
                    <a:moveTo>
                      <a:pt x="370" y="831"/>
                    </a:moveTo>
                    <a:lnTo>
                      <a:pt x="393" y="830"/>
                    </a:lnTo>
                    <a:lnTo>
                      <a:pt x="412" y="830"/>
                    </a:lnTo>
                    <a:lnTo>
                      <a:pt x="437" y="826"/>
                    </a:lnTo>
                    <a:lnTo>
                      <a:pt x="455" y="830"/>
                    </a:lnTo>
                    <a:lnTo>
                      <a:pt x="476" y="828"/>
                    </a:lnTo>
                    <a:lnTo>
                      <a:pt x="495" y="818"/>
                    </a:lnTo>
                    <a:lnTo>
                      <a:pt x="514" y="808"/>
                    </a:lnTo>
                    <a:lnTo>
                      <a:pt x="527" y="812"/>
                    </a:lnTo>
                    <a:lnTo>
                      <a:pt x="552" y="812"/>
                    </a:lnTo>
                    <a:lnTo>
                      <a:pt x="587" y="812"/>
                    </a:lnTo>
                    <a:lnTo>
                      <a:pt x="600" y="820"/>
                    </a:lnTo>
                    <a:lnTo>
                      <a:pt x="612" y="828"/>
                    </a:lnTo>
                    <a:lnTo>
                      <a:pt x="631" y="828"/>
                    </a:lnTo>
                    <a:lnTo>
                      <a:pt x="637" y="812"/>
                    </a:lnTo>
                    <a:lnTo>
                      <a:pt x="656" y="812"/>
                    </a:lnTo>
                    <a:lnTo>
                      <a:pt x="669" y="803"/>
                    </a:lnTo>
                    <a:lnTo>
                      <a:pt x="689" y="791"/>
                    </a:lnTo>
                    <a:lnTo>
                      <a:pt x="700" y="782"/>
                    </a:lnTo>
                    <a:lnTo>
                      <a:pt x="698" y="768"/>
                    </a:lnTo>
                    <a:lnTo>
                      <a:pt x="687" y="759"/>
                    </a:lnTo>
                    <a:lnTo>
                      <a:pt x="691" y="743"/>
                    </a:lnTo>
                    <a:lnTo>
                      <a:pt x="706" y="724"/>
                    </a:lnTo>
                    <a:lnTo>
                      <a:pt x="698" y="711"/>
                    </a:lnTo>
                    <a:lnTo>
                      <a:pt x="681" y="699"/>
                    </a:lnTo>
                    <a:lnTo>
                      <a:pt x="681" y="676"/>
                    </a:lnTo>
                    <a:lnTo>
                      <a:pt x="691" y="663"/>
                    </a:lnTo>
                    <a:lnTo>
                      <a:pt x="710" y="653"/>
                    </a:lnTo>
                    <a:lnTo>
                      <a:pt x="717" y="636"/>
                    </a:lnTo>
                    <a:lnTo>
                      <a:pt x="717" y="616"/>
                    </a:lnTo>
                    <a:lnTo>
                      <a:pt x="710" y="599"/>
                    </a:lnTo>
                    <a:lnTo>
                      <a:pt x="704" y="580"/>
                    </a:lnTo>
                    <a:lnTo>
                      <a:pt x="708" y="561"/>
                    </a:lnTo>
                    <a:lnTo>
                      <a:pt x="721" y="538"/>
                    </a:lnTo>
                    <a:lnTo>
                      <a:pt x="740" y="536"/>
                    </a:lnTo>
                    <a:lnTo>
                      <a:pt x="756" y="521"/>
                    </a:lnTo>
                    <a:lnTo>
                      <a:pt x="775" y="515"/>
                    </a:lnTo>
                    <a:lnTo>
                      <a:pt x="794" y="501"/>
                    </a:lnTo>
                    <a:lnTo>
                      <a:pt x="785" y="488"/>
                    </a:lnTo>
                    <a:lnTo>
                      <a:pt x="788" y="436"/>
                    </a:lnTo>
                    <a:lnTo>
                      <a:pt x="796" y="423"/>
                    </a:lnTo>
                    <a:lnTo>
                      <a:pt x="785" y="411"/>
                    </a:lnTo>
                    <a:lnTo>
                      <a:pt x="786" y="398"/>
                    </a:lnTo>
                    <a:lnTo>
                      <a:pt x="802" y="400"/>
                    </a:lnTo>
                    <a:lnTo>
                      <a:pt x="819" y="398"/>
                    </a:lnTo>
                    <a:lnTo>
                      <a:pt x="823" y="380"/>
                    </a:lnTo>
                    <a:lnTo>
                      <a:pt x="829" y="365"/>
                    </a:lnTo>
                    <a:lnTo>
                      <a:pt x="838" y="373"/>
                    </a:lnTo>
                    <a:lnTo>
                      <a:pt x="844" y="380"/>
                    </a:lnTo>
                    <a:lnTo>
                      <a:pt x="857" y="390"/>
                    </a:lnTo>
                    <a:lnTo>
                      <a:pt x="871" y="392"/>
                    </a:lnTo>
                    <a:lnTo>
                      <a:pt x="882" y="386"/>
                    </a:lnTo>
                    <a:lnTo>
                      <a:pt x="894" y="373"/>
                    </a:lnTo>
                    <a:lnTo>
                      <a:pt x="902" y="355"/>
                    </a:lnTo>
                    <a:lnTo>
                      <a:pt x="902" y="340"/>
                    </a:lnTo>
                    <a:lnTo>
                      <a:pt x="902" y="329"/>
                    </a:lnTo>
                    <a:lnTo>
                      <a:pt x="890" y="315"/>
                    </a:lnTo>
                    <a:lnTo>
                      <a:pt x="879" y="300"/>
                    </a:lnTo>
                    <a:lnTo>
                      <a:pt x="867" y="284"/>
                    </a:lnTo>
                    <a:lnTo>
                      <a:pt x="867" y="269"/>
                    </a:lnTo>
                    <a:lnTo>
                      <a:pt x="865" y="254"/>
                    </a:lnTo>
                    <a:lnTo>
                      <a:pt x="867" y="236"/>
                    </a:lnTo>
                    <a:lnTo>
                      <a:pt x="877" y="227"/>
                    </a:lnTo>
                    <a:lnTo>
                      <a:pt x="877" y="215"/>
                    </a:lnTo>
                    <a:lnTo>
                      <a:pt x="869" y="202"/>
                    </a:lnTo>
                    <a:lnTo>
                      <a:pt x="875" y="187"/>
                    </a:lnTo>
                    <a:lnTo>
                      <a:pt x="863" y="175"/>
                    </a:lnTo>
                    <a:lnTo>
                      <a:pt x="871" y="162"/>
                    </a:lnTo>
                    <a:lnTo>
                      <a:pt x="867" y="160"/>
                    </a:lnTo>
                    <a:lnTo>
                      <a:pt x="854" y="158"/>
                    </a:lnTo>
                    <a:lnTo>
                      <a:pt x="840" y="164"/>
                    </a:lnTo>
                    <a:lnTo>
                      <a:pt x="827" y="175"/>
                    </a:lnTo>
                    <a:lnTo>
                      <a:pt x="819" y="189"/>
                    </a:lnTo>
                    <a:lnTo>
                      <a:pt x="802" y="198"/>
                    </a:lnTo>
                    <a:lnTo>
                      <a:pt x="783" y="198"/>
                    </a:lnTo>
                    <a:lnTo>
                      <a:pt x="773" y="187"/>
                    </a:lnTo>
                    <a:lnTo>
                      <a:pt x="756" y="200"/>
                    </a:lnTo>
                    <a:lnTo>
                      <a:pt x="742" y="196"/>
                    </a:lnTo>
                    <a:lnTo>
                      <a:pt x="725" y="187"/>
                    </a:lnTo>
                    <a:lnTo>
                      <a:pt x="710" y="167"/>
                    </a:lnTo>
                    <a:lnTo>
                      <a:pt x="696" y="160"/>
                    </a:lnTo>
                    <a:lnTo>
                      <a:pt x="694" y="175"/>
                    </a:lnTo>
                    <a:lnTo>
                      <a:pt x="692" y="194"/>
                    </a:lnTo>
                    <a:lnTo>
                      <a:pt x="675" y="192"/>
                    </a:lnTo>
                    <a:lnTo>
                      <a:pt x="664" y="179"/>
                    </a:lnTo>
                    <a:lnTo>
                      <a:pt x="648" y="173"/>
                    </a:lnTo>
                    <a:lnTo>
                      <a:pt x="646" y="154"/>
                    </a:lnTo>
                    <a:lnTo>
                      <a:pt x="629" y="150"/>
                    </a:lnTo>
                    <a:lnTo>
                      <a:pt x="612" y="152"/>
                    </a:lnTo>
                    <a:lnTo>
                      <a:pt x="597" y="160"/>
                    </a:lnTo>
                    <a:lnTo>
                      <a:pt x="589" y="175"/>
                    </a:lnTo>
                    <a:lnTo>
                      <a:pt x="572" y="164"/>
                    </a:lnTo>
                    <a:lnTo>
                      <a:pt x="575" y="142"/>
                    </a:lnTo>
                    <a:lnTo>
                      <a:pt x="577" y="119"/>
                    </a:lnTo>
                    <a:lnTo>
                      <a:pt x="568" y="104"/>
                    </a:lnTo>
                    <a:lnTo>
                      <a:pt x="556" y="93"/>
                    </a:lnTo>
                    <a:lnTo>
                      <a:pt x="554" y="68"/>
                    </a:lnTo>
                    <a:lnTo>
                      <a:pt x="541" y="77"/>
                    </a:lnTo>
                    <a:lnTo>
                      <a:pt x="516" y="87"/>
                    </a:lnTo>
                    <a:lnTo>
                      <a:pt x="514" y="102"/>
                    </a:lnTo>
                    <a:lnTo>
                      <a:pt x="501" y="123"/>
                    </a:lnTo>
                    <a:lnTo>
                      <a:pt x="495" y="110"/>
                    </a:lnTo>
                    <a:lnTo>
                      <a:pt x="495" y="79"/>
                    </a:lnTo>
                    <a:lnTo>
                      <a:pt x="487" y="54"/>
                    </a:lnTo>
                    <a:lnTo>
                      <a:pt x="474" y="39"/>
                    </a:lnTo>
                    <a:lnTo>
                      <a:pt x="472" y="27"/>
                    </a:lnTo>
                    <a:lnTo>
                      <a:pt x="455" y="20"/>
                    </a:lnTo>
                    <a:lnTo>
                      <a:pt x="437" y="14"/>
                    </a:lnTo>
                    <a:lnTo>
                      <a:pt x="420" y="0"/>
                    </a:lnTo>
                    <a:lnTo>
                      <a:pt x="407" y="12"/>
                    </a:lnTo>
                    <a:lnTo>
                      <a:pt x="395" y="29"/>
                    </a:lnTo>
                    <a:lnTo>
                      <a:pt x="380" y="37"/>
                    </a:lnTo>
                    <a:lnTo>
                      <a:pt x="372" y="58"/>
                    </a:lnTo>
                    <a:lnTo>
                      <a:pt x="355" y="71"/>
                    </a:lnTo>
                    <a:lnTo>
                      <a:pt x="347" y="71"/>
                    </a:lnTo>
                    <a:lnTo>
                      <a:pt x="347" y="66"/>
                    </a:lnTo>
                    <a:lnTo>
                      <a:pt x="349" y="85"/>
                    </a:lnTo>
                    <a:lnTo>
                      <a:pt x="338" y="137"/>
                    </a:lnTo>
                    <a:lnTo>
                      <a:pt x="328" y="167"/>
                    </a:lnTo>
                    <a:lnTo>
                      <a:pt x="316" y="202"/>
                    </a:lnTo>
                    <a:lnTo>
                      <a:pt x="299" y="227"/>
                    </a:lnTo>
                    <a:lnTo>
                      <a:pt x="299" y="256"/>
                    </a:lnTo>
                    <a:lnTo>
                      <a:pt x="293" y="275"/>
                    </a:lnTo>
                    <a:lnTo>
                      <a:pt x="293" y="300"/>
                    </a:lnTo>
                    <a:lnTo>
                      <a:pt x="295" y="321"/>
                    </a:lnTo>
                    <a:lnTo>
                      <a:pt x="295" y="336"/>
                    </a:lnTo>
                    <a:lnTo>
                      <a:pt x="278" y="338"/>
                    </a:lnTo>
                    <a:lnTo>
                      <a:pt x="265" y="348"/>
                    </a:lnTo>
                    <a:lnTo>
                      <a:pt x="265" y="365"/>
                    </a:lnTo>
                    <a:lnTo>
                      <a:pt x="238" y="365"/>
                    </a:lnTo>
                    <a:lnTo>
                      <a:pt x="213" y="379"/>
                    </a:lnTo>
                    <a:lnTo>
                      <a:pt x="199" y="400"/>
                    </a:lnTo>
                    <a:lnTo>
                      <a:pt x="194" y="428"/>
                    </a:lnTo>
                    <a:lnTo>
                      <a:pt x="182" y="450"/>
                    </a:lnTo>
                    <a:lnTo>
                      <a:pt x="163" y="465"/>
                    </a:lnTo>
                    <a:lnTo>
                      <a:pt x="148" y="469"/>
                    </a:lnTo>
                    <a:lnTo>
                      <a:pt x="126" y="474"/>
                    </a:lnTo>
                    <a:lnTo>
                      <a:pt x="111" y="490"/>
                    </a:lnTo>
                    <a:lnTo>
                      <a:pt x="92" y="513"/>
                    </a:lnTo>
                    <a:lnTo>
                      <a:pt x="90" y="536"/>
                    </a:lnTo>
                    <a:lnTo>
                      <a:pt x="90" y="555"/>
                    </a:lnTo>
                    <a:lnTo>
                      <a:pt x="73" y="557"/>
                    </a:lnTo>
                    <a:lnTo>
                      <a:pt x="63" y="576"/>
                    </a:lnTo>
                    <a:lnTo>
                      <a:pt x="44" y="593"/>
                    </a:lnTo>
                    <a:lnTo>
                      <a:pt x="38" y="613"/>
                    </a:lnTo>
                    <a:lnTo>
                      <a:pt x="23" y="613"/>
                    </a:lnTo>
                    <a:lnTo>
                      <a:pt x="11" y="626"/>
                    </a:lnTo>
                    <a:lnTo>
                      <a:pt x="6" y="647"/>
                    </a:lnTo>
                    <a:lnTo>
                      <a:pt x="0" y="663"/>
                    </a:lnTo>
                    <a:lnTo>
                      <a:pt x="0" y="682"/>
                    </a:lnTo>
                    <a:lnTo>
                      <a:pt x="6" y="707"/>
                    </a:lnTo>
                    <a:lnTo>
                      <a:pt x="4" y="722"/>
                    </a:lnTo>
                    <a:lnTo>
                      <a:pt x="6" y="726"/>
                    </a:lnTo>
                    <a:lnTo>
                      <a:pt x="11" y="735"/>
                    </a:lnTo>
                    <a:lnTo>
                      <a:pt x="11" y="757"/>
                    </a:lnTo>
                    <a:lnTo>
                      <a:pt x="36" y="760"/>
                    </a:lnTo>
                    <a:lnTo>
                      <a:pt x="57" y="768"/>
                    </a:lnTo>
                    <a:lnTo>
                      <a:pt x="54" y="783"/>
                    </a:lnTo>
                    <a:lnTo>
                      <a:pt x="38" y="795"/>
                    </a:lnTo>
                    <a:lnTo>
                      <a:pt x="40" y="814"/>
                    </a:lnTo>
                    <a:lnTo>
                      <a:pt x="63" y="814"/>
                    </a:lnTo>
                    <a:lnTo>
                      <a:pt x="75" y="822"/>
                    </a:lnTo>
                    <a:lnTo>
                      <a:pt x="105" y="831"/>
                    </a:lnTo>
                    <a:lnTo>
                      <a:pt x="130" y="853"/>
                    </a:lnTo>
                    <a:lnTo>
                      <a:pt x="144" y="864"/>
                    </a:lnTo>
                    <a:lnTo>
                      <a:pt x="169" y="889"/>
                    </a:lnTo>
                    <a:lnTo>
                      <a:pt x="194" y="899"/>
                    </a:lnTo>
                    <a:lnTo>
                      <a:pt x="228" y="916"/>
                    </a:lnTo>
                    <a:lnTo>
                      <a:pt x="245" y="924"/>
                    </a:lnTo>
                    <a:lnTo>
                      <a:pt x="261" y="941"/>
                    </a:lnTo>
                    <a:lnTo>
                      <a:pt x="272" y="935"/>
                    </a:lnTo>
                    <a:lnTo>
                      <a:pt x="282" y="927"/>
                    </a:lnTo>
                    <a:lnTo>
                      <a:pt x="286" y="908"/>
                    </a:lnTo>
                    <a:lnTo>
                      <a:pt x="295" y="897"/>
                    </a:lnTo>
                    <a:lnTo>
                      <a:pt x="315" y="881"/>
                    </a:lnTo>
                    <a:lnTo>
                      <a:pt x="330" y="866"/>
                    </a:lnTo>
                    <a:lnTo>
                      <a:pt x="345" y="854"/>
                    </a:lnTo>
                    <a:lnTo>
                      <a:pt x="357" y="841"/>
                    </a:lnTo>
                    <a:lnTo>
                      <a:pt x="370" y="831"/>
                    </a:lnTo>
                    <a:close/>
                  </a:path>
                </a:pathLst>
              </a:custGeom>
              <a:grpFill/>
              <a:ln w="6350" cmpd="sng">
                <a:solidFill>
                  <a:schemeClr val="bg1"/>
                </a:solidFill>
                <a:round/>
                <a:headEnd/>
                <a:tailEnd/>
              </a:ln>
            </p:spPr>
            <p:txBody>
              <a:bodyPr/>
              <a:lstStyle/>
              <a:p>
                <a:endParaRPr lang="pt-BR"/>
              </a:p>
            </p:txBody>
          </p:sp>
          <p:sp>
            <p:nvSpPr>
              <p:cNvPr id="47" name="Freeform 28">
                <a:extLst>
                  <a:ext uri="{FF2B5EF4-FFF2-40B4-BE49-F238E27FC236}">
                    <a16:creationId xmlns:a16="http://schemas.microsoft.com/office/drawing/2014/main" id="{B9AF9238-E914-4B7B-C65D-935699338C7E}"/>
                  </a:ext>
                </a:extLst>
              </p:cNvPr>
              <p:cNvSpPr>
                <a:spLocks noChangeAspect="1"/>
              </p:cNvSpPr>
              <p:nvPr/>
            </p:nvSpPr>
            <p:spPr bwMode="auto">
              <a:xfrm>
                <a:off x="2676617" y="4356114"/>
                <a:ext cx="932037" cy="745766"/>
              </a:xfrm>
              <a:custGeom>
                <a:avLst/>
                <a:gdLst/>
                <a:ahLst/>
                <a:cxnLst>
                  <a:cxn ang="0">
                    <a:pos x="735" y="1003"/>
                  </a:cxn>
                  <a:cxn ang="0">
                    <a:pos x="785" y="988"/>
                  </a:cxn>
                  <a:cxn ang="0">
                    <a:pos x="833" y="998"/>
                  </a:cxn>
                  <a:cxn ang="0">
                    <a:pos x="871" y="994"/>
                  </a:cxn>
                  <a:cxn ang="0">
                    <a:pos x="919" y="986"/>
                  </a:cxn>
                  <a:cxn ang="0">
                    <a:pos x="965" y="955"/>
                  </a:cxn>
                  <a:cxn ang="0">
                    <a:pos x="1002" y="927"/>
                  </a:cxn>
                  <a:cxn ang="0">
                    <a:pos x="1023" y="877"/>
                  </a:cxn>
                  <a:cxn ang="0">
                    <a:pos x="1065" y="850"/>
                  </a:cxn>
                  <a:cxn ang="0">
                    <a:pos x="1069" y="800"/>
                  </a:cxn>
                  <a:cxn ang="0">
                    <a:pos x="1130" y="765"/>
                  </a:cxn>
                  <a:cxn ang="0">
                    <a:pos x="1184" y="714"/>
                  </a:cxn>
                  <a:cxn ang="0">
                    <a:pos x="1188" y="658"/>
                  </a:cxn>
                  <a:cxn ang="0">
                    <a:pos x="1192" y="598"/>
                  </a:cxn>
                  <a:cxn ang="0">
                    <a:pos x="1176" y="554"/>
                  </a:cxn>
                  <a:cxn ang="0">
                    <a:pos x="1205" y="514"/>
                  </a:cxn>
                  <a:cxn ang="0">
                    <a:pos x="1276" y="512"/>
                  </a:cxn>
                  <a:cxn ang="0">
                    <a:pos x="1263" y="468"/>
                  </a:cxn>
                  <a:cxn ang="0">
                    <a:pos x="1253" y="397"/>
                  </a:cxn>
                  <a:cxn ang="0">
                    <a:pos x="1288" y="345"/>
                  </a:cxn>
                  <a:cxn ang="0">
                    <a:pos x="1349" y="293"/>
                  </a:cxn>
                  <a:cxn ang="0">
                    <a:pos x="1305" y="232"/>
                  </a:cxn>
                  <a:cxn ang="0">
                    <a:pos x="1218" y="222"/>
                  </a:cxn>
                  <a:cxn ang="0">
                    <a:pos x="1163" y="182"/>
                  </a:cxn>
                  <a:cxn ang="0">
                    <a:pos x="1117" y="140"/>
                  </a:cxn>
                  <a:cxn ang="0">
                    <a:pos x="1057" y="113"/>
                  </a:cxn>
                  <a:cxn ang="0">
                    <a:pos x="1015" y="86"/>
                  </a:cxn>
                  <a:cxn ang="0">
                    <a:pos x="888" y="53"/>
                  </a:cxn>
                  <a:cxn ang="0">
                    <a:pos x="810" y="5"/>
                  </a:cxn>
                  <a:cxn ang="0">
                    <a:pos x="735" y="42"/>
                  </a:cxn>
                  <a:cxn ang="0">
                    <a:pos x="658" y="90"/>
                  </a:cxn>
                  <a:cxn ang="0">
                    <a:pos x="618" y="63"/>
                  </a:cxn>
                  <a:cxn ang="0">
                    <a:pos x="570" y="51"/>
                  </a:cxn>
                  <a:cxn ang="0">
                    <a:pos x="543" y="94"/>
                  </a:cxn>
                  <a:cxn ang="0">
                    <a:pos x="503" y="192"/>
                  </a:cxn>
                  <a:cxn ang="0">
                    <a:pos x="457" y="270"/>
                  </a:cxn>
                  <a:cxn ang="0">
                    <a:pos x="428" y="347"/>
                  </a:cxn>
                  <a:cxn ang="0">
                    <a:pos x="434" y="430"/>
                  </a:cxn>
                  <a:cxn ang="0">
                    <a:pos x="403" y="483"/>
                  </a:cxn>
                  <a:cxn ang="0">
                    <a:pos x="334" y="483"/>
                  </a:cxn>
                  <a:cxn ang="0">
                    <a:pos x="223" y="499"/>
                  </a:cxn>
                  <a:cxn ang="0">
                    <a:pos x="117" y="502"/>
                  </a:cxn>
                  <a:cxn ang="0">
                    <a:pos x="42" y="568"/>
                  </a:cxn>
                  <a:cxn ang="0">
                    <a:pos x="0" y="625"/>
                  </a:cxn>
                  <a:cxn ang="0">
                    <a:pos x="48" y="652"/>
                  </a:cxn>
                  <a:cxn ang="0">
                    <a:pos x="106" y="666"/>
                  </a:cxn>
                  <a:cxn ang="0">
                    <a:pos x="167" y="671"/>
                  </a:cxn>
                  <a:cxn ang="0">
                    <a:pos x="200" y="698"/>
                  </a:cxn>
                  <a:cxn ang="0">
                    <a:pos x="273" y="704"/>
                  </a:cxn>
                  <a:cxn ang="0">
                    <a:pos x="351" y="706"/>
                  </a:cxn>
                  <a:cxn ang="0">
                    <a:pos x="405" y="692"/>
                  </a:cxn>
                  <a:cxn ang="0">
                    <a:pos x="451" y="742"/>
                  </a:cxn>
                  <a:cxn ang="0">
                    <a:pos x="449" y="810"/>
                  </a:cxn>
                  <a:cxn ang="0">
                    <a:pos x="472" y="846"/>
                  </a:cxn>
                  <a:cxn ang="0">
                    <a:pos x="528" y="871"/>
                  </a:cxn>
                  <a:cxn ang="0">
                    <a:pos x="505" y="925"/>
                  </a:cxn>
                  <a:cxn ang="0">
                    <a:pos x="518" y="1007"/>
                  </a:cxn>
                  <a:cxn ang="0">
                    <a:pos x="524" y="1044"/>
                  </a:cxn>
                  <a:cxn ang="0">
                    <a:pos x="580" y="1074"/>
                  </a:cxn>
                  <a:cxn ang="0">
                    <a:pos x="647" y="1044"/>
                  </a:cxn>
                </a:cxnLst>
                <a:rect l="0" t="0" r="r" b="b"/>
                <a:pathLst>
                  <a:path w="1349" h="1080">
                    <a:moveTo>
                      <a:pt x="698" y="1021"/>
                    </a:moveTo>
                    <a:lnTo>
                      <a:pt x="704" y="1015"/>
                    </a:lnTo>
                    <a:lnTo>
                      <a:pt x="716" y="1011"/>
                    </a:lnTo>
                    <a:lnTo>
                      <a:pt x="723" y="1003"/>
                    </a:lnTo>
                    <a:lnTo>
                      <a:pt x="735" y="1003"/>
                    </a:lnTo>
                    <a:lnTo>
                      <a:pt x="746" y="1003"/>
                    </a:lnTo>
                    <a:lnTo>
                      <a:pt x="760" y="1001"/>
                    </a:lnTo>
                    <a:lnTo>
                      <a:pt x="771" y="998"/>
                    </a:lnTo>
                    <a:lnTo>
                      <a:pt x="779" y="994"/>
                    </a:lnTo>
                    <a:lnTo>
                      <a:pt x="785" y="988"/>
                    </a:lnTo>
                    <a:lnTo>
                      <a:pt x="800" y="988"/>
                    </a:lnTo>
                    <a:lnTo>
                      <a:pt x="810" y="990"/>
                    </a:lnTo>
                    <a:lnTo>
                      <a:pt x="817" y="996"/>
                    </a:lnTo>
                    <a:lnTo>
                      <a:pt x="827" y="998"/>
                    </a:lnTo>
                    <a:lnTo>
                      <a:pt x="833" y="998"/>
                    </a:lnTo>
                    <a:lnTo>
                      <a:pt x="833" y="986"/>
                    </a:lnTo>
                    <a:lnTo>
                      <a:pt x="844" y="986"/>
                    </a:lnTo>
                    <a:lnTo>
                      <a:pt x="854" y="984"/>
                    </a:lnTo>
                    <a:lnTo>
                      <a:pt x="865" y="988"/>
                    </a:lnTo>
                    <a:lnTo>
                      <a:pt x="871" y="994"/>
                    </a:lnTo>
                    <a:lnTo>
                      <a:pt x="883" y="996"/>
                    </a:lnTo>
                    <a:lnTo>
                      <a:pt x="898" y="994"/>
                    </a:lnTo>
                    <a:lnTo>
                      <a:pt x="898" y="986"/>
                    </a:lnTo>
                    <a:lnTo>
                      <a:pt x="910" y="986"/>
                    </a:lnTo>
                    <a:lnTo>
                      <a:pt x="919" y="986"/>
                    </a:lnTo>
                    <a:lnTo>
                      <a:pt x="931" y="978"/>
                    </a:lnTo>
                    <a:lnTo>
                      <a:pt x="944" y="976"/>
                    </a:lnTo>
                    <a:lnTo>
                      <a:pt x="946" y="967"/>
                    </a:lnTo>
                    <a:lnTo>
                      <a:pt x="954" y="963"/>
                    </a:lnTo>
                    <a:lnTo>
                      <a:pt x="965" y="955"/>
                    </a:lnTo>
                    <a:lnTo>
                      <a:pt x="973" y="953"/>
                    </a:lnTo>
                    <a:lnTo>
                      <a:pt x="986" y="953"/>
                    </a:lnTo>
                    <a:lnTo>
                      <a:pt x="998" y="950"/>
                    </a:lnTo>
                    <a:lnTo>
                      <a:pt x="998" y="938"/>
                    </a:lnTo>
                    <a:lnTo>
                      <a:pt x="1002" y="927"/>
                    </a:lnTo>
                    <a:lnTo>
                      <a:pt x="1009" y="921"/>
                    </a:lnTo>
                    <a:lnTo>
                      <a:pt x="1011" y="909"/>
                    </a:lnTo>
                    <a:lnTo>
                      <a:pt x="1015" y="900"/>
                    </a:lnTo>
                    <a:lnTo>
                      <a:pt x="1023" y="894"/>
                    </a:lnTo>
                    <a:lnTo>
                      <a:pt x="1023" y="877"/>
                    </a:lnTo>
                    <a:lnTo>
                      <a:pt x="1030" y="871"/>
                    </a:lnTo>
                    <a:lnTo>
                      <a:pt x="1038" y="863"/>
                    </a:lnTo>
                    <a:lnTo>
                      <a:pt x="1046" y="856"/>
                    </a:lnTo>
                    <a:lnTo>
                      <a:pt x="1055" y="848"/>
                    </a:lnTo>
                    <a:lnTo>
                      <a:pt x="1065" y="850"/>
                    </a:lnTo>
                    <a:lnTo>
                      <a:pt x="1057" y="848"/>
                    </a:lnTo>
                    <a:lnTo>
                      <a:pt x="1059" y="844"/>
                    </a:lnTo>
                    <a:lnTo>
                      <a:pt x="1063" y="829"/>
                    </a:lnTo>
                    <a:lnTo>
                      <a:pt x="1069" y="815"/>
                    </a:lnTo>
                    <a:lnTo>
                      <a:pt x="1069" y="800"/>
                    </a:lnTo>
                    <a:lnTo>
                      <a:pt x="1078" y="790"/>
                    </a:lnTo>
                    <a:lnTo>
                      <a:pt x="1086" y="781"/>
                    </a:lnTo>
                    <a:lnTo>
                      <a:pt x="1103" y="781"/>
                    </a:lnTo>
                    <a:lnTo>
                      <a:pt x="1119" y="777"/>
                    </a:lnTo>
                    <a:lnTo>
                      <a:pt x="1130" y="765"/>
                    </a:lnTo>
                    <a:lnTo>
                      <a:pt x="1142" y="752"/>
                    </a:lnTo>
                    <a:lnTo>
                      <a:pt x="1149" y="740"/>
                    </a:lnTo>
                    <a:lnTo>
                      <a:pt x="1161" y="727"/>
                    </a:lnTo>
                    <a:lnTo>
                      <a:pt x="1178" y="727"/>
                    </a:lnTo>
                    <a:lnTo>
                      <a:pt x="1184" y="714"/>
                    </a:lnTo>
                    <a:lnTo>
                      <a:pt x="1184" y="702"/>
                    </a:lnTo>
                    <a:lnTo>
                      <a:pt x="1197" y="696"/>
                    </a:lnTo>
                    <a:lnTo>
                      <a:pt x="1197" y="679"/>
                    </a:lnTo>
                    <a:lnTo>
                      <a:pt x="1190" y="667"/>
                    </a:lnTo>
                    <a:lnTo>
                      <a:pt x="1188" y="658"/>
                    </a:lnTo>
                    <a:lnTo>
                      <a:pt x="1172" y="646"/>
                    </a:lnTo>
                    <a:lnTo>
                      <a:pt x="1174" y="633"/>
                    </a:lnTo>
                    <a:lnTo>
                      <a:pt x="1182" y="623"/>
                    </a:lnTo>
                    <a:lnTo>
                      <a:pt x="1192" y="620"/>
                    </a:lnTo>
                    <a:lnTo>
                      <a:pt x="1192" y="598"/>
                    </a:lnTo>
                    <a:lnTo>
                      <a:pt x="1180" y="591"/>
                    </a:lnTo>
                    <a:lnTo>
                      <a:pt x="1180" y="579"/>
                    </a:lnTo>
                    <a:lnTo>
                      <a:pt x="1167" y="573"/>
                    </a:lnTo>
                    <a:lnTo>
                      <a:pt x="1167" y="560"/>
                    </a:lnTo>
                    <a:lnTo>
                      <a:pt x="1176" y="554"/>
                    </a:lnTo>
                    <a:lnTo>
                      <a:pt x="1176" y="539"/>
                    </a:lnTo>
                    <a:lnTo>
                      <a:pt x="1188" y="531"/>
                    </a:lnTo>
                    <a:lnTo>
                      <a:pt x="1199" y="531"/>
                    </a:lnTo>
                    <a:lnTo>
                      <a:pt x="1199" y="520"/>
                    </a:lnTo>
                    <a:lnTo>
                      <a:pt x="1205" y="514"/>
                    </a:lnTo>
                    <a:lnTo>
                      <a:pt x="1226" y="514"/>
                    </a:lnTo>
                    <a:lnTo>
                      <a:pt x="1249" y="516"/>
                    </a:lnTo>
                    <a:lnTo>
                      <a:pt x="1268" y="510"/>
                    </a:lnTo>
                    <a:lnTo>
                      <a:pt x="1282" y="514"/>
                    </a:lnTo>
                    <a:lnTo>
                      <a:pt x="1276" y="512"/>
                    </a:lnTo>
                    <a:lnTo>
                      <a:pt x="1282" y="508"/>
                    </a:lnTo>
                    <a:lnTo>
                      <a:pt x="1284" y="497"/>
                    </a:lnTo>
                    <a:lnTo>
                      <a:pt x="1282" y="481"/>
                    </a:lnTo>
                    <a:lnTo>
                      <a:pt x="1270" y="479"/>
                    </a:lnTo>
                    <a:lnTo>
                      <a:pt x="1263" y="468"/>
                    </a:lnTo>
                    <a:lnTo>
                      <a:pt x="1263" y="454"/>
                    </a:lnTo>
                    <a:lnTo>
                      <a:pt x="1245" y="449"/>
                    </a:lnTo>
                    <a:lnTo>
                      <a:pt x="1243" y="430"/>
                    </a:lnTo>
                    <a:lnTo>
                      <a:pt x="1245" y="412"/>
                    </a:lnTo>
                    <a:lnTo>
                      <a:pt x="1253" y="397"/>
                    </a:lnTo>
                    <a:lnTo>
                      <a:pt x="1253" y="385"/>
                    </a:lnTo>
                    <a:lnTo>
                      <a:pt x="1266" y="387"/>
                    </a:lnTo>
                    <a:lnTo>
                      <a:pt x="1289" y="387"/>
                    </a:lnTo>
                    <a:lnTo>
                      <a:pt x="1286" y="372"/>
                    </a:lnTo>
                    <a:lnTo>
                      <a:pt x="1288" y="345"/>
                    </a:lnTo>
                    <a:lnTo>
                      <a:pt x="1307" y="345"/>
                    </a:lnTo>
                    <a:lnTo>
                      <a:pt x="1316" y="328"/>
                    </a:lnTo>
                    <a:lnTo>
                      <a:pt x="1322" y="316"/>
                    </a:lnTo>
                    <a:lnTo>
                      <a:pt x="1335" y="305"/>
                    </a:lnTo>
                    <a:lnTo>
                      <a:pt x="1349" y="293"/>
                    </a:lnTo>
                    <a:lnTo>
                      <a:pt x="1349" y="272"/>
                    </a:lnTo>
                    <a:lnTo>
                      <a:pt x="1339" y="268"/>
                    </a:lnTo>
                    <a:lnTo>
                      <a:pt x="1320" y="259"/>
                    </a:lnTo>
                    <a:lnTo>
                      <a:pt x="1305" y="243"/>
                    </a:lnTo>
                    <a:lnTo>
                      <a:pt x="1305" y="232"/>
                    </a:lnTo>
                    <a:lnTo>
                      <a:pt x="1282" y="232"/>
                    </a:lnTo>
                    <a:lnTo>
                      <a:pt x="1261" y="236"/>
                    </a:lnTo>
                    <a:lnTo>
                      <a:pt x="1249" y="226"/>
                    </a:lnTo>
                    <a:lnTo>
                      <a:pt x="1236" y="216"/>
                    </a:lnTo>
                    <a:lnTo>
                      <a:pt x="1218" y="222"/>
                    </a:lnTo>
                    <a:lnTo>
                      <a:pt x="1199" y="222"/>
                    </a:lnTo>
                    <a:lnTo>
                      <a:pt x="1186" y="222"/>
                    </a:lnTo>
                    <a:lnTo>
                      <a:pt x="1182" y="209"/>
                    </a:lnTo>
                    <a:lnTo>
                      <a:pt x="1176" y="193"/>
                    </a:lnTo>
                    <a:lnTo>
                      <a:pt x="1163" y="182"/>
                    </a:lnTo>
                    <a:lnTo>
                      <a:pt x="1159" y="167"/>
                    </a:lnTo>
                    <a:lnTo>
                      <a:pt x="1147" y="161"/>
                    </a:lnTo>
                    <a:lnTo>
                      <a:pt x="1146" y="151"/>
                    </a:lnTo>
                    <a:lnTo>
                      <a:pt x="1132" y="138"/>
                    </a:lnTo>
                    <a:lnTo>
                      <a:pt x="1117" y="140"/>
                    </a:lnTo>
                    <a:lnTo>
                      <a:pt x="1103" y="142"/>
                    </a:lnTo>
                    <a:lnTo>
                      <a:pt x="1088" y="130"/>
                    </a:lnTo>
                    <a:lnTo>
                      <a:pt x="1076" y="132"/>
                    </a:lnTo>
                    <a:lnTo>
                      <a:pt x="1063" y="126"/>
                    </a:lnTo>
                    <a:lnTo>
                      <a:pt x="1057" y="113"/>
                    </a:lnTo>
                    <a:lnTo>
                      <a:pt x="1048" y="111"/>
                    </a:lnTo>
                    <a:lnTo>
                      <a:pt x="1048" y="101"/>
                    </a:lnTo>
                    <a:lnTo>
                      <a:pt x="1038" y="96"/>
                    </a:lnTo>
                    <a:lnTo>
                      <a:pt x="1027" y="94"/>
                    </a:lnTo>
                    <a:lnTo>
                      <a:pt x="1015" y="86"/>
                    </a:lnTo>
                    <a:lnTo>
                      <a:pt x="1007" y="78"/>
                    </a:lnTo>
                    <a:lnTo>
                      <a:pt x="1007" y="69"/>
                    </a:lnTo>
                    <a:lnTo>
                      <a:pt x="981" y="69"/>
                    </a:lnTo>
                    <a:lnTo>
                      <a:pt x="890" y="69"/>
                    </a:lnTo>
                    <a:lnTo>
                      <a:pt x="888" y="53"/>
                    </a:lnTo>
                    <a:lnTo>
                      <a:pt x="890" y="32"/>
                    </a:lnTo>
                    <a:lnTo>
                      <a:pt x="898" y="17"/>
                    </a:lnTo>
                    <a:lnTo>
                      <a:pt x="902" y="5"/>
                    </a:lnTo>
                    <a:lnTo>
                      <a:pt x="823" y="0"/>
                    </a:lnTo>
                    <a:lnTo>
                      <a:pt x="810" y="5"/>
                    </a:lnTo>
                    <a:lnTo>
                      <a:pt x="796" y="5"/>
                    </a:lnTo>
                    <a:lnTo>
                      <a:pt x="785" y="15"/>
                    </a:lnTo>
                    <a:lnTo>
                      <a:pt x="783" y="25"/>
                    </a:lnTo>
                    <a:lnTo>
                      <a:pt x="760" y="38"/>
                    </a:lnTo>
                    <a:lnTo>
                      <a:pt x="735" y="42"/>
                    </a:lnTo>
                    <a:lnTo>
                      <a:pt x="727" y="51"/>
                    </a:lnTo>
                    <a:lnTo>
                      <a:pt x="708" y="57"/>
                    </a:lnTo>
                    <a:lnTo>
                      <a:pt x="695" y="76"/>
                    </a:lnTo>
                    <a:lnTo>
                      <a:pt x="674" y="82"/>
                    </a:lnTo>
                    <a:lnTo>
                      <a:pt x="658" y="90"/>
                    </a:lnTo>
                    <a:lnTo>
                      <a:pt x="639" y="94"/>
                    </a:lnTo>
                    <a:lnTo>
                      <a:pt x="624" y="94"/>
                    </a:lnTo>
                    <a:lnTo>
                      <a:pt x="616" y="80"/>
                    </a:lnTo>
                    <a:lnTo>
                      <a:pt x="616" y="63"/>
                    </a:lnTo>
                    <a:lnTo>
                      <a:pt x="618" y="63"/>
                    </a:lnTo>
                    <a:lnTo>
                      <a:pt x="604" y="61"/>
                    </a:lnTo>
                    <a:lnTo>
                      <a:pt x="591" y="51"/>
                    </a:lnTo>
                    <a:lnTo>
                      <a:pt x="585" y="44"/>
                    </a:lnTo>
                    <a:lnTo>
                      <a:pt x="576" y="36"/>
                    </a:lnTo>
                    <a:lnTo>
                      <a:pt x="570" y="51"/>
                    </a:lnTo>
                    <a:lnTo>
                      <a:pt x="566" y="69"/>
                    </a:lnTo>
                    <a:lnTo>
                      <a:pt x="549" y="71"/>
                    </a:lnTo>
                    <a:lnTo>
                      <a:pt x="533" y="69"/>
                    </a:lnTo>
                    <a:lnTo>
                      <a:pt x="532" y="82"/>
                    </a:lnTo>
                    <a:lnTo>
                      <a:pt x="543" y="94"/>
                    </a:lnTo>
                    <a:lnTo>
                      <a:pt x="535" y="107"/>
                    </a:lnTo>
                    <a:lnTo>
                      <a:pt x="532" y="159"/>
                    </a:lnTo>
                    <a:lnTo>
                      <a:pt x="541" y="172"/>
                    </a:lnTo>
                    <a:lnTo>
                      <a:pt x="522" y="186"/>
                    </a:lnTo>
                    <a:lnTo>
                      <a:pt x="503" y="192"/>
                    </a:lnTo>
                    <a:lnTo>
                      <a:pt x="487" y="207"/>
                    </a:lnTo>
                    <a:lnTo>
                      <a:pt x="468" y="209"/>
                    </a:lnTo>
                    <a:lnTo>
                      <a:pt x="455" y="232"/>
                    </a:lnTo>
                    <a:lnTo>
                      <a:pt x="451" y="251"/>
                    </a:lnTo>
                    <a:lnTo>
                      <a:pt x="457" y="270"/>
                    </a:lnTo>
                    <a:lnTo>
                      <a:pt x="464" y="287"/>
                    </a:lnTo>
                    <a:lnTo>
                      <a:pt x="464" y="307"/>
                    </a:lnTo>
                    <a:lnTo>
                      <a:pt x="457" y="324"/>
                    </a:lnTo>
                    <a:lnTo>
                      <a:pt x="438" y="334"/>
                    </a:lnTo>
                    <a:lnTo>
                      <a:pt x="428" y="347"/>
                    </a:lnTo>
                    <a:lnTo>
                      <a:pt x="428" y="370"/>
                    </a:lnTo>
                    <a:lnTo>
                      <a:pt x="445" y="382"/>
                    </a:lnTo>
                    <a:lnTo>
                      <a:pt x="453" y="395"/>
                    </a:lnTo>
                    <a:lnTo>
                      <a:pt x="438" y="414"/>
                    </a:lnTo>
                    <a:lnTo>
                      <a:pt x="434" y="430"/>
                    </a:lnTo>
                    <a:lnTo>
                      <a:pt x="445" y="439"/>
                    </a:lnTo>
                    <a:lnTo>
                      <a:pt x="447" y="453"/>
                    </a:lnTo>
                    <a:lnTo>
                      <a:pt x="436" y="462"/>
                    </a:lnTo>
                    <a:lnTo>
                      <a:pt x="416" y="474"/>
                    </a:lnTo>
                    <a:lnTo>
                      <a:pt x="403" y="483"/>
                    </a:lnTo>
                    <a:lnTo>
                      <a:pt x="384" y="483"/>
                    </a:lnTo>
                    <a:lnTo>
                      <a:pt x="378" y="499"/>
                    </a:lnTo>
                    <a:lnTo>
                      <a:pt x="359" y="499"/>
                    </a:lnTo>
                    <a:lnTo>
                      <a:pt x="347" y="491"/>
                    </a:lnTo>
                    <a:lnTo>
                      <a:pt x="334" y="483"/>
                    </a:lnTo>
                    <a:lnTo>
                      <a:pt x="299" y="483"/>
                    </a:lnTo>
                    <a:lnTo>
                      <a:pt x="274" y="483"/>
                    </a:lnTo>
                    <a:lnTo>
                      <a:pt x="261" y="479"/>
                    </a:lnTo>
                    <a:lnTo>
                      <a:pt x="242" y="489"/>
                    </a:lnTo>
                    <a:lnTo>
                      <a:pt x="223" y="499"/>
                    </a:lnTo>
                    <a:lnTo>
                      <a:pt x="202" y="501"/>
                    </a:lnTo>
                    <a:lnTo>
                      <a:pt x="184" y="497"/>
                    </a:lnTo>
                    <a:lnTo>
                      <a:pt x="159" y="501"/>
                    </a:lnTo>
                    <a:lnTo>
                      <a:pt x="140" y="501"/>
                    </a:lnTo>
                    <a:lnTo>
                      <a:pt x="117" y="502"/>
                    </a:lnTo>
                    <a:lnTo>
                      <a:pt x="104" y="512"/>
                    </a:lnTo>
                    <a:lnTo>
                      <a:pt x="92" y="525"/>
                    </a:lnTo>
                    <a:lnTo>
                      <a:pt x="77" y="537"/>
                    </a:lnTo>
                    <a:lnTo>
                      <a:pt x="62" y="552"/>
                    </a:lnTo>
                    <a:lnTo>
                      <a:pt x="42" y="568"/>
                    </a:lnTo>
                    <a:lnTo>
                      <a:pt x="33" y="579"/>
                    </a:lnTo>
                    <a:lnTo>
                      <a:pt x="29" y="598"/>
                    </a:lnTo>
                    <a:lnTo>
                      <a:pt x="19" y="606"/>
                    </a:lnTo>
                    <a:lnTo>
                      <a:pt x="8" y="612"/>
                    </a:lnTo>
                    <a:lnTo>
                      <a:pt x="0" y="625"/>
                    </a:lnTo>
                    <a:lnTo>
                      <a:pt x="0" y="644"/>
                    </a:lnTo>
                    <a:lnTo>
                      <a:pt x="2" y="666"/>
                    </a:lnTo>
                    <a:lnTo>
                      <a:pt x="14" y="662"/>
                    </a:lnTo>
                    <a:lnTo>
                      <a:pt x="33" y="654"/>
                    </a:lnTo>
                    <a:lnTo>
                      <a:pt x="48" y="652"/>
                    </a:lnTo>
                    <a:lnTo>
                      <a:pt x="52" y="652"/>
                    </a:lnTo>
                    <a:lnTo>
                      <a:pt x="63" y="656"/>
                    </a:lnTo>
                    <a:lnTo>
                      <a:pt x="81" y="662"/>
                    </a:lnTo>
                    <a:lnTo>
                      <a:pt x="98" y="658"/>
                    </a:lnTo>
                    <a:lnTo>
                      <a:pt x="106" y="666"/>
                    </a:lnTo>
                    <a:lnTo>
                      <a:pt x="117" y="669"/>
                    </a:lnTo>
                    <a:lnTo>
                      <a:pt x="134" y="669"/>
                    </a:lnTo>
                    <a:lnTo>
                      <a:pt x="142" y="666"/>
                    </a:lnTo>
                    <a:lnTo>
                      <a:pt x="152" y="662"/>
                    </a:lnTo>
                    <a:lnTo>
                      <a:pt x="167" y="671"/>
                    </a:lnTo>
                    <a:lnTo>
                      <a:pt x="175" y="666"/>
                    </a:lnTo>
                    <a:lnTo>
                      <a:pt x="190" y="673"/>
                    </a:lnTo>
                    <a:lnTo>
                      <a:pt x="202" y="677"/>
                    </a:lnTo>
                    <a:lnTo>
                      <a:pt x="202" y="689"/>
                    </a:lnTo>
                    <a:lnTo>
                      <a:pt x="200" y="698"/>
                    </a:lnTo>
                    <a:lnTo>
                      <a:pt x="205" y="712"/>
                    </a:lnTo>
                    <a:lnTo>
                      <a:pt x="225" y="715"/>
                    </a:lnTo>
                    <a:lnTo>
                      <a:pt x="244" y="712"/>
                    </a:lnTo>
                    <a:lnTo>
                      <a:pt x="257" y="708"/>
                    </a:lnTo>
                    <a:lnTo>
                      <a:pt x="273" y="704"/>
                    </a:lnTo>
                    <a:lnTo>
                      <a:pt x="286" y="702"/>
                    </a:lnTo>
                    <a:lnTo>
                      <a:pt x="301" y="708"/>
                    </a:lnTo>
                    <a:lnTo>
                      <a:pt x="319" y="712"/>
                    </a:lnTo>
                    <a:lnTo>
                      <a:pt x="336" y="706"/>
                    </a:lnTo>
                    <a:lnTo>
                      <a:pt x="351" y="706"/>
                    </a:lnTo>
                    <a:lnTo>
                      <a:pt x="361" y="706"/>
                    </a:lnTo>
                    <a:lnTo>
                      <a:pt x="374" y="706"/>
                    </a:lnTo>
                    <a:lnTo>
                      <a:pt x="380" y="698"/>
                    </a:lnTo>
                    <a:lnTo>
                      <a:pt x="392" y="692"/>
                    </a:lnTo>
                    <a:lnTo>
                      <a:pt x="405" y="692"/>
                    </a:lnTo>
                    <a:lnTo>
                      <a:pt x="413" y="698"/>
                    </a:lnTo>
                    <a:lnTo>
                      <a:pt x="424" y="710"/>
                    </a:lnTo>
                    <a:lnTo>
                      <a:pt x="439" y="714"/>
                    </a:lnTo>
                    <a:lnTo>
                      <a:pt x="439" y="727"/>
                    </a:lnTo>
                    <a:lnTo>
                      <a:pt x="451" y="742"/>
                    </a:lnTo>
                    <a:lnTo>
                      <a:pt x="459" y="752"/>
                    </a:lnTo>
                    <a:lnTo>
                      <a:pt x="466" y="765"/>
                    </a:lnTo>
                    <a:lnTo>
                      <a:pt x="468" y="779"/>
                    </a:lnTo>
                    <a:lnTo>
                      <a:pt x="459" y="794"/>
                    </a:lnTo>
                    <a:lnTo>
                      <a:pt x="449" y="810"/>
                    </a:lnTo>
                    <a:lnTo>
                      <a:pt x="449" y="819"/>
                    </a:lnTo>
                    <a:lnTo>
                      <a:pt x="455" y="821"/>
                    </a:lnTo>
                    <a:lnTo>
                      <a:pt x="468" y="831"/>
                    </a:lnTo>
                    <a:lnTo>
                      <a:pt x="464" y="840"/>
                    </a:lnTo>
                    <a:lnTo>
                      <a:pt x="472" y="846"/>
                    </a:lnTo>
                    <a:lnTo>
                      <a:pt x="478" y="856"/>
                    </a:lnTo>
                    <a:lnTo>
                      <a:pt x="486" y="865"/>
                    </a:lnTo>
                    <a:lnTo>
                      <a:pt x="497" y="865"/>
                    </a:lnTo>
                    <a:lnTo>
                      <a:pt x="512" y="861"/>
                    </a:lnTo>
                    <a:lnTo>
                      <a:pt x="528" y="871"/>
                    </a:lnTo>
                    <a:lnTo>
                      <a:pt x="528" y="884"/>
                    </a:lnTo>
                    <a:lnTo>
                      <a:pt x="528" y="894"/>
                    </a:lnTo>
                    <a:lnTo>
                      <a:pt x="514" y="894"/>
                    </a:lnTo>
                    <a:lnTo>
                      <a:pt x="503" y="904"/>
                    </a:lnTo>
                    <a:lnTo>
                      <a:pt x="505" y="925"/>
                    </a:lnTo>
                    <a:lnTo>
                      <a:pt x="503" y="953"/>
                    </a:lnTo>
                    <a:lnTo>
                      <a:pt x="503" y="967"/>
                    </a:lnTo>
                    <a:lnTo>
                      <a:pt x="509" y="978"/>
                    </a:lnTo>
                    <a:lnTo>
                      <a:pt x="509" y="992"/>
                    </a:lnTo>
                    <a:lnTo>
                      <a:pt x="518" y="1007"/>
                    </a:lnTo>
                    <a:lnTo>
                      <a:pt x="532" y="1015"/>
                    </a:lnTo>
                    <a:lnTo>
                      <a:pt x="535" y="1024"/>
                    </a:lnTo>
                    <a:lnTo>
                      <a:pt x="520" y="1032"/>
                    </a:lnTo>
                    <a:lnTo>
                      <a:pt x="514" y="1032"/>
                    </a:lnTo>
                    <a:lnTo>
                      <a:pt x="524" y="1044"/>
                    </a:lnTo>
                    <a:lnTo>
                      <a:pt x="524" y="1067"/>
                    </a:lnTo>
                    <a:lnTo>
                      <a:pt x="535" y="1071"/>
                    </a:lnTo>
                    <a:lnTo>
                      <a:pt x="549" y="1067"/>
                    </a:lnTo>
                    <a:lnTo>
                      <a:pt x="568" y="1080"/>
                    </a:lnTo>
                    <a:lnTo>
                      <a:pt x="580" y="1074"/>
                    </a:lnTo>
                    <a:lnTo>
                      <a:pt x="593" y="1069"/>
                    </a:lnTo>
                    <a:lnTo>
                      <a:pt x="601" y="1057"/>
                    </a:lnTo>
                    <a:lnTo>
                      <a:pt x="603" y="1044"/>
                    </a:lnTo>
                    <a:lnTo>
                      <a:pt x="633" y="1044"/>
                    </a:lnTo>
                    <a:lnTo>
                      <a:pt x="647" y="1044"/>
                    </a:lnTo>
                    <a:lnTo>
                      <a:pt x="656" y="1032"/>
                    </a:lnTo>
                    <a:lnTo>
                      <a:pt x="672" y="1024"/>
                    </a:lnTo>
                    <a:lnTo>
                      <a:pt x="687" y="1021"/>
                    </a:lnTo>
                    <a:lnTo>
                      <a:pt x="698" y="1021"/>
                    </a:lnTo>
                    <a:close/>
                  </a:path>
                </a:pathLst>
              </a:custGeom>
              <a:grpFill/>
              <a:ln w="6350" cmpd="sng">
                <a:solidFill>
                  <a:schemeClr val="bg1"/>
                </a:solidFill>
                <a:round/>
                <a:headEnd/>
                <a:tailEnd/>
              </a:ln>
            </p:spPr>
            <p:txBody>
              <a:bodyPr/>
              <a:lstStyle/>
              <a:p>
                <a:endParaRPr lang="pt-BR"/>
              </a:p>
            </p:txBody>
          </p:sp>
          <p:sp>
            <p:nvSpPr>
              <p:cNvPr id="48" name="Freeform 29">
                <a:extLst>
                  <a:ext uri="{FF2B5EF4-FFF2-40B4-BE49-F238E27FC236}">
                    <a16:creationId xmlns:a16="http://schemas.microsoft.com/office/drawing/2014/main" id="{F3D26062-28C2-C7F9-6D77-72782B69B822}"/>
                  </a:ext>
                </a:extLst>
              </p:cNvPr>
              <p:cNvSpPr>
                <a:spLocks noChangeAspect="1"/>
              </p:cNvSpPr>
              <p:nvPr/>
            </p:nvSpPr>
            <p:spPr bwMode="auto">
              <a:xfrm>
                <a:off x="2492572" y="4806722"/>
                <a:ext cx="709608" cy="480124"/>
              </a:xfrm>
              <a:custGeom>
                <a:avLst/>
                <a:gdLst/>
                <a:ahLst/>
                <a:cxnLst>
                  <a:cxn ang="0">
                    <a:pos x="164" y="156"/>
                  </a:cxn>
                  <a:cxn ang="0">
                    <a:pos x="133" y="209"/>
                  </a:cxn>
                  <a:cxn ang="0">
                    <a:pos x="75" y="275"/>
                  </a:cxn>
                  <a:cxn ang="0">
                    <a:pos x="0" y="326"/>
                  </a:cxn>
                  <a:cxn ang="0">
                    <a:pos x="29" y="321"/>
                  </a:cxn>
                  <a:cxn ang="0">
                    <a:pos x="102" y="323"/>
                  </a:cxn>
                  <a:cxn ang="0">
                    <a:pos x="137" y="328"/>
                  </a:cxn>
                  <a:cxn ang="0">
                    <a:pos x="198" y="334"/>
                  </a:cxn>
                  <a:cxn ang="0">
                    <a:pos x="261" y="374"/>
                  </a:cxn>
                  <a:cxn ang="0">
                    <a:pos x="325" y="388"/>
                  </a:cxn>
                  <a:cxn ang="0">
                    <a:pos x="384" y="415"/>
                  </a:cxn>
                  <a:cxn ang="0">
                    <a:pos x="403" y="476"/>
                  </a:cxn>
                  <a:cxn ang="0">
                    <a:pos x="401" y="536"/>
                  </a:cxn>
                  <a:cxn ang="0">
                    <a:pos x="424" y="541"/>
                  </a:cxn>
                  <a:cxn ang="0">
                    <a:pos x="430" y="591"/>
                  </a:cxn>
                  <a:cxn ang="0">
                    <a:pos x="476" y="609"/>
                  </a:cxn>
                  <a:cxn ang="0">
                    <a:pos x="517" y="635"/>
                  </a:cxn>
                  <a:cxn ang="0">
                    <a:pos x="555" y="676"/>
                  </a:cxn>
                  <a:cxn ang="0">
                    <a:pos x="576" y="676"/>
                  </a:cxn>
                  <a:cxn ang="0">
                    <a:pos x="616" y="637"/>
                  </a:cxn>
                  <a:cxn ang="0">
                    <a:pos x="676" y="612"/>
                  </a:cxn>
                  <a:cxn ang="0">
                    <a:pos x="720" y="568"/>
                  </a:cxn>
                  <a:cxn ang="0">
                    <a:pos x="787" y="545"/>
                  </a:cxn>
                  <a:cxn ang="0">
                    <a:pos x="835" y="522"/>
                  </a:cxn>
                  <a:cxn ang="0">
                    <a:pos x="883" y="532"/>
                  </a:cxn>
                  <a:cxn ang="0">
                    <a:pos x="898" y="513"/>
                  </a:cxn>
                  <a:cxn ang="0">
                    <a:pos x="925" y="490"/>
                  </a:cxn>
                  <a:cxn ang="0">
                    <a:pos x="971" y="488"/>
                  </a:cxn>
                  <a:cxn ang="0">
                    <a:pos x="992" y="447"/>
                  </a:cxn>
                  <a:cxn ang="0">
                    <a:pos x="1025" y="411"/>
                  </a:cxn>
                  <a:cxn ang="0">
                    <a:pos x="973" y="390"/>
                  </a:cxn>
                  <a:cxn ang="0">
                    <a:pos x="939" y="372"/>
                  </a:cxn>
                  <a:cxn ang="0">
                    <a:pos x="870" y="392"/>
                  </a:cxn>
                  <a:cxn ang="0">
                    <a:pos x="835" y="428"/>
                  </a:cxn>
                  <a:cxn ang="0">
                    <a:pos x="791" y="392"/>
                  </a:cxn>
                  <a:cxn ang="0">
                    <a:pos x="799" y="363"/>
                  </a:cxn>
                  <a:cxn ang="0">
                    <a:pos x="770" y="315"/>
                  </a:cxn>
                  <a:cxn ang="0">
                    <a:pos x="781" y="242"/>
                  </a:cxn>
                  <a:cxn ang="0">
                    <a:pos x="779" y="209"/>
                  </a:cxn>
                  <a:cxn ang="0">
                    <a:pos x="739" y="194"/>
                  </a:cxn>
                  <a:cxn ang="0">
                    <a:pos x="716" y="167"/>
                  </a:cxn>
                  <a:cxn ang="0">
                    <a:pos x="733" y="113"/>
                  </a:cxn>
                  <a:cxn ang="0">
                    <a:pos x="706" y="62"/>
                  </a:cxn>
                  <a:cxn ang="0">
                    <a:pos x="659" y="40"/>
                  </a:cxn>
                  <a:cxn ang="0">
                    <a:pos x="618" y="54"/>
                  </a:cxn>
                  <a:cxn ang="0">
                    <a:pos x="553" y="50"/>
                  </a:cxn>
                  <a:cxn ang="0">
                    <a:pos x="492" y="63"/>
                  </a:cxn>
                  <a:cxn ang="0">
                    <a:pos x="469" y="25"/>
                  </a:cxn>
                  <a:cxn ang="0">
                    <a:pos x="419" y="10"/>
                  </a:cxn>
                  <a:cxn ang="0">
                    <a:pos x="373" y="14"/>
                  </a:cxn>
                  <a:cxn ang="0">
                    <a:pos x="319" y="0"/>
                  </a:cxn>
                  <a:cxn ang="0">
                    <a:pos x="267" y="14"/>
                  </a:cxn>
                  <a:cxn ang="0">
                    <a:pos x="231" y="50"/>
                  </a:cxn>
                  <a:cxn ang="0">
                    <a:pos x="211" y="96"/>
                  </a:cxn>
                </a:cxnLst>
                <a:rect l="0" t="0" r="r" b="b"/>
                <a:pathLst>
                  <a:path w="1027" h="695">
                    <a:moveTo>
                      <a:pt x="192" y="115"/>
                    </a:moveTo>
                    <a:lnTo>
                      <a:pt x="177" y="127"/>
                    </a:lnTo>
                    <a:lnTo>
                      <a:pt x="171" y="142"/>
                    </a:lnTo>
                    <a:lnTo>
                      <a:pt x="164" y="156"/>
                    </a:lnTo>
                    <a:lnTo>
                      <a:pt x="156" y="158"/>
                    </a:lnTo>
                    <a:lnTo>
                      <a:pt x="156" y="175"/>
                    </a:lnTo>
                    <a:lnTo>
                      <a:pt x="146" y="192"/>
                    </a:lnTo>
                    <a:lnTo>
                      <a:pt x="133" y="209"/>
                    </a:lnTo>
                    <a:lnTo>
                      <a:pt x="117" y="225"/>
                    </a:lnTo>
                    <a:lnTo>
                      <a:pt x="108" y="242"/>
                    </a:lnTo>
                    <a:lnTo>
                      <a:pt x="94" y="259"/>
                    </a:lnTo>
                    <a:lnTo>
                      <a:pt x="75" y="275"/>
                    </a:lnTo>
                    <a:lnTo>
                      <a:pt x="58" y="292"/>
                    </a:lnTo>
                    <a:lnTo>
                      <a:pt x="35" y="300"/>
                    </a:lnTo>
                    <a:lnTo>
                      <a:pt x="22" y="315"/>
                    </a:lnTo>
                    <a:lnTo>
                      <a:pt x="0" y="326"/>
                    </a:lnTo>
                    <a:lnTo>
                      <a:pt x="0" y="330"/>
                    </a:lnTo>
                    <a:lnTo>
                      <a:pt x="0" y="330"/>
                    </a:lnTo>
                    <a:lnTo>
                      <a:pt x="14" y="323"/>
                    </a:lnTo>
                    <a:lnTo>
                      <a:pt x="29" y="321"/>
                    </a:lnTo>
                    <a:lnTo>
                      <a:pt x="54" y="324"/>
                    </a:lnTo>
                    <a:lnTo>
                      <a:pt x="73" y="324"/>
                    </a:lnTo>
                    <a:lnTo>
                      <a:pt x="89" y="326"/>
                    </a:lnTo>
                    <a:lnTo>
                      <a:pt x="102" y="323"/>
                    </a:lnTo>
                    <a:lnTo>
                      <a:pt x="112" y="313"/>
                    </a:lnTo>
                    <a:lnTo>
                      <a:pt x="123" y="315"/>
                    </a:lnTo>
                    <a:lnTo>
                      <a:pt x="131" y="321"/>
                    </a:lnTo>
                    <a:lnTo>
                      <a:pt x="137" y="328"/>
                    </a:lnTo>
                    <a:lnTo>
                      <a:pt x="148" y="326"/>
                    </a:lnTo>
                    <a:lnTo>
                      <a:pt x="165" y="328"/>
                    </a:lnTo>
                    <a:lnTo>
                      <a:pt x="181" y="334"/>
                    </a:lnTo>
                    <a:lnTo>
                      <a:pt x="198" y="334"/>
                    </a:lnTo>
                    <a:lnTo>
                      <a:pt x="215" y="340"/>
                    </a:lnTo>
                    <a:lnTo>
                      <a:pt x="235" y="351"/>
                    </a:lnTo>
                    <a:lnTo>
                      <a:pt x="246" y="361"/>
                    </a:lnTo>
                    <a:lnTo>
                      <a:pt x="261" y="374"/>
                    </a:lnTo>
                    <a:lnTo>
                      <a:pt x="271" y="380"/>
                    </a:lnTo>
                    <a:lnTo>
                      <a:pt x="284" y="388"/>
                    </a:lnTo>
                    <a:lnTo>
                      <a:pt x="311" y="390"/>
                    </a:lnTo>
                    <a:lnTo>
                      <a:pt x="325" y="388"/>
                    </a:lnTo>
                    <a:lnTo>
                      <a:pt x="342" y="388"/>
                    </a:lnTo>
                    <a:lnTo>
                      <a:pt x="365" y="390"/>
                    </a:lnTo>
                    <a:lnTo>
                      <a:pt x="378" y="403"/>
                    </a:lnTo>
                    <a:lnTo>
                      <a:pt x="384" y="415"/>
                    </a:lnTo>
                    <a:lnTo>
                      <a:pt x="394" y="430"/>
                    </a:lnTo>
                    <a:lnTo>
                      <a:pt x="403" y="443"/>
                    </a:lnTo>
                    <a:lnTo>
                      <a:pt x="403" y="457"/>
                    </a:lnTo>
                    <a:lnTo>
                      <a:pt x="403" y="476"/>
                    </a:lnTo>
                    <a:lnTo>
                      <a:pt x="400" y="493"/>
                    </a:lnTo>
                    <a:lnTo>
                      <a:pt x="401" y="513"/>
                    </a:lnTo>
                    <a:lnTo>
                      <a:pt x="401" y="528"/>
                    </a:lnTo>
                    <a:lnTo>
                      <a:pt x="401" y="536"/>
                    </a:lnTo>
                    <a:lnTo>
                      <a:pt x="413" y="538"/>
                    </a:lnTo>
                    <a:lnTo>
                      <a:pt x="415" y="538"/>
                    </a:lnTo>
                    <a:lnTo>
                      <a:pt x="419" y="539"/>
                    </a:lnTo>
                    <a:lnTo>
                      <a:pt x="424" y="541"/>
                    </a:lnTo>
                    <a:lnTo>
                      <a:pt x="426" y="545"/>
                    </a:lnTo>
                    <a:lnTo>
                      <a:pt x="428" y="557"/>
                    </a:lnTo>
                    <a:lnTo>
                      <a:pt x="428" y="566"/>
                    </a:lnTo>
                    <a:lnTo>
                      <a:pt x="430" y="591"/>
                    </a:lnTo>
                    <a:lnTo>
                      <a:pt x="436" y="603"/>
                    </a:lnTo>
                    <a:lnTo>
                      <a:pt x="447" y="605"/>
                    </a:lnTo>
                    <a:lnTo>
                      <a:pt x="459" y="607"/>
                    </a:lnTo>
                    <a:lnTo>
                      <a:pt x="476" y="609"/>
                    </a:lnTo>
                    <a:lnTo>
                      <a:pt x="497" y="609"/>
                    </a:lnTo>
                    <a:lnTo>
                      <a:pt x="515" y="609"/>
                    </a:lnTo>
                    <a:lnTo>
                      <a:pt x="526" y="626"/>
                    </a:lnTo>
                    <a:lnTo>
                      <a:pt x="517" y="635"/>
                    </a:lnTo>
                    <a:lnTo>
                      <a:pt x="515" y="651"/>
                    </a:lnTo>
                    <a:lnTo>
                      <a:pt x="530" y="660"/>
                    </a:lnTo>
                    <a:lnTo>
                      <a:pt x="545" y="658"/>
                    </a:lnTo>
                    <a:lnTo>
                      <a:pt x="555" y="676"/>
                    </a:lnTo>
                    <a:lnTo>
                      <a:pt x="563" y="683"/>
                    </a:lnTo>
                    <a:lnTo>
                      <a:pt x="561" y="695"/>
                    </a:lnTo>
                    <a:lnTo>
                      <a:pt x="570" y="685"/>
                    </a:lnTo>
                    <a:lnTo>
                      <a:pt x="576" y="676"/>
                    </a:lnTo>
                    <a:lnTo>
                      <a:pt x="574" y="662"/>
                    </a:lnTo>
                    <a:lnTo>
                      <a:pt x="586" y="655"/>
                    </a:lnTo>
                    <a:lnTo>
                      <a:pt x="603" y="651"/>
                    </a:lnTo>
                    <a:lnTo>
                      <a:pt x="616" y="637"/>
                    </a:lnTo>
                    <a:lnTo>
                      <a:pt x="628" y="630"/>
                    </a:lnTo>
                    <a:lnTo>
                      <a:pt x="643" y="616"/>
                    </a:lnTo>
                    <a:lnTo>
                      <a:pt x="660" y="610"/>
                    </a:lnTo>
                    <a:lnTo>
                      <a:pt x="676" y="612"/>
                    </a:lnTo>
                    <a:lnTo>
                      <a:pt x="687" y="605"/>
                    </a:lnTo>
                    <a:lnTo>
                      <a:pt x="693" y="589"/>
                    </a:lnTo>
                    <a:lnTo>
                      <a:pt x="706" y="578"/>
                    </a:lnTo>
                    <a:lnTo>
                      <a:pt x="720" y="568"/>
                    </a:lnTo>
                    <a:lnTo>
                      <a:pt x="731" y="559"/>
                    </a:lnTo>
                    <a:lnTo>
                      <a:pt x="741" y="551"/>
                    </a:lnTo>
                    <a:lnTo>
                      <a:pt x="772" y="551"/>
                    </a:lnTo>
                    <a:lnTo>
                      <a:pt x="787" y="545"/>
                    </a:lnTo>
                    <a:lnTo>
                      <a:pt x="791" y="536"/>
                    </a:lnTo>
                    <a:lnTo>
                      <a:pt x="806" y="532"/>
                    </a:lnTo>
                    <a:lnTo>
                      <a:pt x="814" y="518"/>
                    </a:lnTo>
                    <a:lnTo>
                      <a:pt x="835" y="522"/>
                    </a:lnTo>
                    <a:lnTo>
                      <a:pt x="848" y="526"/>
                    </a:lnTo>
                    <a:lnTo>
                      <a:pt x="854" y="532"/>
                    </a:lnTo>
                    <a:lnTo>
                      <a:pt x="875" y="536"/>
                    </a:lnTo>
                    <a:lnTo>
                      <a:pt x="883" y="532"/>
                    </a:lnTo>
                    <a:lnTo>
                      <a:pt x="877" y="524"/>
                    </a:lnTo>
                    <a:lnTo>
                      <a:pt x="877" y="516"/>
                    </a:lnTo>
                    <a:lnTo>
                      <a:pt x="885" y="513"/>
                    </a:lnTo>
                    <a:lnTo>
                      <a:pt x="898" y="513"/>
                    </a:lnTo>
                    <a:lnTo>
                      <a:pt x="910" y="509"/>
                    </a:lnTo>
                    <a:lnTo>
                      <a:pt x="914" y="501"/>
                    </a:lnTo>
                    <a:lnTo>
                      <a:pt x="927" y="501"/>
                    </a:lnTo>
                    <a:lnTo>
                      <a:pt x="925" y="490"/>
                    </a:lnTo>
                    <a:lnTo>
                      <a:pt x="931" y="484"/>
                    </a:lnTo>
                    <a:lnTo>
                      <a:pt x="942" y="484"/>
                    </a:lnTo>
                    <a:lnTo>
                      <a:pt x="956" y="482"/>
                    </a:lnTo>
                    <a:lnTo>
                      <a:pt x="971" y="488"/>
                    </a:lnTo>
                    <a:lnTo>
                      <a:pt x="954" y="468"/>
                    </a:lnTo>
                    <a:lnTo>
                      <a:pt x="960" y="457"/>
                    </a:lnTo>
                    <a:lnTo>
                      <a:pt x="973" y="447"/>
                    </a:lnTo>
                    <a:lnTo>
                      <a:pt x="992" y="447"/>
                    </a:lnTo>
                    <a:lnTo>
                      <a:pt x="1002" y="434"/>
                    </a:lnTo>
                    <a:lnTo>
                      <a:pt x="1015" y="428"/>
                    </a:lnTo>
                    <a:lnTo>
                      <a:pt x="1027" y="422"/>
                    </a:lnTo>
                    <a:lnTo>
                      <a:pt x="1025" y="411"/>
                    </a:lnTo>
                    <a:lnTo>
                      <a:pt x="1025" y="399"/>
                    </a:lnTo>
                    <a:lnTo>
                      <a:pt x="1010" y="399"/>
                    </a:lnTo>
                    <a:lnTo>
                      <a:pt x="983" y="403"/>
                    </a:lnTo>
                    <a:lnTo>
                      <a:pt x="973" y="390"/>
                    </a:lnTo>
                    <a:lnTo>
                      <a:pt x="967" y="378"/>
                    </a:lnTo>
                    <a:lnTo>
                      <a:pt x="967" y="369"/>
                    </a:lnTo>
                    <a:lnTo>
                      <a:pt x="954" y="369"/>
                    </a:lnTo>
                    <a:lnTo>
                      <a:pt x="939" y="372"/>
                    </a:lnTo>
                    <a:lnTo>
                      <a:pt x="923" y="380"/>
                    </a:lnTo>
                    <a:lnTo>
                      <a:pt x="914" y="392"/>
                    </a:lnTo>
                    <a:lnTo>
                      <a:pt x="900" y="392"/>
                    </a:lnTo>
                    <a:lnTo>
                      <a:pt x="870" y="392"/>
                    </a:lnTo>
                    <a:lnTo>
                      <a:pt x="868" y="405"/>
                    </a:lnTo>
                    <a:lnTo>
                      <a:pt x="860" y="417"/>
                    </a:lnTo>
                    <a:lnTo>
                      <a:pt x="847" y="422"/>
                    </a:lnTo>
                    <a:lnTo>
                      <a:pt x="835" y="428"/>
                    </a:lnTo>
                    <a:lnTo>
                      <a:pt x="816" y="415"/>
                    </a:lnTo>
                    <a:lnTo>
                      <a:pt x="802" y="419"/>
                    </a:lnTo>
                    <a:lnTo>
                      <a:pt x="791" y="415"/>
                    </a:lnTo>
                    <a:lnTo>
                      <a:pt x="791" y="392"/>
                    </a:lnTo>
                    <a:lnTo>
                      <a:pt x="781" y="380"/>
                    </a:lnTo>
                    <a:lnTo>
                      <a:pt x="787" y="380"/>
                    </a:lnTo>
                    <a:lnTo>
                      <a:pt x="802" y="372"/>
                    </a:lnTo>
                    <a:lnTo>
                      <a:pt x="799" y="363"/>
                    </a:lnTo>
                    <a:lnTo>
                      <a:pt x="785" y="355"/>
                    </a:lnTo>
                    <a:lnTo>
                      <a:pt x="776" y="340"/>
                    </a:lnTo>
                    <a:lnTo>
                      <a:pt x="776" y="326"/>
                    </a:lnTo>
                    <a:lnTo>
                      <a:pt x="770" y="315"/>
                    </a:lnTo>
                    <a:lnTo>
                      <a:pt x="770" y="301"/>
                    </a:lnTo>
                    <a:lnTo>
                      <a:pt x="772" y="273"/>
                    </a:lnTo>
                    <a:lnTo>
                      <a:pt x="770" y="252"/>
                    </a:lnTo>
                    <a:lnTo>
                      <a:pt x="781" y="242"/>
                    </a:lnTo>
                    <a:lnTo>
                      <a:pt x="795" y="242"/>
                    </a:lnTo>
                    <a:lnTo>
                      <a:pt x="795" y="232"/>
                    </a:lnTo>
                    <a:lnTo>
                      <a:pt x="795" y="219"/>
                    </a:lnTo>
                    <a:lnTo>
                      <a:pt x="779" y="209"/>
                    </a:lnTo>
                    <a:lnTo>
                      <a:pt x="764" y="213"/>
                    </a:lnTo>
                    <a:lnTo>
                      <a:pt x="753" y="213"/>
                    </a:lnTo>
                    <a:lnTo>
                      <a:pt x="745" y="204"/>
                    </a:lnTo>
                    <a:lnTo>
                      <a:pt x="739" y="194"/>
                    </a:lnTo>
                    <a:lnTo>
                      <a:pt x="731" y="188"/>
                    </a:lnTo>
                    <a:lnTo>
                      <a:pt x="735" y="179"/>
                    </a:lnTo>
                    <a:lnTo>
                      <a:pt x="722" y="169"/>
                    </a:lnTo>
                    <a:lnTo>
                      <a:pt x="716" y="167"/>
                    </a:lnTo>
                    <a:lnTo>
                      <a:pt x="716" y="158"/>
                    </a:lnTo>
                    <a:lnTo>
                      <a:pt x="726" y="142"/>
                    </a:lnTo>
                    <a:lnTo>
                      <a:pt x="735" y="127"/>
                    </a:lnTo>
                    <a:lnTo>
                      <a:pt x="733" y="113"/>
                    </a:lnTo>
                    <a:lnTo>
                      <a:pt x="726" y="100"/>
                    </a:lnTo>
                    <a:lnTo>
                      <a:pt x="718" y="90"/>
                    </a:lnTo>
                    <a:lnTo>
                      <a:pt x="706" y="75"/>
                    </a:lnTo>
                    <a:lnTo>
                      <a:pt x="706" y="62"/>
                    </a:lnTo>
                    <a:lnTo>
                      <a:pt x="691" y="58"/>
                    </a:lnTo>
                    <a:lnTo>
                      <a:pt x="680" y="46"/>
                    </a:lnTo>
                    <a:lnTo>
                      <a:pt x="672" y="40"/>
                    </a:lnTo>
                    <a:lnTo>
                      <a:pt x="659" y="40"/>
                    </a:lnTo>
                    <a:lnTo>
                      <a:pt x="647" y="46"/>
                    </a:lnTo>
                    <a:lnTo>
                      <a:pt x="641" y="54"/>
                    </a:lnTo>
                    <a:lnTo>
                      <a:pt x="628" y="54"/>
                    </a:lnTo>
                    <a:lnTo>
                      <a:pt x="618" y="54"/>
                    </a:lnTo>
                    <a:lnTo>
                      <a:pt x="603" y="54"/>
                    </a:lnTo>
                    <a:lnTo>
                      <a:pt x="586" y="60"/>
                    </a:lnTo>
                    <a:lnTo>
                      <a:pt x="568" y="56"/>
                    </a:lnTo>
                    <a:lnTo>
                      <a:pt x="553" y="50"/>
                    </a:lnTo>
                    <a:lnTo>
                      <a:pt x="540" y="52"/>
                    </a:lnTo>
                    <a:lnTo>
                      <a:pt x="524" y="56"/>
                    </a:lnTo>
                    <a:lnTo>
                      <a:pt x="511" y="60"/>
                    </a:lnTo>
                    <a:lnTo>
                      <a:pt x="492" y="63"/>
                    </a:lnTo>
                    <a:lnTo>
                      <a:pt x="472" y="60"/>
                    </a:lnTo>
                    <a:lnTo>
                      <a:pt x="467" y="46"/>
                    </a:lnTo>
                    <a:lnTo>
                      <a:pt x="469" y="37"/>
                    </a:lnTo>
                    <a:lnTo>
                      <a:pt x="469" y="25"/>
                    </a:lnTo>
                    <a:lnTo>
                      <a:pt x="457" y="21"/>
                    </a:lnTo>
                    <a:lnTo>
                      <a:pt x="442" y="14"/>
                    </a:lnTo>
                    <a:lnTo>
                      <a:pt x="434" y="19"/>
                    </a:lnTo>
                    <a:lnTo>
                      <a:pt x="419" y="10"/>
                    </a:lnTo>
                    <a:lnTo>
                      <a:pt x="409" y="14"/>
                    </a:lnTo>
                    <a:lnTo>
                      <a:pt x="401" y="17"/>
                    </a:lnTo>
                    <a:lnTo>
                      <a:pt x="384" y="17"/>
                    </a:lnTo>
                    <a:lnTo>
                      <a:pt x="373" y="14"/>
                    </a:lnTo>
                    <a:lnTo>
                      <a:pt x="365" y="6"/>
                    </a:lnTo>
                    <a:lnTo>
                      <a:pt x="348" y="10"/>
                    </a:lnTo>
                    <a:lnTo>
                      <a:pt x="330" y="4"/>
                    </a:lnTo>
                    <a:lnTo>
                      <a:pt x="319" y="0"/>
                    </a:lnTo>
                    <a:lnTo>
                      <a:pt x="315" y="0"/>
                    </a:lnTo>
                    <a:lnTo>
                      <a:pt x="300" y="2"/>
                    </a:lnTo>
                    <a:lnTo>
                      <a:pt x="281" y="10"/>
                    </a:lnTo>
                    <a:lnTo>
                      <a:pt x="267" y="14"/>
                    </a:lnTo>
                    <a:lnTo>
                      <a:pt x="256" y="25"/>
                    </a:lnTo>
                    <a:lnTo>
                      <a:pt x="256" y="37"/>
                    </a:lnTo>
                    <a:lnTo>
                      <a:pt x="240" y="44"/>
                    </a:lnTo>
                    <a:lnTo>
                      <a:pt x="231" y="50"/>
                    </a:lnTo>
                    <a:lnTo>
                      <a:pt x="223" y="63"/>
                    </a:lnTo>
                    <a:lnTo>
                      <a:pt x="217" y="75"/>
                    </a:lnTo>
                    <a:lnTo>
                      <a:pt x="215" y="88"/>
                    </a:lnTo>
                    <a:lnTo>
                      <a:pt x="211" y="96"/>
                    </a:lnTo>
                    <a:lnTo>
                      <a:pt x="202" y="106"/>
                    </a:lnTo>
                    <a:lnTo>
                      <a:pt x="192" y="115"/>
                    </a:lnTo>
                    <a:close/>
                  </a:path>
                </a:pathLst>
              </a:custGeom>
              <a:solidFill>
                <a:schemeClr val="accent1"/>
              </a:solidFill>
              <a:ln w="6350" cmpd="sng">
                <a:solidFill>
                  <a:schemeClr val="bg1"/>
                </a:solidFill>
                <a:round/>
                <a:headEnd/>
                <a:tailEnd/>
              </a:ln>
            </p:spPr>
            <p:txBody>
              <a:bodyPr/>
              <a:lstStyle/>
              <a:p>
                <a:endParaRPr lang="pt-BR"/>
              </a:p>
            </p:txBody>
          </p:sp>
          <p:sp>
            <p:nvSpPr>
              <p:cNvPr id="49" name="Freeform 30">
                <a:extLst>
                  <a:ext uri="{FF2B5EF4-FFF2-40B4-BE49-F238E27FC236}">
                    <a16:creationId xmlns:a16="http://schemas.microsoft.com/office/drawing/2014/main" id="{08DF1F74-6D0B-E895-4221-76CE2373CBAB}"/>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a:p>
            </p:txBody>
          </p:sp>
          <p:sp>
            <p:nvSpPr>
              <p:cNvPr id="50" name="Freeform 31">
                <a:extLst>
                  <a:ext uri="{FF2B5EF4-FFF2-40B4-BE49-F238E27FC236}">
                    <a16:creationId xmlns:a16="http://schemas.microsoft.com/office/drawing/2014/main" id="{BC7F62B0-EDF8-CE4A-7470-775B7D56027B}"/>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a:p>
            </p:txBody>
          </p:sp>
          <p:sp>
            <p:nvSpPr>
              <p:cNvPr id="51" name="Freeform 32">
                <a:extLst>
                  <a:ext uri="{FF2B5EF4-FFF2-40B4-BE49-F238E27FC236}">
                    <a16:creationId xmlns:a16="http://schemas.microsoft.com/office/drawing/2014/main" id="{D4573528-A2D4-CE42-CE86-928B0C986E71}"/>
                  </a:ext>
                </a:extLst>
              </p:cNvPr>
              <p:cNvSpPr>
                <a:spLocks noChangeAspect="1"/>
              </p:cNvSpPr>
              <p:nvPr/>
            </p:nvSpPr>
            <p:spPr bwMode="auto">
              <a:xfrm>
                <a:off x="3151986" y="4941511"/>
                <a:ext cx="328723" cy="203659"/>
              </a:xfrm>
              <a:custGeom>
                <a:avLst/>
                <a:gdLst/>
                <a:ahLst/>
                <a:cxnLst>
                  <a:cxn ang="0">
                    <a:pos x="322" y="265"/>
                  </a:cxn>
                  <a:cxn ang="0">
                    <a:pos x="288" y="259"/>
                  </a:cxn>
                  <a:cxn ang="0">
                    <a:pos x="244" y="261"/>
                  </a:cxn>
                  <a:cxn ang="0">
                    <a:pos x="207" y="247"/>
                  </a:cxn>
                  <a:cxn ang="0">
                    <a:pos x="188" y="232"/>
                  </a:cxn>
                  <a:cxn ang="0">
                    <a:pos x="194" y="267"/>
                  </a:cxn>
                  <a:cxn ang="0">
                    <a:pos x="167" y="261"/>
                  </a:cxn>
                  <a:cxn ang="0">
                    <a:pos x="140" y="247"/>
                  </a:cxn>
                  <a:cxn ang="0">
                    <a:pos x="117" y="251"/>
                  </a:cxn>
                  <a:cxn ang="0">
                    <a:pos x="77" y="257"/>
                  </a:cxn>
                  <a:cxn ang="0">
                    <a:pos x="33" y="261"/>
                  </a:cxn>
                  <a:cxn ang="0">
                    <a:pos x="35" y="290"/>
                  </a:cxn>
                  <a:cxn ang="0">
                    <a:pos x="0" y="272"/>
                  </a:cxn>
                  <a:cxn ang="0">
                    <a:pos x="38" y="251"/>
                  </a:cxn>
                  <a:cxn ang="0">
                    <a:pos x="73" y="226"/>
                  </a:cxn>
                  <a:cxn ang="0">
                    <a:pos x="56" y="203"/>
                  </a:cxn>
                  <a:cxn ang="0">
                    <a:pos x="13" y="182"/>
                  </a:cxn>
                  <a:cxn ang="0">
                    <a:pos x="17" y="167"/>
                  </a:cxn>
                  <a:cxn ang="0">
                    <a:pos x="48" y="155"/>
                  </a:cxn>
                  <a:cxn ang="0">
                    <a:pos x="84" y="150"/>
                  </a:cxn>
                  <a:cxn ang="0">
                    <a:pos x="113" y="140"/>
                  </a:cxn>
                  <a:cxn ang="0">
                    <a:pos x="140" y="150"/>
                  </a:cxn>
                  <a:cxn ang="0">
                    <a:pos x="157" y="138"/>
                  </a:cxn>
                  <a:cxn ang="0">
                    <a:pos x="184" y="146"/>
                  </a:cxn>
                  <a:cxn ang="0">
                    <a:pos x="211" y="138"/>
                  </a:cxn>
                  <a:cxn ang="0">
                    <a:pos x="244" y="130"/>
                  </a:cxn>
                  <a:cxn ang="0">
                    <a:pos x="267" y="115"/>
                  </a:cxn>
                  <a:cxn ang="0">
                    <a:pos x="299" y="105"/>
                  </a:cxn>
                  <a:cxn ang="0">
                    <a:pos x="315" y="79"/>
                  </a:cxn>
                  <a:cxn ang="0">
                    <a:pos x="328" y="52"/>
                  </a:cxn>
                  <a:cxn ang="0">
                    <a:pos x="343" y="23"/>
                  </a:cxn>
                  <a:cxn ang="0">
                    <a:pos x="368" y="0"/>
                  </a:cxn>
                  <a:cxn ang="0">
                    <a:pos x="395" y="25"/>
                  </a:cxn>
                  <a:cxn ang="0">
                    <a:pos x="411" y="42"/>
                  </a:cxn>
                  <a:cxn ang="0">
                    <a:pos x="457" y="57"/>
                  </a:cxn>
                  <a:cxn ang="0">
                    <a:pos x="476" y="75"/>
                  </a:cxn>
                  <a:cxn ang="0">
                    <a:pos x="460" y="119"/>
                  </a:cxn>
                  <a:cxn ang="0">
                    <a:pos x="474" y="152"/>
                  </a:cxn>
                  <a:cxn ang="0">
                    <a:pos x="451" y="184"/>
                  </a:cxn>
                  <a:cxn ang="0">
                    <a:pos x="409" y="198"/>
                  </a:cxn>
                  <a:cxn ang="0">
                    <a:pos x="378" y="211"/>
                  </a:cxn>
                  <a:cxn ang="0">
                    <a:pos x="347" y="238"/>
                  </a:cxn>
                </a:cxnLst>
                <a:rect l="0" t="0" r="r" b="b"/>
                <a:pathLst>
                  <a:path w="476" h="295">
                    <a:moveTo>
                      <a:pt x="343" y="263"/>
                    </a:moveTo>
                    <a:lnTo>
                      <a:pt x="332" y="259"/>
                    </a:lnTo>
                    <a:lnTo>
                      <a:pt x="322" y="265"/>
                    </a:lnTo>
                    <a:lnTo>
                      <a:pt x="309" y="265"/>
                    </a:lnTo>
                    <a:lnTo>
                      <a:pt x="292" y="265"/>
                    </a:lnTo>
                    <a:lnTo>
                      <a:pt x="288" y="259"/>
                    </a:lnTo>
                    <a:lnTo>
                      <a:pt x="274" y="263"/>
                    </a:lnTo>
                    <a:lnTo>
                      <a:pt x="255" y="263"/>
                    </a:lnTo>
                    <a:lnTo>
                      <a:pt x="244" y="261"/>
                    </a:lnTo>
                    <a:lnTo>
                      <a:pt x="226" y="263"/>
                    </a:lnTo>
                    <a:lnTo>
                      <a:pt x="215" y="257"/>
                    </a:lnTo>
                    <a:lnTo>
                      <a:pt x="207" y="247"/>
                    </a:lnTo>
                    <a:lnTo>
                      <a:pt x="211" y="240"/>
                    </a:lnTo>
                    <a:lnTo>
                      <a:pt x="203" y="232"/>
                    </a:lnTo>
                    <a:lnTo>
                      <a:pt x="188" y="232"/>
                    </a:lnTo>
                    <a:lnTo>
                      <a:pt x="200" y="244"/>
                    </a:lnTo>
                    <a:lnTo>
                      <a:pt x="194" y="257"/>
                    </a:lnTo>
                    <a:lnTo>
                      <a:pt x="194" y="267"/>
                    </a:lnTo>
                    <a:lnTo>
                      <a:pt x="184" y="265"/>
                    </a:lnTo>
                    <a:lnTo>
                      <a:pt x="173" y="267"/>
                    </a:lnTo>
                    <a:lnTo>
                      <a:pt x="167" y="261"/>
                    </a:lnTo>
                    <a:lnTo>
                      <a:pt x="155" y="261"/>
                    </a:lnTo>
                    <a:lnTo>
                      <a:pt x="146" y="257"/>
                    </a:lnTo>
                    <a:lnTo>
                      <a:pt x="140" y="247"/>
                    </a:lnTo>
                    <a:lnTo>
                      <a:pt x="129" y="240"/>
                    </a:lnTo>
                    <a:lnTo>
                      <a:pt x="119" y="244"/>
                    </a:lnTo>
                    <a:lnTo>
                      <a:pt x="117" y="251"/>
                    </a:lnTo>
                    <a:lnTo>
                      <a:pt x="106" y="253"/>
                    </a:lnTo>
                    <a:lnTo>
                      <a:pt x="92" y="255"/>
                    </a:lnTo>
                    <a:lnTo>
                      <a:pt x="77" y="257"/>
                    </a:lnTo>
                    <a:lnTo>
                      <a:pt x="58" y="257"/>
                    </a:lnTo>
                    <a:lnTo>
                      <a:pt x="46" y="259"/>
                    </a:lnTo>
                    <a:lnTo>
                      <a:pt x="33" y="261"/>
                    </a:lnTo>
                    <a:lnTo>
                      <a:pt x="27" y="267"/>
                    </a:lnTo>
                    <a:lnTo>
                      <a:pt x="33" y="276"/>
                    </a:lnTo>
                    <a:lnTo>
                      <a:pt x="35" y="290"/>
                    </a:lnTo>
                    <a:lnTo>
                      <a:pt x="27" y="295"/>
                    </a:lnTo>
                    <a:lnTo>
                      <a:pt x="13" y="288"/>
                    </a:lnTo>
                    <a:lnTo>
                      <a:pt x="0" y="272"/>
                    </a:lnTo>
                    <a:lnTo>
                      <a:pt x="6" y="261"/>
                    </a:lnTo>
                    <a:lnTo>
                      <a:pt x="19" y="251"/>
                    </a:lnTo>
                    <a:lnTo>
                      <a:pt x="38" y="251"/>
                    </a:lnTo>
                    <a:lnTo>
                      <a:pt x="48" y="238"/>
                    </a:lnTo>
                    <a:lnTo>
                      <a:pt x="61" y="232"/>
                    </a:lnTo>
                    <a:lnTo>
                      <a:pt x="73" y="226"/>
                    </a:lnTo>
                    <a:lnTo>
                      <a:pt x="71" y="215"/>
                    </a:lnTo>
                    <a:lnTo>
                      <a:pt x="71" y="203"/>
                    </a:lnTo>
                    <a:lnTo>
                      <a:pt x="56" y="203"/>
                    </a:lnTo>
                    <a:lnTo>
                      <a:pt x="29" y="207"/>
                    </a:lnTo>
                    <a:lnTo>
                      <a:pt x="19" y="194"/>
                    </a:lnTo>
                    <a:lnTo>
                      <a:pt x="13" y="182"/>
                    </a:lnTo>
                    <a:lnTo>
                      <a:pt x="13" y="173"/>
                    </a:lnTo>
                    <a:lnTo>
                      <a:pt x="11" y="173"/>
                    </a:lnTo>
                    <a:lnTo>
                      <a:pt x="17" y="167"/>
                    </a:lnTo>
                    <a:lnTo>
                      <a:pt x="29" y="163"/>
                    </a:lnTo>
                    <a:lnTo>
                      <a:pt x="36" y="155"/>
                    </a:lnTo>
                    <a:lnTo>
                      <a:pt x="48" y="155"/>
                    </a:lnTo>
                    <a:lnTo>
                      <a:pt x="59" y="155"/>
                    </a:lnTo>
                    <a:lnTo>
                      <a:pt x="73" y="153"/>
                    </a:lnTo>
                    <a:lnTo>
                      <a:pt x="84" y="150"/>
                    </a:lnTo>
                    <a:lnTo>
                      <a:pt x="92" y="146"/>
                    </a:lnTo>
                    <a:lnTo>
                      <a:pt x="98" y="140"/>
                    </a:lnTo>
                    <a:lnTo>
                      <a:pt x="113" y="140"/>
                    </a:lnTo>
                    <a:lnTo>
                      <a:pt x="123" y="142"/>
                    </a:lnTo>
                    <a:lnTo>
                      <a:pt x="130" y="148"/>
                    </a:lnTo>
                    <a:lnTo>
                      <a:pt x="140" y="150"/>
                    </a:lnTo>
                    <a:lnTo>
                      <a:pt x="146" y="150"/>
                    </a:lnTo>
                    <a:lnTo>
                      <a:pt x="146" y="138"/>
                    </a:lnTo>
                    <a:lnTo>
                      <a:pt x="157" y="138"/>
                    </a:lnTo>
                    <a:lnTo>
                      <a:pt x="167" y="136"/>
                    </a:lnTo>
                    <a:lnTo>
                      <a:pt x="178" y="140"/>
                    </a:lnTo>
                    <a:lnTo>
                      <a:pt x="184" y="146"/>
                    </a:lnTo>
                    <a:lnTo>
                      <a:pt x="196" y="148"/>
                    </a:lnTo>
                    <a:lnTo>
                      <a:pt x="211" y="146"/>
                    </a:lnTo>
                    <a:lnTo>
                      <a:pt x="211" y="138"/>
                    </a:lnTo>
                    <a:lnTo>
                      <a:pt x="223" y="138"/>
                    </a:lnTo>
                    <a:lnTo>
                      <a:pt x="232" y="138"/>
                    </a:lnTo>
                    <a:lnTo>
                      <a:pt x="244" y="130"/>
                    </a:lnTo>
                    <a:lnTo>
                      <a:pt x="257" y="128"/>
                    </a:lnTo>
                    <a:lnTo>
                      <a:pt x="259" y="119"/>
                    </a:lnTo>
                    <a:lnTo>
                      <a:pt x="267" y="115"/>
                    </a:lnTo>
                    <a:lnTo>
                      <a:pt x="278" y="107"/>
                    </a:lnTo>
                    <a:lnTo>
                      <a:pt x="286" y="105"/>
                    </a:lnTo>
                    <a:lnTo>
                      <a:pt x="299" y="105"/>
                    </a:lnTo>
                    <a:lnTo>
                      <a:pt x="311" y="102"/>
                    </a:lnTo>
                    <a:lnTo>
                      <a:pt x="311" y="90"/>
                    </a:lnTo>
                    <a:lnTo>
                      <a:pt x="315" y="79"/>
                    </a:lnTo>
                    <a:lnTo>
                      <a:pt x="322" y="73"/>
                    </a:lnTo>
                    <a:lnTo>
                      <a:pt x="324" y="61"/>
                    </a:lnTo>
                    <a:lnTo>
                      <a:pt x="328" y="52"/>
                    </a:lnTo>
                    <a:lnTo>
                      <a:pt x="336" y="46"/>
                    </a:lnTo>
                    <a:lnTo>
                      <a:pt x="336" y="29"/>
                    </a:lnTo>
                    <a:lnTo>
                      <a:pt x="343" y="23"/>
                    </a:lnTo>
                    <a:lnTo>
                      <a:pt x="351" y="15"/>
                    </a:lnTo>
                    <a:lnTo>
                      <a:pt x="359" y="8"/>
                    </a:lnTo>
                    <a:lnTo>
                      <a:pt x="368" y="0"/>
                    </a:lnTo>
                    <a:lnTo>
                      <a:pt x="378" y="2"/>
                    </a:lnTo>
                    <a:lnTo>
                      <a:pt x="395" y="8"/>
                    </a:lnTo>
                    <a:lnTo>
                      <a:pt x="395" y="25"/>
                    </a:lnTo>
                    <a:lnTo>
                      <a:pt x="395" y="34"/>
                    </a:lnTo>
                    <a:lnTo>
                      <a:pt x="401" y="40"/>
                    </a:lnTo>
                    <a:lnTo>
                      <a:pt x="411" y="42"/>
                    </a:lnTo>
                    <a:lnTo>
                      <a:pt x="430" y="44"/>
                    </a:lnTo>
                    <a:lnTo>
                      <a:pt x="449" y="46"/>
                    </a:lnTo>
                    <a:lnTo>
                      <a:pt x="457" y="57"/>
                    </a:lnTo>
                    <a:lnTo>
                      <a:pt x="466" y="59"/>
                    </a:lnTo>
                    <a:lnTo>
                      <a:pt x="476" y="65"/>
                    </a:lnTo>
                    <a:lnTo>
                      <a:pt x="476" y="75"/>
                    </a:lnTo>
                    <a:lnTo>
                      <a:pt x="466" y="90"/>
                    </a:lnTo>
                    <a:lnTo>
                      <a:pt x="459" y="105"/>
                    </a:lnTo>
                    <a:lnTo>
                      <a:pt x="460" y="119"/>
                    </a:lnTo>
                    <a:lnTo>
                      <a:pt x="459" y="134"/>
                    </a:lnTo>
                    <a:lnTo>
                      <a:pt x="466" y="144"/>
                    </a:lnTo>
                    <a:lnTo>
                      <a:pt x="474" y="152"/>
                    </a:lnTo>
                    <a:lnTo>
                      <a:pt x="472" y="169"/>
                    </a:lnTo>
                    <a:lnTo>
                      <a:pt x="464" y="175"/>
                    </a:lnTo>
                    <a:lnTo>
                      <a:pt x="451" y="184"/>
                    </a:lnTo>
                    <a:lnTo>
                      <a:pt x="439" y="192"/>
                    </a:lnTo>
                    <a:lnTo>
                      <a:pt x="424" y="198"/>
                    </a:lnTo>
                    <a:lnTo>
                      <a:pt x="409" y="198"/>
                    </a:lnTo>
                    <a:lnTo>
                      <a:pt x="399" y="211"/>
                    </a:lnTo>
                    <a:lnTo>
                      <a:pt x="391" y="211"/>
                    </a:lnTo>
                    <a:lnTo>
                      <a:pt x="378" y="211"/>
                    </a:lnTo>
                    <a:lnTo>
                      <a:pt x="365" y="219"/>
                    </a:lnTo>
                    <a:lnTo>
                      <a:pt x="353" y="232"/>
                    </a:lnTo>
                    <a:lnTo>
                      <a:pt x="347" y="238"/>
                    </a:lnTo>
                    <a:lnTo>
                      <a:pt x="340" y="244"/>
                    </a:lnTo>
                    <a:lnTo>
                      <a:pt x="343" y="263"/>
                    </a:lnTo>
                    <a:close/>
                  </a:path>
                </a:pathLst>
              </a:custGeom>
              <a:grpFill/>
              <a:ln w="6350" cmpd="sng">
                <a:solidFill>
                  <a:schemeClr val="bg1"/>
                </a:solidFill>
                <a:round/>
                <a:headEnd/>
                <a:tailEnd/>
              </a:ln>
            </p:spPr>
            <p:txBody>
              <a:bodyPr/>
              <a:lstStyle/>
              <a:p>
                <a:endParaRPr lang="pt-BR"/>
              </a:p>
            </p:txBody>
          </p:sp>
          <p:sp>
            <p:nvSpPr>
              <p:cNvPr id="52" name="Freeform 33">
                <a:extLst>
                  <a:ext uri="{FF2B5EF4-FFF2-40B4-BE49-F238E27FC236}">
                    <a16:creationId xmlns:a16="http://schemas.microsoft.com/office/drawing/2014/main" id="{2C4B3EDE-9517-E887-49F5-036063B0DA53}"/>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a:p>
            </p:txBody>
          </p:sp>
          <p:sp>
            <p:nvSpPr>
              <p:cNvPr id="53" name="Freeform 34">
                <a:extLst>
                  <a:ext uri="{FF2B5EF4-FFF2-40B4-BE49-F238E27FC236}">
                    <a16:creationId xmlns:a16="http://schemas.microsoft.com/office/drawing/2014/main" id="{0A13676A-1E34-980A-599C-80017B2AA6CF}"/>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a:p>
            </p:txBody>
          </p:sp>
          <p:sp>
            <p:nvSpPr>
              <p:cNvPr id="54" name="Freeform 35">
                <a:extLst>
                  <a:ext uri="{FF2B5EF4-FFF2-40B4-BE49-F238E27FC236}">
                    <a16:creationId xmlns:a16="http://schemas.microsoft.com/office/drawing/2014/main" id="{112782F1-8DE4-7FE6-0F83-048601457643}"/>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a:p>
            </p:txBody>
          </p:sp>
          <p:sp>
            <p:nvSpPr>
              <p:cNvPr id="55" name="Freeform 36">
                <a:extLst>
                  <a:ext uri="{FF2B5EF4-FFF2-40B4-BE49-F238E27FC236}">
                    <a16:creationId xmlns:a16="http://schemas.microsoft.com/office/drawing/2014/main" id="{D90494AA-6AA2-BBE0-67E4-1FA5252288C0}"/>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a:p>
            </p:txBody>
          </p:sp>
          <p:sp>
            <p:nvSpPr>
              <p:cNvPr id="56" name="Freeform 37">
                <a:extLst>
                  <a:ext uri="{FF2B5EF4-FFF2-40B4-BE49-F238E27FC236}">
                    <a16:creationId xmlns:a16="http://schemas.microsoft.com/office/drawing/2014/main" id="{68248A2F-A1E7-27F8-C60A-2C0C6D16499E}"/>
                  </a:ext>
                </a:extLst>
              </p:cNvPr>
              <p:cNvSpPr>
                <a:spLocks noChangeAspect="1"/>
              </p:cNvSpPr>
              <p:nvPr/>
            </p:nvSpPr>
            <p:spPr bwMode="auto">
              <a:xfrm>
                <a:off x="3090966" y="3893699"/>
                <a:ext cx="750945" cy="861862"/>
              </a:xfrm>
              <a:custGeom>
                <a:avLst/>
                <a:gdLst/>
                <a:ahLst/>
                <a:cxnLst>
                  <a:cxn ang="0">
                    <a:pos x="880" y="696"/>
                  </a:cxn>
                  <a:cxn ang="0">
                    <a:pos x="863" y="752"/>
                  </a:cxn>
                  <a:cxn ang="0">
                    <a:pos x="855" y="808"/>
                  </a:cxn>
                  <a:cxn ang="0">
                    <a:pos x="873" y="906"/>
                  </a:cxn>
                  <a:cxn ang="0">
                    <a:pos x="873" y="975"/>
                  </a:cxn>
                  <a:cxn ang="0">
                    <a:pos x="827" y="1088"/>
                  </a:cxn>
                  <a:cxn ang="0">
                    <a:pos x="827" y="1171"/>
                  </a:cxn>
                  <a:cxn ang="0">
                    <a:pos x="765" y="1220"/>
                  </a:cxn>
                  <a:cxn ang="0">
                    <a:pos x="742" y="1240"/>
                  </a:cxn>
                  <a:cxn ang="0">
                    <a:pos x="677" y="1182"/>
                  </a:cxn>
                  <a:cxn ang="0">
                    <a:pos x="664" y="1138"/>
                  </a:cxn>
                  <a:cxn ang="0">
                    <a:pos x="654" y="1067"/>
                  </a:cxn>
                  <a:cxn ang="0">
                    <a:pos x="689" y="1015"/>
                  </a:cxn>
                  <a:cxn ang="0">
                    <a:pos x="750" y="963"/>
                  </a:cxn>
                  <a:cxn ang="0">
                    <a:pos x="706" y="902"/>
                  </a:cxn>
                  <a:cxn ang="0">
                    <a:pos x="619" y="892"/>
                  </a:cxn>
                  <a:cxn ang="0">
                    <a:pos x="564" y="852"/>
                  </a:cxn>
                  <a:cxn ang="0">
                    <a:pos x="518" y="810"/>
                  </a:cxn>
                  <a:cxn ang="0">
                    <a:pos x="458" y="783"/>
                  </a:cxn>
                  <a:cxn ang="0">
                    <a:pos x="416" y="756"/>
                  </a:cxn>
                  <a:cxn ang="0">
                    <a:pos x="289" y="723"/>
                  </a:cxn>
                  <a:cxn ang="0">
                    <a:pos x="211" y="675"/>
                  </a:cxn>
                  <a:cxn ang="0">
                    <a:pos x="136" y="712"/>
                  </a:cxn>
                  <a:cxn ang="0">
                    <a:pos x="59" y="760"/>
                  </a:cxn>
                  <a:cxn ang="0">
                    <a:pos x="30" y="727"/>
                  </a:cxn>
                  <a:cxn ang="0">
                    <a:pos x="38" y="656"/>
                  </a:cxn>
                  <a:cxn ang="0">
                    <a:pos x="15" y="577"/>
                  </a:cxn>
                  <a:cxn ang="0">
                    <a:pos x="11" y="516"/>
                  </a:cxn>
                  <a:cxn ang="0">
                    <a:pos x="21" y="455"/>
                  </a:cxn>
                  <a:cxn ang="0">
                    <a:pos x="19" y="384"/>
                  </a:cxn>
                  <a:cxn ang="0">
                    <a:pos x="21" y="334"/>
                  </a:cxn>
                  <a:cxn ang="0">
                    <a:pos x="40" y="297"/>
                  </a:cxn>
                  <a:cxn ang="0">
                    <a:pos x="11" y="245"/>
                  </a:cxn>
                  <a:cxn ang="0">
                    <a:pos x="50" y="184"/>
                  </a:cxn>
                  <a:cxn ang="0">
                    <a:pos x="124" y="176"/>
                  </a:cxn>
                  <a:cxn ang="0">
                    <a:pos x="197" y="228"/>
                  </a:cxn>
                  <a:cxn ang="0">
                    <a:pos x="268" y="197"/>
                  </a:cxn>
                  <a:cxn ang="0">
                    <a:pos x="360" y="161"/>
                  </a:cxn>
                  <a:cxn ang="0">
                    <a:pos x="359" y="63"/>
                  </a:cxn>
                  <a:cxn ang="0">
                    <a:pos x="439" y="65"/>
                  </a:cxn>
                  <a:cxn ang="0">
                    <a:pos x="518" y="71"/>
                  </a:cxn>
                  <a:cxn ang="0">
                    <a:pos x="604" y="40"/>
                  </a:cxn>
                  <a:cxn ang="0">
                    <a:pos x="681" y="11"/>
                  </a:cxn>
                  <a:cxn ang="0">
                    <a:pos x="717" y="88"/>
                  </a:cxn>
                  <a:cxn ang="0">
                    <a:pos x="777" y="75"/>
                  </a:cxn>
                  <a:cxn ang="0">
                    <a:pos x="821" y="54"/>
                  </a:cxn>
                  <a:cxn ang="0">
                    <a:pos x="877" y="0"/>
                  </a:cxn>
                  <a:cxn ang="0">
                    <a:pos x="951" y="42"/>
                  </a:cxn>
                  <a:cxn ang="0">
                    <a:pos x="1001" y="63"/>
                  </a:cxn>
                  <a:cxn ang="0">
                    <a:pos x="1036" y="130"/>
                  </a:cxn>
                  <a:cxn ang="0">
                    <a:pos x="1082" y="219"/>
                  </a:cxn>
                  <a:cxn ang="0">
                    <a:pos x="1084" y="292"/>
                  </a:cxn>
                  <a:cxn ang="0">
                    <a:pos x="1024" y="316"/>
                  </a:cxn>
                  <a:cxn ang="0">
                    <a:pos x="1053" y="389"/>
                  </a:cxn>
                  <a:cxn ang="0">
                    <a:pos x="1078" y="457"/>
                  </a:cxn>
                  <a:cxn ang="0">
                    <a:pos x="1017" y="537"/>
                  </a:cxn>
                  <a:cxn ang="0">
                    <a:pos x="957" y="589"/>
                  </a:cxn>
                  <a:cxn ang="0">
                    <a:pos x="951" y="556"/>
                  </a:cxn>
                  <a:cxn ang="0">
                    <a:pos x="911" y="572"/>
                  </a:cxn>
                  <a:cxn ang="0">
                    <a:pos x="880" y="620"/>
                  </a:cxn>
                </a:cxnLst>
                <a:rect l="0" t="0" r="r" b="b"/>
                <a:pathLst>
                  <a:path w="1088" h="1249">
                    <a:moveTo>
                      <a:pt x="890" y="668"/>
                    </a:moveTo>
                    <a:lnTo>
                      <a:pt x="886" y="675"/>
                    </a:lnTo>
                    <a:lnTo>
                      <a:pt x="873" y="675"/>
                    </a:lnTo>
                    <a:lnTo>
                      <a:pt x="873" y="695"/>
                    </a:lnTo>
                    <a:lnTo>
                      <a:pt x="880" y="696"/>
                    </a:lnTo>
                    <a:lnTo>
                      <a:pt x="886" y="706"/>
                    </a:lnTo>
                    <a:lnTo>
                      <a:pt x="886" y="727"/>
                    </a:lnTo>
                    <a:lnTo>
                      <a:pt x="873" y="737"/>
                    </a:lnTo>
                    <a:lnTo>
                      <a:pt x="855" y="746"/>
                    </a:lnTo>
                    <a:lnTo>
                      <a:pt x="863" y="752"/>
                    </a:lnTo>
                    <a:lnTo>
                      <a:pt x="877" y="743"/>
                    </a:lnTo>
                    <a:lnTo>
                      <a:pt x="882" y="762"/>
                    </a:lnTo>
                    <a:lnTo>
                      <a:pt x="877" y="779"/>
                    </a:lnTo>
                    <a:lnTo>
                      <a:pt x="863" y="791"/>
                    </a:lnTo>
                    <a:lnTo>
                      <a:pt x="855" y="808"/>
                    </a:lnTo>
                    <a:lnTo>
                      <a:pt x="875" y="823"/>
                    </a:lnTo>
                    <a:lnTo>
                      <a:pt x="882" y="838"/>
                    </a:lnTo>
                    <a:lnTo>
                      <a:pt x="882" y="863"/>
                    </a:lnTo>
                    <a:lnTo>
                      <a:pt x="882" y="886"/>
                    </a:lnTo>
                    <a:lnTo>
                      <a:pt x="873" y="906"/>
                    </a:lnTo>
                    <a:lnTo>
                      <a:pt x="875" y="925"/>
                    </a:lnTo>
                    <a:lnTo>
                      <a:pt x="880" y="933"/>
                    </a:lnTo>
                    <a:lnTo>
                      <a:pt x="878" y="946"/>
                    </a:lnTo>
                    <a:lnTo>
                      <a:pt x="880" y="963"/>
                    </a:lnTo>
                    <a:lnTo>
                      <a:pt x="873" y="975"/>
                    </a:lnTo>
                    <a:lnTo>
                      <a:pt x="857" y="994"/>
                    </a:lnTo>
                    <a:lnTo>
                      <a:pt x="850" y="1019"/>
                    </a:lnTo>
                    <a:lnTo>
                      <a:pt x="842" y="1044"/>
                    </a:lnTo>
                    <a:lnTo>
                      <a:pt x="832" y="1069"/>
                    </a:lnTo>
                    <a:lnTo>
                      <a:pt x="827" y="1088"/>
                    </a:lnTo>
                    <a:lnTo>
                      <a:pt x="813" y="1103"/>
                    </a:lnTo>
                    <a:lnTo>
                      <a:pt x="811" y="1124"/>
                    </a:lnTo>
                    <a:lnTo>
                      <a:pt x="815" y="1142"/>
                    </a:lnTo>
                    <a:lnTo>
                      <a:pt x="819" y="1157"/>
                    </a:lnTo>
                    <a:lnTo>
                      <a:pt x="827" y="1171"/>
                    </a:lnTo>
                    <a:lnTo>
                      <a:pt x="806" y="1172"/>
                    </a:lnTo>
                    <a:lnTo>
                      <a:pt x="800" y="1190"/>
                    </a:lnTo>
                    <a:lnTo>
                      <a:pt x="790" y="1201"/>
                    </a:lnTo>
                    <a:lnTo>
                      <a:pt x="783" y="1213"/>
                    </a:lnTo>
                    <a:lnTo>
                      <a:pt x="765" y="1220"/>
                    </a:lnTo>
                    <a:lnTo>
                      <a:pt x="763" y="1236"/>
                    </a:lnTo>
                    <a:lnTo>
                      <a:pt x="761" y="1247"/>
                    </a:lnTo>
                    <a:lnTo>
                      <a:pt x="758" y="1249"/>
                    </a:lnTo>
                    <a:lnTo>
                      <a:pt x="758" y="1245"/>
                    </a:lnTo>
                    <a:lnTo>
                      <a:pt x="742" y="1240"/>
                    </a:lnTo>
                    <a:lnTo>
                      <a:pt x="729" y="1224"/>
                    </a:lnTo>
                    <a:lnTo>
                      <a:pt x="710" y="1213"/>
                    </a:lnTo>
                    <a:lnTo>
                      <a:pt x="690" y="1201"/>
                    </a:lnTo>
                    <a:lnTo>
                      <a:pt x="683" y="1184"/>
                    </a:lnTo>
                    <a:lnTo>
                      <a:pt x="677" y="1182"/>
                    </a:lnTo>
                    <a:lnTo>
                      <a:pt x="683" y="1178"/>
                    </a:lnTo>
                    <a:lnTo>
                      <a:pt x="685" y="1167"/>
                    </a:lnTo>
                    <a:lnTo>
                      <a:pt x="683" y="1151"/>
                    </a:lnTo>
                    <a:lnTo>
                      <a:pt x="671" y="1149"/>
                    </a:lnTo>
                    <a:lnTo>
                      <a:pt x="664" y="1138"/>
                    </a:lnTo>
                    <a:lnTo>
                      <a:pt x="664" y="1124"/>
                    </a:lnTo>
                    <a:lnTo>
                      <a:pt x="646" y="1119"/>
                    </a:lnTo>
                    <a:lnTo>
                      <a:pt x="644" y="1100"/>
                    </a:lnTo>
                    <a:lnTo>
                      <a:pt x="646" y="1082"/>
                    </a:lnTo>
                    <a:lnTo>
                      <a:pt x="654" y="1067"/>
                    </a:lnTo>
                    <a:lnTo>
                      <a:pt x="654" y="1055"/>
                    </a:lnTo>
                    <a:lnTo>
                      <a:pt x="667" y="1057"/>
                    </a:lnTo>
                    <a:lnTo>
                      <a:pt x="690" y="1057"/>
                    </a:lnTo>
                    <a:lnTo>
                      <a:pt x="687" y="1042"/>
                    </a:lnTo>
                    <a:lnTo>
                      <a:pt x="689" y="1015"/>
                    </a:lnTo>
                    <a:lnTo>
                      <a:pt x="708" y="1015"/>
                    </a:lnTo>
                    <a:lnTo>
                      <a:pt x="717" y="998"/>
                    </a:lnTo>
                    <a:lnTo>
                      <a:pt x="723" y="986"/>
                    </a:lnTo>
                    <a:lnTo>
                      <a:pt x="736" y="975"/>
                    </a:lnTo>
                    <a:lnTo>
                      <a:pt x="750" y="963"/>
                    </a:lnTo>
                    <a:lnTo>
                      <a:pt x="750" y="942"/>
                    </a:lnTo>
                    <a:lnTo>
                      <a:pt x="740" y="938"/>
                    </a:lnTo>
                    <a:lnTo>
                      <a:pt x="721" y="929"/>
                    </a:lnTo>
                    <a:lnTo>
                      <a:pt x="706" y="913"/>
                    </a:lnTo>
                    <a:lnTo>
                      <a:pt x="706" y="902"/>
                    </a:lnTo>
                    <a:lnTo>
                      <a:pt x="683" y="902"/>
                    </a:lnTo>
                    <a:lnTo>
                      <a:pt x="662" y="906"/>
                    </a:lnTo>
                    <a:lnTo>
                      <a:pt x="650" y="896"/>
                    </a:lnTo>
                    <a:lnTo>
                      <a:pt x="637" y="886"/>
                    </a:lnTo>
                    <a:lnTo>
                      <a:pt x="619" y="892"/>
                    </a:lnTo>
                    <a:lnTo>
                      <a:pt x="600" y="892"/>
                    </a:lnTo>
                    <a:lnTo>
                      <a:pt x="587" y="892"/>
                    </a:lnTo>
                    <a:lnTo>
                      <a:pt x="583" y="879"/>
                    </a:lnTo>
                    <a:lnTo>
                      <a:pt x="577" y="863"/>
                    </a:lnTo>
                    <a:lnTo>
                      <a:pt x="564" y="852"/>
                    </a:lnTo>
                    <a:lnTo>
                      <a:pt x="560" y="837"/>
                    </a:lnTo>
                    <a:lnTo>
                      <a:pt x="548" y="831"/>
                    </a:lnTo>
                    <a:lnTo>
                      <a:pt x="547" y="821"/>
                    </a:lnTo>
                    <a:lnTo>
                      <a:pt x="533" y="808"/>
                    </a:lnTo>
                    <a:lnTo>
                      <a:pt x="518" y="810"/>
                    </a:lnTo>
                    <a:lnTo>
                      <a:pt x="504" y="812"/>
                    </a:lnTo>
                    <a:lnTo>
                      <a:pt x="489" y="800"/>
                    </a:lnTo>
                    <a:lnTo>
                      <a:pt x="477" y="802"/>
                    </a:lnTo>
                    <a:lnTo>
                      <a:pt x="464" y="796"/>
                    </a:lnTo>
                    <a:lnTo>
                      <a:pt x="458" y="783"/>
                    </a:lnTo>
                    <a:lnTo>
                      <a:pt x="449" y="781"/>
                    </a:lnTo>
                    <a:lnTo>
                      <a:pt x="449" y="771"/>
                    </a:lnTo>
                    <a:lnTo>
                      <a:pt x="439" y="766"/>
                    </a:lnTo>
                    <a:lnTo>
                      <a:pt x="428" y="764"/>
                    </a:lnTo>
                    <a:lnTo>
                      <a:pt x="416" y="756"/>
                    </a:lnTo>
                    <a:lnTo>
                      <a:pt x="408" y="748"/>
                    </a:lnTo>
                    <a:lnTo>
                      <a:pt x="408" y="739"/>
                    </a:lnTo>
                    <a:lnTo>
                      <a:pt x="382" y="739"/>
                    </a:lnTo>
                    <a:lnTo>
                      <a:pt x="291" y="739"/>
                    </a:lnTo>
                    <a:lnTo>
                      <a:pt x="289" y="723"/>
                    </a:lnTo>
                    <a:lnTo>
                      <a:pt x="291" y="702"/>
                    </a:lnTo>
                    <a:lnTo>
                      <a:pt x="299" y="687"/>
                    </a:lnTo>
                    <a:lnTo>
                      <a:pt x="303" y="675"/>
                    </a:lnTo>
                    <a:lnTo>
                      <a:pt x="224" y="670"/>
                    </a:lnTo>
                    <a:lnTo>
                      <a:pt x="211" y="675"/>
                    </a:lnTo>
                    <a:lnTo>
                      <a:pt x="197" y="675"/>
                    </a:lnTo>
                    <a:lnTo>
                      <a:pt x="186" y="685"/>
                    </a:lnTo>
                    <a:lnTo>
                      <a:pt x="184" y="695"/>
                    </a:lnTo>
                    <a:lnTo>
                      <a:pt x="161" y="708"/>
                    </a:lnTo>
                    <a:lnTo>
                      <a:pt x="136" y="712"/>
                    </a:lnTo>
                    <a:lnTo>
                      <a:pt x="128" y="721"/>
                    </a:lnTo>
                    <a:lnTo>
                      <a:pt x="109" y="727"/>
                    </a:lnTo>
                    <a:lnTo>
                      <a:pt x="96" y="746"/>
                    </a:lnTo>
                    <a:lnTo>
                      <a:pt x="75" y="752"/>
                    </a:lnTo>
                    <a:lnTo>
                      <a:pt x="59" y="760"/>
                    </a:lnTo>
                    <a:lnTo>
                      <a:pt x="40" y="764"/>
                    </a:lnTo>
                    <a:lnTo>
                      <a:pt x="25" y="764"/>
                    </a:lnTo>
                    <a:lnTo>
                      <a:pt x="17" y="750"/>
                    </a:lnTo>
                    <a:lnTo>
                      <a:pt x="17" y="733"/>
                    </a:lnTo>
                    <a:lnTo>
                      <a:pt x="30" y="727"/>
                    </a:lnTo>
                    <a:lnTo>
                      <a:pt x="42" y="714"/>
                    </a:lnTo>
                    <a:lnTo>
                      <a:pt x="50" y="696"/>
                    </a:lnTo>
                    <a:lnTo>
                      <a:pt x="50" y="681"/>
                    </a:lnTo>
                    <a:lnTo>
                      <a:pt x="50" y="670"/>
                    </a:lnTo>
                    <a:lnTo>
                      <a:pt x="38" y="656"/>
                    </a:lnTo>
                    <a:lnTo>
                      <a:pt x="27" y="641"/>
                    </a:lnTo>
                    <a:lnTo>
                      <a:pt x="15" y="625"/>
                    </a:lnTo>
                    <a:lnTo>
                      <a:pt x="15" y="610"/>
                    </a:lnTo>
                    <a:lnTo>
                      <a:pt x="13" y="595"/>
                    </a:lnTo>
                    <a:lnTo>
                      <a:pt x="15" y="577"/>
                    </a:lnTo>
                    <a:lnTo>
                      <a:pt x="25" y="568"/>
                    </a:lnTo>
                    <a:lnTo>
                      <a:pt x="25" y="556"/>
                    </a:lnTo>
                    <a:lnTo>
                      <a:pt x="17" y="543"/>
                    </a:lnTo>
                    <a:lnTo>
                      <a:pt x="23" y="528"/>
                    </a:lnTo>
                    <a:lnTo>
                      <a:pt x="11" y="516"/>
                    </a:lnTo>
                    <a:lnTo>
                      <a:pt x="21" y="501"/>
                    </a:lnTo>
                    <a:lnTo>
                      <a:pt x="40" y="489"/>
                    </a:lnTo>
                    <a:lnTo>
                      <a:pt x="40" y="474"/>
                    </a:lnTo>
                    <a:lnTo>
                      <a:pt x="27" y="466"/>
                    </a:lnTo>
                    <a:lnTo>
                      <a:pt x="21" y="455"/>
                    </a:lnTo>
                    <a:lnTo>
                      <a:pt x="21" y="441"/>
                    </a:lnTo>
                    <a:lnTo>
                      <a:pt x="32" y="435"/>
                    </a:lnTo>
                    <a:lnTo>
                      <a:pt x="34" y="414"/>
                    </a:lnTo>
                    <a:lnTo>
                      <a:pt x="25" y="401"/>
                    </a:lnTo>
                    <a:lnTo>
                      <a:pt x="19" y="384"/>
                    </a:lnTo>
                    <a:lnTo>
                      <a:pt x="21" y="366"/>
                    </a:lnTo>
                    <a:lnTo>
                      <a:pt x="36" y="364"/>
                    </a:lnTo>
                    <a:lnTo>
                      <a:pt x="42" y="355"/>
                    </a:lnTo>
                    <a:lnTo>
                      <a:pt x="32" y="345"/>
                    </a:lnTo>
                    <a:lnTo>
                      <a:pt x="21" y="334"/>
                    </a:lnTo>
                    <a:lnTo>
                      <a:pt x="27" y="324"/>
                    </a:lnTo>
                    <a:lnTo>
                      <a:pt x="42" y="324"/>
                    </a:lnTo>
                    <a:lnTo>
                      <a:pt x="53" y="313"/>
                    </a:lnTo>
                    <a:lnTo>
                      <a:pt x="52" y="301"/>
                    </a:lnTo>
                    <a:lnTo>
                      <a:pt x="40" y="297"/>
                    </a:lnTo>
                    <a:lnTo>
                      <a:pt x="19" y="305"/>
                    </a:lnTo>
                    <a:lnTo>
                      <a:pt x="0" y="293"/>
                    </a:lnTo>
                    <a:lnTo>
                      <a:pt x="0" y="278"/>
                    </a:lnTo>
                    <a:lnTo>
                      <a:pt x="4" y="261"/>
                    </a:lnTo>
                    <a:lnTo>
                      <a:pt x="11" y="245"/>
                    </a:lnTo>
                    <a:lnTo>
                      <a:pt x="27" y="238"/>
                    </a:lnTo>
                    <a:lnTo>
                      <a:pt x="38" y="226"/>
                    </a:lnTo>
                    <a:lnTo>
                      <a:pt x="36" y="211"/>
                    </a:lnTo>
                    <a:lnTo>
                      <a:pt x="40" y="196"/>
                    </a:lnTo>
                    <a:lnTo>
                      <a:pt x="50" y="184"/>
                    </a:lnTo>
                    <a:lnTo>
                      <a:pt x="65" y="184"/>
                    </a:lnTo>
                    <a:lnTo>
                      <a:pt x="82" y="173"/>
                    </a:lnTo>
                    <a:lnTo>
                      <a:pt x="101" y="161"/>
                    </a:lnTo>
                    <a:lnTo>
                      <a:pt x="117" y="163"/>
                    </a:lnTo>
                    <a:lnTo>
                      <a:pt x="124" y="176"/>
                    </a:lnTo>
                    <a:lnTo>
                      <a:pt x="132" y="194"/>
                    </a:lnTo>
                    <a:lnTo>
                      <a:pt x="147" y="211"/>
                    </a:lnTo>
                    <a:lnTo>
                      <a:pt x="157" y="222"/>
                    </a:lnTo>
                    <a:lnTo>
                      <a:pt x="172" y="228"/>
                    </a:lnTo>
                    <a:lnTo>
                      <a:pt x="197" y="228"/>
                    </a:lnTo>
                    <a:lnTo>
                      <a:pt x="217" y="224"/>
                    </a:lnTo>
                    <a:lnTo>
                      <a:pt x="230" y="224"/>
                    </a:lnTo>
                    <a:lnTo>
                      <a:pt x="243" y="217"/>
                    </a:lnTo>
                    <a:lnTo>
                      <a:pt x="257" y="203"/>
                    </a:lnTo>
                    <a:lnTo>
                      <a:pt x="268" y="197"/>
                    </a:lnTo>
                    <a:lnTo>
                      <a:pt x="301" y="199"/>
                    </a:lnTo>
                    <a:lnTo>
                      <a:pt x="320" y="196"/>
                    </a:lnTo>
                    <a:lnTo>
                      <a:pt x="328" y="176"/>
                    </a:lnTo>
                    <a:lnTo>
                      <a:pt x="349" y="173"/>
                    </a:lnTo>
                    <a:lnTo>
                      <a:pt x="360" y="161"/>
                    </a:lnTo>
                    <a:lnTo>
                      <a:pt x="360" y="153"/>
                    </a:lnTo>
                    <a:lnTo>
                      <a:pt x="374" y="144"/>
                    </a:lnTo>
                    <a:lnTo>
                      <a:pt x="376" y="90"/>
                    </a:lnTo>
                    <a:lnTo>
                      <a:pt x="368" y="77"/>
                    </a:lnTo>
                    <a:lnTo>
                      <a:pt x="359" y="63"/>
                    </a:lnTo>
                    <a:lnTo>
                      <a:pt x="378" y="57"/>
                    </a:lnTo>
                    <a:lnTo>
                      <a:pt x="401" y="44"/>
                    </a:lnTo>
                    <a:lnTo>
                      <a:pt x="410" y="55"/>
                    </a:lnTo>
                    <a:lnTo>
                      <a:pt x="416" y="63"/>
                    </a:lnTo>
                    <a:lnTo>
                      <a:pt x="439" y="65"/>
                    </a:lnTo>
                    <a:lnTo>
                      <a:pt x="451" y="71"/>
                    </a:lnTo>
                    <a:lnTo>
                      <a:pt x="464" y="78"/>
                    </a:lnTo>
                    <a:lnTo>
                      <a:pt x="481" y="80"/>
                    </a:lnTo>
                    <a:lnTo>
                      <a:pt x="502" y="75"/>
                    </a:lnTo>
                    <a:lnTo>
                      <a:pt x="518" y="71"/>
                    </a:lnTo>
                    <a:lnTo>
                      <a:pt x="531" y="65"/>
                    </a:lnTo>
                    <a:lnTo>
                      <a:pt x="547" y="50"/>
                    </a:lnTo>
                    <a:lnTo>
                      <a:pt x="573" y="52"/>
                    </a:lnTo>
                    <a:lnTo>
                      <a:pt x="587" y="50"/>
                    </a:lnTo>
                    <a:lnTo>
                      <a:pt x="604" y="40"/>
                    </a:lnTo>
                    <a:lnTo>
                      <a:pt x="623" y="23"/>
                    </a:lnTo>
                    <a:lnTo>
                      <a:pt x="633" y="15"/>
                    </a:lnTo>
                    <a:lnTo>
                      <a:pt x="652" y="6"/>
                    </a:lnTo>
                    <a:lnTo>
                      <a:pt x="667" y="6"/>
                    </a:lnTo>
                    <a:lnTo>
                      <a:pt x="681" y="11"/>
                    </a:lnTo>
                    <a:lnTo>
                      <a:pt x="698" y="25"/>
                    </a:lnTo>
                    <a:lnTo>
                      <a:pt x="704" y="46"/>
                    </a:lnTo>
                    <a:lnTo>
                      <a:pt x="713" y="61"/>
                    </a:lnTo>
                    <a:lnTo>
                      <a:pt x="715" y="77"/>
                    </a:lnTo>
                    <a:lnTo>
                      <a:pt x="717" y="88"/>
                    </a:lnTo>
                    <a:lnTo>
                      <a:pt x="731" y="96"/>
                    </a:lnTo>
                    <a:lnTo>
                      <a:pt x="748" y="96"/>
                    </a:lnTo>
                    <a:lnTo>
                      <a:pt x="750" y="82"/>
                    </a:lnTo>
                    <a:lnTo>
                      <a:pt x="765" y="82"/>
                    </a:lnTo>
                    <a:lnTo>
                      <a:pt x="777" y="75"/>
                    </a:lnTo>
                    <a:lnTo>
                      <a:pt x="784" y="65"/>
                    </a:lnTo>
                    <a:lnTo>
                      <a:pt x="788" y="52"/>
                    </a:lnTo>
                    <a:lnTo>
                      <a:pt x="802" y="50"/>
                    </a:lnTo>
                    <a:lnTo>
                      <a:pt x="811" y="52"/>
                    </a:lnTo>
                    <a:lnTo>
                      <a:pt x="821" y="54"/>
                    </a:lnTo>
                    <a:lnTo>
                      <a:pt x="827" y="40"/>
                    </a:lnTo>
                    <a:lnTo>
                      <a:pt x="838" y="25"/>
                    </a:lnTo>
                    <a:lnTo>
                      <a:pt x="850" y="11"/>
                    </a:lnTo>
                    <a:lnTo>
                      <a:pt x="863" y="6"/>
                    </a:lnTo>
                    <a:lnTo>
                      <a:pt x="877" y="0"/>
                    </a:lnTo>
                    <a:lnTo>
                      <a:pt x="890" y="9"/>
                    </a:lnTo>
                    <a:lnTo>
                      <a:pt x="909" y="15"/>
                    </a:lnTo>
                    <a:lnTo>
                      <a:pt x="923" y="25"/>
                    </a:lnTo>
                    <a:lnTo>
                      <a:pt x="936" y="36"/>
                    </a:lnTo>
                    <a:lnTo>
                      <a:pt x="951" y="42"/>
                    </a:lnTo>
                    <a:lnTo>
                      <a:pt x="965" y="48"/>
                    </a:lnTo>
                    <a:lnTo>
                      <a:pt x="978" y="50"/>
                    </a:lnTo>
                    <a:lnTo>
                      <a:pt x="984" y="40"/>
                    </a:lnTo>
                    <a:lnTo>
                      <a:pt x="997" y="44"/>
                    </a:lnTo>
                    <a:lnTo>
                      <a:pt x="1001" y="63"/>
                    </a:lnTo>
                    <a:lnTo>
                      <a:pt x="995" y="75"/>
                    </a:lnTo>
                    <a:lnTo>
                      <a:pt x="1009" y="82"/>
                    </a:lnTo>
                    <a:lnTo>
                      <a:pt x="1020" y="102"/>
                    </a:lnTo>
                    <a:lnTo>
                      <a:pt x="1024" y="113"/>
                    </a:lnTo>
                    <a:lnTo>
                      <a:pt x="1036" y="130"/>
                    </a:lnTo>
                    <a:lnTo>
                      <a:pt x="1049" y="153"/>
                    </a:lnTo>
                    <a:lnTo>
                      <a:pt x="1051" y="173"/>
                    </a:lnTo>
                    <a:lnTo>
                      <a:pt x="1063" y="192"/>
                    </a:lnTo>
                    <a:lnTo>
                      <a:pt x="1072" y="199"/>
                    </a:lnTo>
                    <a:lnTo>
                      <a:pt x="1082" y="219"/>
                    </a:lnTo>
                    <a:lnTo>
                      <a:pt x="1086" y="230"/>
                    </a:lnTo>
                    <a:lnTo>
                      <a:pt x="1082" y="242"/>
                    </a:lnTo>
                    <a:lnTo>
                      <a:pt x="1076" y="253"/>
                    </a:lnTo>
                    <a:lnTo>
                      <a:pt x="1078" y="274"/>
                    </a:lnTo>
                    <a:lnTo>
                      <a:pt x="1084" y="292"/>
                    </a:lnTo>
                    <a:lnTo>
                      <a:pt x="1074" y="301"/>
                    </a:lnTo>
                    <a:lnTo>
                      <a:pt x="1063" y="307"/>
                    </a:lnTo>
                    <a:lnTo>
                      <a:pt x="1047" y="307"/>
                    </a:lnTo>
                    <a:lnTo>
                      <a:pt x="1030" y="307"/>
                    </a:lnTo>
                    <a:lnTo>
                      <a:pt x="1024" y="316"/>
                    </a:lnTo>
                    <a:lnTo>
                      <a:pt x="1030" y="336"/>
                    </a:lnTo>
                    <a:lnTo>
                      <a:pt x="1030" y="355"/>
                    </a:lnTo>
                    <a:lnTo>
                      <a:pt x="1036" y="370"/>
                    </a:lnTo>
                    <a:lnTo>
                      <a:pt x="1047" y="374"/>
                    </a:lnTo>
                    <a:lnTo>
                      <a:pt x="1053" y="389"/>
                    </a:lnTo>
                    <a:lnTo>
                      <a:pt x="1055" y="407"/>
                    </a:lnTo>
                    <a:lnTo>
                      <a:pt x="1068" y="412"/>
                    </a:lnTo>
                    <a:lnTo>
                      <a:pt x="1084" y="420"/>
                    </a:lnTo>
                    <a:lnTo>
                      <a:pt x="1088" y="434"/>
                    </a:lnTo>
                    <a:lnTo>
                      <a:pt x="1078" y="457"/>
                    </a:lnTo>
                    <a:lnTo>
                      <a:pt x="1063" y="478"/>
                    </a:lnTo>
                    <a:lnTo>
                      <a:pt x="1053" y="497"/>
                    </a:lnTo>
                    <a:lnTo>
                      <a:pt x="1043" y="512"/>
                    </a:lnTo>
                    <a:lnTo>
                      <a:pt x="1034" y="531"/>
                    </a:lnTo>
                    <a:lnTo>
                      <a:pt x="1017" y="537"/>
                    </a:lnTo>
                    <a:lnTo>
                      <a:pt x="999" y="554"/>
                    </a:lnTo>
                    <a:lnTo>
                      <a:pt x="986" y="564"/>
                    </a:lnTo>
                    <a:lnTo>
                      <a:pt x="978" y="581"/>
                    </a:lnTo>
                    <a:lnTo>
                      <a:pt x="969" y="593"/>
                    </a:lnTo>
                    <a:lnTo>
                      <a:pt x="957" y="589"/>
                    </a:lnTo>
                    <a:lnTo>
                      <a:pt x="955" y="579"/>
                    </a:lnTo>
                    <a:lnTo>
                      <a:pt x="932" y="585"/>
                    </a:lnTo>
                    <a:lnTo>
                      <a:pt x="932" y="572"/>
                    </a:lnTo>
                    <a:lnTo>
                      <a:pt x="940" y="558"/>
                    </a:lnTo>
                    <a:lnTo>
                      <a:pt x="951" y="556"/>
                    </a:lnTo>
                    <a:lnTo>
                      <a:pt x="934" y="543"/>
                    </a:lnTo>
                    <a:lnTo>
                      <a:pt x="921" y="539"/>
                    </a:lnTo>
                    <a:lnTo>
                      <a:pt x="917" y="551"/>
                    </a:lnTo>
                    <a:lnTo>
                      <a:pt x="923" y="564"/>
                    </a:lnTo>
                    <a:lnTo>
                      <a:pt x="911" y="572"/>
                    </a:lnTo>
                    <a:lnTo>
                      <a:pt x="903" y="583"/>
                    </a:lnTo>
                    <a:lnTo>
                      <a:pt x="909" y="599"/>
                    </a:lnTo>
                    <a:lnTo>
                      <a:pt x="911" y="612"/>
                    </a:lnTo>
                    <a:lnTo>
                      <a:pt x="898" y="614"/>
                    </a:lnTo>
                    <a:lnTo>
                      <a:pt x="880" y="620"/>
                    </a:lnTo>
                    <a:lnTo>
                      <a:pt x="878" y="633"/>
                    </a:lnTo>
                    <a:lnTo>
                      <a:pt x="873" y="645"/>
                    </a:lnTo>
                    <a:lnTo>
                      <a:pt x="878" y="654"/>
                    </a:lnTo>
                    <a:lnTo>
                      <a:pt x="890" y="668"/>
                    </a:lnTo>
                    <a:close/>
                  </a:path>
                </a:pathLst>
              </a:custGeom>
              <a:grpFill/>
              <a:ln w="6350" cmpd="sng">
                <a:solidFill>
                  <a:schemeClr val="bg1"/>
                </a:solidFill>
                <a:round/>
                <a:headEnd/>
                <a:tailEnd/>
              </a:ln>
            </p:spPr>
            <p:txBody>
              <a:bodyPr/>
              <a:lstStyle/>
              <a:p>
                <a:endParaRPr lang="pt-BR"/>
              </a:p>
            </p:txBody>
          </p:sp>
          <p:sp>
            <p:nvSpPr>
              <p:cNvPr id="57" name="Freeform 38">
                <a:extLst>
                  <a:ext uri="{FF2B5EF4-FFF2-40B4-BE49-F238E27FC236}">
                    <a16:creationId xmlns:a16="http://schemas.microsoft.com/office/drawing/2014/main" id="{1D96E1F4-80D8-7D4D-0FAF-DB37D86020D7}"/>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a:p>
            </p:txBody>
          </p:sp>
          <p:sp>
            <p:nvSpPr>
              <p:cNvPr id="58" name="Freeform 39">
                <a:extLst>
                  <a:ext uri="{FF2B5EF4-FFF2-40B4-BE49-F238E27FC236}">
                    <a16:creationId xmlns:a16="http://schemas.microsoft.com/office/drawing/2014/main" id="{34CF26E4-5D4A-9D70-67DA-C2008EA0D871}"/>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a:p>
            </p:txBody>
          </p:sp>
          <p:sp>
            <p:nvSpPr>
              <p:cNvPr id="59" name="Freeform 40">
                <a:extLst>
                  <a:ext uri="{FF2B5EF4-FFF2-40B4-BE49-F238E27FC236}">
                    <a16:creationId xmlns:a16="http://schemas.microsoft.com/office/drawing/2014/main" id="{9DF2C9A2-7835-991E-CF6E-78B3C8B65B26}"/>
                  </a:ext>
                </a:extLst>
              </p:cNvPr>
              <p:cNvSpPr>
                <a:spLocks noChangeAspect="1"/>
              </p:cNvSpPr>
              <p:nvPr/>
            </p:nvSpPr>
            <p:spPr bwMode="auto">
              <a:xfrm>
                <a:off x="2641186" y="3172529"/>
                <a:ext cx="984" cy="984"/>
              </a:xfrm>
              <a:custGeom>
                <a:avLst/>
                <a:gdLst/>
                <a:ahLst/>
                <a:cxnLst>
                  <a:cxn ang="0">
                    <a:pos x="0" y="2"/>
                  </a:cxn>
                  <a:cxn ang="0">
                    <a:pos x="2" y="2"/>
                  </a:cxn>
                  <a:cxn ang="0">
                    <a:pos x="2" y="0"/>
                  </a:cxn>
                  <a:cxn ang="0">
                    <a:pos x="2" y="2"/>
                  </a:cxn>
                  <a:cxn ang="0">
                    <a:pos x="0" y="2"/>
                  </a:cxn>
                </a:cxnLst>
                <a:rect l="0" t="0" r="r" b="b"/>
                <a:pathLst>
                  <a:path w="2" h="2">
                    <a:moveTo>
                      <a:pt x="0" y="2"/>
                    </a:moveTo>
                    <a:lnTo>
                      <a:pt x="2" y="2"/>
                    </a:lnTo>
                    <a:lnTo>
                      <a:pt x="2" y="0"/>
                    </a:lnTo>
                    <a:lnTo>
                      <a:pt x="2" y="2"/>
                    </a:lnTo>
                    <a:lnTo>
                      <a:pt x="0" y="2"/>
                    </a:lnTo>
                  </a:path>
                </a:pathLst>
              </a:custGeom>
              <a:grpFill/>
              <a:ln w="6350" cmpd="sng">
                <a:solidFill>
                  <a:schemeClr val="bg1"/>
                </a:solidFill>
                <a:prstDash val="solid"/>
                <a:round/>
                <a:headEnd/>
                <a:tailEnd/>
              </a:ln>
            </p:spPr>
            <p:txBody>
              <a:bodyPr/>
              <a:lstStyle/>
              <a:p>
                <a:endParaRPr lang="pt-BR"/>
              </a:p>
            </p:txBody>
          </p:sp>
          <p:sp>
            <p:nvSpPr>
              <p:cNvPr id="60" name="Rectangle 41">
                <a:extLst>
                  <a:ext uri="{FF2B5EF4-FFF2-40B4-BE49-F238E27FC236}">
                    <a16:creationId xmlns:a16="http://schemas.microsoft.com/office/drawing/2014/main" id="{465EEBAF-86D9-8A7A-A0B7-8094E79FED36}"/>
                  </a:ext>
                </a:extLst>
              </p:cNvPr>
              <p:cNvSpPr>
                <a:spLocks noChangeAspect="1" noChangeArrowheads="1"/>
              </p:cNvSpPr>
              <p:nvPr/>
            </p:nvSpPr>
            <p:spPr bwMode="auto">
              <a:xfrm>
                <a:off x="2642170" y="3172529"/>
                <a:ext cx="984" cy="0"/>
              </a:xfrm>
              <a:prstGeom prst="rect">
                <a:avLst/>
              </a:prstGeom>
              <a:grpFill/>
              <a:ln w="6350">
                <a:solidFill>
                  <a:schemeClr val="bg1"/>
                </a:solidFill>
                <a:miter lim="800000"/>
                <a:headEnd/>
                <a:tailEnd/>
              </a:ln>
            </p:spPr>
            <p:txBody>
              <a:bodyPr/>
              <a:lstStyle/>
              <a:p>
                <a:endParaRPr lang="pt-BR"/>
              </a:p>
            </p:txBody>
          </p:sp>
          <p:sp>
            <p:nvSpPr>
              <p:cNvPr id="61" name="Freeform 42">
                <a:extLst>
                  <a:ext uri="{FF2B5EF4-FFF2-40B4-BE49-F238E27FC236}">
                    <a16:creationId xmlns:a16="http://schemas.microsoft.com/office/drawing/2014/main" id="{E01CFB3D-9616-2F89-A98F-A111DEF1AB93}"/>
                  </a:ext>
                </a:extLst>
              </p:cNvPr>
              <p:cNvSpPr>
                <a:spLocks noChangeAspect="1"/>
              </p:cNvSpPr>
              <p:nvPr/>
            </p:nvSpPr>
            <p:spPr bwMode="auto">
              <a:xfrm>
                <a:off x="2644139" y="3170561"/>
                <a:ext cx="0" cy="1968"/>
              </a:xfrm>
              <a:custGeom>
                <a:avLst/>
                <a:gdLst/>
                <a:ahLst/>
                <a:cxnLst>
                  <a:cxn ang="0">
                    <a:pos x="0" y="2"/>
                  </a:cxn>
                  <a:cxn ang="0">
                    <a:pos x="0" y="0"/>
                  </a:cxn>
                  <a:cxn ang="0">
                    <a:pos x="0" y="0"/>
                  </a:cxn>
                  <a:cxn ang="0">
                    <a:pos x="0" y="2"/>
                  </a:cxn>
                </a:cxnLst>
                <a:rect l="0" t="0" r="r" b="b"/>
                <a:pathLst>
                  <a:path h="2">
                    <a:moveTo>
                      <a:pt x="0" y="2"/>
                    </a:moveTo>
                    <a:lnTo>
                      <a:pt x="0" y="0"/>
                    </a:lnTo>
                    <a:lnTo>
                      <a:pt x="0" y="0"/>
                    </a:lnTo>
                    <a:lnTo>
                      <a:pt x="0" y="2"/>
                    </a:lnTo>
                  </a:path>
                </a:pathLst>
              </a:custGeom>
              <a:grpFill/>
              <a:ln w="6350" cmpd="sng">
                <a:solidFill>
                  <a:schemeClr val="bg1"/>
                </a:solidFill>
                <a:prstDash val="solid"/>
                <a:round/>
                <a:headEnd/>
                <a:tailEnd/>
              </a:ln>
            </p:spPr>
            <p:txBody>
              <a:bodyPr/>
              <a:lstStyle/>
              <a:p>
                <a:endParaRPr lang="pt-BR"/>
              </a:p>
            </p:txBody>
          </p:sp>
          <p:sp>
            <p:nvSpPr>
              <p:cNvPr id="62" name="Freeform 43">
                <a:extLst>
                  <a:ext uri="{FF2B5EF4-FFF2-40B4-BE49-F238E27FC236}">
                    <a16:creationId xmlns:a16="http://schemas.microsoft.com/office/drawing/2014/main" id="{F764D9CB-7F13-9110-AD34-6B3E19054927}"/>
                  </a:ext>
                </a:extLst>
              </p:cNvPr>
              <p:cNvSpPr>
                <a:spLocks noChangeAspect="1"/>
              </p:cNvSpPr>
              <p:nvPr/>
            </p:nvSpPr>
            <p:spPr bwMode="auto">
              <a:xfrm>
                <a:off x="2753385" y="3092836"/>
                <a:ext cx="210619" cy="148563"/>
              </a:xfrm>
              <a:custGeom>
                <a:avLst/>
                <a:gdLst/>
                <a:ahLst/>
                <a:cxnLst>
                  <a:cxn ang="0">
                    <a:pos x="43" y="0"/>
                  </a:cxn>
                  <a:cxn ang="0">
                    <a:pos x="31" y="3"/>
                  </a:cxn>
                  <a:cxn ang="0">
                    <a:pos x="25" y="11"/>
                  </a:cxn>
                  <a:cxn ang="0">
                    <a:pos x="18" y="19"/>
                  </a:cxn>
                  <a:cxn ang="0">
                    <a:pos x="8" y="26"/>
                  </a:cxn>
                  <a:cxn ang="0">
                    <a:pos x="8" y="44"/>
                  </a:cxn>
                  <a:cxn ang="0">
                    <a:pos x="4" y="59"/>
                  </a:cxn>
                  <a:cxn ang="0">
                    <a:pos x="12" y="71"/>
                  </a:cxn>
                  <a:cxn ang="0">
                    <a:pos x="23" y="74"/>
                  </a:cxn>
                  <a:cxn ang="0">
                    <a:pos x="22" y="84"/>
                  </a:cxn>
                  <a:cxn ang="0">
                    <a:pos x="6" y="78"/>
                  </a:cxn>
                  <a:cxn ang="0">
                    <a:pos x="0" y="86"/>
                  </a:cxn>
                  <a:cxn ang="0">
                    <a:pos x="0" y="103"/>
                  </a:cxn>
                  <a:cxn ang="0">
                    <a:pos x="14" y="109"/>
                  </a:cxn>
                  <a:cxn ang="0">
                    <a:pos x="25" y="122"/>
                  </a:cxn>
                  <a:cxn ang="0">
                    <a:pos x="31" y="138"/>
                  </a:cxn>
                  <a:cxn ang="0">
                    <a:pos x="37" y="149"/>
                  </a:cxn>
                  <a:cxn ang="0">
                    <a:pos x="29" y="161"/>
                  </a:cxn>
                  <a:cxn ang="0">
                    <a:pos x="20" y="169"/>
                  </a:cxn>
                  <a:cxn ang="0">
                    <a:pos x="33" y="190"/>
                  </a:cxn>
                  <a:cxn ang="0">
                    <a:pos x="48" y="203"/>
                  </a:cxn>
                  <a:cxn ang="0">
                    <a:pos x="68" y="211"/>
                  </a:cxn>
                  <a:cxn ang="0">
                    <a:pos x="91" y="211"/>
                  </a:cxn>
                  <a:cxn ang="0">
                    <a:pos x="106" y="215"/>
                  </a:cxn>
                  <a:cxn ang="0">
                    <a:pos x="116" y="205"/>
                  </a:cxn>
                  <a:cxn ang="0">
                    <a:pos x="129" y="207"/>
                  </a:cxn>
                  <a:cxn ang="0">
                    <a:pos x="146" y="209"/>
                  </a:cxn>
                  <a:cxn ang="0">
                    <a:pos x="158" y="195"/>
                  </a:cxn>
                  <a:cxn ang="0">
                    <a:pos x="167" y="192"/>
                  </a:cxn>
                  <a:cxn ang="0">
                    <a:pos x="200" y="192"/>
                  </a:cxn>
                  <a:cxn ang="0">
                    <a:pos x="211" y="184"/>
                  </a:cxn>
                  <a:cxn ang="0">
                    <a:pos x="225" y="178"/>
                  </a:cxn>
                  <a:cxn ang="0">
                    <a:pos x="233" y="167"/>
                  </a:cxn>
                  <a:cxn ang="0">
                    <a:pos x="234" y="138"/>
                  </a:cxn>
                  <a:cxn ang="0">
                    <a:pos x="248" y="132"/>
                  </a:cxn>
                  <a:cxn ang="0">
                    <a:pos x="261" y="119"/>
                  </a:cxn>
                  <a:cxn ang="0">
                    <a:pos x="269" y="97"/>
                  </a:cxn>
                  <a:cxn ang="0">
                    <a:pos x="279" y="78"/>
                  </a:cxn>
                  <a:cxn ang="0">
                    <a:pos x="288" y="69"/>
                  </a:cxn>
                  <a:cxn ang="0">
                    <a:pos x="292" y="48"/>
                  </a:cxn>
                  <a:cxn ang="0">
                    <a:pos x="305" y="38"/>
                  </a:cxn>
                  <a:cxn ang="0">
                    <a:pos x="304" y="19"/>
                  </a:cxn>
                  <a:cxn ang="0">
                    <a:pos x="292" y="19"/>
                  </a:cxn>
                  <a:cxn ang="0">
                    <a:pos x="269" y="23"/>
                  </a:cxn>
                  <a:cxn ang="0">
                    <a:pos x="254" y="28"/>
                  </a:cxn>
                  <a:cxn ang="0">
                    <a:pos x="240" y="25"/>
                  </a:cxn>
                  <a:cxn ang="0">
                    <a:pos x="231" y="17"/>
                  </a:cxn>
                  <a:cxn ang="0">
                    <a:pos x="213" y="9"/>
                  </a:cxn>
                  <a:cxn ang="0">
                    <a:pos x="194" y="9"/>
                  </a:cxn>
                  <a:cxn ang="0">
                    <a:pos x="173" y="11"/>
                  </a:cxn>
                  <a:cxn ang="0">
                    <a:pos x="156" y="23"/>
                  </a:cxn>
                  <a:cxn ang="0">
                    <a:pos x="135" y="25"/>
                  </a:cxn>
                  <a:cxn ang="0">
                    <a:pos x="114" y="25"/>
                  </a:cxn>
                  <a:cxn ang="0">
                    <a:pos x="100" y="17"/>
                  </a:cxn>
                  <a:cxn ang="0">
                    <a:pos x="75" y="15"/>
                  </a:cxn>
                  <a:cxn ang="0">
                    <a:pos x="69" y="7"/>
                  </a:cxn>
                  <a:cxn ang="0">
                    <a:pos x="60" y="7"/>
                  </a:cxn>
                  <a:cxn ang="0">
                    <a:pos x="43" y="0"/>
                  </a:cxn>
                </a:cxnLst>
                <a:rect l="0" t="0" r="r" b="b"/>
                <a:pathLst>
                  <a:path w="305" h="215">
                    <a:moveTo>
                      <a:pt x="43" y="0"/>
                    </a:moveTo>
                    <a:lnTo>
                      <a:pt x="31" y="3"/>
                    </a:lnTo>
                    <a:lnTo>
                      <a:pt x="25" y="11"/>
                    </a:lnTo>
                    <a:lnTo>
                      <a:pt x="18" y="19"/>
                    </a:lnTo>
                    <a:lnTo>
                      <a:pt x="8" y="26"/>
                    </a:lnTo>
                    <a:lnTo>
                      <a:pt x="8" y="44"/>
                    </a:lnTo>
                    <a:lnTo>
                      <a:pt x="4" y="59"/>
                    </a:lnTo>
                    <a:lnTo>
                      <a:pt x="12" y="71"/>
                    </a:lnTo>
                    <a:lnTo>
                      <a:pt x="23" y="74"/>
                    </a:lnTo>
                    <a:lnTo>
                      <a:pt x="22" y="84"/>
                    </a:lnTo>
                    <a:lnTo>
                      <a:pt x="6" y="78"/>
                    </a:lnTo>
                    <a:lnTo>
                      <a:pt x="0" y="86"/>
                    </a:lnTo>
                    <a:lnTo>
                      <a:pt x="0" y="103"/>
                    </a:lnTo>
                    <a:lnTo>
                      <a:pt x="14" y="109"/>
                    </a:lnTo>
                    <a:lnTo>
                      <a:pt x="25" y="122"/>
                    </a:lnTo>
                    <a:lnTo>
                      <a:pt x="31" y="138"/>
                    </a:lnTo>
                    <a:lnTo>
                      <a:pt x="37" y="149"/>
                    </a:lnTo>
                    <a:lnTo>
                      <a:pt x="29" y="161"/>
                    </a:lnTo>
                    <a:lnTo>
                      <a:pt x="20" y="169"/>
                    </a:lnTo>
                    <a:lnTo>
                      <a:pt x="33" y="190"/>
                    </a:lnTo>
                    <a:lnTo>
                      <a:pt x="48" y="203"/>
                    </a:lnTo>
                    <a:lnTo>
                      <a:pt x="68" y="211"/>
                    </a:lnTo>
                    <a:lnTo>
                      <a:pt x="91" y="211"/>
                    </a:lnTo>
                    <a:lnTo>
                      <a:pt x="106" y="215"/>
                    </a:lnTo>
                    <a:lnTo>
                      <a:pt x="116" y="205"/>
                    </a:lnTo>
                    <a:lnTo>
                      <a:pt x="129" y="207"/>
                    </a:lnTo>
                    <a:lnTo>
                      <a:pt x="146" y="209"/>
                    </a:lnTo>
                    <a:lnTo>
                      <a:pt x="158" y="195"/>
                    </a:lnTo>
                    <a:lnTo>
                      <a:pt x="167" y="192"/>
                    </a:lnTo>
                    <a:lnTo>
                      <a:pt x="200" y="192"/>
                    </a:lnTo>
                    <a:lnTo>
                      <a:pt x="211" y="184"/>
                    </a:lnTo>
                    <a:lnTo>
                      <a:pt x="225" y="178"/>
                    </a:lnTo>
                    <a:lnTo>
                      <a:pt x="233" y="167"/>
                    </a:lnTo>
                    <a:lnTo>
                      <a:pt x="234" y="138"/>
                    </a:lnTo>
                    <a:lnTo>
                      <a:pt x="248" y="132"/>
                    </a:lnTo>
                    <a:lnTo>
                      <a:pt x="261" y="119"/>
                    </a:lnTo>
                    <a:lnTo>
                      <a:pt x="269" y="97"/>
                    </a:lnTo>
                    <a:lnTo>
                      <a:pt x="279" y="78"/>
                    </a:lnTo>
                    <a:lnTo>
                      <a:pt x="288" y="69"/>
                    </a:lnTo>
                    <a:lnTo>
                      <a:pt x="292" y="48"/>
                    </a:lnTo>
                    <a:lnTo>
                      <a:pt x="305" y="38"/>
                    </a:lnTo>
                    <a:lnTo>
                      <a:pt x="304" y="19"/>
                    </a:lnTo>
                    <a:lnTo>
                      <a:pt x="292" y="19"/>
                    </a:lnTo>
                    <a:lnTo>
                      <a:pt x="269" y="23"/>
                    </a:lnTo>
                    <a:lnTo>
                      <a:pt x="254" y="28"/>
                    </a:lnTo>
                    <a:lnTo>
                      <a:pt x="240" y="25"/>
                    </a:lnTo>
                    <a:lnTo>
                      <a:pt x="231" y="17"/>
                    </a:lnTo>
                    <a:lnTo>
                      <a:pt x="213" y="9"/>
                    </a:lnTo>
                    <a:lnTo>
                      <a:pt x="194" y="9"/>
                    </a:lnTo>
                    <a:lnTo>
                      <a:pt x="173" y="11"/>
                    </a:lnTo>
                    <a:lnTo>
                      <a:pt x="156" y="23"/>
                    </a:lnTo>
                    <a:lnTo>
                      <a:pt x="135" y="25"/>
                    </a:lnTo>
                    <a:lnTo>
                      <a:pt x="114" y="25"/>
                    </a:lnTo>
                    <a:lnTo>
                      <a:pt x="100" y="17"/>
                    </a:lnTo>
                    <a:lnTo>
                      <a:pt x="75" y="15"/>
                    </a:lnTo>
                    <a:lnTo>
                      <a:pt x="69" y="7"/>
                    </a:lnTo>
                    <a:lnTo>
                      <a:pt x="60" y="7"/>
                    </a:lnTo>
                    <a:lnTo>
                      <a:pt x="43" y="0"/>
                    </a:lnTo>
                    <a:close/>
                  </a:path>
                </a:pathLst>
              </a:custGeom>
              <a:grpFill/>
              <a:ln w="6350" cmpd="sng">
                <a:solidFill>
                  <a:schemeClr val="bg1"/>
                </a:solidFill>
                <a:round/>
                <a:headEnd/>
                <a:tailEnd/>
              </a:ln>
            </p:spPr>
            <p:txBody>
              <a:bodyPr/>
              <a:lstStyle/>
              <a:p>
                <a:endParaRPr lang="pt-BR"/>
              </a:p>
            </p:txBody>
          </p:sp>
          <p:sp>
            <p:nvSpPr>
              <p:cNvPr id="63" name="Freeform 44">
                <a:extLst>
                  <a:ext uri="{FF2B5EF4-FFF2-40B4-BE49-F238E27FC236}">
                    <a16:creationId xmlns:a16="http://schemas.microsoft.com/office/drawing/2014/main" id="{D4C38ADE-D7D9-5849-37F6-B2CA5FCBD766}"/>
                  </a:ext>
                </a:extLst>
              </p:cNvPr>
              <p:cNvSpPr>
                <a:spLocks noChangeAspect="1"/>
              </p:cNvSpPr>
              <p:nvPr/>
            </p:nvSpPr>
            <p:spPr bwMode="auto">
              <a:xfrm>
                <a:off x="2653981" y="3130223"/>
                <a:ext cx="53147" cy="62967"/>
              </a:xfrm>
              <a:custGeom>
                <a:avLst/>
                <a:gdLst/>
                <a:ahLst/>
                <a:cxnLst>
                  <a:cxn ang="0">
                    <a:pos x="36" y="12"/>
                  </a:cxn>
                  <a:cxn ang="0">
                    <a:pos x="28" y="25"/>
                  </a:cxn>
                  <a:cxn ang="0">
                    <a:pos x="21" y="41"/>
                  </a:cxn>
                  <a:cxn ang="0">
                    <a:pos x="25" y="48"/>
                  </a:cxn>
                  <a:cxn ang="0">
                    <a:pos x="21" y="60"/>
                  </a:cxn>
                  <a:cxn ang="0">
                    <a:pos x="13" y="71"/>
                  </a:cxn>
                  <a:cxn ang="0">
                    <a:pos x="5" y="77"/>
                  </a:cxn>
                  <a:cxn ang="0">
                    <a:pos x="0" y="85"/>
                  </a:cxn>
                  <a:cxn ang="0">
                    <a:pos x="5" y="90"/>
                  </a:cxn>
                  <a:cxn ang="0">
                    <a:pos x="23" y="89"/>
                  </a:cxn>
                  <a:cxn ang="0">
                    <a:pos x="38" y="79"/>
                  </a:cxn>
                  <a:cxn ang="0">
                    <a:pos x="55" y="69"/>
                  </a:cxn>
                  <a:cxn ang="0">
                    <a:pos x="67" y="50"/>
                  </a:cxn>
                  <a:cxn ang="0">
                    <a:pos x="71" y="37"/>
                  </a:cxn>
                  <a:cxn ang="0">
                    <a:pos x="78" y="25"/>
                  </a:cxn>
                  <a:cxn ang="0">
                    <a:pos x="71" y="14"/>
                  </a:cxn>
                  <a:cxn ang="0">
                    <a:pos x="51" y="0"/>
                  </a:cxn>
                  <a:cxn ang="0">
                    <a:pos x="44" y="4"/>
                  </a:cxn>
                  <a:cxn ang="0">
                    <a:pos x="36" y="12"/>
                  </a:cxn>
                </a:cxnLst>
                <a:rect l="0" t="0" r="r" b="b"/>
                <a:pathLst>
                  <a:path w="78" h="90">
                    <a:moveTo>
                      <a:pt x="36" y="12"/>
                    </a:moveTo>
                    <a:lnTo>
                      <a:pt x="28" y="25"/>
                    </a:lnTo>
                    <a:lnTo>
                      <a:pt x="21" y="41"/>
                    </a:lnTo>
                    <a:lnTo>
                      <a:pt x="25" y="48"/>
                    </a:lnTo>
                    <a:lnTo>
                      <a:pt x="21" y="60"/>
                    </a:lnTo>
                    <a:lnTo>
                      <a:pt x="13" y="71"/>
                    </a:lnTo>
                    <a:lnTo>
                      <a:pt x="5" y="77"/>
                    </a:lnTo>
                    <a:lnTo>
                      <a:pt x="0" y="85"/>
                    </a:lnTo>
                    <a:lnTo>
                      <a:pt x="5" y="90"/>
                    </a:lnTo>
                    <a:lnTo>
                      <a:pt x="23" y="89"/>
                    </a:lnTo>
                    <a:lnTo>
                      <a:pt x="38" y="79"/>
                    </a:lnTo>
                    <a:lnTo>
                      <a:pt x="55" y="69"/>
                    </a:lnTo>
                    <a:lnTo>
                      <a:pt x="67" y="50"/>
                    </a:lnTo>
                    <a:lnTo>
                      <a:pt x="71" y="37"/>
                    </a:lnTo>
                    <a:lnTo>
                      <a:pt x="78" y="25"/>
                    </a:lnTo>
                    <a:lnTo>
                      <a:pt x="71" y="14"/>
                    </a:lnTo>
                    <a:lnTo>
                      <a:pt x="51" y="0"/>
                    </a:lnTo>
                    <a:lnTo>
                      <a:pt x="44" y="4"/>
                    </a:lnTo>
                    <a:lnTo>
                      <a:pt x="36" y="12"/>
                    </a:lnTo>
                    <a:close/>
                  </a:path>
                </a:pathLst>
              </a:custGeom>
              <a:grpFill/>
              <a:ln w="6350" cmpd="sng">
                <a:solidFill>
                  <a:schemeClr val="bg1"/>
                </a:solidFill>
                <a:round/>
                <a:headEnd/>
                <a:tailEnd/>
              </a:ln>
            </p:spPr>
            <p:txBody>
              <a:bodyPr/>
              <a:lstStyle/>
              <a:p>
                <a:endParaRPr lang="pt-BR"/>
              </a:p>
            </p:txBody>
          </p:sp>
          <p:sp>
            <p:nvSpPr>
              <p:cNvPr id="128" name="Freeform 45">
                <a:extLst>
                  <a:ext uri="{FF2B5EF4-FFF2-40B4-BE49-F238E27FC236}">
                    <a16:creationId xmlns:a16="http://schemas.microsoft.com/office/drawing/2014/main" id="{132D9F32-CC3C-F285-BF1C-6A16D2FA01D5}"/>
                  </a:ext>
                </a:extLst>
              </p:cNvPr>
              <p:cNvSpPr>
                <a:spLocks noChangeAspect="1"/>
              </p:cNvSpPr>
              <p:nvPr/>
            </p:nvSpPr>
            <p:spPr bwMode="auto">
              <a:xfrm>
                <a:off x="2792753" y="3059385"/>
                <a:ext cx="46257" cy="29516"/>
              </a:xfrm>
              <a:custGeom>
                <a:avLst/>
                <a:gdLst/>
                <a:ahLst/>
                <a:cxnLst>
                  <a:cxn ang="0">
                    <a:pos x="42" y="0"/>
                  </a:cxn>
                  <a:cxn ang="0">
                    <a:pos x="35" y="7"/>
                  </a:cxn>
                  <a:cxn ang="0">
                    <a:pos x="15" y="7"/>
                  </a:cxn>
                  <a:cxn ang="0">
                    <a:pos x="4" y="11"/>
                  </a:cxn>
                  <a:cxn ang="0">
                    <a:pos x="0" y="23"/>
                  </a:cxn>
                  <a:cxn ang="0">
                    <a:pos x="13" y="30"/>
                  </a:cxn>
                  <a:cxn ang="0">
                    <a:pos x="29" y="32"/>
                  </a:cxn>
                  <a:cxn ang="0">
                    <a:pos x="38" y="40"/>
                  </a:cxn>
                  <a:cxn ang="0">
                    <a:pos x="46" y="42"/>
                  </a:cxn>
                  <a:cxn ang="0">
                    <a:pos x="60" y="30"/>
                  </a:cxn>
                  <a:cxn ang="0">
                    <a:pos x="67" y="17"/>
                  </a:cxn>
                  <a:cxn ang="0">
                    <a:pos x="61" y="5"/>
                  </a:cxn>
                  <a:cxn ang="0">
                    <a:pos x="52" y="0"/>
                  </a:cxn>
                  <a:cxn ang="0">
                    <a:pos x="42" y="0"/>
                  </a:cxn>
                </a:cxnLst>
                <a:rect l="0" t="0" r="r" b="b"/>
                <a:pathLst>
                  <a:path w="67" h="42">
                    <a:moveTo>
                      <a:pt x="42" y="0"/>
                    </a:moveTo>
                    <a:lnTo>
                      <a:pt x="35" y="7"/>
                    </a:lnTo>
                    <a:lnTo>
                      <a:pt x="15" y="7"/>
                    </a:lnTo>
                    <a:lnTo>
                      <a:pt x="4" y="11"/>
                    </a:lnTo>
                    <a:lnTo>
                      <a:pt x="0" y="23"/>
                    </a:lnTo>
                    <a:lnTo>
                      <a:pt x="13" y="30"/>
                    </a:lnTo>
                    <a:lnTo>
                      <a:pt x="29" y="32"/>
                    </a:lnTo>
                    <a:lnTo>
                      <a:pt x="38" y="40"/>
                    </a:lnTo>
                    <a:lnTo>
                      <a:pt x="46" y="42"/>
                    </a:lnTo>
                    <a:lnTo>
                      <a:pt x="60" y="30"/>
                    </a:lnTo>
                    <a:lnTo>
                      <a:pt x="67" y="17"/>
                    </a:lnTo>
                    <a:lnTo>
                      <a:pt x="61" y="5"/>
                    </a:lnTo>
                    <a:lnTo>
                      <a:pt x="52" y="0"/>
                    </a:lnTo>
                    <a:lnTo>
                      <a:pt x="42" y="0"/>
                    </a:lnTo>
                    <a:close/>
                  </a:path>
                </a:pathLst>
              </a:custGeom>
              <a:grpFill/>
              <a:ln w="6350" cmpd="sng">
                <a:solidFill>
                  <a:schemeClr val="bg1"/>
                </a:solidFill>
                <a:round/>
                <a:headEnd/>
                <a:tailEnd/>
              </a:ln>
            </p:spPr>
            <p:txBody>
              <a:bodyPr/>
              <a:lstStyle/>
              <a:p>
                <a:endParaRPr lang="pt-BR"/>
              </a:p>
            </p:txBody>
          </p:sp>
          <p:sp>
            <p:nvSpPr>
              <p:cNvPr id="129" name="Freeform 46">
                <a:extLst>
                  <a:ext uri="{FF2B5EF4-FFF2-40B4-BE49-F238E27FC236}">
                    <a16:creationId xmlns:a16="http://schemas.microsoft.com/office/drawing/2014/main" id="{9EA99FCD-355C-BDC5-C792-65562265FFF7}"/>
                  </a:ext>
                </a:extLst>
              </p:cNvPr>
              <p:cNvSpPr>
                <a:spLocks noChangeAspect="1"/>
              </p:cNvSpPr>
              <p:nvPr/>
            </p:nvSpPr>
            <p:spPr bwMode="auto">
              <a:xfrm>
                <a:off x="2837042" y="3074143"/>
                <a:ext cx="41336" cy="23613"/>
              </a:xfrm>
              <a:custGeom>
                <a:avLst/>
                <a:gdLst/>
                <a:ahLst/>
                <a:cxnLst>
                  <a:cxn ang="0">
                    <a:pos x="14" y="9"/>
                  </a:cxn>
                  <a:cxn ang="0">
                    <a:pos x="6" y="15"/>
                  </a:cxn>
                  <a:cxn ang="0">
                    <a:pos x="0" y="25"/>
                  </a:cxn>
                  <a:cxn ang="0">
                    <a:pos x="4" y="32"/>
                  </a:cxn>
                  <a:cxn ang="0">
                    <a:pos x="14" y="34"/>
                  </a:cxn>
                  <a:cxn ang="0">
                    <a:pos x="31" y="34"/>
                  </a:cxn>
                  <a:cxn ang="0">
                    <a:pos x="46" y="27"/>
                  </a:cxn>
                  <a:cxn ang="0">
                    <a:pos x="60" y="15"/>
                  </a:cxn>
                  <a:cxn ang="0">
                    <a:pos x="60" y="2"/>
                  </a:cxn>
                  <a:cxn ang="0">
                    <a:pos x="48" y="0"/>
                  </a:cxn>
                  <a:cxn ang="0">
                    <a:pos x="37" y="2"/>
                  </a:cxn>
                  <a:cxn ang="0">
                    <a:pos x="25" y="0"/>
                  </a:cxn>
                  <a:cxn ang="0">
                    <a:pos x="14" y="9"/>
                  </a:cxn>
                </a:cxnLst>
                <a:rect l="0" t="0" r="r" b="b"/>
                <a:pathLst>
                  <a:path w="60" h="34">
                    <a:moveTo>
                      <a:pt x="14" y="9"/>
                    </a:moveTo>
                    <a:lnTo>
                      <a:pt x="6" y="15"/>
                    </a:lnTo>
                    <a:lnTo>
                      <a:pt x="0" y="25"/>
                    </a:lnTo>
                    <a:lnTo>
                      <a:pt x="4" y="32"/>
                    </a:lnTo>
                    <a:lnTo>
                      <a:pt x="14" y="34"/>
                    </a:lnTo>
                    <a:lnTo>
                      <a:pt x="31" y="34"/>
                    </a:lnTo>
                    <a:lnTo>
                      <a:pt x="46" y="27"/>
                    </a:lnTo>
                    <a:lnTo>
                      <a:pt x="60" y="15"/>
                    </a:lnTo>
                    <a:lnTo>
                      <a:pt x="60" y="2"/>
                    </a:lnTo>
                    <a:lnTo>
                      <a:pt x="48" y="0"/>
                    </a:lnTo>
                    <a:lnTo>
                      <a:pt x="37" y="2"/>
                    </a:lnTo>
                    <a:lnTo>
                      <a:pt x="25" y="0"/>
                    </a:lnTo>
                    <a:lnTo>
                      <a:pt x="14" y="9"/>
                    </a:lnTo>
                    <a:close/>
                  </a:path>
                </a:pathLst>
              </a:custGeom>
              <a:grpFill/>
              <a:ln w="6350" cmpd="sng">
                <a:solidFill>
                  <a:schemeClr val="bg1"/>
                </a:solidFill>
                <a:round/>
                <a:headEnd/>
                <a:tailEnd/>
              </a:ln>
            </p:spPr>
            <p:txBody>
              <a:bodyPr/>
              <a:lstStyle/>
              <a:p>
                <a:endParaRPr lang="pt-BR"/>
              </a:p>
            </p:txBody>
          </p:sp>
          <p:sp>
            <p:nvSpPr>
              <p:cNvPr id="130" name="Freeform 47">
                <a:extLst>
                  <a:ext uri="{FF2B5EF4-FFF2-40B4-BE49-F238E27FC236}">
                    <a16:creationId xmlns:a16="http://schemas.microsoft.com/office/drawing/2014/main" id="{6A56793B-71BC-05A6-7539-4144ECBCC7EC}"/>
                  </a:ext>
                </a:extLst>
              </p:cNvPr>
              <p:cNvSpPr>
                <a:spLocks noChangeAspect="1"/>
              </p:cNvSpPr>
              <p:nvPr/>
            </p:nvSpPr>
            <p:spPr bwMode="auto">
              <a:xfrm>
                <a:off x="2719922" y="3077095"/>
                <a:ext cx="30510" cy="32467"/>
              </a:xfrm>
              <a:custGeom>
                <a:avLst/>
                <a:gdLst/>
                <a:ahLst/>
                <a:cxnLst>
                  <a:cxn ang="0">
                    <a:pos x="13" y="5"/>
                  </a:cxn>
                  <a:cxn ang="0">
                    <a:pos x="11" y="23"/>
                  </a:cxn>
                  <a:cxn ang="0">
                    <a:pos x="0" y="36"/>
                  </a:cxn>
                  <a:cxn ang="0">
                    <a:pos x="7" y="46"/>
                  </a:cxn>
                  <a:cxn ang="0">
                    <a:pos x="13" y="48"/>
                  </a:cxn>
                  <a:cxn ang="0">
                    <a:pos x="21" y="48"/>
                  </a:cxn>
                  <a:cxn ang="0">
                    <a:pos x="30" y="44"/>
                  </a:cxn>
                  <a:cxn ang="0">
                    <a:pos x="36" y="40"/>
                  </a:cxn>
                  <a:cxn ang="0">
                    <a:pos x="44" y="26"/>
                  </a:cxn>
                  <a:cxn ang="0">
                    <a:pos x="40" y="17"/>
                  </a:cxn>
                  <a:cxn ang="0">
                    <a:pos x="30" y="5"/>
                  </a:cxn>
                  <a:cxn ang="0">
                    <a:pos x="26" y="0"/>
                  </a:cxn>
                  <a:cxn ang="0">
                    <a:pos x="13" y="5"/>
                  </a:cxn>
                </a:cxnLst>
                <a:rect l="0" t="0" r="r" b="b"/>
                <a:pathLst>
                  <a:path w="44" h="48">
                    <a:moveTo>
                      <a:pt x="13" y="5"/>
                    </a:moveTo>
                    <a:lnTo>
                      <a:pt x="11" y="23"/>
                    </a:lnTo>
                    <a:lnTo>
                      <a:pt x="0" y="36"/>
                    </a:lnTo>
                    <a:lnTo>
                      <a:pt x="7" y="46"/>
                    </a:lnTo>
                    <a:lnTo>
                      <a:pt x="13" y="48"/>
                    </a:lnTo>
                    <a:lnTo>
                      <a:pt x="21" y="48"/>
                    </a:lnTo>
                    <a:lnTo>
                      <a:pt x="30" y="44"/>
                    </a:lnTo>
                    <a:lnTo>
                      <a:pt x="36" y="40"/>
                    </a:lnTo>
                    <a:lnTo>
                      <a:pt x="44" y="26"/>
                    </a:lnTo>
                    <a:lnTo>
                      <a:pt x="40" y="17"/>
                    </a:lnTo>
                    <a:lnTo>
                      <a:pt x="30" y="5"/>
                    </a:lnTo>
                    <a:lnTo>
                      <a:pt x="26" y="0"/>
                    </a:lnTo>
                    <a:lnTo>
                      <a:pt x="13" y="5"/>
                    </a:lnTo>
                    <a:close/>
                  </a:path>
                </a:pathLst>
              </a:custGeom>
              <a:grpFill/>
              <a:ln w="6350" cmpd="sng">
                <a:solidFill>
                  <a:schemeClr val="bg1"/>
                </a:solidFill>
                <a:round/>
                <a:headEnd/>
                <a:tailEnd/>
              </a:ln>
            </p:spPr>
            <p:txBody>
              <a:bodyPr/>
              <a:lstStyle/>
              <a:p>
                <a:endParaRPr lang="pt-BR"/>
              </a:p>
            </p:txBody>
          </p:sp>
          <p:sp>
            <p:nvSpPr>
              <p:cNvPr id="131" name="Freeform 48">
                <a:extLst>
                  <a:ext uri="{FF2B5EF4-FFF2-40B4-BE49-F238E27FC236}">
                    <a16:creationId xmlns:a16="http://schemas.microsoft.com/office/drawing/2014/main" id="{0428DF35-6D30-65D2-3F7E-5D50ECDE19FE}"/>
                  </a:ext>
                </a:extLst>
              </p:cNvPr>
              <p:cNvSpPr>
                <a:spLocks noChangeAspect="1"/>
              </p:cNvSpPr>
              <p:nvPr/>
            </p:nvSpPr>
            <p:spPr bwMode="auto">
              <a:xfrm>
                <a:off x="2642170" y="3170561"/>
                <a:ext cx="1968" cy="1968"/>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2" y="2"/>
                  </a:cxn>
                  <a:cxn ang="0">
                    <a:pos x="2" y="2"/>
                  </a:cxn>
                  <a:cxn ang="0">
                    <a:pos x="2" y="2"/>
                  </a:cxn>
                  <a:cxn ang="0">
                    <a:pos x="2" y="2"/>
                  </a:cxn>
                  <a:cxn ang="0">
                    <a:pos x="2" y="2"/>
                  </a:cxn>
                  <a:cxn ang="0">
                    <a:pos x="2" y="2"/>
                  </a:cxn>
                  <a:cxn ang="0">
                    <a:pos x="2" y="2"/>
                  </a:cxn>
                  <a:cxn ang="0">
                    <a:pos x="2" y="2"/>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2" h="2">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path>
                </a:pathLst>
              </a:custGeom>
              <a:grpFill/>
              <a:ln w="6350" cmpd="sng">
                <a:solidFill>
                  <a:schemeClr val="bg1"/>
                </a:solidFill>
                <a:prstDash val="solid"/>
                <a:round/>
                <a:headEnd/>
                <a:tailEnd/>
              </a:ln>
            </p:spPr>
            <p:txBody>
              <a:bodyPr/>
              <a:lstStyle/>
              <a:p>
                <a:endParaRPr lang="pt-BR"/>
              </a:p>
            </p:txBody>
          </p:sp>
          <p:sp>
            <p:nvSpPr>
              <p:cNvPr id="132" name="Freeform 49">
                <a:extLst>
                  <a:ext uri="{FF2B5EF4-FFF2-40B4-BE49-F238E27FC236}">
                    <a16:creationId xmlns:a16="http://schemas.microsoft.com/office/drawing/2014/main" id="{8B53896D-4177-C80D-B603-3132CCDBE8E1}"/>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a:p>
            </p:txBody>
          </p:sp>
          <p:sp>
            <p:nvSpPr>
              <p:cNvPr id="133" name="Freeform 50">
                <a:extLst>
                  <a:ext uri="{FF2B5EF4-FFF2-40B4-BE49-F238E27FC236}">
                    <a16:creationId xmlns:a16="http://schemas.microsoft.com/office/drawing/2014/main" id="{A220FDEF-A527-CD4D-846D-4D45034C7C18}"/>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a:p>
            </p:txBody>
          </p:sp>
          <p:sp>
            <p:nvSpPr>
              <p:cNvPr id="134" name="Freeform 51">
                <a:extLst>
                  <a:ext uri="{FF2B5EF4-FFF2-40B4-BE49-F238E27FC236}">
                    <a16:creationId xmlns:a16="http://schemas.microsoft.com/office/drawing/2014/main" id="{F5124A1B-2CDD-7BC4-5A45-B93B046ACEB2}"/>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a:p>
            </p:txBody>
          </p:sp>
          <p:sp>
            <p:nvSpPr>
              <p:cNvPr id="135" name="Freeform 52">
                <a:extLst>
                  <a:ext uri="{FF2B5EF4-FFF2-40B4-BE49-F238E27FC236}">
                    <a16:creationId xmlns:a16="http://schemas.microsoft.com/office/drawing/2014/main" id="{3AB40493-5135-A81C-D988-45019D0149BB}"/>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a:p>
            </p:txBody>
          </p:sp>
          <p:sp>
            <p:nvSpPr>
              <p:cNvPr id="136" name="Freeform 53">
                <a:extLst>
                  <a:ext uri="{FF2B5EF4-FFF2-40B4-BE49-F238E27FC236}">
                    <a16:creationId xmlns:a16="http://schemas.microsoft.com/office/drawing/2014/main" id="{F504EA6D-6B13-D2BF-7875-3E282EF4BFFA}"/>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a:p>
            </p:txBody>
          </p:sp>
          <p:sp>
            <p:nvSpPr>
              <p:cNvPr id="137" name="Freeform 54">
                <a:extLst>
                  <a:ext uri="{FF2B5EF4-FFF2-40B4-BE49-F238E27FC236}">
                    <a16:creationId xmlns:a16="http://schemas.microsoft.com/office/drawing/2014/main" id="{129F6428-E1BC-80D1-1032-8D6DC22FA75F}"/>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a:p>
            </p:txBody>
          </p:sp>
          <p:sp>
            <p:nvSpPr>
              <p:cNvPr id="138" name="Freeform 55">
                <a:extLst>
                  <a:ext uri="{FF2B5EF4-FFF2-40B4-BE49-F238E27FC236}">
                    <a16:creationId xmlns:a16="http://schemas.microsoft.com/office/drawing/2014/main" id="{A20BDBC3-3B02-E8E4-5093-922CC3E220EF}"/>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a:p>
            </p:txBody>
          </p:sp>
          <p:sp>
            <p:nvSpPr>
              <p:cNvPr id="139" name="Freeform 56">
                <a:extLst>
                  <a:ext uri="{FF2B5EF4-FFF2-40B4-BE49-F238E27FC236}">
                    <a16:creationId xmlns:a16="http://schemas.microsoft.com/office/drawing/2014/main" id="{08A6D8C3-8AA6-BF4C-0640-45D11CC6DF75}"/>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a:p>
            </p:txBody>
          </p:sp>
          <p:sp>
            <p:nvSpPr>
              <p:cNvPr id="140" name="Freeform 57">
                <a:extLst>
                  <a:ext uri="{FF2B5EF4-FFF2-40B4-BE49-F238E27FC236}">
                    <a16:creationId xmlns:a16="http://schemas.microsoft.com/office/drawing/2014/main" id="{FEA9F275-3B3B-E9A1-E2B3-2AFBF1E2E3C2}"/>
                  </a:ext>
                </a:extLst>
              </p:cNvPr>
              <p:cNvSpPr>
                <a:spLocks/>
              </p:cNvSpPr>
              <p:nvPr/>
            </p:nvSpPr>
            <p:spPr bwMode="auto">
              <a:xfrm>
                <a:off x="3799590" y="3977327"/>
                <a:ext cx="159440" cy="212514"/>
              </a:xfrm>
              <a:custGeom>
                <a:avLst/>
                <a:gdLst/>
                <a:ahLst/>
                <a:cxnLst>
                  <a:cxn ang="0">
                    <a:pos x="3" y="0"/>
                  </a:cxn>
                  <a:cxn ang="0">
                    <a:pos x="11" y="15"/>
                  </a:cxn>
                  <a:cxn ang="0">
                    <a:pos x="14" y="26"/>
                  </a:cxn>
                  <a:cxn ang="0">
                    <a:pos x="18" y="39"/>
                  </a:cxn>
                  <a:cxn ang="0">
                    <a:pos x="24" y="47"/>
                  </a:cxn>
                  <a:cxn ang="0">
                    <a:pos x="33" y="57"/>
                  </a:cxn>
                  <a:cxn ang="0">
                    <a:pos x="42" y="72"/>
                  </a:cxn>
                  <a:cxn ang="0">
                    <a:pos x="35" y="89"/>
                  </a:cxn>
                  <a:cxn ang="0">
                    <a:pos x="36" y="102"/>
                  </a:cxn>
                  <a:cxn ang="0">
                    <a:pos x="39" y="114"/>
                  </a:cxn>
                  <a:cxn ang="0">
                    <a:pos x="35" y="125"/>
                  </a:cxn>
                  <a:cxn ang="0">
                    <a:pos x="26" y="129"/>
                  </a:cxn>
                  <a:cxn ang="0">
                    <a:pos x="3" y="131"/>
                  </a:cxn>
                  <a:cxn ang="0">
                    <a:pos x="0" y="149"/>
                  </a:cxn>
                  <a:cxn ang="0">
                    <a:pos x="2" y="161"/>
                  </a:cxn>
                  <a:cxn ang="0">
                    <a:pos x="6" y="176"/>
                  </a:cxn>
                  <a:cxn ang="0">
                    <a:pos x="20" y="183"/>
                  </a:cxn>
                  <a:cxn ang="0">
                    <a:pos x="20" y="195"/>
                  </a:cxn>
                  <a:cxn ang="0">
                    <a:pos x="33" y="207"/>
                  </a:cxn>
                  <a:cxn ang="0">
                    <a:pos x="42" y="216"/>
                  </a:cxn>
                  <a:cxn ang="0">
                    <a:pos x="44" y="203"/>
                  </a:cxn>
                  <a:cxn ang="0">
                    <a:pos x="47" y="188"/>
                  </a:cxn>
                  <a:cxn ang="0">
                    <a:pos x="57" y="186"/>
                  </a:cxn>
                  <a:cxn ang="0">
                    <a:pos x="71" y="188"/>
                  </a:cxn>
                  <a:cxn ang="0">
                    <a:pos x="69" y="177"/>
                  </a:cxn>
                  <a:cxn ang="0">
                    <a:pos x="72" y="165"/>
                  </a:cxn>
                  <a:cxn ang="0">
                    <a:pos x="84" y="149"/>
                  </a:cxn>
                  <a:cxn ang="0">
                    <a:pos x="92" y="137"/>
                  </a:cxn>
                  <a:cxn ang="0">
                    <a:pos x="104" y="141"/>
                  </a:cxn>
                  <a:cxn ang="0">
                    <a:pos x="95" y="155"/>
                  </a:cxn>
                  <a:cxn ang="0">
                    <a:pos x="108" y="141"/>
                  </a:cxn>
                  <a:cxn ang="0">
                    <a:pos x="126" y="137"/>
                  </a:cxn>
                  <a:cxn ang="0">
                    <a:pos x="140" y="128"/>
                  </a:cxn>
                  <a:cxn ang="0">
                    <a:pos x="149" y="120"/>
                  </a:cxn>
                  <a:cxn ang="0">
                    <a:pos x="162" y="113"/>
                  </a:cxn>
                  <a:cxn ang="0">
                    <a:pos x="152" y="104"/>
                  </a:cxn>
                  <a:cxn ang="0">
                    <a:pos x="138" y="95"/>
                  </a:cxn>
                  <a:cxn ang="0">
                    <a:pos x="123" y="92"/>
                  </a:cxn>
                  <a:cxn ang="0">
                    <a:pos x="119" y="83"/>
                  </a:cxn>
                  <a:cxn ang="0">
                    <a:pos x="99" y="69"/>
                  </a:cxn>
                  <a:cxn ang="0">
                    <a:pos x="92" y="56"/>
                  </a:cxn>
                  <a:cxn ang="0">
                    <a:pos x="77" y="54"/>
                  </a:cxn>
                  <a:cxn ang="0">
                    <a:pos x="66" y="36"/>
                  </a:cxn>
                  <a:cxn ang="0">
                    <a:pos x="48" y="30"/>
                  </a:cxn>
                  <a:cxn ang="0">
                    <a:pos x="33" y="24"/>
                  </a:cxn>
                  <a:cxn ang="0">
                    <a:pos x="23" y="14"/>
                  </a:cxn>
                  <a:cxn ang="0">
                    <a:pos x="3" y="0"/>
                  </a:cxn>
                </a:cxnLst>
                <a:rect l="0" t="0" r="r" b="b"/>
                <a:pathLst>
                  <a:path w="162" h="216">
                    <a:moveTo>
                      <a:pt x="3" y="0"/>
                    </a:moveTo>
                    <a:lnTo>
                      <a:pt x="11" y="15"/>
                    </a:lnTo>
                    <a:lnTo>
                      <a:pt x="14" y="26"/>
                    </a:lnTo>
                    <a:lnTo>
                      <a:pt x="18" y="39"/>
                    </a:lnTo>
                    <a:lnTo>
                      <a:pt x="24" y="47"/>
                    </a:lnTo>
                    <a:lnTo>
                      <a:pt x="33" y="57"/>
                    </a:lnTo>
                    <a:lnTo>
                      <a:pt x="42" y="72"/>
                    </a:lnTo>
                    <a:lnTo>
                      <a:pt x="35" y="89"/>
                    </a:lnTo>
                    <a:lnTo>
                      <a:pt x="36" y="102"/>
                    </a:lnTo>
                    <a:lnTo>
                      <a:pt x="39" y="114"/>
                    </a:lnTo>
                    <a:lnTo>
                      <a:pt x="35" y="125"/>
                    </a:lnTo>
                    <a:lnTo>
                      <a:pt x="26" y="129"/>
                    </a:lnTo>
                    <a:lnTo>
                      <a:pt x="3" y="131"/>
                    </a:lnTo>
                    <a:lnTo>
                      <a:pt x="0" y="149"/>
                    </a:lnTo>
                    <a:lnTo>
                      <a:pt x="2" y="161"/>
                    </a:lnTo>
                    <a:lnTo>
                      <a:pt x="6" y="176"/>
                    </a:lnTo>
                    <a:lnTo>
                      <a:pt x="20" y="183"/>
                    </a:lnTo>
                    <a:lnTo>
                      <a:pt x="20" y="195"/>
                    </a:lnTo>
                    <a:lnTo>
                      <a:pt x="33" y="207"/>
                    </a:lnTo>
                    <a:lnTo>
                      <a:pt x="42" y="216"/>
                    </a:lnTo>
                    <a:lnTo>
                      <a:pt x="44" y="203"/>
                    </a:lnTo>
                    <a:lnTo>
                      <a:pt x="47" y="188"/>
                    </a:lnTo>
                    <a:lnTo>
                      <a:pt x="57" y="186"/>
                    </a:lnTo>
                    <a:lnTo>
                      <a:pt x="71" y="188"/>
                    </a:lnTo>
                    <a:lnTo>
                      <a:pt x="69" y="177"/>
                    </a:lnTo>
                    <a:lnTo>
                      <a:pt x="72" y="165"/>
                    </a:lnTo>
                    <a:lnTo>
                      <a:pt x="84" y="149"/>
                    </a:lnTo>
                    <a:lnTo>
                      <a:pt x="92" y="137"/>
                    </a:lnTo>
                    <a:lnTo>
                      <a:pt x="104" y="141"/>
                    </a:lnTo>
                    <a:lnTo>
                      <a:pt x="95" y="155"/>
                    </a:lnTo>
                    <a:lnTo>
                      <a:pt x="108" y="141"/>
                    </a:lnTo>
                    <a:lnTo>
                      <a:pt x="126" y="137"/>
                    </a:lnTo>
                    <a:lnTo>
                      <a:pt x="140" y="128"/>
                    </a:lnTo>
                    <a:lnTo>
                      <a:pt x="149" y="120"/>
                    </a:lnTo>
                    <a:lnTo>
                      <a:pt x="162" y="113"/>
                    </a:lnTo>
                    <a:lnTo>
                      <a:pt x="152" y="104"/>
                    </a:lnTo>
                    <a:lnTo>
                      <a:pt x="138" y="95"/>
                    </a:lnTo>
                    <a:lnTo>
                      <a:pt x="123" y="92"/>
                    </a:lnTo>
                    <a:lnTo>
                      <a:pt x="119" y="83"/>
                    </a:lnTo>
                    <a:lnTo>
                      <a:pt x="99" y="69"/>
                    </a:lnTo>
                    <a:lnTo>
                      <a:pt x="92" y="56"/>
                    </a:lnTo>
                    <a:lnTo>
                      <a:pt x="77" y="54"/>
                    </a:lnTo>
                    <a:lnTo>
                      <a:pt x="66" y="36"/>
                    </a:lnTo>
                    <a:lnTo>
                      <a:pt x="48" y="30"/>
                    </a:lnTo>
                    <a:lnTo>
                      <a:pt x="33" y="24"/>
                    </a:lnTo>
                    <a:lnTo>
                      <a:pt x="23" y="14"/>
                    </a:lnTo>
                    <a:lnTo>
                      <a:pt x="3" y="0"/>
                    </a:lnTo>
                    <a:close/>
                  </a:path>
                </a:pathLst>
              </a:custGeom>
              <a:grpFill/>
              <a:ln w="6350" cmpd="sng">
                <a:solidFill>
                  <a:schemeClr val="bg1"/>
                </a:solidFill>
                <a:round/>
                <a:headEnd/>
                <a:tailEnd/>
              </a:ln>
              <a:effectLst/>
            </p:spPr>
            <p:txBody>
              <a:bodyPr/>
              <a:lstStyle/>
              <a:p>
                <a:endParaRPr lang="pt-BR"/>
              </a:p>
            </p:txBody>
          </p:sp>
        </p:grpSp>
        <p:grpSp>
          <p:nvGrpSpPr>
            <p:cNvPr id="144" name="Agrupar 143">
              <a:extLst>
                <a:ext uri="{FF2B5EF4-FFF2-40B4-BE49-F238E27FC236}">
                  <a16:creationId xmlns:a16="http://schemas.microsoft.com/office/drawing/2014/main" id="{5314C421-29F3-CFDA-BA97-90779C346446}"/>
                </a:ext>
              </a:extLst>
            </p:cNvPr>
            <p:cNvGrpSpPr/>
            <p:nvPr/>
          </p:nvGrpSpPr>
          <p:grpSpPr>
            <a:xfrm flipH="1">
              <a:off x="4486051" y="4402544"/>
              <a:ext cx="146068" cy="206930"/>
              <a:chOff x="4778457" y="4602056"/>
              <a:chExt cx="366819" cy="519660"/>
            </a:xfrm>
          </p:grpSpPr>
          <p:sp>
            <p:nvSpPr>
              <p:cNvPr id="143" name="Freeform 956">
                <a:extLst>
                  <a:ext uri="{FF2B5EF4-FFF2-40B4-BE49-F238E27FC236}">
                    <a16:creationId xmlns:a16="http://schemas.microsoft.com/office/drawing/2014/main" id="{5318EC4C-A2F6-0401-CCBD-1F21F158AB7A}"/>
                  </a:ext>
                </a:extLst>
              </p:cNvPr>
              <p:cNvSpPr>
                <a:spLocks/>
              </p:cNvSpPr>
              <p:nvPr/>
            </p:nvSpPr>
            <p:spPr bwMode="auto">
              <a:xfrm>
                <a:off x="4778457" y="4602056"/>
                <a:ext cx="366819" cy="519660"/>
              </a:xfrm>
              <a:custGeom>
                <a:avLst/>
                <a:gdLst>
                  <a:gd name="T0" fmla="*/ 26 w 51"/>
                  <a:gd name="T1" fmla="*/ 0 h 72"/>
                  <a:gd name="T2" fmla="*/ 51 w 51"/>
                  <a:gd name="T3" fmla="*/ 25 h 72"/>
                  <a:gd name="T4" fmla="*/ 47 w 51"/>
                  <a:gd name="T5" fmla="*/ 41 h 72"/>
                  <a:gd name="T6" fmla="*/ 26 w 51"/>
                  <a:gd name="T7" fmla="*/ 72 h 72"/>
                  <a:gd name="T8" fmla="*/ 5 w 51"/>
                  <a:gd name="T9" fmla="*/ 41 h 72"/>
                  <a:gd name="T10" fmla="*/ 0 w 51"/>
                  <a:gd name="T11" fmla="*/ 25 h 72"/>
                  <a:gd name="T12" fmla="*/ 26 w 51"/>
                  <a:gd name="T13" fmla="*/ 0 h 72"/>
                </a:gdLst>
                <a:ahLst/>
                <a:cxnLst>
                  <a:cxn ang="0">
                    <a:pos x="T0" y="T1"/>
                  </a:cxn>
                  <a:cxn ang="0">
                    <a:pos x="T2" y="T3"/>
                  </a:cxn>
                  <a:cxn ang="0">
                    <a:pos x="T4" y="T5"/>
                  </a:cxn>
                  <a:cxn ang="0">
                    <a:pos x="T6" y="T7"/>
                  </a:cxn>
                  <a:cxn ang="0">
                    <a:pos x="T8" y="T9"/>
                  </a:cxn>
                  <a:cxn ang="0">
                    <a:pos x="T10" y="T11"/>
                  </a:cxn>
                  <a:cxn ang="0">
                    <a:pos x="T12" y="T13"/>
                  </a:cxn>
                </a:cxnLst>
                <a:rect l="0" t="0" r="r" b="b"/>
                <a:pathLst>
                  <a:path w="51" h="72">
                    <a:moveTo>
                      <a:pt x="26" y="0"/>
                    </a:moveTo>
                    <a:cubicBezTo>
                      <a:pt x="40" y="0"/>
                      <a:pt x="51" y="11"/>
                      <a:pt x="51" y="25"/>
                    </a:cubicBezTo>
                    <a:cubicBezTo>
                      <a:pt x="51" y="31"/>
                      <a:pt x="50" y="36"/>
                      <a:pt x="47" y="41"/>
                    </a:cubicBezTo>
                    <a:cubicBezTo>
                      <a:pt x="43" y="47"/>
                      <a:pt x="26" y="72"/>
                      <a:pt x="26" y="72"/>
                    </a:cubicBezTo>
                    <a:cubicBezTo>
                      <a:pt x="26" y="72"/>
                      <a:pt x="8" y="47"/>
                      <a:pt x="5" y="41"/>
                    </a:cubicBezTo>
                    <a:cubicBezTo>
                      <a:pt x="1" y="36"/>
                      <a:pt x="0" y="31"/>
                      <a:pt x="0" y="25"/>
                    </a:cubicBezTo>
                    <a:cubicBezTo>
                      <a:pt x="0" y="11"/>
                      <a:pt x="12" y="0"/>
                      <a:pt x="26" y="0"/>
                    </a:cubicBezTo>
                    <a:close/>
                  </a:path>
                </a:pathLst>
              </a:custGeom>
              <a:solidFill>
                <a:schemeClr val="bg2"/>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dirty="0"/>
              </a:p>
            </p:txBody>
          </p:sp>
          <p:sp>
            <p:nvSpPr>
              <p:cNvPr id="142" name="Freeform 955">
                <a:extLst>
                  <a:ext uri="{FF2B5EF4-FFF2-40B4-BE49-F238E27FC236}">
                    <a16:creationId xmlns:a16="http://schemas.microsoft.com/office/drawing/2014/main" id="{155C7C31-FD83-7C38-B321-8BC8A700D463}"/>
                  </a:ext>
                </a:extLst>
              </p:cNvPr>
              <p:cNvSpPr>
                <a:spLocks/>
              </p:cNvSpPr>
              <p:nvPr/>
            </p:nvSpPr>
            <p:spPr bwMode="auto">
              <a:xfrm>
                <a:off x="4896025" y="4733641"/>
                <a:ext cx="135859" cy="135858"/>
              </a:xfrm>
              <a:custGeom>
                <a:avLst/>
                <a:gdLst>
                  <a:gd name="T0" fmla="*/ 10 w 19"/>
                  <a:gd name="T1" fmla="*/ 0 h 19"/>
                  <a:gd name="T2" fmla="*/ 10 w 19"/>
                  <a:gd name="T3" fmla="*/ 0 h 19"/>
                  <a:gd name="T4" fmla="*/ 10 w 19"/>
                  <a:gd name="T5" fmla="*/ 0 h 19"/>
                  <a:gd name="T6" fmla="*/ 19 w 19"/>
                  <a:gd name="T7" fmla="*/ 10 h 19"/>
                  <a:gd name="T8" fmla="*/ 10 w 19"/>
                  <a:gd name="T9" fmla="*/ 19 h 19"/>
                  <a:gd name="T10" fmla="*/ 10 w 19"/>
                  <a:gd name="T11" fmla="*/ 19 h 19"/>
                  <a:gd name="T12" fmla="*/ 10 w 19"/>
                  <a:gd name="T13" fmla="*/ 19 h 19"/>
                  <a:gd name="T14" fmla="*/ 0 w 19"/>
                  <a:gd name="T15" fmla="*/ 10 h 19"/>
                  <a:gd name="T16" fmla="*/ 10 w 19"/>
                  <a:gd name="T17" fmla="*/ 0 h 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9" h="19">
                    <a:moveTo>
                      <a:pt x="10" y="0"/>
                    </a:moveTo>
                    <a:cubicBezTo>
                      <a:pt x="10" y="0"/>
                      <a:pt x="10" y="0"/>
                      <a:pt x="10" y="0"/>
                    </a:cubicBezTo>
                    <a:cubicBezTo>
                      <a:pt x="10" y="0"/>
                      <a:pt x="10" y="0"/>
                      <a:pt x="10" y="0"/>
                    </a:cubicBezTo>
                    <a:cubicBezTo>
                      <a:pt x="15" y="0"/>
                      <a:pt x="19" y="4"/>
                      <a:pt x="19" y="10"/>
                    </a:cubicBezTo>
                    <a:cubicBezTo>
                      <a:pt x="19" y="15"/>
                      <a:pt x="15" y="19"/>
                      <a:pt x="10" y="19"/>
                    </a:cubicBezTo>
                    <a:cubicBezTo>
                      <a:pt x="10" y="19"/>
                      <a:pt x="10" y="19"/>
                      <a:pt x="10" y="19"/>
                    </a:cubicBezTo>
                    <a:cubicBezTo>
                      <a:pt x="10" y="19"/>
                      <a:pt x="10" y="19"/>
                      <a:pt x="10" y="19"/>
                    </a:cubicBezTo>
                    <a:cubicBezTo>
                      <a:pt x="5" y="19"/>
                      <a:pt x="0" y="15"/>
                      <a:pt x="0" y="10"/>
                    </a:cubicBezTo>
                    <a:cubicBezTo>
                      <a:pt x="0" y="4"/>
                      <a:pt x="5" y="0"/>
                      <a:pt x="10" y="0"/>
                    </a:cubicBezTo>
                    <a:close/>
                  </a:path>
                </a:pathLst>
              </a:custGeom>
              <a:solidFill>
                <a:schemeClr val="bg1"/>
              </a:solidFill>
              <a:ln w="6350" cap="flat">
                <a:solidFill>
                  <a:schemeClr val="bg2"/>
                </a:solidFill>
                <a:prstDash val="solid"/>
                <a:miter lim="800000"/>
                <a:headEnd/>
                <a:tailEnd/>
              </a:ln>
            </p:spPr>
            <p:txBody>
              <a:bodyPr vert="horz" wrap="square" lIns="91440" tIns="45720" rIns="91440" bIns="45720" numCol="1" anchor="t" anchorCtr="0" compatLnSpc="1">
                <a:prstTxWarp prst="textNoShape">
                  <a:avLst/>
                </a:prstTxWarp>
              </a:bodyPr>
              <a:lstStyle/>
              <a:p>
                <a:endParaRPr lang="pt-BR"/>
              </a:p>
            </p:txBody>
          </p:sp>
        </p:grpSp>
      </p:grpSp>
      <p:grpSp>
        <p:nvGrpSpPr>
          <p:cNvPr id="157" name="Agrupar 156">
            <a:extLst>
              <a:ext uri="{FF2B5EF4-FFF2-40B4-BE49-F238E27FC236}">
                <a16:creationId xmlns:a16="http://schemas.microsoft.com/office/drawing/2014/main" id="{280026A1-DC30-7227-BBB9-7F8ECFCAE77C}"/>
              </a:ext>
            </a:extLst>
          </p:cNvPr>
          <p:cNvGrpSpPr/>
          <p:nvPr/>
        </p:nvGrpSpPr>
        <p:grpSpPr>
          <a:xfrm>
            <a:off x="-1184479" y="3591139"/>
            <a:ext cx="1184479" cy="593576"/>
            <a:chOff x="735711" y="3452995"/>
            <a:chExt cx="1184479" cy="593576"/>
          </a:xfrm>
        </p:grpSpPr>
        <p:sp>
          <p:nvSpPr>
            <p:cNvPr id="148" name="Título 1">
              <a:extLst>
                <a:ext uri="{FF2B5EF4-FFF2-40B4-BE49-F238E27FC236}">
                  <a16:creationId xmlns:a16="http://schemas.microsoft.com/office/drawing/2014/main" id="{39CF83D4-39C9-C1D1-A2AF-E134EC8E789D}"/>
                </a:ext>
              </a:extLst>
            </p:cNvPr>
            <p:cNvSpPr txBox="1">
              <a:spLocks/>
            </p:cNvSpPr>
            <p:nvPr/>
          </p:nvSpPr>
          <p:spPr>
            <a:xfrm>
              <a:off x="749930" y="3452995"/>
              <a:ext cx="667743"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dirty="0">
                  <a:solidFill>
                    <a:schemeClr val="accent1"/>
                  </a:solidFill>
                </a:rPr>
                <a:t>XX%</a:t>
              </a:r>
            </a:p>
          </p:txBody>
        </p:sp>
        <p:sp>
          <p:nvSpPr>
            <p:cNvPr id="149" name="Espaço Reservado para Conteúdo 4">
              <a:extLst>
                <a:ext uri="{FF2B5EF4-FFF2-40B4-BE49-F238E27FC236}">
                  <a16:creationId xmlns:a16="http://schemas.microsoft.com/office/drawing/2014/main" id="{437283E7-BB37-E2E1-1262-3053BC75429B}"/>
                </a:ext>
              </a:extLst>
            </p:cNvPr>
            <p:cNvSpPr txBox="1">
              <a:spLocks/>
            </p:cNvSpPr>
            <p:nvPr/>
          </p:nvSpPr>
          <p:spPr>
            <a:xfrm>
              <a:off x="735711" y="3711291"/>
              <a:ext cx="1184479" cy="33528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dirty="0"/>
                <a:t>Lorem ipsum dolor sit </a:t>
              </a:r>
              <a:r>
                <a:rPr lang="en-US" sz="900" dirty="0" err="1"/>
                <a:t>amet</a:t>
              </a:r>
              <a:r>
                <a:rPr lang="en-US" sz="900" dirty="0"/>
                <a:t> </a:t>
              </a:r>
              <a:r>
                <a:rPr lang="en-US" sz="900" dirty="0" err="1"/>
                <a:t>consectetur</a:t>
              </a:r>
              <a:endParaRPr lang="en-US" sz="900" dirty="0"/>
            </a:p>
          </p:txBody>
        </p:sp>
      </p:grpSp>
      <p:grpSp>
        <p:nvGrpSpPr>
          <p:cNvPr id="155" name="Agrupar 154">
            <a:extLst>
              <a:ext uri="{FF2B5EF4-FFF2-40B4-BE49-F238E27FC236}">
                <a16:creationId xmlns:a16="http://schemas.microsoft.com/office/drawing/2014/main" id="{5D32AD7A-E050-9128-4DC3-0C470C1E63FF}"/>
              </a:ext>
            </a:extLst>
          </p:cNvPr>
          <p:cNvGrpSpPr/>
          <p:nvPr/>
        </p:nvGrpSpPr>
        <p:grpSpPr>
          <a:xfrm>
            <a:off x="-1184479" y="4464429"/>
            <a:ext cx="1184479" cy="593576"/>
            <a:chOff x="735711" y="4293469"/>
            <a:chExt cx="1184479" cy="593576"/>
          </a:xfrm>
        </p:grpSpPr>
        <p:sp>
          <p:nvSpPr>
            <p:cNvPr id="150" name="Título 1">
              <a:extLst>
                <a:ext uri="{FF2B5EF4-FFF2-40B4-BE49-F238E27FC236}">
                  <a16:creationId xmlns:a16="http://schemas.microsoft.com/office/drawing/2014/main" id="{F752ABDC-AFFB-B9CE-7F07-7D34DEA8070A}"/>
                </a:ext>
              </a:extLst>
            </p:cNvPr>
            <p:cNvSpPr txBox="1">
              <a:spLocks/>
            </p:cNvSpPr>
            <p:nvPr/>
          </p:nvSpPr>
          <p:spPr>
            <a:xfrm>
              <a:off x="749930" y="4293469"/>
              <a:ext cx="667743"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dirty="0">
                  <a:solidFill>
                    <a:schemeClr val="accent1"/>
                  </a:solidFill>
                </a:rPr>
                <a:t>XX%</a:t>
              </a:r>
            </a:p>
          </p:txBody>
        </p:sp>
        <p:sp>
          <p:nvSpPr>
            <p:cNvPr id="151" name="Espaço Reservado para Conteúdo 4">
              <a:extLst>
                <a:ext uri="{FF2B5EF4-FFF2-40B4-BE49-F238E27FC236}">
                  <a16:creationId xmlns:a16="http://schemas.microsoft.com/office/drawing/2014/main" id="{E1E1F80A-5697-B9DA-256D-9F1191200760}"/>
                </a:ext>
              </a:extLst>
            </p:cNvPr>
            <p:cNvSpPr txBox="1">
              <a:spLocks/>
            </p:cNvSpPr>
            <p:nvPr/>
          </p:nvSpPr>
          <p:spPr>
            <a:xfrm>
              <a:off x="735711" y="4551765"/>
              <a:ext cx="1184479" cy="33528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dirty="0"/>
                <a:t>Lorem ipsum dolor sit </a:t>
              </a:r>
              <a:r>
                <a:rPr lang="en-US" sz="900" dirty="0" err="1"/>
                <a:t>amet</a:t>
              </a:r>
              <a:r>
                <a:rPr lang="en-US" sz="900" dirty="0"/>
                <a:t> </a:t>
              </a:r>
              <a:r>
                <a:rPr lang="en-US" sz="900" dirty="0" err="1"/>
                <a:t>consectetur</a:t>
              </a:r>
              <a:endParaRPr lang="en-US" sz="900" dirty="0"/>
            </a:p>
          </p:txBody>
        </p:sp>
      </p:grpSp>
      <p:grpSp>
        <p:nvGrpSpPr>
          <p:cNvPr id="154" name="Agrupar 153">
            <a:extLst>
              <a:ext uri="{FF2B5EF4-FFF2-40B4-BE49-F238E27FC236}">
                <a16:creationId xmlns:a16="http://schemas.microsoft.com/office/drawing/2014/main" id="{909E6526-0AAF-57C9-1DC5-B1EF1237DF4F}"/>
              </a:ext>
            </a:extLst>
          </p:cNvPr>
          <p:cNvGrpSpPr/>
          <p:nvPr/>
        </p:nvGrpSpPr>
        <p:grpSpPr>
          <a:xfrm>
            <a:off x="-1184479" y="5337718"/>
            <a:ext cx="1184479" cy="593576"/>
            <a:chOff x="735711" y="5199574"/>
            <a:chExt cx="1184479" cy="593576"/>
          </a:xfrm>
        </p:grpSpPr>
        <p:sp>
          <p:nvSpPr>
            <p:cNvPr id="152" name="Título 1">
              <a:extLst>
                <a:ext uri="{FF2B5EF4-FFF2-40B4-BE49-F238E27FC236}">
                  <a16:creationId xmlns:a16="http://schemas.microsoft.com/office/drawing/2014/main" id="{6BC18BBD-F074-D81F-A436-BF016FFE12CD}"/>
                </a:ext>
              </a:extLst>
            </p:cNvPr>
            <p:cNvSpPr txBox="1">
              <a:spLocks/>
            </p:cNvSpPr>
            <p:nvPr/>
          </p:nvSpPr>
          <p:spPr>
            <a:xfrm>
              <a:off x="749930" y="5199574"/>
              <a:ext cx="667743"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dirty="0">
                  <a:solidFill>
                    <a:schemeClr val="accent1"/>
                  </a:solidFill>
                </a:rPr>
                <a:t>XX%</a:t>
              </a:r>
            </a:p>
          </p:txBody>
        </p:sp>
        <p:sp>
          <p:nvSpPr>
            <p:cNvPr id="153" name="Espaço Reservado para Conteúdo 4">
              <a:extLst>
                <a:ext uri="{FF2B5EF4-FFF2-40B4-BE49-F238E27FC236}">
                  <a16:creationId xmlns:a16="http://schemas.microsoft.com/office/drawing/2014/main" id="{34AFFCF2-A6FE-650C-7644-6E8D8C6837A0}"/>
                </a:ext>
              </a:extLst>
            </p:cNvPr>
            <p:cNvSpPr txBox="1">
              <a:spLocks/>
            </p:cNvSpPr>
            <p:nvPr/>
          </p:nvSpPr>
          <p:spPr>
            <a:xfrm>
              <a:off x="735711" y="5457870"/>
              <a:ext cx="1184479" cy="33528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900" dirty="0"/>
                <a:t>Lorem ipsum dolor sit </a:t>
              </a:r>
              <a:r>
                <a:rPr lang="en-US" sz="900" dirty="0" err="1"/>
                <a:t>amet</a:t>
              </a:r>
              <a:r>
                <a:rPr lang="en-US" sz="900" dirty="0"/>
                <a:t> </a:t>
              </a:r>
              <a:r>
                <a:rPr lang="en-US" sz="900" dirty="0" err="1"/>
                <a:t>consectetur</a:t>
              </a:r>
              <a:endParaRPr lang="en-US" sz="900" dirty="0"/>
            </a:p>
          </p:txBody>
        </p:sp>
      </p:grpSp>
      <p:cxnSp>
        <p:nvCxnSpPr>
          <p:cNvPr id="164" name="Conector reto 163">
            <a:extLst>
              <a:ext uri="{FF2B5EF4-FFF2-40B4-BE49-F238E27FC236}">
                <a16:creationId xmlns:a16="http://schemas.microsoft.com/office/drawing/2014/main" id="{DE38A63E-A670-C5EF-D2E8-C44D5D8018C9}"/>
              </a:ext>
            </a:extLst>
          </p:cNvPr>
          <p:cNvCxnSpPr>
            <a:cxnSpLocks/>
          </p:cNvCxnSpPr>
          <p:nvPr/>
        </p:nvCxnSpPr>
        <p:spPr>
          <a:xfrm>
            <a:off x="6293724" y="1546930"/>
            <a:ext cx="0" cy="4452233"/>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aphicFrame>
        <p:nvGraphicFramePr>
          <p:cNvPr id="166" name="Gráfico 165">
            <a:extLst>
              <a:ext uri="{FF2B5EF4-FFF2-40B4-BE49-F238E27FC236}">
                <a16:creationId xmlns:a16="http://schemas.microsoft.com/office/drawing/2014/main" id="{B232D69C-18EC-8E76-9CC5-E13053B28DB2}"/>
              </a:ext>
            </a:extLst>
          </p:cNvPr>
          <p:cNvGraphicFramePr/>
          <p:nvPr>
            <p:extLst>
              <p:ext uri="{D42A27DB-BD31-4B8C-83A1-F6EECF244321}">
                <p14:modId xmlns:p14="http://schemas.microsoft.com/office/powerpoint/2010/main" val="1701970915"/>
              </p:ext>
            </p:extLst>
          </p:nvPr>
        </p:nvGraphicFramePr>
        <p:xfrm>
          <a:off x="6677303" y="1975207"/>
          <a:ext cx="5380933" cy="1604848"/>
        </p:xfrm>
        <a:graphic>
          <a:graphicData uri="http://schemas.openxmlformats.org/drawingml/2006/chart">
            <c:chart xmlns:c="http://schemas.openxmlformats.org/drawingml/2006/chart" xmlns:r="http://schemas.openxmlformats.org/officeDocument/2006/relationships" r:id="rId3"/>
          </a:graphicData>
        </a:graphic>
      </p:graphicFrame>
      <p:sp>
        <p:nvSpPr>
          <p:cNvPr id="167" name="Título 1">
            <a:extLst>
              <a:ext uri="{FF2B5EF4-FFF2-40B4-BE49-F238E27FC236}">
                <a16:creationId xmlns:a16="http://schemas.microsoft.com/office/drawing/2014/main" id="{D1746AC0-7F1F-3B9B-B92F-F9C4D7F8B518}"/>
              </a:ext>
            </a:extLst>
          </p:cNvPr>
          <p:cNvSpPr txBox="1">
            <a:spLocks/>
          </p:cNvSpPr>
          <p:nvPr/>
        </p:nvSpPr>
        <p:spPr>
          <a:xfrm>
            <a:off x="6786423" y="1546930"/>
            <a:ext cx="2186537" cy="1736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50" b="0" dirty="0" err="1">
                <a:latin typeface="Poppins Light" panose="00000400000000000000" pitchFamily="2" charset="0"/>
                <a:cs typeface="Poppins Light" panose="00000400000000000000" pitchFamily="2" charset="0"/>
              </a:rPr>
              <a:t>Lorem</a:t>
            </a:r>
            <a:r>
              <a:rPr lang="pt-BR" sz="1050" b="0" dirty="0">
                <a:latin typeface="Poppins Light" panose="00000400000000000000" pitchFamily="2" charset="0"/>
                <a:cs typeface="Poppins Light" panose="00000400000000000000" pitchFamily="2" charset="0"/>
              </a:rPr>
              <a:t> ipsum </a:t>
            </a:r>
            <a:r>
              <a:rPr lang="pt-BR" sz="1050" b="0" dirty="0" err="1">
                <a:latin typeface="Poppins Light" panose="00000400000000000000" pitchFamily="2" charset="0"/>
                <a:cs typeface="Poppins Light" panose="00000400000000000000" pitchFamily="2" charset="0"/>
              </a:rPr>
              <a:t>dolor</a:t>
            </a:r>
            <a:r>
              <a:rPr lang="pt-BR" sz="1050" b="0" dirty="0">
                <a:latin typeface="Poppins Light" panose="00000400000000000000" pitchFamily="2" charset="0"/>
                <a:cs typeface="Poppins Light" panose="00000400000000000000" pitchFamily="2" charset="0"/>
              </a:rPr>
              <a:t> </a:t>
            </a:r>
            <a:r>
              <a:rPr lang="pt-BR" sz="1050" b="0" dirty="0" err="1">
                <a:latin typeface="Poppins Light" panose="00000400000000000000" pitchFamily="2" charset="0"/>
                <a:cs typeface="Poppins Light" panose="00000400000000000000" pitchFamily="2" charset="0"/>
              </a:rPr>
              <a:t>sit</a:t>
            </a:r>
            <a:r>
              <a:rPr lang="pt-BR" sz="1050" b="0" dirty="0">
                <a:latin typeface="Poppins Light" panose="00000400000000000000" pitchFamily="2" charset="0"/>
                <a:cs typeface="Poppins Light" panose="00000400000000000000" pitchFamily="2" charset="0"/>
              </a:rPr>
              <a:t> </a:t>
            </a:r>
            <a:r>
              <a:rPr lang="pt-BR" sz="1050" b="0" dirty="0" err="1">
                <a:latin typeface="Poppins Light" panose="00000400000000000000" pitchFamily="2" charset="0"/>
                <a:cs typeface="Poppins Light" panose="00000400000000000000" pitchFamily="2" charset="0"/>
              </a:rPr>
              <a:t>amet</a:t>
            </a:r>
            <a:endParaRPr lang="pt-BR" sz="1050" b="0" dirty="0">
              <a:latin typeface="Poppins Light" panose="00000400000000000000" pitchFamily="2" charset="0"/>
              <a:cs typeface="Poppins Light" panose="00000400000000000000" pitchFamily="2" charset="0"/>
            </a:endParaRPr>
          </a:p>
        </p:txBody>
      </p:sp>
      <p:graphicFrame>
        <p:nvGraphicFramePr>
          <p:cNvPr id="168" name="Gráfico 167">
            <a:extLst>
              <a:ext uri="{FF2B5EF4-FFF2-40B4-BE49-F238E27FC236}">
                <a16:creationId xmlns:a16="http://schemas.microsoft.com/office/drawing/2014/main" id="{E7185DCB-2830-0FA0-4400-766BCB0B698A}"/>
              </a:ext>
            </a:extLst>
          </p:cNvPr>
          <p:cNvGraphicFramePr/>
          <p:nvPr>
            <p:extLst>
              <p:ext uri="{D42A27DB-BD31-4B8C-83A1-F6EECF244321}">
                <p14:modId xmlns:p14="http://schemas.microsoft.com/office/powerpoint/2010/main" val="548478537"/>
              </p:ext>
            </p:extLst>
          </p:nvPr>
        </p:nvGraphicFramePr>
        <p:xfrm>
          <a:off x="6677303" y="4408731"/>
          <a:ext cx="5380933" cy="1604848"/>
        </p:xfrm>
        <a:graphic>
          <a:graphicData uri="http://schemas.openxmlformats.org/drawingml/2006/chart">
            <c:chart xmlns:c="http://schemas.openxmlformats.org/drawingml/2006/chart" xmlns:r="http://schemas.openxmlformats.org/officeDocument/2006/relationships" r:id="rId4"/>
          </a:graphicData>
        </a:graphic>
      </p:graphicFrame>
      <p:sp>
        <p:nvSpPr>
          <p:cNvPr id="169" name="Título 1">
            <a:extLst>
              <a:ext uri="{FF2B5EF4-FFF2-40B4-BE49-F238E27FC236}">
                <a16:creationId xmlns:a16="http://schemas.microsoft.com/office/drawing/2014/main" id="{22939B01-A917-19F7-9229-9C454904BE87}"/>
              </a:ext>
            </a:extLst>
          </p:cNvPr>
          <p:cNvSpPr txBox="1">
            <a:spLocks/>
          </p:cNvSpPr>
          <p:nvPr/>
        </p:nvSpPr>
        <p:spPr>
          <a:xfrm>
            <a:off x="6786423" y="3980454"/>
            <a:ext cx="2186537" cy="1736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50" b="0" dirty="0" err="1">
                <a:latin typeface="Poppins Light" panose="00000400000000000000" pitchFamily="2" charset="0"/>
                <a:cs typeface="Poppins Light" panose="00000400000000000000" pitchFamily="2" charset="0"/>
              </a:rPr>
              <a:t>Lorem</a:t>
            </a:r>
            <a:r>
              <a:rPr lang="pt-BR" sz="1050" b="0" dirty="0">
                <a:latin typeface="Poppins Light" panose="00000400000000000000" pitchFamily="2" charset="0"/>
                <a:cs typeface="Poppins Light" panose="00000400000000000000" pitchFamily="2" charset="0"/>
              </a:rPr>
              <a:t> ipsum </a:t>
            </a:r>
            <a:r>
              <a:rPr lang="pt-BR" sz="1050" b="0" dirty="0" err="1">
                <a:latin typeface="Poppins Light" panose="00000400000000000000" pitchFamily="2" charset="0"/>
                <a:cs typeface="Poppins Light" panose="00000400000000000000" pitchFamily="2" charset="0"/>
              </a:rPr>
              <a:t>dolor</a:t>
            </a:r>
            <a:r>
              <a:rPr lang="pt-BR" sz="1050" b="0" dirty="0">
                <a:latin typeface="Poppins Light" panose="00000400000000000000" pitchFamily="2" charset="0"/>
                <a:cs typeface="Poppins Light" panose="00000400000000000000" pitchFamily="2" charset="0"/>
              </a:rPr>
              <a:t> </a:t>
            </a:r>
            <a:r>
              <a:rPr lang="pt-BR" sz="1050" b="0" dirty="0" err="1">
                <a:latin typeface="Poppins Light" panose="00000400000000000000" pitchFamily="2" charset="0"/>
                <a:cs typeface="Poppins Light" panose="00000400000000000000" pitchFamily="2" charset="0"/>
              </a:rPr>
              <a:t>sit</a:t>
            </a:r>
            <a:r>
              <a:rPr lang="pt-BR" sz="1050" b="0" dirty="0">
                <a:latin typeface="Poppins Light" panose="00000400000000000000" pitchFamily="2" charset="0"/>
                <a:cs typeface="Poppins Light" panose="00000400000000000000" pitchFamily="2" charset="0"/>
              </a:rPr>
              <a:t> </a:t>
            </a:r>
            <a:r>
              <a:rPr lang="pt-BR" sz="1050" b="0" dirty="0" err="1">
                <a:latin typeface="Poppins Light" panose="00000400000000000000" pitchFamily="2" charset="0"/>
                <a:cs typeface="Poppins Light" panose="00000400000000000000" pitchFamily="2" charset="0"/>
              </a:rPr>
              <a:t>amet</a:t>
            </a:r>
            <a:endParaRPr lang="pt-BR" sz="1050" b="0" dirty="0">
              <a:latin typeface="Poppins Light" panose="00000400000000000000" pitchFamily="2" charset="0"/>
              <a:cs typeface="Poppins Light" panose="00000400000000000000" pitchFamily="2" charset="0"/>
            </a:endParaRPr>
          </a:p>
        </p:txBody>
      </p:sp>
      <p:sp>
        <p:nvSpPr>
          <p:cNvPr id="12" name="Rectangle: Rounded Corners 11">
            <a:extLst>
              <a:ext uri="{FF2B5EF4-FFF2-40B4-BE49-F238E27FC236}">
                <a16:creationId xmlns:a16="http://schemas.microsoft.com/office/drawing/2014/main" id="{34A0D238-ECE6-BE80-CFD0-8A8B01F62B7D}"/>
              </a:ext>
            </a:extLst>
          </p:cNvPr>
          <p:cNvSpPr/>
          <p:nvPr/>
        </p:nvSpPr>
        <p:spPr>
          <a:xfrm>
            <a:off x="6677303" y="1430351"/>
            <a:ext cx="5157509" cy="22154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b="1" dirty="0">
                <a:solidFill>
                  <a:srgbClr val="FF0003"/>
                </a:solidFill>
                <a:latin typeface="Source Serif Pro" panose="02040603050405020204" pitchFamily="18" charset="0"/>
                <a:ea typeface="Source Serif Pro" panose="02040603050405020204" pitchFamily="18" charset="0"/>
              </a:rPr>
              <a:t>Evolução do número de projetos realizado</a:t>
            </a:r>
          </a:p>
        </p:txBody>
      </p:sp>
      <p:sp>
        <p:nvSpPr>
          <p:cNvPr id="13" name="Rectangle: Rounded Corners 12">
            <a:extLst>
              <a:ext uri="{FF2B5EF4-FFF2-40B4-BE49-F238E27FC236}">
                <a16:creationId xmlns:a16="http://schemas.microsoft.com/office/drawing/2014/main" id="{2E900533-57DA-D389-8465-C85555A83AC4}"/>
              </a:ext>
            </a:extLst>
          </p:cNvPr>
          <p:cNvSpPr/>
          <p:nvPr/>
        </p:nvSpPr>
        <p:spPr>
          <a:xfrm>
            <a:off x="6677303" y="3913243"/>
            <a:ext cx="5157509" cy="2215486"/>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b="1" dirty="0">
                <a:solidFill>
                  <a:srgbClr val="FF0003"/>
                </a:solidFill>
                <a:latin typeface="Source Serif Pro" panose="02040603050405020204" pitchFamily="18" charset="0"/>
                <a:ea typeface="Source Serif Pro" panose="02040603050405020204" pitchFamily="18" charset="0"/>
              </a:rPr>
              <a:t>Evolução dos números financeiros históricos: Receita líquida, EBITDA e mg EBTIDA</a:t>
            </a:r>
          </a:p>
        </p:txBody>
      </p:sp>
      <p:sp>
        <p:nvSpPr>
          <p:cNvPr id="14" name="Rectangle: Rounded Corners 13">
            <a:extLst>
              <a:ext uri="{FF2B5EF4-FFF2-40B4-BE49-F238E27FC236}">
                <a16:creationId xmlns:a16="http://schemas.microsoft.com/office/drawing/2014/main" id="{D9414D8A-1532-7DEE-0220-B4DC0F2841A5}"/>
              </a:ext>
            </a:extLst>
          </p:cNvPr>
          <p:cNvSpPr/>
          <p:nvPr/>
        </p:nvSpPr>
        <p:spPr>
          <a:xfrm>
            <a:off x="742767" y="1557695"/>
            <a:ext cx="1627028" cy="4452232"/>
          </a:xfrm>
          <a:prstGeom prst="roundRect">
            <a:avLst/>
          </a:prstGeom>
          <a:solidFill>
            <a:schemeClr val="bg1"/>
          </a:solid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b="1" dirty="0" err="1">
                <a:solidFill>
                  <a:srgbClr val="FF0003"/>
                </a:solidFill>
                <a:latin typeface="Source Serif Pro" panose="02040603050405020204" pitchFamily="18" charset="0"/>
                <a:ea typeface="Source Serif Pro" panose="02040603050405020204" pitchFamily="18" charset="0"/>
              </a:rPr>
              <a:t>Highlighs</a:t>
            </a:r>
            <a:r>
              <a:rPr lang="pt-BR" sz="1200" b="1" dirty="0">
                <a:solidFill>
                  <a:srgbClr val="FF0003"/>
                </a:solidFill>
                <a:latin typeface="Source Serif Pro" panose="02040603050405020204" pitchFamily="18" charset="0"/>
                <a:ea typeface="Source Serif Pro" panose="02040603050405020204" pitchFamily="18" charset="0"/>
              </a:rPr>
              <a:t> IB</a:t>
            </a:r>
          </a:p>
        </p:txBody>
      </p:sp>
    </p:spTree>
    <p:extLst>
      <p:ext uri="{BB962C8B-B14F-4D97-AF65-F5344CB8AC3E}">
        <p14:creationId xmlns:p14="http://schemas.microsoft.com/office/powerpoint/2010/main" val="35908454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gradFill>
          <a:gsLst>
            <a:gs pos="0">
              <a:srgbClr val="FF0003"/>
            </a:gs>
            <a:gs pos="72000">
              <a:srgbClr val="000000"/>
            </a:gs>
          </a:gsLst>
          <a:lin ang="0" scaled="1"/>
        </a:gradFill>
        <a:effectLst/>
      </p:bgPr>
    </p:bg>
    <p:spTree>
      <p:nvGrpSpPr>
        <p:cNvPr id="1" name="">
          <a:extLst>
            <a:ext uri="{FF2B5EF4-FFF2-40B4-BE49-F238E27FC236}">
              <a16:creationId xmlns:a16="http://schemas.microsoft.com/office/drawing/2014/main" id="{63B999DB-1A1B-110F-891E-08D917D78B2A}"/>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66664008-C139-A265-840D-30FEC4527CB4}"/>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2" name="Retângulo: Cantos Arredondados 1">
            <a:extLst>
              <a:ext uri="{FF2B5EF4-FFF2-40B4-BE49-F238E27FC236}">
                <a16:creationId xmlns:a16="http://schemas.microsoft.com/office/drawing/2014/main" id="{ADD931CC-A0B5-28D0-75DA-ABDA89680A4E}"/>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26" name="CaixaDeTexto 25">
            <a:extLst>
              <a:ext uri="{FF2B5EF4-FFF2-40B4-BE49-F238E27FC236}">
                <a16:creationId xmlns:a16="http://schemas.microsoft.com/office/drawing/2014/main" id="{DEFB39D8-D38C-2A2A-0F51-D8B382910A8D}"/>
              </a:ext>
            </a:extLst>
          </p:cNvPr>
          <p:cNvSpPr txBox="1"/>
          <p:nvPr/>
        </p:nvSpPr>
        <p:spPr>
          <a:xfrm>
            <a:off x="2139121" y="2711760"/>
            <a:ext cx="1397757"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Introduction</a:t>
            </a:r>
          </a:p>
        </p:txBody>
      </p:sp>
      <p:sp>
        <p:nvSpPr>
          <p:cNvPr id="28" name="CaixaDeTexto 27">
            <a:extLst>
              <a:ext uri="{FF2B5EF4-FFF2-40B4-BE49-F238E27FC236}">
                <a16:creationId xmlns:a16="http://schemas.microsoft.com/office/drawing/2014/main" id="{EDE23E89-A509-DA13-DF85-45E6347E287F}"/>
              </a:ext>
            </a:extLst>
          </p:cNvPr>
          <p:cNvSpPr txBox="1"/>
          <p:nvPr/>
        </p:nvSpPr>
        <p:spPr>
          <a:xfrm>
            <a:off x="1564869" y="2711760"/>
            <a:ext cx="428448"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sp>
        <p:nvSpPr>
          <p:cNvPr id="35" name="Retângulo: Cantos Arredondados 34">
            <a:extLst>
              <a:ext uri="{FF2B5EF4-FFF2-40B4-BE49-F238E27FC236}">
                <a16:creationId xmlns:a16="http://schemas.microsoft.com/office/drawing/2014/main" id="{901268C3-CC2C-E9E0-B7B6-F6D55E0CDE13}"/>
              </a:ext>
            </a:extLst>
          </p:cNvPr>
          <p:cNvSpPr/>
          <p:nvPr/>
        </p:nvSpPr>
        <p:spPr>
          <a:xfrm>
            <a:off x="1172922" y="3214518"/>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err="1">
              <a:solidFill>
                <a:schemeClr val="tx1"/>
              </a:solidFill>
              <a:latin typeface="Source Serif Pro" panose="02040603050405020204" pitchFamily="18" charset="0"/>
              <a:ea typeface="Source Serif Pro" panose="02040603050405020204" pitchFamily="18" charset="0"/>
            </a:endParaRPr>
          </a:p>
        </p:txBody>
      </p:sp>
      <p:sp>
        <p:nvSpPr>
          <p:cNvPr id="36" name="CaixaDeTexto 35">
            <a:extLst>
              <a:ext uri="{FF2B5EF4-FFF2-40B4-BE49-F238E27FC236}">
                <a16:creationId xmlns:a16="http://schemas.microsoft.com/office/drawing/2014/main" id="{A9E00D88-92F2-FFCD-2AC2-ED18228AB782}"/>
              </a:ext>
            </a:extLst>
          </p:cNvPr>
          <p:cNvSpPr txBox="1"/>
          <p:nvPr/>
        </p:nvSpPr>
        <p:spPr>
          <a:xfrm>
            <a:off x="2139121" y="3343448"/>
            <a:ext cx="1755735"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Investment Thesis</a:t>
            </a:r>
          </a:p>
        </p:txBody>
      </p:sp>
      <p:sp>
        <p:nvSpPr>
          <p:cNvPr id="37" name="CaixaDeTexto 36">
            <a:extLst>
              <a:ext uri="{FF2B5EF4-FFF2-40B4-BE49-F238E27FC236}">
                <a16:creationId xmlns:a16="http://schemas.microsoft.com/office/drawing/2014/main" id="{49B0FACB-21C9-D32C-FE89-D9EFEE4AAC35}"/>
              </a:ext>
            </a:extLst>
          </p:cNvPr>
          <p:cNvSpPr txBox="1"/>
          <p:nvPr/>
        </p:nvSpPr>
        <p:spPr>
          <a:xfrm>
            <a:off x="1564869" y="3343448"/>
            <a:ext cx="428448"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sp>
        <p:nvSpPr>
          <p:cNvPr id="39" name="Retângulo: Cantos Arredondados 38">
            <a:extLst>
              <a:ext uri="{FF2B5EF4-FFF2-40B4-BE49-F238E27FC236}">
                <a16:creationId xmlns:a16="http://schemas.microsoft.com/office/drawing/2014/main" id="{532E4FFE-5EF8-976E-14BD-A635AA8D0339}"/>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0" name="CaixaDeTexto 39">
            <a:extLst>
              <a:ext uri="{FF2B5EF4-FFF2-40B4-BE49-F238E27FC236}">
                <a16:creationId xmlns:a16="http://schemas.microsoft.com/office/drawing/2014/main" id="{9CDCDEEB-111D-29E2-5C70-426EE090C149}"/>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41" name="CaixaDeTexto 40">
            <a:extLst>
              <a:ext uri="{FF2B5EF4-FFF2-40B4-BE49-F238E27FC236}">
                <a16:creationId xmlns:a16="http://schemas.microsoft.com/office/drawing/2014/main" id="{13AC619C-7952-869C-87BC-1384A239B44E}"/>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43" name="Retângulo: Cantos Arredondados 42">
            <a:extLst>
              <a:ext uri="{FF2B5EF4-FFF2-40B4-BE49-F238E27FC236}">
                <a16:creationId xmlns:a16="http://schemas.microsoft.com/office/drawing/2014/main" id="{A67EA819-1689-1F6F-8105-1690E5D07052}"/>
              </a:ext>
            </a:extLst>
          </p:cNvPr>
          <p:cNvSpPr/>
          <p:nvPr/>
        </p:nvSpPr>
        <p:spPr>
          <a:xfrm>
            <a:off x="1172922" y="4477893"/>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4" name="CaixaDeTexto 43">
            <a:extLst>
              <a:ext uri="{FF2B5EF4-FFF2-40B4-BE49-F238E27FC236}">
                <a16:creationId xmlns:a16="http://schemas.microsoft.com/office/drawing/2014/main" id="{471817E0-8AE3-AB77-9836-773D3EE935E6}"/>
              </a:ext>
            </a:extLst>
          </p:cNvPr>
          <p:cNvSpPr txBox="1"/>
          <p:nvPr/>
        </p:nvSpPr>
        <p:spPr>
          <a:xfrm>
            <a:off x="2139121" y="4606823"/>
            <a:ext cx="1979019"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Information</a:t>
            </a:r>
          </a:p>
        </p:txBody>
      </p:sp>
      <p:sp>
        <p:nvSpPr>
          <p:cNvPr id="45" name="CaixaDeTexto 44">
            <a:extLst>
              <a:ext uri="{FF2B5EF4-FFF2-40B4-BE49-F238E27FC236}">
                <a16:creationId xmlns:a16="http://schemas.microsoft.com/office/drawing/2014/main" id="{C4464FB9-83FF-3EBD-5578-ADF74BEBA396}"/>
              </a:ext>
            </a:extLst>
          </p:cNvPr>
          <p:cNvSpPr txBox="1"/>
          <p:nvPr/>
        </p:nvSpPr>
        <p:spPr>
          <a:xfrm>
            <a:off x="1564869" y="4606823"/>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pic>
        <p:nvPicPr>
          <p:cNvPr id="4" name="Imagem 3">
            <a:extLst>
              <a:ext uri="{FF2B5EF4-FFF2-40B4-BE49-F238E27FC236}">
                <a16:creationId xmlns:a16="http://schemas.microsoft.com/office/drawing/2014/main" id="{6D355EEF-BA8F-CA32-F6DA-AE29FDAEAE05}"/>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26074414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BA378-35A8-3144-A1EB-D157C3AE4116}"/>
            </a:ext>
          </a:extLst>
        </p:cNvPr>
        <p:cNvGrpSpPr/>
        <p:nvPr/>
      </p:nvGrpSpPr>
      <p:grpSpPr>
        <a:xfrm>
          <a:off x="0" y="0"/>
          <a:ext cx="0" cy="0"/>
          <a:chOff x="0" y="0"/>
          <a:chExt cx="0" cy="0"/>
        </a:xfrm>
      </p:grpSpPr>
      <p:sp>
        <p:nvSpPr>
          <p:cNvPr id="3" name="Retângulo: Cantos Arredondados 2">
            <a:extLst>
              <a:ext uri="{FF2B5EF4-FFF2-40B4-BE49-F238E27FC236}">
                <a16:creationId xmlns:a16="http://schemas.microsoft.com/office/drawing/2014/main" id="{CAA2A23B-78E5-F1F9-7110-CC8B602CD1E7}"/>
              </a:ext>
            </a:extLst>
          </p:cNvPr>
          <p:cNvSpPr/>
          <p:nvPr/>
        </p:nvSpPr>
        <p:spPr>
          <a:xfrm>
            <a:off x="624951" y="1670151"/>
            <a:ext cx="11222562" cy="5493743"/>
          </a:xfrm>
          <a:prstGeom prst="roundRect">
            <a:avLst>
              <a:gd name="adj" fmla="val 3696"/>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6" name="Retângulo 25">
            <a:extLst>
              <a:ext uri="{FF2B5EF4-FFF2-40B4-BE49-F238E27FC236}">
                <a16:creationId xmlns:a16="http://schemas.microsoft.com/office/drawing/2014/main" id="{8400FA8E-9FA2-4BAD-95C5-B4B28D56BE8C}"/>
              </a:ext>
            </a:extLst>
          </p:cNvPr>
          <p:cNvSpPr/>
          <p:nvPr/>
        </p:nvSpPr>
        <p:spPr>
          <a:xfrm>
            <a:off x="0" y="0"/>
            <a:ext cx="12192000" cy="15359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bg1"/>
              </a:solidFill>
              <a:latin typeface="Source Serif Pro" panose="02040603050405020204" pitchFamily="18" charset="0"/>
              <a:ea typeface="Source Serif Pro" panose="02040603050405020204" pitchFamily="18" charset="0"/>
            </a:endParaRPr>
          </a:p>
        </p:txBody>
      </p:sp>
      <p:sp>
        <p:nvSpPr>
          <p:cNvPr id="22" name="Retângulo 21">
            <a:extLst>
              <a:ext uri="{FF2B5EF4-FFF2-40B4-BE49-F238E27FC236}">
                <a16:creationId xmlns:a16="http://schemas.microsoft.com/office/drawing/2014/main" id="{CDA0A295-AB7B-6C29-E905-8914B56A76AD}"/>
              </a:ext>
            </a:extLst>
          </p:cNvPr>
          <p:cNvSpPr>
            <a:spLocks noGrp="1" noRot="1" noMove="1" noResize="1" noEditPoints="1" noAdjustHandles="1" noChangeArrowheads="1" noChangeShapeType="1"/>
          </p:cNvSpPr>
          <p:nvPr/>
        </p:nvSpPr>
        <p:spPr>
          <a:xfrm>
            <a:off x="10114672" y="6112741"/>
            <a:ext cx="1720141" cy="66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2C979BBB-542B-FFC8-72AC-C5A8A3C7E9D4}"/>
              </a:ext>
            </a:extLst>
          </p:cNvPr>
          <p:cNvSpPr>
            <a:spLocks noGrp="1"/>
          </p:cNvSpPr>
          <p:nvPr>
            <p:ph type="title"/>
          </p:nvPr>
        </p:nvSpPr>
        <p:spPr/>
        <p:txBody>
          <a:bodyPr/>
          <a:lstStyle/>
          <a:p>
            <a:r>
              <a:rPr lang="en-US" dirty="0">
                <a:solidFill>
                  <a:schemeClr val="bg1"/>
                </a:solidFill>
              </a:rPr>
              <a:t>Investment thesis</a:t>
            </a:r>
            <a:endParaRPr lang="pt-BR" dirty="0">
              <a:solidFill>
                <a:schemeClr val="bg1"/>
              </a:solidFill>
            </a:endParaRPr>
          </a:p>
        </p:txBody>
      </p:sp>
      <p:sp>
        <p:nvSpPr>
          <p:cNvPr id="5" name="Espaço Reservado para Conteúdo 4">
            <a:extLst>
              <a:ext uri="{FF2B5EF4-FFF2-40B4-BE49-F238E27FC236}">
                <a16:creationId xmlns:a16="http://schemas.microsoft.com/office/drawing/2014/main" id="{229EDB6E-8E29-E8E9-FFA7-8811446B102A}"/>
              </a:ext>
            </a:extLst>
          </p:cNvPr>
          <p:cNvSpPr>
            <a:spLocks noGrp="1"/>
          </p:cNvSpPr>
          <p:nvPr>
            <p:ph sz="quarter" idx="13"/>
          </p:nvPr>
        </p:nvSpPr>
        <p:spPr>
          <a:xfrm>
            <a:off x="731838" y="1052961"/>
            <a:ext cx="11102975" cy="215503"/>
          </a:xfrm>
        </p:spPr>
        <p:txBody>
          <a:bodyPr/>
          <a:lstStyle/>
          <a:p>
            <a:r>
              <a:rPr lang="en-US" dirty="0">
                <a:solidFill>
                  <a:schemeClr val="bg1"/>
                </a:solidFill>
              </a:rPr>
              <a:t>O </a:t>
            </a:r>
            <a:r>
              <a:rPr lang="en-US" dirty="0" err="1">
                <a:solidFill>
                  <a:schemeClr val="bg1"/>
                </a:solidFill>
              </a:rPr>
              <a:t>sucesso</a:t>
            </a:r>
            <a:r>
              <a:rPr lang="en-US" dirty="0">
                <a:solidFill>
                  <a:schemeClr val="bg1"/>
                </a:solidFill>
              </a:rPr>
              <a:t> da </a:t>
            </a:r>
            <a:r>
              <a:rPr lang="en-US" dirty="0" err="1">
                <a:solidFill>
                  <a:schemeClr val="bg1"/>
                </a:solidFill>
              </a:rPr>
              <a:t>Infrabrasil</a:t>
            </a:r>
            <a:r>
              <a:rPr lang="en-US" dirty="0">
                <a:solidFill>
                  <a:schemeClr val="bg1"/>
                </a:solidFill>
              </a:rPr>
              <a:t> é </a:t>
            </a:r>
            <a:r>
              <a:rPr lang="en-US" dirty="0" err="1">
                <a:solidFill>
                  <a:schemeClr val="bg1"/>
                </a:solidFill>
              </a:rPr>
              <a:t>fundamentado</a:t>
            </a:r>
            <a:r>
              <a:rPr lang="en-US" dirty="0">
                <a:solidFill>
                  <a:schemeClr val="bg1"/>
                </a:solidFill>
              </a:rPr>
              <a:t> pela </a:t>
            </a:r>
            <a:r>
              <a:rPr lang="en-US" dirty="0" err="1">
                <a:solidFill>
                  <a:schemeClr val="bg1"/>
                </a:solidFill>
              </a:rPr>
              <a:t>sua</a:t>
            </a:r>
            <a:r>
              <a:rPr lang="en-US" dirty="0">
                <a:solidFill>
                  <a:schemeClr val="bg1"/>
                </a:solidFill>
              </a:rPr>
              <a:t> </a:t>
            </a:r>
            <a:r>
              <a:rPr lang="en-US" dirty="0" err="1">
                <a:solidFill>
                  <a:schemeClr val="bg1"/>
                </a:solidFill>
              </a:rPr>
              <a:t>tese</a:t>
            </a:r>
            <a:r>
              <a:rPr lang="en-US" dirty="0">
                <a:solidFill>
                  <a:schemeClr val="bg1"/>
                </a:solidFill>
              </a:rPr>
              <a:t> de </a:t>
            </a:r>
            <a:r>
              <a:rPr lang="en-US" dirty="0" err="1">
                <a:solidFill>
                  <a:schemeClr val="bg1"/>
                </a:solidFill>
              </a:rPr>
              <a:t>investimento</a:t>
            </a:r>
            <a:endParaRPr lang="en-US" dirty="0">
              <a:solidFill>
                <a:schemeClr val="bg1"/>
              </a:solidFill>
            </a:endParaRPr>
          </a:p>
        </p:txBody>
      </p:sp>
      <p:sp>
        <p:nvSpPr>
          <p:cNvPr id="11" name="Slide Number Placeholder 5">
            <a:extLst>
              <a:ext uri="{FF2B5EF4-FFF2-40B4-BE49-F238E27FC236}">
                <a16:creationId xmlns:a16="http://schemas.microsoft.com/office/drawing/2014/main" id="{D53D47B0-7C00-3B76-8C5D-DDCB8A16B747}"/>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6</a:t>
            </a:fld>
            <a:endParaRPr lang="en-US" dirty="0">
              <a:latin typeface="Poppins Light" panose="00000400000000000000" pitchFamily="2" charset="0"/>
              <a:cs typeface="Poppins Light" panose="00000400000000000000" pitchFamily="2" charset="0"/>
            </a:endParaRPr>
          </a:p>
        </p:txBody>
      </p:sp>
      <p:sp>
        <p:nvSpPr>
          <p:cNvPr id="24" name="Título 1">
            <a:extLst>
              <a:ext uri="{FF2B5EF4-FFF2-40B4-BE49-F238E27FC236}">
                <a16:creationId xmlns:a16="http://schemas.microsoft.com/office/drawing/2014/main" id="{B4AA2045-21F2-D87F-1478-F0CE6081A5E2}"/>
              </a:ext>
            </a:extLst>
          </p:cNvPr>
          <p:cNvSpPr txBox="1">
            <a:spLocks/>
          </p:cNvSpPr>
          <p:nvPr/>
        </p:nvSpPr>
        <p:spPr>
          <a:xfrm>
            <a:off x="1003795" y="1860229"/>
            <a:ext cx="4313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01.</a:t>
            </a:r>
          </a:p>
        </p:txBody>
      </p:sp>
      <p:sp>
        <p:nvSpPr>
          <p:cNvPr id="25" name="Espaço Reservado para Conteúdo 4">
            <a:extLst>
              <a:ext uri="{FF2B5EF4-FFF2-40B4-BE49-F238E27FC236}">
                <a16:creationId xmlns:a16="http://schemas.microsoft.com/office/drawing/2014/main" id="{67852D0A-1880-3ABB-85F5-79E7AC9DE8EF}"/>
              </a:ext>
            </a:extLst>
          </p:cNvPr>
          <p:cNvSpPr txBox="1">
            <a:spLocks/>
          </p:cNvSpPr>
          <p:nvPr/>
        </p:nvSpPr>
        <p:spPr>
          <a:xfrm>
            <a:off x="1686639" y="1670151"/>
            <a:ext cx="10097374"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Exposure to a Large and Structurally Growing Market</a:t>
            </a:r>
            <a:br>
              <a:rPr lang="en-US" sz="1400" b="1" dirty="0">
                <a:solidFill>
                  <a:schemeClr val="accent1"/>
                </a:solidFill>
              </a:rPr>
            </a:br>
            <a:r>
              <a:rPr lang="en-US" sz="1000" dirty="0"/>
              <a:t>Multiple converging tailwinds: mining expansion, critical minerals demand, and mandatory dam remediation create sustained, long-term demand for full-service mining operations</a:t>
            </a:r>
          </a:p>
        </p:txBody>
      </p:sp>
      <p:grpSp>
        <p:nvGrpSpPr>
          <p:cNvPr id="32" name="Agrupar 31">
            <a:extLst>
              <a:ext uri="{FF2B5EF4-FFF2-40B4-BE49-F238E27FC236}">
                <a16:creationId xmlns:a16="http://schemas.microsoft.com/office/drawing/2014/main" id="{0CB02A74-DDB3-06A4-212C-4ED9BEC5470F}"/>
              </a:ext>
            </a:extLst>
          </p:cNvPr>
          <p:cNvGrpSpPr/>
          <p:nvPr/>
        </p:nvGrpSpPr>
        <p:grpSpPr>
          <a:xfrm>
            <a:off x="12509995" y="3433516"/>
            <a:ext cx="10407155" cy="388725"/>
            <a:chOff x="1003795" y="3482793"/>
            <a:chExt cx="10407155" cy="388725"/>
          </a:xfrm>
        </p:grpSpPr>
        <p:sp>
          <p:nvSpPr>
            <p:cNvPr id="27" name="Título 1">
              <a:extLst>
                <a:ext uri="{FF2B5EF4-FFF2-40B4-BE49-F238E27FC236}">
                  <a16:creationId xmlns:a16="http://schemas.microsoft.com/office/drawing/2014/main" id="{B2B7EBD8-6D91-041D-56A7-44B1DCECDD76}"/>
                </a:ext>
              </a:extLst>
            </p:cNvPr>
            <p:cNvSpPr txBox="1">
              <a:spLocks/>
            </p:cNvSpPr>
            <p:nvPr/>
          </p:nvSpPr>
          <p:spPr>
            <a:xfrm>
              <a:off x="1003795" y="3543599"/>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02.</a:t>
              </a:r>
            </a:p>
          </p:txBody>
        </p:sp>
        <p:sp>
          <p:nvSpPr>
            <p:cNvPr id="28" name="Espaço Reservado para Conteúdo 4">
              <a:extLst>
                <a:ext uri="{FF2B5EF4-FFF2-40B4-BE49-F238E27FC236}">
                  <a16:creationId xmlns:a16="http://schemas.microsoft.com/office/drawing/2014/main" id="{B32849DD-4DE3-A08E-821F-1B7C9F722CEE}"/>
                </a:ext>
              </a:extLst>
            </p:cNvPr>
            <p:cNvSpPr txBox="1">
              <a:spLocks/>
            </p:cNvSpPr>
            <p:nvPr/>
          </p:nvSpPr>
          <p:spPr>
            <a:xfrm>
              <a:off x="1686639" y="3482793"/>
              <a:ext cx="9724311" cy="36849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Solid track record with blue chip companies: revenue Model That Aligns Incentives - </a:t>
              </a:r>
              <a:r>
                <a:rPr lang="en-US" sz="1000" dirty="0" err="1"/>
                <a:t>Infrabrasil</a:t>
              </a:r>
              <a:r>
                <a:rPr lang="en-US" sz="1000" dirty="0"/>
                <a:t> operates on production-based contracts (R$/m³), entering the client's revenue line — not as a replaceable cost item. This structural alignment creates stickiness, pricing power and predictable cash flow</a:t>
              </a:r>
            </a:p>
          </p:txBody>
        </p:sp>
      </p:grpSp>
      <p:grpSp>
        <p:nvGrpSpPr>
          <p:cNvPr id="31" name="Agrupar 30">
            <a:extLst>
              <a:ext uri="{FF2B5EF4-FFF2-40B4-BE49-F238E27FC236}">
                <a16:creationId xmlns:a16="http://schemas.microsoft.com/office/drawing/2014/main" id="{278C1B98-9A06-BEB5-0A45-BDD4D967ED43}"/>
              </a:ext>
            </a:extLst>
          </p:cNvPr>
          <p:cNvGrpSpPr/>
          <p:nvPr/>
        </p:nvGrpSpPr>
        <p:grpSpPr>
          <a:xfrm>
            <a:off x="12509995" y="4037357"/>
            <a:ext cx="4050805" cy="327919"/>
            <a:chOff x="1003795" y="4217282"/>
            <a:chExt cx="4050805" cy="327919"/>
          </a:xfrm>
        </p:grpSpPr>
        <p:sp>
          <p:nvSpPr>
            <p:cNvPr id="29" name="Título 1">
              <a:extLst>
                <a:ext uri="{FF2B5EF4-FFF2-40B4-BE49-F238E27FC236}">
                  <a16:creationId xmlns:a16="http://schemas.microsoft.com/office/drawing/2014/main" id="{F37D6473-EED5-1674-325F-6821AAAE49E8}"/>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03.</a:t>
              </a:r>
            </a:p>
          </p:txBody>
        </p:sp>
        <p:sp>
          <p:nvSpPr>
            <p:cNvPr id="30" name="Espaço Reservado para Conteúdo 4">
              <a:extLst>
                <a:ext uri="{FF2B5EF4-FFF2-40B4-BE49-F238E27FC236}">
                  <a16:creationId xmlns:a16="http://schemas.microsoft.com/office/drawing/2014/main" id="{979FCA90-63CD-9A2E-2962-4C61406CA1A6}"/>
                </a:ext>
              </a:extLst>
            </p:cNvPr>
            <p:cNvSpPr txBox="1">
              <a:spLocks/>
            </p:cNvSpPr>
            <p:nvPr/>
          </p:nvSpPr>
          <p:spPr>
            <a:xfrm>
              <a:off x="1686640" y="4238760"/>
              <a:ext cx="3367960"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Large fleet with solid partnership with main suppliers</a:t>
              </a:r>
            </a:p>
          </p:txBody>
        </p:sp>
      </p:grpSp>
      <p:grpSp>
        <p:nvGrpSpPr>
          <p:cNvPr id="34" name="Agrupar 33">
            <a:extLst>
              <a:ext uri="{FF2B5EF4-FFF2-40B4-BE49-F238E27FC236}">
                <a16:creationId xmlns:a16="http://schemas.microsoft.com/office/drawing/2014/main" id="{CFEAB02C-21BA-2327-43D1-F713E517BAB6}"/>
              </a:ext>
            </a:extLst>
          </p:cNvPr>
          <p:cNvGrpSpPr/>
          <p:nvPr/>
        </p:nvGrpSpPr>
        <p:grpSpPr>
          <a:xfrm>
            <a:off x="12509995" y="4581609"/>
            <a:ext cx="7041655" cy="327919"/>
            <a:chOff x="1003795" y="4217282"/>
            <a:chExt cx="7041655" cy="327919"/>
          </a:xfrm>
        </p:grpSpPr>
        <p:sp>
          <p:nvSpPr>
            <p:cNvPr id="35" name="Título 1">
              <a:extLst>
                <a:ext uri="{FF2B5EF4-FFF2-40B4-BE49-F238E27FC236}">
                  <a16:creationId xmlns:a16="http://schemas.microsoft.com/office/drawing/2014/main" id="{9EFC43BF-16B3-60A9-66AF-09F660F93A46}"/>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04.</a:t>
              </a:r>
            </a:p>
          </p:txBody>
        </p:sp>
        <p:sp>
          <p:nvSpPr>
            <p:cNvPr id="36" name="Espaço Reservado para Conteúdo 4">
              <a:extLst>
                <a:ext uri="{FF2B5EF4-FFF2-40B4-BE49-F238E27FC236}">
                  <a16:creationId xmlns:a16="http://schemas.microsoft.com/office/drawing/2014/main" id="{A49319A8-EBDC-698D-00AC-463382726A13}"/>
                </a:ext>
              </a:extLst>
            </p:cNvPr>
            <p:cNvSpPr txBox="1">
              <a:spLocks/>
            </p:cNvSpPr>
            <p:nvPr/>
          </p:nvSpPr>
          <p:spPr>
            <a:xfrm>
              <a:off x="1686640" y="4238760"/>
              <a:ext cx="6358810"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Technical know-how, on-site bases, maintenance, and logistics control offers solid solution to clients</a:t>
              </a:r>
            </a:p>
          </p:txBody>
        </p:sp>
      </p:grpSp>
      <p:grpSp>
        <p:nvGrpSpPr>
          <p:cNvPr id="37" name="Agrupar 36">
            <a:extLst>
              <a:ext uri="{FF2B5EF4-FFF2-40B4-BE49-F238E27FC236}">
                <a16:creationId xmlns:a16="http://schemas.microsoft.com/office/drawing/2014/main" id="{B288535D-723E-559E-03B9-F4FB4B9432C7}"/>
              </a:ext>
            </a:extLst>
          </p:cNvPr>
          <p:cNvGrpSpPr/>
          <p:nvPr/>
        </p:nvGrpSpPr>
        <p:grpSpPr>
          <a:xfrm>
            <a:off x="12509995" y="5118909"/>
            <a:ext cx="4690038" cy="327919"/>
            <a:chOff x="1003795" y="4217282"/>
            <a:chExt cx="4690038" cy="327919"/>
          </a:xfrm>
        </p:grpSpPr>
        <p:sp>
          <p:nvSpPr>
            <p:cNvPr id="38" name="Título 1">
              <a:extLst>
                <a:ext uri="{FF2B5EF4-FFF2-40B4-BE49-F238E27FC236}">
                  <a16:creationId xmlns:a16="http://schemas.microsoft.com/office/drawing/2014/main" id="{F32C1884-5C89-B025-F944-B94A6C805B99}"/>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05.</a:t>
              </a:r>
            </a:p>
          </p:txBody>
        </p:sp>
        <p:sp>
          <p:nvSpPr>
            <p:cNvPr id="39" name="Espaço Reservado para Conteúdo 4">
              <a:extLst>
                <a:ext uri="{FF2B5EF4-FFF2-40B4-BE49-F238E27FC236}">
                  <a16:creationId xmlns:a16="http://schemas.microsoft.com/office/drawing/2014/main" id="{611666C8-9C6C-E888-8F1F-5E6217FBE652}"/>
                </a:ext>
              </a:extLst>
            </p:cNvPr>
            <p:cNvSpPr txBox="1">
              <a:spLocks/>
            </p:cNvSpPr>
            <p:nvPr/>
          </p:nvSpPr>
          <p:spPr>
            <a:xfrm>
              <a:off x="1686640" y="4238760"/>
              <a:ext cx="4007193"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Deep control of contracts profitability with well employed capex</a:t>
              </a:r>
            </a:p>
          </p:txBody>
        </p:sp>
      </p:grpSp>
      <p:grpSp>
        <p:nvGrpSpPr>
          <p:cNvPr id="40" name="Agrupar 39">
            <a:extLst>
              <a:ext uri="{FF2B5EF4-FFF2-40B4-BE49-F238E27FC236}">
                <a16:creationId xmlns:a16="http://schemas.microsoft.com/office/drawing/2014/main" id="{180D82A6-83B6-5B27-40CA-C8AC03F16168}"/>
              </a:ext>
            </a:extLst>
          </p:cNvPr>
          <p:cNvGrpSpPr/>
          <p:nvPr/>
        </p:nvGrpSpPr>
        <p:grpSpPr>
          <a:xfrm>
            <a:off x="12509995" y="5613572"/>
            <a:ext cx="9880105" cy="388725"/>
            <a:chOff x="1003795" y="2833329"/>
            <a:chExt cx="9880105" cy="388725"/>
          </a:xfrm>
        </p:grpSpPr>
        <p:sp>
          <p:nvSpPr>
            <p:cNvPr id="41" name="Título 1">
              <a:extLst>
                <a:ext uri="{FF2B5EF4-FFF2-40B4-BE49-F238E27FC236}">
                  <a16:creationId xmlns:a16="http://schemas.microsoft.com/office/drawing/2014/main" id="{167A2766-2A1D-9139-A33D-0B55A6516394}"/>
                </a:ext>
              </a:extLst>
            </p:cNvPr>
            <p:cNvSpPr txBox="1">
              <a:spLocks/>
            </p:cNvSpPr>
            <p:nvPr/>
          </p:nvSpPr>
          <p:spPr>
            <a:xfrm>
              <a:off x="1003795" y="2894135"/>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06.</a:t>
              </a:r>
            </a:p>
          </p:txBody>
        </p:sp>
        <p:sp>
          <p:nvSpPr>
            <p:cNvPr id="42" name="Espaço Reservado para Conteúdo 4">
              <a:extLst>
                <a:ext uri="{FF2B5EF4-FFF2-40B4-BE49-F238E27FC236}">
                  <a16:creationId xmlns:a16="http://schemas.microsoft.com/office/drawing/2014/main" id="{C824639C-BA03-F8C0-2AA1-4B3DF8DB0932}"/>
                </a:ext>
              </a:extLst>
            </p:cNvPr>
            <p:cNvSpPr txBox="1">
              <a:spLocks/>
            </p:cNvSpPr>
            <p:nvPr/>
          </p:nvSpPr>
          <p:spPr>
            <a:xfrm>
              <a:off x="1686639" y="2833329"/>
              <a:ext cx="9197261" cy="36849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Compelling Growth avenues - multiple organic and inorganic growth vectors: new clients, new minerals, new geographies, and a fragmented competitive landscape offering acquisition targets to build scale and diversify revenue</a:t>
              </a:r>
            </a:p>
          </p:txBody>
        </p:sp>
      </p:grpSp>
      <p:sp>
        <p:nvSpPr>
          <p:cNvPr id="44" name="Espaço Reservado para Texto 43">
            <a:extLst>
              <a:ext uri="{FF2B5EF4-FFF2-40B4-BE49-F238E27FC236}">
                <a16:creationId xmlns:a16="http://schemas.microsoft.com/office/drawing/2014/main" id="{70350FD3-77A2-9F7A-FDAB-2CFC4AB0E897}"/>
              </a:ext>
            </a:extLst>
          </p:cNvPr>
          <p:cNvSpPr>
            <a:spLocks noGrp="1"/>
          </p:cNvSpPr>
          <p:nvPr>
            <p:ph type="body" sz="quarter" idx="36"/>
          </p:nvPr>
        </p:nvSpPr>
        <p:spPr/>
        <p:txBody>
          <a:bodyPr/>
          <a:lstStyle/>
          <a:p>
            <a:endParaRPr lang="pt-BR"/>
          </a:p>
        </p:txBody>
      </p:sp>
      <p:sp>
        <p:nvSpPr>
          <p:cNvPr id="45" name="CaixaDeTexto 3">
            <a:extLst>
              <a:ext uri="{FF2B5EF4-FFF2-40B4-BE49-F238E27FC236}">
                <a16:creationId xmlns:a16="http://schemas.microsoft.com/office/drawing/2014/main" id="{76DDE97C-EB57-8787-EDEE-095E29E288E1}"/>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solidFill>
                  <a:schemeClr val="bg1"/>
                </a:solidFill>
              </a:rPr>
              <a:t>Investment</a:t>
            </a:r>
            <a:r>
              <a:rPr lang="pt-BR" dirty="0">
                <a:solidFill>
                  <a:schemeClr val="bg1"/>
                </a:solidFill>
              </a:rPr>
              <a:t> </a:t>
            </a:r>
            <a:r>
              <a:rPr lang="pt-BR" dirty="0" err="1">
                <a:solidFill>
                  <a:schemeClr val="bg1"/>
                </a:solidFill>
              </a:rPr>
              <a:t>Thesis</a:t>
            </a:r>
            <a:endParaRPr lang="pt-BR" dirty="0">
              <a:solidFill>
                <a:schemeClr val="bg1"/>
              </a:solidFill>
            </a:endParaRPr>
          </a:p>
        </p:txBody>
      </p:sp>
      <p:pic>
        <p:nvPicPr>
          <p:cNvPr id="46" name="Gráfico 14">
            <a:extLst>
              <a:ext uri="{FF2B5EF4-FFF2-40B4-BE49-F238E27FC236}">
                <a16:creationId xmlns:a16="http://schemas.microsoft.com/office/drawing/2014/main" id="{1A208FBE-B8BE-5C02-1ACC-786B9854C796}"/>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81969" y="307275"/>
            <a:ext cx="354839" cy="303818"/>
          </a:xfrm>
          <a:prstGeom prst="rect">
            <a:avLst/>
          </a:prstGeom>
        </p:spPr>
      </p:pic>
      <p:sp>
        <p:nvSpPr>
          <p:cNvPr id="7" name="Título 1">
            <a:extLst>
              <a:ext uri="{FF2B5EF4-FFF2-40B4-BE49-F238E27FC236}">
                <a16:creationId xmlns:a16="http://schemas.microsoft.com/office/drawing/2014/main" id="{C9249DA0-9C53-3F77-FF29-7E086B4D1324}"/>
              </a:ext>
            </a:extLst>
          </p:cNvPr>
          <p:cNvSpPr txBox="1">
            <a:spLocks/>
          </p:cNvSpPr>
          <p:nvPr/>
        </p:nvSpPr>
        <p:spPr>
          <a:xfrm>
            <a:off x="1003795" y="3325653"/>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03.</a:t>
            </a:r>
          </a:p>
        </p:txBody>
      </p:sp>
      <p:sp>
        <p:nvSpPr>
          <p:cNvPr id="8" name="Espaço Reservado para Conteúdo 4">
            <a:extLst>
              <a:ext uri="{FF2B5EF4-FFF2-40B4-BE49-F238E27FC236}">
                <a16:creationId xmlns:a16="http://schemas.microsoft.com/office/drawing/2014/main" id="{8F7835A7-29AD-6FDD-20CA-234D0E280740}"/>
              </a:ext>
            </a:extLst>
          </p:cNvPr>
          <p:cNvSpPr txBox="1">
            <a:spLocks/>
          </p:cNvSpPr>
          <p:nvPr/>
        </p:nvSpPr>
        <p:spPr>
          <a:xfrm>
            <a:off x="1686639" y="3135575"/>
            <a:ext cx="10097374"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Asset Base That Compounds Competitive Advantage</a:t>
            </a:r>
            <a:br>
              <a:rPr lang="en-US" sz="1400" b="1" dirty="0">
                <a:solidFill>
                  <a:schemeClr val="accent1"/>
                </a:solidFill>
              </a:rPr>
            </a:br>
            <a:r>
              <a:rPr lang="en-US" sz="1000" dirty="0"/>
              <a:t>A large, well-maintained fleet backed by strategic supplier partnerships creates operational reliability, preferential access to equipment, and barriers that are hard for competitors to replicate</a:t>
            </a:r>
          </a:p>
        </p:txBody>
      </p:sp>
      <p:sp>
        <p:nvSpPr>
          <p:cNvPr id="10" name="Título 1">
            <a:extLst>
              <a:ext uri="{FF2B5EF4-FFF2-40B4-BE49-F238E27FC236}">
                <a16:creationId xmlns:a16="http://schemas.microsoft.com/office/drawing/2014/main" id="{BE433C8B-7B9B-CC8C-5E3C-A40FB8378B62}"/>
              </a:ext>
            </a:extLst>
          </p:cNvPr>
          <p:cNvSpPr txBox="1">
            <a:spLocks/>
          </p:cNvSpPr>
          <p:nvPr/>
        </p:nvSpPr>
        <p:spPr>
          <a:xfrm>
            <a:off x="1003795" y="4058365"/>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04.</a:t>
            </a:r>
          </a:p>
        </p:txBody>
      </p:sp>
      <p:sp>
        <p:nvSpPr>
          <p:cNvPr id="12" name="Espaço Reservado para Conteúdo 4">
            <a:extLst>
              <a:ext uri="{FF2B5EF4-FFF2-40B4-BE49-F238E27FC236}">
                <a16:creationId xmlns:a16="http://schemas.microsoft.com/office/drawing/2014/main" id="{DA9ED546-C5C8-8699-76DE-EEB3EB84094E}"/>
              </a:ext>
            </a:extLst>
          </p:cNvPr>
          <p:cNvSpPr txBox="1">
            <a:spLocks/>
          </p:cNvSpPr>
          <p:nvPr/>
        </p:nvSpPr>
        <p:spPr>
          <a:xfrm>
            <a:off x="1686639" y="3868287"/>
            <a:ext cx="10097374"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Integrated Capabilities That Deliver a Full-Service Edge</a:t>
            </a:r>
            <a:br>
              <a:rPr lang="en-US" sz="1400" b="1" dirty="0">
                <a:solidFill>
                  <a:schemeClr val="accent1"/>
                </a:solidFill>
              </a:rPr>
            </a:br>
            <a:r>
              <a:rPr lang="en-US" sz="1000" dirty="0"/>
              <a:t>Deep technical expertise combined with on-site presence, maintenance, and end-to-end logistics control position </a:t>
            </a:r>
            <a:r>
              <a:rPr lang="en-US" sz="1000" dirty="0" err="1"/>
              <a:t>Infrabrasil</a:t>
            </a:r>
            <a:r>
              <a:rPr lang="en-US" sz="1000" dirty="0"/>
              <a:t> as a one-stop solution that clients depend on operationally</a:t>
            </a:r>
          </a:p>
        </p:txBody>
      </p:sp>
      <p:sp>
        <p:nvSpPr>
          <p:cNvPr id="14" name="Título 1">
            <a:extLst>
              <a:ext uri="{FF2B5EF4-FFF2-40B4-BE49-F238E27FC236}">
                <a16:creationId xmlns:a16="http://schemas.microsoft.com/office/drawing/2014/main" id="{2BDF0513-669C-49CE-9A49-678345CC2AE5}"/>
              </a:ext>
            </a:extLst>
          </p:cNvPr>
          <p:cNvSpPr txBox="1">
            <a:spLocks/>
          </p:cNvSpPr>
          <p:nvPr/>
        </p:nvSpPr>
        <p:spPr>
          <a:xfrm>
            <a:off x="1003795" y="4791077"/>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05.</a:t>
            </a:r>
          </a:p>
        </p:txBody>
      </p:sp>
      <p:sp>
        <p:nvSpPr>
          <p:cNvPr id="15" name="Espaço Reservado para Conteúdo 4">
            <a:extLst>
              <a:ext uri="{FF2B5EF4-FFF2-40B4-BE49-F238E27FC236}">
                <a16:creationId xmlns:a16="http://schemas.microsoft.com/office/drawing/2014/main" id="{BC5F86AD-2B5B-38E9-110A-0AE5CD642B08}"/>
              </a:ext>
            </a:extLst>
          </p:cNvPr>
          <p:cNvSpPr txBox="1">
            <a:spLocks/>
          </p:cNvSpPr>
          <p:nvPr/>
        </p:nvSpPr>
        <p:spPr>
          <a:xfrm>
            <a:off x="1686639" y="4600999"/>
            <a:ext cx="10097374"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Disciplined Capital Allocation Driving Profitable Growth</a:t>
            </a:r>
            <a:br>
              <a:rPr lang="en-US" sz="1400" b="1" dirty="0">
                <a:solidFill>
                  <a:schemeClr val="accent1"/>
                </a:solidFill>
              </a:rPr>
            </a:br>
            <a:r>
              <a:rPr lang="en-US" sz="1000" dirty="0"/>
              <a:t>Rigorous contract-level profitability tracking paired with efficient capex deployment ensures returns are protected across the portfolio and every investment works harder for the business</a:t>
            </a:r>
          </a:p>
        </p:txBody>
      </p:sp>
      <p:sp>
        <p:nvSpPr>
          <p:cNvPr id="17" name="Título 1">
            <a:extLst>
              <a:ext uri="{FF2B5EF4-FFF2-40B4-BE49-F238E27FC236}">
                <a16:creationId xmlns:a16="http://schemas.microsoft.com/office/drawing/2014/main" id="{D5C7A7AB-5548-9D1B-F20A-52C27F3F3BC0}"/>
              </a:ext>
            </a:extLst>
          </p:cNvPr>
          <p:cNvSpPr txBox="1">
            <a:spLocks/>
          </p:cNvSpPr>
          <p:nvPr/>
        </p:nvSpPr>
        <p:spPr>
          <a:xfrm>
            <a:off x="1003795" y="5523787"/>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06.</a:t>
            </a:r>
          </a:p>
        </p:txBody>
      </p:sp>
      <p:sp>
        <p:nvSpPr>
          <p:cNvPr id="18" name="Espaço Reservado para Conteúdo 4">
            <a:extLst>
              <a:ext uri="{FF2B5EF4-FFF2-40B4-BE49-F238E27FC236}">
                <a16:creationId xmlns:a16="http://schemas.microsoft.com/office/drawing/2014/main" id="{92759FE3-B6B2-CE94-7D4A-86ADF9B39D9A}"/>
              </a:ext>
            </a:extLst>
          </p:cNvPr>
          <p:cNvSpPr txBox="1">
            <a:spLocks/>
          </p:cNvSpPr>
          <p:nvPr/>
        </p:nvSpPr>
        <p:spPr>
          <a:xfrm>
            <a:off x="1686639" y="5333709"/>
            <a:ext cx="10097374"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Multiple Growth Vectors in a Fragmented and Scalable Market</a:t>
            </a:r>
            <a:br>
              <a:rPr lang="en-US" sz="1400" b="1" dirty="0">
                <a:solidFill>
                  <a:schemeClr val="accent1"/>
                </a:solidFill>
              </a:rPr>
            </a:br>
            <a:r>
              <a:rPr lang="en-US" sz="1000" dirty="0"/>
              <a:t>Organic expansion through new clients, minerals, and geographies, combined with a fragmented competitive landscape ripe for consolidation, creates a clear and executable path to scale and revenue diversification</a:t>
            </a:r>
          </a:p>
        </p:txBody>
      </p:sp>
      <p:sp>
        <p:nvSpPr>
          <p:cNvPr id="21" name="Título 1">
            <a:extLst>
              <a:ext uri="{FF2B5EF4-FFF2-40B4-BE49-F238E27FC236}">
                <a16:creationId xmlns:a16="http://schemas.microsoft.com/office/drawing/2014/main" id="{05DCBF02-91A9-6DAA-CC8E-27846C585B4A}"/>
              </a:ext>
            </a:extLst>
          </p:cNvPr>
          <p:cNvSpPr txBox="1">
            <a:spLocks/>
          </p:cNvSpPr>
          <p:nvPr/>
        </p:nvSpPr>
        <p:spPr>
          <a:xfrm>
            <a:off x="1003795" y="2592941"/>
            <a:ext cx="496393"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02.</a:t>
            </a:r>
          </a:p>
        </p:txBody>
      </p:sp>
      <p:sp>
        <p:nvSpPr>
          <p:cNvPr id="23" name="Espaço Reservado para Conteúdo 4">
            <a:extLst>
              <a:ext uri="{FF2B5EF4-FFF2-40B4-BE49-F238E27FC236}">
                <a16:creationId xmlns:a16="http://schemas.microsoft.com/office/drawing/2014/main" id="{AA9B5B54-4C45-8E11-334F-EDA729B153AD}"/>
              </a:ext>
            </a:extLst>
          </p:cNvPr>
          <p:cNvSpPr txBox="1">
            <a:spLocks/>
          </p:cNvSpPr>
          <p:nvPr/>
        </p:nvSpPr>
        <p:spPr>
          <a:xfrm>
            <a:off x="1686639" y="2402863"/>
            <a:ext cx="10000536" cy="6054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Revenue Model Built for Stickiness and Resilience</a:t>
            </a:r>
            <a:br>
              <a:rPr lang="en-US" sz="1400" b="1" dirty="0">
                <a:solidFill>
                  <a:schemeClr val="accent1"/>
                </a:solidFill>
              </a:rPr>
            </a:br>
            <a:r>
              <a:rPr lang="en-US" sz="1000" dirty="0"/>
              <a:t>Production-based contracts tied to client output, not discretionary budgets, create natural pricing power, deep client retention, and highly predictable cash flow</a:t>
            </a:r>
          </a:p>
        </p:txBody>
      </p:sp>
    </p:spTree>
    <p:extLst>
      <p:ext uri="{BB962C8B-B14F-4D97-AF65-F5344CB8AC3E}">
        <p14:creationId xmlns:p14="http://schemas.microsoft.com/office/powerpoint/2010/main" val="292802291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Retângulo: Cantos Arredondados 2">
            <a:extLst>
              <a:ext uri="{FF2B5EF4-FFF2-40B4-BE49-F238E27FC236}">
                <a16:creationId xmlns:a16="http://schemas.microsoft.com/office/drawing/2014/main" id="{6D1ABABA-4CA3-1712-97B0-DA83622C15D8}"/>
              </a:ext>
            </a:extLst>
          </p:cNvPr>
          <p:cNvSpPr/>
          <p:nvPr/>
        </p:nvSpPr>
        <p:spPr>
          <a:xfrm>
            <a:off x="624951" y="1670151"/>
            <a:ext cx="11222562" cy="5493743"/>
          </a:xfrm>
          <a:prstGeom prst="roundRect">
            <a:avLst>
              <a:gd name="adj" fmla="val 3696"/>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6" name="Retângulo 25">
            <a:extLst>
              <a:ext uri="{FF2B5EF4-FFF2-40B4-BE49-F238E27FC236}">
                <a16:creationId xmlns:a16="http://schemas.microsoft.com/office/drawing/2014/main" id="{CC18083C-E937-CAC9-8F6B-0861ACCA6B94}"/>
              </a:ext>
            </a:extLst>
          </p:cNvPr>
          <p:cNvSpPr/>
          <p:nvPr/>
        </p:nvSpPr>
        <p:spPr>
          <a:xfrm>
            <a:off x="0" y="0"/>
            <a:ext cx="12192000" cy="153598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bg1"/>
              </a:solidFill>
              <a:latin typeface="Source Serif Pro" panose="02040603050405020204" pitchFamily="18" charset="0"/>
              <a:ea typeface="Source Serif Pro" panose="02040603050405020204" pitchFamily="18" charset="0"/>
            </a:endParaRPr>
          </a:p>
        </p:txBody>
      </p:sp>
      <p:sp>
        <p:nvSpPr>
          <p:cNvPr id="22" name="Retângulo 21">
            <a:extLst>
              <a:ext uri="{FF2B5EF4-FFF2-40B4-BE49-F238E27FC236}">
                <a16:creationId xmlns:a16="http://schemas.microsoft.com/office/drawing/2014/main" id="{4F12CE3D-7A83-60DA-8ED9-536A0F50D0A4}"/>
              </a:ext>
            </a:extLst>
          </p:cNvPr>
          <p:cNvSpPr>
            <a:spLocks noGrp="1" noRot="1" noMove="1" noResize="1" noEditPoints="1" noAdjustHandles="1" noChangeArrowheads="1" noChangeShapeType="1"/>
          </p:cNvSpPr>
          <p:nvPr/>
        </p:nvSpPr>
        <p:spPr>
          <a:xfrm>
            <a:off x="10114672" y="6112741"/>
            <a:ext cx="1720141" cy="66419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50762A91-5BC8-5491-4570-CD8EFE709831}"/>
              </a:ext>
            </a:extLst>
          </p:cNvPr>
          <p:cNvSpPr>
            <a:spLocks noGrp="1"/>
          </p:cNvSpPr>
          <p:nvPr>
            <p:ph type="title"/>
          </p:nvPr>
        </p:nvSpPr>
        <p:spPr/>
        <p:txBody>
          <a:bodyPr/>
          <a:lstStyle/>
          <a:p>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r>
              <a:rPr lang="en-US" dirty="0" err="1">
                <a:solidFill>
                  <a:schemeClr val="bg1"/>
                </a:solidFill>
              </a:rPr>
              <a:t>elit</a:t>
            </a:r>
            <a:endParaRPr lang="pt-BR" dirty="0">
              <a:solidFill>
                <a:schemeClr val="bg1"/>
              </a:solidFill>
            </a:endParaRPr>
          </a:p>
        </p:txBody>
      </p:sp>
      <p:sp>
        <p:nvSpPr>
          <p:cNvPr id="5" name="Espaço Reservado para Conteúdo 4">
            <a:extLst>
              <a:ext uri="{FF2B5EF4-FFF2-40B4-BE49-F238E27FC236}">
                <a16:creationId xmlns:a16="http://schemas.microsoft.com/office/drawing/2014/main" id="{7ABA38A4-B4CB-1720-32D9-828FA01DA0BB}"/>
              </a:ext>
            </a:extLst>
          </p:cNvPr>
          <p:cNvSpPr>
            <a:spLocks noGrp="1"/>
          </p:cNvSpPr>
          <p:nvPr>
            <p:ph sz="quarter" idx="13"/>
          </p:nvPr>
        </p:nvSpPr>
        <p:spPr>
          <a:xfrm>
            <a:off x="731838" y="1052961"/>
            <a:ext cx="11102975" cy="215503"/>
          </a:xfrm>
        </p:spPr>
        <p:txBody>
          <a:bodyPr/>
          <a:lstStyle/>
          <a:p>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r>
              <a:rPr lang="en-US" dirty="0" err="1">
                <a:solidFill>
                  <a:schemeClr val="bg1"/>
                </a:solidFill>
              </a:rPr>
              <a:t>elit</a:t>
            </a:r>
            <a:r>
              <a:rPr lang="en-US" dirty="0">
                <a:solidFill>
                  <a:schemeClr val="bg1"/>
                </a:solidFill>
              </a:rPr>
              <a:t> lorem </a:t>
            </a:r>
            <a:r>
              <a:rPr lang="en-US" dirty="0" err="1">
                <a:solidFill>
                  <a:schemeClr val="bg1"/>
                </a:solidFill>
              </a:rPr>
              <a:t>ispum</a:t>
            </a:r>
            <a:r>
              <a:rPr lang="en-US" dirty="0">
                <a:solidFill>
                  <a:schemeClr val="bg1"/>
                </a:solidFill>
              </a:rPr>
              <a:t>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p>
        </p:txBody>
      </p:sp>
      <p:sp>
        <p:nvSpPr>
          <p:cNvPr id="11" name="Slide Number Placeholder 5">
            <a:extLst>
              <a:ext uri="{FF2B5EF4-FFF2-40B4-BE49-F238E27FC236}">
                <a16:creationId xmlns:a16="http://schemas.microsoft.com/office/drawing/2014/main" id="{B5295297-6EA1-97FA-C511-83E42B48C60E}"/>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7</a:t>
            </a:fld>
            <a:endParaRPr lang="en-US" dirty="0">
              <a:latin typeface="Poppins Light" panose="00000400000000000000" pitchFamily="2" charset="0"/>
              <a:cs typeface="Poppins Light" panose="00000400000000000000" pitchFamily="2" charset="0"/>
            </a:endParaRPr>
          </a:p>
        </p:txBody>
      </p:sp>
      <p:grpSp>
        <p:nvGrpSpPr>
          <p:cNvPr id="4" name="Group 3">
            <a:extLst>
              <a:ext uri="{FF2B5EF4-FFF2-40B4-BE49-F238E27FC236}">
                <a16:creationId xmlns:a16="http://schemas.microsoft.com/office/drawing/2014/main" id="{0555050F-B121-3F8F-1E9E-84D0EC8137FF}"/>
              </a:ext>
            </a:extLst>
          </p:cNvPr>
          <p:cNvGrpSpPr/>
          <p:nvPr/>
        </p:nvGrpSpPr>
        <p:grpSpPr>
          <a:xfrm>
            <a:off x="1003795" y="1869536"/>
            <a:ext cx="9880105" cy="708074"/>
            <a:chOff x="1003795" y="1869536"/>
            <a:chExt cx="9880105" cy="708074"/>
          </a:xfrm>
        </p:grpSpPr>
        <p:sp>
          <p:nvSpPr>
            <p:cNvPr id="24" name="Título 1">
              <a:extLst>
                <a:ext uri="{FF2B5EF4-FFF2-40B4-BE49-F238E27FC236}">
                  <a16:creationId xmlns:a16="http://schemas.microsoft.com/office/drawing/2014/main" id="{AC1E2231-A298-D5C4-ABB9-746FE5353E27}"/>
                </a:ext>
              </a:extLst>
            </p:cNvPr>
            <p:cNvSpPr txBox="1">
              <a:spLocks/>
            </p:cNvSpPr>
            <p:nvPr/>
          </p:nvSpPr>
          <p:spPr>
            <a:xfrm>
              <a:off x="1003795" y="2059614"/>
              <a:ext cx="4313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01.</a:t>
              </a:r>
            </a:p>
          </p:txBody>
        </p:sp>
        <p:sp>
          <p:nvSpPr>
            <p:cNvPr id="25" name="Espaço Reservado para Conteúdo 4">
              <a:extLst>
                <a:ext uri="{FF2B5EF4-FFF2-40B4-BE49-F238E27FC236}">
                  <a16:creationId xmlns:a16="http://schemas.microsoft.com/office/drawing/2014/main" id="{FDF8AB36-241E-CC73-1FAB-BA5B28AC0D94}"/>
                </a:ext>
              </a:extLst>
            </p:cNvPr>
            <p:cNvSpPr txBox="1">
              <a:spLocks/>
            </p:cNvSpPr>
            <p:nvPr/>
          </p:nvSpPr>
          <p:spPr>
            <a:xfrm>
              <a:off x="1686639" y="1869536"/>
              <a:ext cx="9197261" cy="70807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400" b="1" dirty="0">
                  <a:solidFill>
                    <a:schemeClr val="accent1"/>
                  </a:solidFill>
                </a:rPr>
                <a:t>Exposure to a Large and Structurally Growing Market</a:t>
              </a:r>
            </a:p>
            <a:p>
              <a:r>
                <a:rPr lang="en-US" sz="1000" dirty="0"/>
                <a:t>Multiple converging tailwinds: mining expansion, critical minerals demand, and mandatory dam remediation create sustained, long-term demand for full-service mining operations</a:t>
              </a:r>
            </a:p>
          </p:txBody>
        </p:sp>
      </p:grpSp>
      <p:grpSp>
        <p:nvGrpSpPr>
          <p:cNvPr id="32" name="Agrupar 31">
            <a:extLst>
              <a:ext uri="{FF2B5EF4-FFF2-40B4-BE49-F238E27FC236}">
                <a16:creationId xmlns:a16="http://schemas.microsoft.com/office/drawing/2014/main" id="{04F01F5B-D614-AD68-4E5E-0E9B0A4615B7}"/>
              </a:ext>
            </a:extLst>
          </p:cNvPr>
          <p:cNvGrpSpPr/>
          <p:nvPr/>
        </p:nvGrpSpPr>
        <p:grpSpPr>
          <a:xfrm>
            <a:off x="1003795" y="3433516"/>
            <a:ext cx="10407155" cy="388725"/>
            <a:chOff x="1003795" y="3482793"/>
            <a:chExt cx="10407155" cy="388725"/>
          </a:xfrm>
        </p:grpSpPr>
        <p:sp>
          <p:nvSpPr>
            <p:cNvPr id="27" name="Título 1">
              <a:extLst>
                <a:ext uri="{FF2B5EF4-FFF2-40B4-BE49-F238E27FC236}">
                  <a16:creationId xmlns:a16="http://schemas.microsoft.com/office/drawing/2014/main" id="{BACA42BD-D4DD-4C2E-C5BF-E7583C0D53BA}"/>
                </a:ext>
              </a:extLst>
            </p:cNvPr>
            <p:cNvSpPr txBox="1">
              <a:spLocks/>
            </p:cNvSpPr>
            <p:nvPr/>
          </p:nvSpPr>
          <p:spPr>
            <a:xfrm>
              <a:off x="1003795" y="3543599"/>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02.</a:t>
              </a:r>
            </a:p>
          </p:txBody>
        </p:sp>
        <p:sp>
          <p:nvSpPr>
            <p:cNvPr id="28" name="Espaço Reservado para Conteúdo 4">
              <a:extLst>
                <a:ext uri="{FF2B5EF4-FFF2-40B4-BE49-F238E27FC236}">
                  <a16:creationId xmlns:a16="http://schemas.microsoft.com/office/drawing/2014/main" id="{53724295-FE70-6CB7-B8B7-37441C6CD025}"/>
                </a:ext>
              </a:extLst>
            </p:cNvPr>
            <p:cNvSpPr txBox="1">
              <a:spLocks/>
            </p:cNvSpPr>
            <p:nvPr/>
          </p:nvSpPr>
          <p:spPr>
            <a:xfrm>
              <a:off x="1686639" y="3482793"/>
              <a:ext cx="9724311" cy="36849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Solid track record with blue chip companies: revenue Model That Aligns Incentives - </a:t>
              </a:r>
              <a:r>
                <a:rPr lang="en-US" sz="1000" dirty="0" err="1"/>
                <a:t>Infrabrasil</a:t>
              </a:r>
              <a:r>
                <a:rPr lang="en-US" sz="1000" dirty="0"/>
                <a:t> operates on production-based contracts (R$/m³), entering the client's revenue line — not as a replaceable cost item. This structural alignment creates stickiness, pricing power and predictable cash flow</a:t>
              </a:r>
            </a:p>
          </p:txBody>
        </p:sp>
      </p:grpSp>
      <p:grpSp>
        <p:nvGrpSpPr>
          <p:cNvPr id="31" name="Agrupar 30">
            <a:extLst>
              <a:ext uri="{FF2B5EF4-FFF2-40B4-BE49-F238E27FC236}">
                <a16:creationId xmlns:a16="http://schemas.microsoft.com/office/drawing/2014/main" id="{ED46F5C3-0AC5-9A91-EE04-6AFD92D5BD24}"/>
              </a:ext>
            </a:extLst>
          </p:cNvPr>
          <p:cNvGrpSpPr/>
          <p:nvPr/>
        </p:nvGrpSpPr>
        <p:grpSpPr>
          <a:xfrm>
            <a:off x="1003795" y="4037357"/>
            <a:ext cx="4050805" cy="327919"/>
            <a:chOff x="1003795" y="4217282"/>
            <a:chExt cx="4050805" cy="327919"/>
          </a:xfrm>
        </p:grpSpPr>
        <p:sp>
          <p:nvSpPr>
            <p:cNvPr id="29" name="Título 1">
              <a:extLst>
                <a:ext uri="{FF2B5EF4-FFF2-40B4-BE49-F238E27FC236}">
                  <a16:creationId xmlns:a16="http://schemas.microsoft.com/office/drawing/2014/main" id="{108B79D0-BE70-8561-3696-919CF27EE99E}"/>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03.</a:t>
              </a:r>
            </a:p>
          </p:txBody>
        </p:sp>
        <p:sp>
          <p:nvSpPr>
            <p:cNvPr id="30" name="Espaço Reservado para Conteúdo 4">
              <a:extLst>
                <a:ext uri="{FF2B5EF4-FFF2-40B4-BE49-F238E27FC236}">
                  <a16:creationId xmlns:a16="http://schemas.microsoft.com/office/drawing/2014/main" id="{18706033-55BB-A178-8B4D-A354AA553768}"/>
                </a:ext>
              </a:extLst>
            </p:cNvPr>
            <p:cNvSpPr txBox="1">
              <a:spLocks/>
            </p:cNvSpPr>
            <p:nvPr/>
          </p:nvSpPr>
          <p:spPr>
            <a:xfrm>
              <a:off x="1686640" y="4238760"/>
              <a:ext cx="3367960"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Large fleet with solid partnership with main suppliers</a:t>
              </a:r>
            </a:p>
          </p:txBody>
        </p:sp>
      </p:grpSp>
      <p:grpSp>
        <p:nvGrpSpPr>
          <p:cNvPr id="34" name="Agrupar 33">
            <a:extLst>
              <a:ext uri="{FF2B5EF4-FFF2-40B4-BE49-F238E27FC236}">
                <a16:creationId xmlns:a16="http://schemas.microsoft.com/office/drawing/2014/main" id="{CF4137C8-3DCB-42ED-2D7B-107362E80367}"/>
              </a:ext>
            </a:extLst>
          </p:cNvPr>
          <p:cNvGrpSpPr/>
          <p:nvPr/>
        </p:nvGrpSpPr>
        <p:grpSpPr>
          <a:xfrm>
            <a:off x="1003795" y="4581609"/>
            <a:ext cx="7041655" cy="327919"/>
            <a:chOff x="1003795" y="4217282"/>
            <a:chExt cx="7041655" cy="327919"/>
          </a:xfrm>
        </p:grpSpPr>
        <p:sp>
          <p:nvSpPr>
            <p:cNvPr id="35" name="Título 1">
              <a:extLst>
                <a:ext uri="{FF2B5EF4-FFF2-40B4-BE49-F238E27FC236}">
                  <a16:creationId xmlns:a16="http://schemas.microsoft.com/office/drawing/2014/main" id="{B845D116-B4AA-CBD7-00DE-487413E093F5}"/>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04.</a:t>
              </a:r>
            </a:p>
          </p:txBody>
        </p:sp>
        <p:sp>
          <p:nvSpPr>
            <p:cNvPr id="36" name="Espaço Reservado para Conteúdo 4">
              <a:extLst>
                <a:ext uri="{FF2B5EF4-FFF2-40B4-BE49-F238E27FC236}">
                  <a16:creationId xmlns:a16="http://schemas.microsoft.com/office/drawing/2014/main" id="{A8CCCB7D-20EC-F37F-065F-9C282C7B3DBC}"/>
                </a:ext>
              </a:extLst>
            </p:cNvPr>
            <p:cNvSpPr txBox="1">
              <a:spLocks/>
            </p:cNvSpPr>
            <p:nvPr/>
          </p:nvSpPr>
          <p:spPr>
            <a:xfrm>
              <a:off x="1686640" y="4238760"/>
              <a:ext cx="6358810"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Technical know-how, on-site bases, maintenance, and logistics control offers solid solution to clients</a:t>
              </a:r>
            </a:p>
          </p:txBody>
        </p:sp>
      </p:grpSp>
      <p:grpSp>
        <p:nvGrpSpPr>
          <p:cNvPr id="37" name="Agrupar 36">
            <a:extLst>
              <a:ext uri="{FF2B5EF4-FFF2-40B4-BE49-F238E27FC236}">
                <a16:creationId xmlns:a16="http://schemas.microsoft.com/office/drawing/2014/main" id="{32AE43B8-8C5B-7474-C5E1-B14E9A8D64F0}"/>
              </a:ext>
            </a:extLst>
          </p:cNvPr>
          <p:cNvGrpSpPr/>
          <p:nvPr/>
        </p:nvGrpSpPr>
        <p:grpSpPr>
          <a:xfrm>
            <a:off x="1003795" y="5118909"/>
            <a:ext cx="4690038" cy="327919"/>
            <a:chOff x="1003795" y="4217282"/>
            <a:chExt cx="4690038" cy="327919"/>
          </a:xfrm>
        </p:grpSpPr>
        <p:sp>
          <p:nvSpPr>
            <p:cNvPr id="38" name="Título 1">
              <a:extLst>
                <a:ext uri="{FF2B5EF4-FFF2-40B4-BE49-F238E27FC236}">
                  <a16:creationId xmlns:a16="http://schemas.microsoft.com/office/drawing/2014/main" id="{89F6EFB6-3783-AA04-3951-42A1A607D418}"/>
                </a:ext>
              </a:extLst>
            </p:cNvPr>
            <p:cNvSpPr txBox="1">
              <a:spLocks/>
            </p:cNvSpPr>
            <p:nvPr/>
          </p:nvSpPr>
          <p:spPr>
            <a:xfrm>
              <a:off x="1003795" y="4217282"/>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05.</a:t>
              </a:r>
            </a:p>
          </p:txBody>
        </p:sp>
        <p:sp>
          <p:nvSpPr>
            <p:cNvPr id="39" name="Espaço Reservado para Conteúdo 4">
              <a:extLst>
                <a:ext uri="{FF2B5EF4-FFF2-40B4-BE49-F238E27FC236}">
                  <a16:creationId xmlns:a16="http://schemas.microsoft.com/office/drawing/2014/main" id="{78DE4745-E295-2232-D6EA-6846F075F72D}"/>
                </a:ext>
              </a:extLst>
            </p:cNvPr>
            <p:cNvSpPr txBox="1">
              <a:spLocks/>
            </p:cNvSpPr>
            <p:nvPr/>
          </p:nvSpPr>
          <p:spPr>
            <a:xfrm>
              <a:off x="1686640" y="4238760"/>
              <a:ext cx="4007193" cy="199217"/>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Deep control of contracts profitability with well employed capex</a:t>
              </a:r>
            </a:p>
          </p:txBody>
        </p:sp>
      </p:grpSp>
      <p:grpSp>
        <p:nvGrpSpPr>
          <p:cNvPr id="40" name="Agrupar 39">
            <a:extLst>
              <a:ext uri="{FF2B5EF4-FFF2-40B4-BE49-F238E27FC236}">
                <a16:creationId xmlns:a16="http://schemas.microsoft.com/office/drawing/2014/main" id="{C728B6A5-DBD4-1921-AB6F-703E08949C5F}"/>
              </a:ext>
            </a:extLst>
          </p:cNvPr>
          <p:cNvGrpSpPr/>
          <p:nvPr/>
        </p:nvGrpSpPr>
        <p:grpSpPr>
          <a:xfrm>
            <a:off x="1003795" y="5613572"/>
            <a:ext cx="9880105" cy="388725"/>
            <a:chOff x="1003795" y="2833329"/>
            <a:chExt cx="9880105" cy="388725"/>
          </a:xfrm>
        </p:grpSpPr>
        <p:sp>
          <p:nvSpPr>
            <p:cNvPr id="41" name="Título 1">
              <a:extLst>
                <a:ext uri="{FF2B5EF4-FFF2-40B4-BE49-F238E27FC236}">
                  <a16:creationId xmlns:a16="http://schemas.microsoft.com/office/drawing/2014/main" id="{081945C5-12E0-BABF-D976-91C72FF7DC9C}"/>
                </a:ext>
              </a:extLst>
            </p:cNvPr>
            <p:cNvSpPr txBox="1">
              <a:spLocks/>
            </p:cNvSpPr>
            <p:nvPr/>
          </p:nvSpPr>
          <p:spPr>
            <a:xfrm>
              <a:off x="1003795" y="2894135"/>
              <a:ext cx="571005" cy="32791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2400" dirty="0">
                  <a:solidFill>
                    <a:schemeClr val="accent1"/>
                  </a:solidFill>
                </a:rPr>
                <a:t>06.</a:t>
              </a:r>
            </a:p>
          </p:txBody>
        </p:sp>
        <p:sp>
          <p:nvSpPr>
            <p:cNvPr id="42" name="Espaço Reservado para Conteúdo 4">
              <a:extLst>
                <a:ext uri="{FF2B5EF4-FFF2-40B4-BE49-F238E27FC236}">
                  <a16:creationId xmlns:a16="http://schemas.microsoft.com/office/drawing/2014/main" id="{EC021135-17C3-D88A-0B1E-6C948DD9D633}"/>
                </a:ext>
              </a:extLst>
            </p:cNvPr>
            <p:cNvSpPr txBox="1">
              <a:spLocks/>
            </p:cNvSpPr>
            <p:nvPr/>
          </p:nvSpPr>
          <p:spPr>
            <a:xfrm>
              <a:off x="1686639" y="2833329"/>
              <a:ext cx="9197261" cy="368494"/>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sz="1200" kern="120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0" indent="0" algn="l" defTabSz="914400" rtl="0" eaLnBrk="1" latinLnBrk="0" hangingPunct="1">
                <a:lnSpc>
                  <a:spcPct val="110000"/>
                </a:lnSpc>
                <a:spcBef>
                  <a:spcPts val="0"/>
                </a:spcBef>
                <a:spcAft>
                  <a:spcPts val="800"/>
                </a:spcAft>
                <a:buClr>
                  <a:schemeClr val="bg2"/>
                </a:buClr>
                <a:buFont typeface="Source Sans Pro" panose="020B0503030403020204" pitchFamily="34" charset="0"/>
                <a:buNone/>
                <a:defRPr sz="1200" kern="120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t>Compelling Growth avenues - multiple organic and inorganic growth vectors: new clients, new minerals, new geographies, and a fragmented competitive landscape offering acquisition targets to build scale and diversify revenue</a:t>
              </a:r>
            </a:p>
          </p:txBody>
        </p:sp>
      </p:grpSp>
      <p:sp>
        <p:nvSpPr>
          <p:cNvPr id="44" name="Espaço Reservado para Texto 43">
            <a:extLst>
              <a:ext uri="{FF2B5EF4-FFF2-40B4-BE49-F238E27FC236}">
                <a16:creationId xmlns:a16="http://schemas.microsoft.com/office/drawing/2014/main" id="{D6932D85-F197-904F-F8F7-03FE210449C5}"/>
              </a:ext>
            </a:extLst>
          </p:cNvPr>
          <p:cNvSpPr>
            <a:spLocks noGrp="1"/>
          </p:cNvSpPr>
          <p:nvPr>
            <p:ph type="body" sz="quarter" idx="36"/>
          </p:nvPr>
        </p:nvSpPr>
        <p:spPr/>
        <p:txBody>
          <a:bodyPr/>
          <a:lstStyle/>
          <a:p>
            <a:endParaRPr lang="pt-BR"/>
          </a:p>
        </p:txBody>
      </p:sp>
      <p:sp>
        <p:nvSpPr>
          <p:cNvPr id="45" name="CaixaDeTexto 3">
            <a:extLst>
              <a:ext uri="{FF2B5EF4-FFF2-40B4-BE49-F238E27FC236}">
                <a16:creationId xmlns:a16="http://schemas.microsoft.com/office/drawing/2014/main" id="{8DD3F757-68C5-6BDC-DBE6-5E0386CE4B15}"/>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solidFill>
                  <a:schemeClr val="bg1"/>
                </a:solidFill>
              </a:rPr>
              <a:t>Investment</a:t>
            </a:r>
            <a:r>
              <a:rPr lang="pt-BR" dirty="0">
                <a:solidFill>
                  <a:schemeClr val="bg1"/>
                </a:solidFill>
              </a:rPr>
              <a:t> </a:t>
            </a:r>
            <a:r>
              <a:rPr lang="pt-BR" dirty="0" err="1">
                <a:solidFill>
                  <a:schemeClr val="bg1"/>
                </a:solidFill>
              </a:rPr>
              <a:t>Thesis</a:t>
            </a:r>
            <a:endParaRPr lang="pt-BR" dirty="0">
              <a:solidFill>
                <a:schemeClr val="bg1"/>
              </a:solidFill>
            </a:endParaRPr>
          </a:p>
        </p:txBody>
      </p:sp>
      <p:pic>
        <p:nvPicPr>
          <p:cNvPr id="46" name="Gráfico 14">
            <a:extLst>
              <a:ext uri="{FF2B5EF4-FFF2-40B4-BE49-F238E27FC236}">
                <a16:creationId xmlns:a16="http://schemas.microsoft.com/office/drawing/2014/main" id="{AFFA9F68-4389-4E4D-08FE-26443907F42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481969" y="307275"/>
            <a:ext cx="354839" cy="303818"/>
          </a:xfrm>
          <a:prstGeom prst="rect">
            <a:avLst/>
          </a:prstGeom>
        </p:spPr>
      </p:pic>
    </p:spTree>
    <p:extLst>
      <p:ext uri="{BB962C8B-B14F-4D97-AF65-F5344CB8AC3E}">
        <p14:creationId xmlns:p14="http://schemas.microsoft.com/office/powerpoint/2010/main" val="2192389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89E7E2-68EA-5EA8-6715-B795DDD9D6D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E5C922F-272F-475B-1B89-0C3063FD6E86}"/>
              </a:ext>
            </a:extLst>
          </p:cNvPr>
          <p:cNvSpPr>
            <a:spLocks noGrp="1"/>
          </p:cNvSpPr>
          <p:nvPr>
            <p:ph type="title"/>
          </p:nvPr>
        </p:nvSpPr>
        <p:spPr/>
        <p:txBody>
          <a:bodyPr/>
          <a:lstStyle/>
          <a:p>
            <a:r>
              <a:rPr lang="en-US" dirty="0"/>
              <a:t>Lorem ipsum dolor sit </a:t>
            </a:r>
            <a:r>
              <a:rPr lang="en-US" dirty="0" err="1"/>
              <a:t>amet</a:t>
            </a:r>
            <a:r>
              <a:rPr lang="en-US" dirty="0"/>
              <a:t> </a:t>
            </a:r>
            <a:r>
              <a:rPr lang="en-US" dirty="0" err="1"/>
              <a:t>consectetur</a:t>
            </a:r>
            <a:r>
              <a:rPr lang="en-US" dirty="0"/>
              <a:t> </a:t>
            </a:r>
            <a:r>
              <a:rPr lang="en-US" dirty="0" err="1"/>
              <a:t>adisciping</a:t>
            </a:r>
            <a:r>
              <a:rPr lang="en-US" dirty="0"/>
              <a:t> </a:t>
            </a:r>
            <a:r>
              <a:rPr lang="en-US" dirty="0" err="1"/>
              <a:t>elit</a:t>
            </a:r>
            <a:endParaRPr lang="pt-BR" dirty="0"/>
          </a:p>
        </p:txBody>
      </p:sp>
      <p:sp>
        <p:nvSpPr>
          <p:cNvPr id="5" name="Espaço Reservado para Conteúdo 4">
            <a:extLst>
              <a:ext uri="{FF2B5EF4-FFF2-40B4-BE49-F238E27FC236}">
                <a16:creationId xmlns:a16="http://schemas.microsoft.com/office/drawing/2014/main" id="{4AC6A989-321C-9D82-C8B4-59DC6472189D}"/>
              </a:ext>
            </a:extLst>
          </p:cNvPr>
          <p:cNvSpPr>
            <a:spLocks noGrp="1"/>
          </p:cNvSpPr>
          <p:nvPr>
            <p:ph sz="quarter" idx="13"/>
          </p:nvPr>
        </p:nvSpPr>
        <p:spPr>
          <a:xfrm>
            <a:off x="731838" y="1052961"/>
            <a:ext cx="11102975" cy="215503"/>
          </a:xfrm>
        </p:spPr>
        <p:txBody>
          <a:bodyPr/>
          <a:lstStyle/>
          <a:p>
            <a:r>
              <a:rPr lang="en-US" dirty="0">
                <a:solidFill>
                  <a:schemeClr val="bg2"/>
                </a:solidFill>
              </a:rPr>
              <a:t>Lorem ipsum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r>
              <a:rPr lang="en-US" dirty="0" err="1">
                <a:solidFill>
                  <a:schemeClr val="bg2"/>
                </a:solidFill>
              </a:rPr>
              <a:t>elit</a:t>
            </a:r>
            <a:r>
              <a:rPr lang="en-US" dirty="0">
                <a:solidFill>
                  <a:schemeClr val="bg2"/>
                </a:solidFill>
              </a:rPr>
              <a:t> lorem </a:t>
            </a:r>
            <a:r>
              <a:rPr lang="en-US" dirty="0" err="1">
                <a:solidFill>
                  <a:schemeClr val="bg2"/>
                </a:solidFill>
              </a:rPr>
              <a:t>ispum</a:t>
            </a:r>
            <a:r>
              <a:rPr lang="en-US" dirty="0">
                <a:solidFill>
                  <a:schemeClr val="bg2"/>
                </a:solidFill>
              </a:rPr>
              <a:t>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p>
        </p:txBody>
      </p:sp>
      <p:sp>
        <p:nvSpPr>
          <p:cNvPr id="10" name="Espaço Reservado para Texto 9">
            <a:extLst>
              <a:ext uri="{FF2B5EF4-FFF2-40B4-BE49-F238E27FC236}">
                <a16:creationId xmlns:a16="http://schemas.microsoft.com/office/drawing/2014/main" id="{5D04737A-6CA9-8ADD-C6EA-18A81D73A982}"/>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9D8E9065-6DDD-9A17-29CB-3D12317A1D09}"/>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8</a:t>
            </a:fld>
            <a:endParaRPr lang="en-US" dirty="0">
              <a:latin typeface="Poppins Light" panose="00000400000000000000" pitchFamily="2" charset="0"/>
              <a:cs typeface="Poppins Light" panose="00000400000000000000" pitchFamily="2" charset="0"/>
            </a:endParaRPr>
          </a:p>
        </p:txBody>
      </p:sp>
      <p:sp>
        <p:nvSpPr>
          <p:cNvPr id="4" name="Retângulo 3">
            <a:extLst>
              <a:ext uri="{FF2B5EF4-FFF2-40B4-BE49-F238E27FC236}">
                <a16:creationId xmlns:a16="http://schemas.microsoft.com/office/drawing/2014/main" id="{FCD0A9F9-BDC0-7731-3D71-3A70988F6B12}"/>
              </a:ext>
            </a:extLst>
          </p:cNvPr>
          <p:cNvSpPr/>
          <p:nvPr/>
        </p:nvSpPr>
        <p:spPr>
          <a:xfrm>
            <a:off x="-57150" y="1457244"/>
            <a:ext cx="12249150" cy="431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6" name="Espaço Reservado para Conteúdo 4">
            <a:extLst>
              <a:ext uri="{FF2B5EF4-FFF2-40B4-BE49-F238E27FC236}">
                <a16:creationId xmlns:a16="http://schemas.microsoft.com/office/drawing/2014/main" id="{0FC267C6-4B29-442C-535A-8075C36F38F9}"/>
              </a:ext>
            </a:extLst>
          </p:cNvPr>
          <p:cNvSpPr txBox="1">
            <a:spLocks/>
          </p:cNvSpPr>
          <p:nvPr/>
        </p:nvSpPr>
        <p:spPr>
          <a:xfrm>
            <a:off x="731838" y="1532985"/>
            <a:ext cx="11102975" cy="231790"/>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solidFill>
                  <a:schemeClr val="bg1"/>
                </a:solidFill>
                <a:latin typeface="Poppins SemiBold" panose="00000700000000000000" pitchFamily="2" charset="0"/>
                <a:cs typeface="Poppins SemiBold" panose="00000700000000000000" pitchFamily="2" charset="0"/>
              </a:rPr>
              <a:t>Brazil is one the main global mining partners, representing a market of 298 Bn, with expected Investments of 21.3 Bn in the next cycle</a:t>
            </a:r>
          </a:p>
        </p:txBody>
      </p:sp>
      <p:sp>
        <p:nvSpPr>
          <p:cNvPr id="9" name="Título 1">
            <a:extLst>
              <a:ext uri="{FF2B5EF4-FFF2-40B4-BE49-F238E27FC236}">
                <a16:creationId xmlns:a16="http://schemas.microsoft.com/office/drawing/2014/main" id="{B2E3D669-8967-E23D-2862-1BA5A86599EF}"/>
              </a:ext>
            </a:extLst>
          </p:cNvPr>
          <p:cNvSpPr txBox="1">
            <a:spLocks/>
          </p:cNvSpPr>
          <p:nvPr/>
        </p:nvSpPr>
        <p:spPr>
          <a:xfrm>
            <a:off x="731838" y="2264480"/>
            <a:ext cx="3128962" cy="3352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200" dirty="0" err="1">
                <a:latin typeface="Poppins SemiBold" panose="00000700000000000000" pitchFamily="2" charset="0"/>
                <a:cs typeface="Poppins SemiBold" panose="00000700000000000000" pitchFamily="2" charset="0"/>
              </a:rPr>
              <a:t>Lorem</a:t>
            </a:r>
            <a:r>
              <a:rPr lang="pt-BR" sz="1200" dirty="0">
                <a:latin typeface="Poppins SemiBold" panose="00000700000000000000" pitchFamily="2" charset="0"/>
                <a:cs typeface="Poppins SemiBold" panose="00000700000000000000" pitchFamily="2" charset="0"/>
              </a:rPr>
              <a:t> ipsum </a:t>
            </a:r>
            <a:r>
              <a:rPr lang="pt-BR" sz="1200" dirty="0" err="1">
                <a:latin typeface="Poppins SemiBold" panose="00000700000000000000" pitchFamily="2" charset="0"/>
                <a:cs typeface="Poppins SemiBold" panose="00000700000000000000" pitchFamily="2" charset="0"/>
              </a:rPr>
              <a:t>dolor</a:t>
            </a:r>
            <a:r>
              <a:rPr lang="pt-BR" sz="1200" dirty="0">
                <a:latin typeface="Poppins SemiBold" panose="00000700000000000000" pitchFamily="2" charset="0"/>
                <a:cs typeface="Poppins SemiBold" panose="00000700000000000000" pitchFamily="2" charset="0"/>
              </a:rPr>
              <a:t> </a:t>
            </a:r>
            <a:r>
              <a:rPr lang="pt-BR" sz="1200" dirty="0" err="1">
                <a:latin typeface="Poppins SemiBold" panose="00000700000000000000" pitchFamily="2" charset="0"/>
                <a:cs typeface="Poppins SemiBold" panose="00000700000000000000" pitchFamily="2" charset="0"/>
              </a:rPr>
              <a:t>sit</a:t>
            </a:r>
            <a:r>
              <a:rPr lang="pt-BR" sz="1200" dirty="0">
                <a:latin typeface="Poppins SemiBold" panose="00000700000000000000" pitchFamily="2" charset="0"/>
                <a:cs typeface="Poppins SemiBold" panose="00000700000000000000" pitchFamily="2" charset="0"/>
              </a:rPr>
              <a:t> </a:t>
            </a:r>
            <a:r>
              <a:rPr lang="pt-BR" sz="1200" dirty="0" err="1">
                <a:latin typeface="Poppins SemiBold" panose="00000700000000000000" pitchFamily="2" charset="0"/>
                <a:cs typeface="Poppins SemiBold" panose="00000700000000000000" pitchFamily="2" charset="0"/>
              </a:rPr>
              <a:t>amet</a:t>
            </a:r>
            <a:r>
              <a:rPr lang="pt-BR" sz="1200" dirty="0">
                <a:latin typeface="Poppins SemiBold" panose="00000700000000000000" pitchFamily="2" charset="0"/>
                <a:cs typeface="Poppins SemiBold" panose="00000700000000000000" pitchFamily="2" charset="0"/>
              </a:rPr>
              <a:t> </a:t>
            </a:r>
            <a:r>
              <a:rPr lang="pt-BR" sz="1200" dirty="0" err="1">
                <a:latin typeface="Poppins SemiBold" panose="00000700000000000000" pitchFamily="2" charset="0"/>
                <a:cs typeface="Poppins SemiBold" panose="00000700000000000000" pitchFamily="2" charset="0"/>
              </a:rPr>
              <a:t>consectetur</a:t>
            </a:r>
            <a:r>
              <a:rPr lang="pt-BR" sz="1200" dirty="0">
                <a:latin typeface="Poppins SemiBold" panose="00000700000000000000" pitchFamily="2" charset="0"/>
                <a:cs typeface="Poppins SemiBold" panose="00000700000000000000" pitchFamily="2" charset="0"/>
              </a:rPr>
              <a:t> </a:t>
            </a:r>
            <a:r>
              <a:rPr lang="pt-BR" sz="1200" dirty="0" err="1">
                <a:latin typeface="Poppins SemiBold" panose="00000700000000000000" pitchFamily="2" charset="0"/>
                <a:cs typeface="Poppins SemiBold" panose="00000700000000000000" pitchFamily="2" charset="0"/>
              </a:rPr>
              <a:t>adisciping</a:t>
            </a:r>
            <a:r>
              <a:rPr lang="pt-BR" sz="1200" dirty="0">
                <a:latin typeface="Poppins SemiBold" panose="00000700000000000000" pitchFamily="2" charset="0"/>
                <a:cs typeface="Poppins SemiBold" panose="00000700000000000000" pitchFamily="2" charset="0"/>
              </a:rPr>
              <a:t> </a:t>
            </a:r>
            <a:r>
              <a:rPr lang="pt-BR" sz="1200" dirty="0" err="1">
                <a:latin typeface="Poppins SemiBold" panose="00000700000000000000" pitchFamily="2" charset="0"/>
                <a:cs typeface="Poppins SemiBold" panose="00000700000000000000" pitchFamily="2" charset="0"/>
              </a:rPr>
              <a:t>elit</a:t>
            </a:r>
            <a:endParaRPr lang="pt-BR" sz="1200" dirty="0">
              <a:latin typeface="Poppins SemiBold" panose="00000700000000000000" pitchFamily="2" charset="0"/>
              <a:cs typeface="Poppins SemiBold" panose="00000700000000000000" pitchFamily="2" charset="0"/>
            </a:endParaRPr>
          </a:p>
        </p:txBody>
      </p:sp>
      <p:sp>
        <p:nvSpPr>
          <p:cNvPr id="12" name="Título 1">
            <a:extLst>
              <a:ext uri="{FF2B5EF4-FFF2-40B4-BE49-F238E27FC236}">
                <a16:creationId xmlns:a16="http://schemas.microsoft.com/office/drawing/2014/main" id="{1CDC1D4F-7043-7232-E01F-F8C293A5B722}"/>
              </a:ext>
            </a:extLst>
          </p:cNvPr>
          <p:cNvSpPr txBox="1">
            <a:spLocks/>
          </p:cNvSpPr>
          <p:nvPr/>
        </p:nvSpPr>
        <p:spPr>
          <a:xfrm>
            <a:off x="731837" y="2685350"/>
            <a:ext cx="2259012" cy="3352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900" b="0" dirty="0" err="1">
                <a:latin typeface="Poppins Light" panose="00000400000000000000" pitchFamily="2" charset="0"/>
                <a:cs typeface="Poppins Light" panose="00000400000000000000" pitchFamily="2" charset="0"/>
              </a:rPr>
              <a:t>Lorem</a:t>
            </a:r>
            <a:r>
              <a:rPr lang="pt-BR" sz="900" b="0" dirty="0">
                <a:latin typeface="Poppins Light" panose="00000400000000000000" pitchFamily="2" charset="0"/>
                <a:cs typeface="Poppins Light" panose="00000400000000000000" pitchFamily="2" charset="0"/>
              </a:rPr>
              <a:t> ipsum </a:t>
            </a:r>
            <a:r>
              <a:rPr lang="pt-BR" sz="900" b="0" dirty="0" err="1">
                <a:latin typeface="Poppins Light" panose="00000400000000000000" pitchFamily="2" charset="0"/>
                <a:cs typeface="Poppins Light" panose="00000400000000000000" pitchFamily="2" charset="0"/>
              </a:rPr>
              <a:t>dolor</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sit</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amet</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consecetur</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adisciping</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elit</a:t>
            </a:r>
            <a:endParaRPr lang="pt-BR" sz="900" b="0" dirty="0">
              <a:latin typeface="Poppins Light" panose="00000400000000000000" pitchFamily="2" charset="0"/>
              <a:cs typeface="Poppins Light" panose="00000400000000000000" pitchFamily="2" charset="0"/>
            </a:endParaRPr>
          </a:p>
        </p:txBody>
      </p:sp>
      <p:grpSp>
        <p:nvGrpSpPr>
          <p:cNvPr id="45" name="Agrupar 44">
            <a:extLst>
              <a:ext uri="{FF2B5EF4-FFF2-40B4-BE49-F238E27FC236}">
                <a16:creationId xmlns:a16="http://schemas.microsoft.com/office/drawing/2014/main" id="{AE65F25C-1CEF-F45F-EDFE-778A6E4A6262}"/>
              </a:ext>
            </a:extLst>
          </p:cNvPr>
          <p:cNvGrpSpPr/>
          <p:nvPr/>
        </p:nvGrpSpPr>
        <p:grpSpPr>
          <a:xfrm>
            <a:off x="731837" y="2705728"/>
            <a:ext cx="5205413" cy="3518372"/>
            <a:chOff x="731837" y="2197101"/>
            <a:chExt cx="5776913" cy="4107140"/>
          </a:xfrm>
        </p:grpSpPr>
        <p:graphicFrame>
          <p:nvGraphicFramePr>
            <p:cNvPr id="8" name="Content Placeholder 2063">
              <a:extLst>
                <a:ext uri="{FF2B5EF4-FFF2-40B4-BE49-F238E27FC236}">
                  <a16:creationId xmlns:a16="http://schemas.microsoft.com/office/drawing/2014/main" id="{C40FE352-FCEF-9CF9-FF52-5E42F11853E1}"/>
                </a:ext>
              </a:extLst>
            </p:cNvPr>
            <p:cNvGraphicFramePr>
              <a:graphicFrameLocks/>
            </p:cNvGraphicFramePr>
            <p:nvPr>
              <p:extLst>
                <p:ext uri="{D42A27DB-BD31-4B8C-83A1-F6EECF244321}">
                  <p14:modId xmlns:p14="http://schemas.microsoft.com/office/powerpoint/2010/main" val="1683700653"/>
                </p:ext>
              </p:extLst>
            </p:nvPr>
          </p:nvGraphicFramePr>
          <p:xfrm>
            <a:off x="731837" y="2197101"/>
            <a:ext cx="5776913" cy="4107140"/>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Conector: Angulado 15">
              <a:extLst>
                <a:ext uri="{FF2B5EF4-FFF2-40B4-BE49-F238E27FC236}">
                  <a16:creationId xmlns:a16="http://schemas.microsoft.com/office/drawing/2014/main" id="{5C71EFF6-6D56-0ADD-B6DE-CD502BA54228}"/>
                </a:ext>
              </a:extLst>
            </p:cNvPr>
            <p:cNvCxnSpPr>
              <a:cxnSpLocks/>
            </p:cNvCxnSpPr>
            <p:nvPr/>
          </p:nvCxnSpPr>
          <p:spPr>
            <a:xfrm flipV="1">
              <a:off x="1699061" y="3669480"/>
              <a:ext cx="3639860" cy="861862"/>
            </a:xfrm>
            <a:prstGeom prst="bentConnector3">
              <a:avLst>
                <a:gd name="adj1" fmla="val 48"/>
              </a:avLst>
            </a:prstGeom>
            <a:ln>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grpSp>
      <p:sp>
        <p:nvSpPr>
          <p:cNvPr id="46" name="Retângulo: Cantos Arredondados 45">
            <a:extLst>
              <a:ext uri="{FF2B5EF4-FFF2-40B4-BE49-F238E27FC236}">
                <a16:creationId xmlns:a16="http://schemas.microsoft.com/office/drawing/2014/main" id="{87EF6289-56B9-A03E-914E-398AED9B9A5F}"/>
              </a:ext>
            </a:extLst>
          </p:cNvPr>
          <p:cNvSpPr/>
          <p:nvPr/>
        </p:nvSpPr>
        <p:spPr>
          <a:xfrm>
            <a:off x="6386019" y="2389975"/>
            <a:ext cx="2646496" cy="456385"/>
          </a:xfrm>
          <a:prstGeom prst="roundRect">
            <a:avLst>
              <a:gd name="adj" fmla="val 50000"/>
            </a:avLst>
          </a:prstGeom>
          <a:solidFill>
            <a:schemeClr val="accent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54" name="Picture 3">
            <a:extLst>
              <a:ext uri="{FF2B5EF4-FFF2-40B4-BE49-F238E27FC236}">
                <a16:creationId xmlns:a16="http://schemas.microsoft.com/office/drawing/2014/main" id="{E7CEC3DD-11BC-3F6D-847A-50EB1FDA0312}"/>
              </a:ext>
            </a:extLst>
          </p:cNvPr>
          <p:cNvPicPr>
            <a:picLocks noChangeAspect="1"/>
          </p:cNvPicPr>
          <p:nvPr/>
        </p:nvPicPr>
        <p:blipFill rotWithShape="1">
          <a:blip r:embed="rId4">
            <a:extLst>
              <a:ext uri="{28A0092B-C50C-407E-A947-70E740481C1C}">
                <a14:useLocalDpi xmlns:a14="http://schemas.microsoft.com/office/drawing/2010/main" val="0"/>
              </a:ext>
            </a:extLst>
          </a:blip>
          <a:srcRect r="31724"/>
          <a:stretch>
            <a:fillRect/>
          </a:stretch>
        </p:blipFill>
        <p:spPr>
          <a:xfrm>
            <a:off x="6494425" y="2446717"/>
            <a:ext cx="342900" cy="342900"/>
          </a:xfrm>
          <a:prstGeom prst="flowChartConnector">
            <a:avLst/>
          </a:prstGeom>
          <a:ln w="6350">
            <a:solidFill>
              <a:schemeClr val="bg1"/>
            </a:solidFill>
          </a:ln>
        </p:spPr>
      </p:pic>
      <p:sp>
        <p:nvSpPr>
          <p:cNvPr id="55" name="Título 1">
            <a:extLst>
              <a:ext uri="{FF2B5EF4-FFF2-40B4-BE49-F238E27FC236}">
                <a16:creationId xmlns:a16="http://schemas.microsoft.com/office/drawing/2014/main" id="{252B9A36-4F95-8753-A4B7-5328A82F5AF7}"/>
              </a:ext>
            </a:extLst>
          </p:cNvPr>
          <p:cNvSpPr txBox="1">
            <a:spLocks/>
          </p:cNvSpPr>
          <p:nvPr/>
        </p:nvSpPr>
        <p:spPr>
          <a:xfrm>
            <a:off x="7009002" y="2526981"/>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bg1"/>
                </a:solidFill>
              </a:rPr>
              <a:t>1º</a:t>
            </a:r>
            <a:endParaRPr lang="pt-BR" sz="1600" baseline="30000" dirty="0">
              <a:solidFill>
                <a:schemeClr val="bg1"/>
              </a:solidFill>
            </a:endParaRPr>
          </a:p>
        </p:txBody>
      </p:sp>
      <p:sp>
        <p:nvSpPr>
          <p:cNvPr id="56" name="Título 1">
            <a:extLst>
              <a:ext uri="{FF2B5EF4-FFF2-40B4-BE49-F238E27FC236}">
                <a16:creationId xmlns:a16="http://schemas.microsoft.com/office/drawing/2014/main" id="{9710DC7C-C338-0135-71FD-3049B4D85A2F}"/>
              </a:ext>
            </a:extLst>
          </p:cNvPr>
          <p:cNvSpPr txBox="1">
            <a:spLocks/>
          </p:cNvSpPr>
          <p:nvPr/>
        </p:nvSpPr>
        <p:spPr>
          <a:xfrm>
            <a:off x="7382285" y="2555262"/>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solidFill>
                  <a:schemeClr val="bg1"/>
                </a:solidFill>
                <a:latin typeface="Poppins SemiBold" panose="00000700000000000000" pitchFamily="2" charset="0"/>
                <a:cs typeface="Poppins SemiBold" panose="00000700000000000000" pitchFamily="2" charset="0"/>
              </a:rPr>
              <a:t>Lorem</a:t>
            </a:r>
            <a:r>
              <a:rPr lang="pt-BR" sz="1000" b="0" dirty="0">
                <a:solidFill>
                  <a:schemeClr val="bg1"/>
                </a:solidFill>
                <a:latin typeface="Poppins SemiBold" panose="00000700000000000000" pitchFamily="2" charset="0"/>
                <a:cs typeface="Poppins SemiBold" panose="00000700000000000000" pitchFamily="2" charset="0"/>
              </a:rPr>
              <a:t> ipsum </a:t>
            </a:r>
            <a:r>
              <a:rPr lang="pt-BR" sz="1000" b="0" dirty="0" err="1">
                <a:solidFill>
                  <a:schemeClr val="bg1"/>
                </a:solidFill>
                <a:latin typeface="Poppins SemiBold" panose="00000700000000000000" pitchFamily="2" charset="0"/>
                <a:cs typeface="Poppins SemiBold" panose="00000700000000000000" pitchFamily="2" charset="0"/>
              </a:rPr>
              <a:t>dolor</a:t>
            </a:r>
            <a:r>
              <a:rPr lang="pt-BR" sz="1000" b="0" dirty="0">
                <a:solidFill>
                  <a:schemeClr val="bg1"/>
                </a:solidFill>
                <a:latin typeface="Poppins SemiBold" panose="00000700000000000000" pitchFamily="2" charset="0"/>
                <a:cs typeface="Poppins SemiBold" panose="00000700000000000000" pitchFamily="2" charset="0"/>
              </a:rPr>
              <a:t> </a:t>
            </a:r>
            <a:r>
              <a:rPr lang="pt-BR" sz="1000" b="0" dirty="0" err="1">
                <a:solidFill>
                  <a:schemeClr val="bg1"/>
                </a:solidFill>
                <a:latin typeface="Poppins SemiBold" panose="00000700000000000000" pitchFamily="2" charset="0"/>
                <a:cs typeface="Poppins SemiBold" panose="00000700000000000000" pitchFamily="2" charset="0"/>
              </a:rPr>
              <a:t>sit</a:t>
            </a:r>
            <a:endParaRPr lang="pt-BR" sz="1000" b="0" dirty="0">
              <a:solidFill>
                <a:schemeClr val="bg1"/>
              </a:solidFill>
              <a:latin typeface="Poppins SemiBold" panose="00000700000000000000" pitchFamily="2" charset="0"/>
              <a:cs typeface="Poppins SemiBold" panose="00000700000000000000" pitchFamily="2" charset="0"/>
            </a:endParaRPr>
          </a:p>
        </p:txBody>
      </p:sp>
      <p:sp>
        <p:nvSpPr>
          <p:cNvPr id="59" name="Retângulo: Cantos Arredondados 58">
            <a:extLst>
              <a:ext uri="{FF2B5EF4-FFF2-40B4-BE49-F238E27FC236}">
                <a16:creationId xmlns:a16="http://schemas.microsoft.com/office/drawing/2014/main" id="{374624AB-F890-C2D4-ABCE-094C8C9C41CD}"/>
              </a:ext>
            </a:extLst>
          </p:cNvPr>
          <p:cNvSpPr/>
          <p:nvPr/>
        </p:nvSpPr>
        <p:spPr>
          <a:xfrm>
            <a:off x="6386019" y="3020630"/>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60" name="Picture 3">
            <a:extLst>
              <a:ext uri="{FF2B5EF4-FFF2-40B4-BE49-F238E27FC236}">
                <a16:creationId xmlns:a16="http://schemas.microsoft.com/office/drawing/2014/main" id="{98FA2CBE-9D8B-83A3-162D-4A4A7964FFB4}"/>
              </a:ext>
            </a:extLst>
          </p:cNvPr>
          <p:cNvPicPr>
            <a:picLocks noChangeAspect="1"/>
          </p:cNvPicPr>
          <p:nvPr/>
        </p:nvPicPr>
        <p:blipFill rotWithShape="1">
          <a:blip r:embed="rId5"/>
          <a:srcRect l="16034" r="16034"/>
          <a:stretch>
            <a:fillRect/>
          </a:stretch>
        </p:blipFill>
        <p:spPr>
          <a:xfrm>
            <a:off x="6494425" y="3077372"/>
            <a:ext cx="342900" cy="342900"/>
          </a:xfrm>
          <a:prstGeom prst="flowChartConnector">
            <a:avLst/>
          </a:prstGeom>
          <a:ln w="6350">
            <a:solidFill>
              <a:schemeClr val="tx2"/>
            </a:solidFill>
          </a:ln>
        </p:spPr>
      </p:pic>
      <p:sp>
        <p:nvSpPr>
          <p:cNvPr id="61" name="Título 1">
            <a:extLst>
              <a:ext uri="{FF2B5EF4-FFF2-40B4-BE49-F238E27FC236}">
                <a16:creationId xmlns:a16="http://schemas.microsoft.com/office/drawing/2014/main" id="{5650E443-56E9-0F6C-ECA4-F3E75CF84284}"/>
              </a:ext>
            </a:extLst>
          </p:cNvPr>
          <p:cNvSpPr txBox="1">
            <a:spLocks/>
          </p:cNvSpPr>
          <p:nvPr/>
        </p:nvSpPr>
        <p:spPr>
          <a:xfrm>
            <a:off x="6993127" y="3157636"/>
            <a:ext cx="27305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2º</a:t>
            </a:r>
          </a:p>
        </p:txBody>
      </p:sp>
      <p:sp>
        <p:nvSpPr>
          <p:cNvPr id="62" name="Título 1">
            <a:extLst>
              <a:ext uri="{FF2B5EF4-FFF2-40B4-BE49-F238E27FC236}">
                <a16:creationId xmlns:a16="http://schemas.microsoft.com/office/drawing/2014/main" id="{6ED294E5-2937-ECF2-B0D6-75189570BA4B}"/>
              </a:ext>
            </a:extLst>
          </p:cNvPr>
          <p:cNvSpPr txBox="1">
            <a:spLocks/>
          </p:cNvSpPr>
          <p:nvPr/>
        </p:nvSpPr>
        <p:spPr>
          <a:xfrm>
            <a:off x="7382285" y="3185917"/>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64" name="Retângulo: Cantos Arredondados 63">
            <a:extLst>
              <a:ext uri="{FF2B5EF4-FFF2-40B4-BE49-F238E27FC236}">
                <a16:creationId xmlns:a16="http://schemas.microsoft.com/office/drawing/2014/main" id="{C265B7E2-06AC-3C3E-12F2-CF8F716A5188}"/>
              </a:ext>
            </a:extLst>
          </p:cNvPr>
          <p:cNvSpPr/>
          <p:nvPr/>
        </p:nvSpPr>
        <p:spPr>
          <a:xfrm>
            <a:off x="6386019" y="3651285"/>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65" name="Picture 3">
            <a:extLst>
              <a:ext uri="{FF2B5EF4-FFF2-40B4-BE49-F238E27FC236}">
                <a16:creationId xmlns:a16="http://schemas.microsoft.com/office/drawing/2014/main" id="{B7716BB4-1970-5645-C889-4733F08C30A0}"/>
              </a:ext>
            </a:extLst>
          </p:cNvPr>
          <p:cNvPicPr>
            <a:picLocks noChangeAspect="1"/>
          </p:cNvPicPr>
          <p:nvPr/>
        </p:nvPicPr>
        <p:blipFill rotWithShape="1">
          <a:blip r:embed="rId6">
            <a:extLst>
              <a:ext uri="{28A0092B-C50C-407E-A947-70E740481C1C}">
                <a14:useLocalDpi xmlns:a14="http://schemas.microsoft.com/office/drawing/2010/main" val="0"/>
              </a:ext>
            </a:extLst>
          </a:blip>
          <a:srcRect r="32302"/>
          <a:stretch>
            <a:fillRect/>
          </a:stretch>
        </p:blipFill>
        <p:spPr>
          <a:xfrm>
            <a:off x="6494425" y="3708027"/>
            <a:ext cx="342900" cy="342900"/>
          </a:xfrm>
          <a:prstGeom prst="flowChartConnector">
            <a:avLst/>
          </a:prstGeom>
          <a:ln w="6350">
            <a:solidFill>
              <a:schemeClr val="tx2"/>
            </a:solidFill>
          </a:ln>
        </p:spPr>
      </p:pic>
      <p:sp>
        <p:nvSpPr>
          <p:cNvPr id="66" name="Título 1">
            <a:extLst>
              <a:ext uri="{FF2B5EF4-FFF2-40B4-BE49-F238E27FC236}">
                <a16:creationId xmlns:a16="http://schemas.microsoft.com/office/drawing/2014/main" id="{DB9A6849-2D5F-3491-C713-B3FD12842A65}"/>
              </a:ext>
            </a:extLst>
          </p:cNvPr>
          <p:cNvSpPr txBox="1">
            <a:spLocks/>
          </p:cNvSpPr>
          <p:nvPr/>
        </p:nvSpPr>
        <p:spPr>
          <a:xfrm>
            <a:off x="7009002" y="3788291"/>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3º</a:t>
            </a:r>
          </a:p>
        </p:txBody>
      </p:sp>
      <p:sp>
        <p:nvSpPr>
          <p:cNvPr id="67" name="Título 1">
            <a:extLst>
              <a:ext uri="{FF2B5EF4-FFF2-40B4-BE49-F238E27FC236}">
                <a16:creationId xmlns:a16="http://schemas.microsoft.com/office/drawing/2014/main" id="{21F056B2-974F-796B-59E2-645F57A17392}"/>
              </a:ext>
            </a:extLst>
          </p:cNvPr>
          <p:cNvSpPr txBox="1">
            <a:spLocks/>
          </p:cNvSpPr>
          <p:nvPr/>
        </p:nvSpPr>
        <p:spPr>
          <a:xfrm>
            <a:off x="7382285" y="3816572"/>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69" name="Retângulo: Cantos Arredondados 68">
            <a:extLst>
              <a:ext uri="{FF2B5EF4-FFF2-40B4-BE49-F238E27FC236}">
                <a16:creationId xmlns:a16="http://schemas.microsoft.com/office/drawing/2014/main" id="{E2C38C8A-0B56-2F25-89D3-575DEF4CE3F9}"/>
              </a:ext>
            </a:extLst>
          </p:cNvPr>
          <p:cNvSpPr/>
          <p:nvPr/>
        </p:nvSpPr>
        <p:spPr>
          <a:xfrm>
            <a:off x="6386019" y="4281940"/>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70" name="Picture 3">
            <a:extLst>
              <a:ext uri="{FF2B5EF4-FFF2-40B4-BE49-F238E27FC236}">
                <a16:creationId xmlns:a16="http://schemas.microsoft.com/office/drawing/2014/main" id="{EF59CD54-918A-2F19-86C9-E0A3CCED6139}"/>
              </a:ext>
            </a:extLst>
          </p:cNvPr>
          <p:cNvPicPr>
            <a:picLocks noChangeAspect="1"/>
          </p:cNvPicPr>
          <p:nvPr/>
        </p:nvPicPr>
        <p:blipFill rotWithShape="1">
          <a:blip r:embed="rId7">
            <a:extLst>
              <a:ext uri="{28A0092B-C50C-407E-A947-70E740481C1C}">
                <a14:useLocalDpi xmlns:a14="http://schemas.microsoft.com/office/drawing/2010/main" val="0"/>
              </a:ext>
            </a:extLst>
          </a:blip>
          <a:srcRect l="16207" r="16207"/>
          <a:stretch/>
        </p:blipFill>
        <p:spPr>
          <a:xfrm>
            <a:off x="6494425" y="4338682"/>
            <a:ext cx="342900" cy="342900"/>
          </a:xfrm>
          <a:prstGeom prst="flowChartConnector">
            <a:avLst/>
          </a:prstGeom>
          <a:ln w="6350">
            <a:solidFill>
              <a:schemeClr val="tx2"/>
            </a:solidFill>
          </a:ln>
        </p:spPr>
      </p:pic>
      <p:sp>
        <p:nvSpPr>
          <p:cNvPr id="71" name="Título 1">
            <a:extLst>
              <a:ext uri="{FF2B5EF4-FFF2-40B4-BE49-F238E27FC236}">
                <a16:creationId xmlns:a16="http://schemas.microsoft.com/office/drawing/2014/main" id="{82F7F837-12F7-DEC5-D187-B71DDBD4C464}"/>
              </a:ext>
            </a:extLst>
          </p:cNvPr>
          <p:cNvSpPr txBox="1">
            <a:spLocks/>
          </p:cNvSpPr>
          <p:nvPr/>
        </p:nvSpPr>
        <p:spPr>
          <a:xfrm>
            <a:off x="7009002" y="4418946"/>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4º</a:t>
            </a:r>
          </a:p>
        </p:txBody>
      </p:sp>
      <p:sp>
        <p:nvSpPr>
          <p:cNvPr id="72" name="Título 1">
            <a:extLst>
              <a:ext uri="{FF2B5EF4-FFF2-40B4-BE49-F238E27FC236}">
                <a16:creationId xmlns:a16="http://schemas.microsoft.com/office/drawing/2014/main" id="{E8D908DF-1D3F-3EC2-C375-E80057089C22}"/>
              </a:ext>
            </a:extLst>
          </p:cNvPr>
          <p:cNvSpPr txBox="1">
            <a:spLocks/>
          </p:cNvSpPr>
          <p:nvPr/>
        </p:nvSpPr>
        <p:spPr>
          <a:xfrm>
            <a:off x="7382285" y="4447227"/>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74" name="Retângulo: Cantos Arredondados 73">
            <a:extLst>
              <a:ext uri="{FF2B5EF4-FFF2-40B4-BE49-F238E27FC236}">
                <a16:creationId xmlns:a16="http://schemas.microsoft.com/office/drawing/2014/main" id="{0707F249-1EE5-0617-BA53-F4B3D3FDBCCA}"/>
              </a:ext>
            </a:extLst>
          </p:cNvPr>
          <p:cNvSpPr/>
          <p:nvPr/>
        </p:nvSpPr>
        <p:spPr>
          <a:xfrm>
            <a:off x="6386019" y="4912595"/>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75" name="Picture 3">
            <a:extLst>
              <a:ext uri="{FF2B5EF4-FFF2-40B4-BE49-F238E27FC236}">
                <a16:creationId xmlns:a16="http://schemas.microsoft.com/office/drawing/2014/main" id="{749B69C1-7AF2-006B-9541-704FEDA3F756}"/>
              </a:ext>
            </a:extLst>
          </p:cNvPr>
          <p:cNvPicPr>
            <a:picLocks noChangeAspect="1"/>
          </p:cNvPicPr>
          <p:nvPr/>
        </p:nvPicPr>
        <p:blipFill rotWithShape="1">
          <a:blip r:embed="rId8">
            <a:extLst>
              <a:ext uri="{28A0092B-C50C-407E-A947-70E740481C1C}">
                <a14:useLocalDpi xmlns:a14="http://schemas.microsoft.com/office/drawing/2010/main" val="0"/>
              </a:ext>
            </a:extLst>
          </a:blip>
          <a:srcRect l="16096" r="16096"/>
          <a:stretch/>
        </p:blipFill>
        <p:spPr>
          <a:xfrm>
            <a:off x="6494425" y="4969337"/>
            <a:ext cx="342900" cy="342900"/>
          </a:xfrm>
          <a:prstGeom prst="flowChartConnector">
            <a:avLst/>
          </a:prstGeom>
          <a:ln w="6350">
            <a:solidFill>
              <a:schemeClr val="tx2"/>
            </a:solidFill>
          </a:ln>
        </p:spPr>
      </p:pic>
      <p:sp>
        <p:nvSpPr>
          <p:cNvPr id="76" name="Título 1">
            <a:extLst>
              <a:ext uri="{FF2B5EF4-FFF2-40B4-BE49-F238E27FC236}">
                <a16:creationId xmlns:a16="http://schemas.microsoft.com/office/drawing/2014/main" id="{474C324A-D561-EB6E-4FFB-0A5825E7C1D0}"/>
              </a:ext>
            </a:extLst>
          </p:cNvPr>
          <p:cNvSpPr txBox="1">
            <a:spLocks/>
          </p:cNvSpPr>
          <p:nvPr/>
        </p:nvSpPr>
        <p:spPr>
          <a:xfrm>
            <a:off x="7009002" y="5049601"/>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5º</a:t>
            </a:r>
          </a:p>
        </p:txBody>
      </p:sp>
      <p:sp>
        <p:nvSpPr>
          <p:cNvPr id="77" name="Título 1">
            <a:extLst>
              <a:ext uri="{FF2B5EF4-FFF2-40B4-BE49-F238E27FC236}">
                <a16:creationId xmlns:a16="http://schemas.microsoft.com/office/drawing/2014/main" id="{1AA67929-BB12-6D16-3B01-7FA3F3086207}"/>
              </a:ext>
            </a:extLst>
          </p:cNvPr>
          <p:cNvSpPr txBox="1">
            <a:spLocks/>
          </p:cNvSpPr>
          <p:nvPr/>
        </p:nvSpPr>
        <p:spPr>
          <a:xfrm>
            <a:off x="7382285" y="5077882"/>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79" name="Retângulo: Cantos Arredondados 78">
            <a:extLst>
              <a:ext uri="{FF2B5EF4-FFF2-40B4-BE49-F238E27FC236}">
                <a16:creationId xmlns:a16="http://schemas.microsoft.com/office/drawing/2014/main" id="{2E17B0E3-1C46-B4D1-E96B-695CB19AA913}"/>
              </a:ext>
            </a:extLst>
          </p:cNvPr>
          <p:cNvSpPr/>
          <p:nvPr/>
        </p:nvSpPr>
        <p:spPr>
          <a:xfrm>
            <a:off x="6386019" y="5543249"/>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80" name="Picture 3">
            <a:extLst>
              <a:ext uri="{FF2B5EF4-FFF2-40B4-BE49-F238E27FC236}">
                <a16:creationId xmlns:a16="http://schemas.microsoft.com/office/drawing/2014/main" id="{8A85E9E1-4C5A-7438-C68F-F837FBB3CF31}"/>
              </a:ext>
            </a:extLst>
          </p:cNvPr>
          <p:cNvPicPr>
            <a:picLocks noChangeAspect="1"/>
          </p:cNvPicPr>
          <p:nvPr/>
        </p:nvPicPr>
        <p:blipFill rotWithShape="1">
          <a:blip r:embed="rId9">
            <a:extLst>
              <a:ext uri="{28A0092B-C50C-407E-A947-70E740481C1C}">
                <a14:useLocalDpi xmlns:a14="http://schemas.microsoft.com/office/drawing/2010/main" val="0"/>
              </a:ext>
            </a:extLst>
          </a:blip>
          <a:srcRect r="32068"/>
          <a:stretch>
            <a:fillRect/>
          </a:stretch>
        </p:blipFill>
        <p:spPr>
          <a:xfrm>
            <a:off x="6494425" y="5599991"/>
            <a:ext cx="342900" cy="342900"/>
          </a:xfrm>
          <a:prstGeom prst="flowChartConnector">
            <a:avLst/>
          </a:prstGeom>
          <a:ln w="6350">
            <a:solidFill>
              <a:schemeClr val="tx2"/>
            </a:solidFill>
          </a:ln>
        </p:spPr>
      </p:pic>
      <p:sp>
        <p:nvSpPr>
          <p:cNvPr id="81" name="Título 1">
            <a:extLst>
              <a:ext uri="{FF2B5EF4-FFF2-40B4-BE49-F238E27FC236}">
                <a16:creationId xmlns:a16="http://schemas.microsoft.com/office/drawing/2014/main" id="{4A57B612-277E-0F7B-A67A-DED8D3DE6A64}"/>
              </a:ext>
            </a:extLst>
          </p:cNvPr>
          <p:cNvSpPr txBox="1">
            <a:spLocks/>
          </p:cNvSpPr>
          <p:nvPr/>
        </p:nvSpPr>
        <p:spPr>
          <a:xfrm>
            <a:off x="7009002" y="5680255"/>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6º</a:t>
            </a:r>
          </a:p>
        </p:txBody>
      </p:sp>
      <p:sp>
        <p:nvSpPr>
          <p:cNvPr id="82" name="Título 1">
            <a:extLst>
              <a:ext uri="{FF2B5EF4-FFF2-40B4-BE49-F238E27FC236}">
                <a16:creationId xmlns:a16="http://schemas.microsoft.com/office/drawing/2014/main" id="{5AA54108-8A41-D9BE-D632-09217DEA9421}"/>
              </a:ext>
            </a:extLst>
          </p:cNvPr>
          <p:cNvSpPr txBox="1">
            <a:spLocks/>
          </p:cNvSpPr>
          <p:nvPr/>
        </p:nvSpPr>
        <p:spPr>
          <a:xfrm>
            <a:off x="7382285" y="5708536"/>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111" name="Retângulo: Cantos Arredondados 110">
            <a:extLst>
              <a:ext uri="{FF2B5EF4-FFF2-40B4-BE49-F238E27FC236}">
                <a16:creationId xmlns:a16="http://schemas.microsoft.com/office/drawing/2014/main" id="{A544C611-4EA6-EDD5-3ADA-640A692DD453}"/>
              </a:ext>
            </a:extLst>
          </p:cNvPr>
          <p:cNvSpPr/>
          <p:nvPr/>
        </p:nvSpPr>
        <p:spPr>
          <a:xfrm>
            <a:off x="9188317" y="2389975"/>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12" name="Picture 3">
            <a:extLst>
              <a:ext uri="{FF2B5EF4-FFF2-40B4-BE49-F238E27FC236}">
                <a16:creationId xmlns:a16="http://schemas.microsoft.com/office/drawing/2014/main" id="{9FEFF810-5FD0-8AE1-F01D-9EC35ABB1C3C}"/>
              </a:ext>
            </a:extLst>
          </p:cNvPr>
          <p:cNvPicPr>
            <a:picLocks noChangeAspect="1"/>
          </p:cNvPicPr>
          <p:nvPr/>
        </p:nvPicPr>
        <p:blipFill rotWithShape="1">
          <a:blip r:embed="rId10">
            <a:extLst>
              <a:ext uri="{28A0092B-C50C-407E-A947-70E740481C1C}">
                <a14:useLocalDpi xmlns:a14="http://schemas.microsoft.com/office/drawing/2010/main" val="0"/>
              </a:ext>
            </a:extLst>
          </a:blip>
          <a:srcRect l="16207" r="16207"/>
          <a:stretch/>
        </p:blipFill>
        <p:spPr>
          <a:xfrm>
            <a:off x="9296723" y="2446717"/>
            <a:ext cx="342900" cy="342900"/>
          </a:xfrm>
          <a:prstGeom prst="flowChartConnector">
            <a:avLst/>
          </a:prstGeom>
          <a:ln w="6350">
            <a:solidFill>
              <a:schemeClr val="bg1"/>
            </a:solidFill>
          </a:ln>
        </p:spPr>
      </p:pic>
      <p:sp>
        <p:nvSpPr>
          <p:cNvPr id="113" name="Título 1">
            <a:extLst>
              <a:ext uri="{FF2B5EF4-FFF2-40B4-BE49-F238E27FC236}">
                <a16:creationId xmlns:a16="http://schemas.microsoft.com/office/drawing/2014/main" id="{02E47DD2-3233-6371-B396-B15B5E77BCB2}"/>
              </a:ext>
            </a:extLst>
          </p:cNvPr>
          <p:cNvSpPr txBox="1">
            <a:spLocks/>
          </p:cNvSpPr>
          <p:nvPr/>
        </p:nvSpPr>
        <p:spPr>
          <a:xfrm>
            <a:off x="9826491" y="2526981"/>
            <a:ext cx="241301" cy="182373"/>
          </a:xfrm>
          <a:prstGeom prst="rect">
            <a:avLst/>
          </a:prstGeom>
        </p:spPr>
        <p:txBody>
          <a:bodyPr vert="horz" lIns="0" tIns="0" rIns="0" bIns="0" rtlCol="0" anchor="t" anchorCtr="0">
            <a:noAutofit/>
          </a:bodyPr>
          <a:lstStyle>
            <a:defPPr>
              <a:defRPr lang="pt-BR"/>
            </a:defPPr>
            <a:lvl1pPr>
              <a:lnSpc>
                <a:spcPct val="90000"/>
              </a:lnSpc>
              <a:spcBef>
                <a:spcPct val="0"/>
              </a:spcBef>
              <a:buNone/>
              <a:defRPr sz="1600" b="1">
                <a:solidFill>
                  <a:schemeClr val="accent1"/>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dirty="0"/>
              <a:t>7º</a:t>
            </a:r>
          </a:p>
        </p:txBody>
      </p:sp>
      <p:sp>
        <p:nvSpPr>
          <p:cNvPr id="114" name="Título 1">
            <a:extLst>
              <a:ext uri="{FF2B5EF4-FFF2-40B4-BE49-F238E27FC236}">
                <a16:creationId xmlns:a16="http://schemas.microsoft.com/office/drawing/2014/main" id="{B79020F7-6F47-10AF-6247-A8C7A1D5436B}"/>
              </a:ext>
            </a:extLst>
          </p:cNvPr>
          <p:cNvSpPr txBox="1">
            <a:spLocks/>
          </p:cNvSpPr>
          <p:nvPr/>
        </p:nvSpPr>
        <p:spPr>
          <a:xfrm>
            <a:off x="10184583" y="2555262"/>
            <a:ext cx="1424806" cy="150466"/>
          </a:xfrm>
          <a:prstGeom prst="rect">
            <a:avLst/>
          </a:prstGeom>
        </p:spPr>
        <p:txBody>
          <a:bodyPr vert="horz" lIns="0" tIns="0" rIns="0" bIns="0" rtlCol="0" anchor="t" anchorCtr="0">
            <a:noAutofit/>
          </a:bodyPr>
          <a:lstStyle>
            <a:defPPr>
              <a:defRPr lang="pt-BR"/>
            </a:defPPr>
            <a:lvl1pPr>
              <a:lnSpc>
                <a:spcPct val="90000"/>
              </a:lnSpc>
              <a:spcBef>
                <a:spcPct val="0"/>
              </a:spcBef>
              <a:buNone/>
              <a:defRPr sz="1000" b="0">
                <a:solidFill>
                  <a:schemeClr val="bg2"/>
                </a:solidFill>
                <a:latin typeface="Poppins Light" panose="00000400000000000000" pitchFamily="2" charset="0"/>
                <a:ea typeface="Source Serif Pro Black" panose="02040903050405020204" pitchFamily="18" charset="0"/>
                <a:cs typeface="Poppins Light" panose="00000400000000000000" pitchFamily="2" charset="0"/>
              </a:defRPr>
            </a:lvl1pPr>
          </a:lstStyle>
          <a:p>
            <a:r>
              <a:rPr lang="pt-BR" dirty="0" err="1"/>
              <a:t>Lorem</a:t>
            </a:r>
            <a:r>
              <a:rPr lang="pt-BR" dirty="0"/>
              <a:t> ipsum </a:t>
            </a:r>
            <a:r>
              <a:rPr lang="pt-BR" dirty="0" err="1"/>
              <a:t>dolor</a:t>
            </a:r>
            <a:r>
              <a:rPr lang="pt-BR" dirty="0"/>
              <a:t> </a:t>
            </a:r>
            <a:r>
              <a:rPr lang="pt-BR" dirty="0" err="1"/>
              <a:t>sit</a:t>
            </a:r>
            <a:endParaRPr lang="pt-BR" dirty="0"/>
          </a:p>
        </p:txBody>
      </p:sp>
      <p:sp>
        <p:nvSpPr>
          <p:cNvPr id="115" name="Retângulo: Cantos Arredondados 114">
            <a:extLst>
              <a:ext uri="{FF2B5EF4-FFF2-40B4-BE49-F238E27FC236}">
                <a16:creationId xmlns:a16="http://schemas.microsoft.com/office/drawing/2014/main" id="{241DE24C-EDF7-C1F3-A3BC-412532E63096}"/>
              </a:ext>
            </a:extLst>
          </p:cNvPr>
          <p:cNvSpPr/>
          <p:nvPr/>
        </p:nvSpPr>
        <p:spPr>
          <a:xfrm>
            <a:off x="9188317" y="3020630"/>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16" name="Picture 3">
            <a:extLst>
              <a:ext uri="{FF2B5EF4-FFF2-40B4-BE49-F238E27FC236}">
                <a16:creationId xmlns:a16="http://schemas.microsoft.com/office/drawing/2014/main" id="{F852B1C1-7258-5670-DB12-BD2AA1F63E3B}"/>
              </a:ext>
            </a:extLst>
          </p:cNvPr>
          <p:cNvPicPr>
            <a:picLocks noChangeAspect="1"/>
          </p:cNvPicPr>
          <p:nvPr/>
        </p:nvPicPr>
        <p:blipFill rotWithShape="1">
          <a:blip r:embed="rId11">
            <a:extLst>
              <a:ext uri="{28A0092B-C50C-407E-A947-70E740481C1C}">
                <a14:useLocalDpi xmlns:a14="http://schemas.microsoft.com/office/drawing/2010/main" val="0"/>
              </a:ext>
            </a:extLst>
          </a:blip>
          <a:srcRect l="15862" r="15862"/>
          <a:stretch/>
        </p:blipFill>
        <p:spPr>
          <a:xfrm>
            <a:off x="9296723" y="3077372"/>
            <a:ext cx="342900" cy="342900"/>
          </a:xfrm>
          <a:prstGeom prst="flowChartConnector">
            <a:avLst/>
          </a:prstGeom>
          <a:ln w="6350">
            <a:solidFill>
              <a:schemeClr val="tx2"/>
            </a:solidFill>
          </a:ln>
        </p:spPr>
      </p:pic>
      <p:sp>
        <p:nvSpPr>
          <p:cNvPr id="117" name="Título 1">
            <a:extLst>
              <a:ext uri="{FF2B5EF4-FFF2-40B4-BE49-F238E27FC236}">
                <a16:creationId xmlns:a16="http://schemas.microsoft.com/office/drawing/2014/main" id="{29EA7E70-4709-DE40-C903-5C39D1632EE7}"/>
              </a:ext>
            </a:extLst>
          </p:cNvPr>
          <p:cNvSpPr txBox="1">
            <a:spLocks/>
          </p:cNvSpPr>
          <p:nvPr/>
        </p:nvSpPr>
        <p:spPr>
          <a:xfrm>
            <a:off x="9810616" y="3157636"/>
            <a:ext cx="27305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8º</a:t>
            </a:r>
          </a:p>
        </p:txBody>
      </p:sp>
      <p:sp>
        <p:nvSpPr>
          <p:cNvPr id="118" name="Título 1">
            <a:extLst>
              <a:ext uri="{FF2B5EF4-FFF2-40B4-BE49-F238E27FC236}">
                <a16:creationId xmlns:a16="http://schemas.microsoft.com/office/drawing/2014/main" id="{147EAF1B-F1FB-A26D-140D-AA82FEFF2700}"/>
              </a:ext>
            </a:extLst>
          </p:cNvPr>
          <p:cNvSpPr txBox="1">
            <a:spLocks/>
          </p:cNvSpPr>
          <p:nvPr/>
        </p:nvSpPr>
        <p:spPr>
          <a:xfrm>
            <a:off x="10184583" y="3185917"/>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119" name="Retângulo: Cantos Arredondados 118">
            <a:extLst>
              <a:ext uri="{FF2B5EF4-FFF2-40B4-BE49-F238E27FC236}">
                <a16:creationId xmlns:a16="http://schemas.microsoft.com/office/drawing/2014/main" id="{61F44894-50AE-7039-3418-FC77B90169E4}"/>
              </a:ext>
            </a:extLst>
          </p:cNvPr>
          <p:cNvSpPr/>
          <p:nvPr/>
        </p:nvSpPr>
        <p:spPr>
          <a:xfrm>
            <a:off x="9188317" y="3651285"/>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20" name="Picture 3">
            <a:extLst>
              <a:ext uri="{FF2B5EF4-FFF2-40B4-BE49-F238E27FC236}">
                <a16:creationId xmlns:a16="http://schemas.microsoft.com/office/drawing/2014/main" id="{68FA4DDF-BEB5-8202-9A13-34D582750E51}"/>
              </a:ext>
            </a:extLst>
          </p:cNvPr>
          <p:cNvPicPr>
            <a:picLocks noChangeAspect="1"/>
          </p:cNvPicPr>
          <p:nvPr/>
        </p:nvPicPr>
        <p:blipFill rotWithShape="1">
          <a:blip r:embed="rId12">
            <a:extLst>
              <a:ext uri="{28A0092B-C50C-407E-A947-70E740481C1C}">
                <a14:useLocalDpi xmlns:a14="http://schemas.microsoft.com/office/drawing/2010/main" val="0"/>
              </a:ext>
            </a:extLst>
          </a:blip>
          <a:srcRect l="15862" r="15862"/>
          <a:stretch/>
        </p:blipFill>
        <p:spPr>
          <a:xfrm>
            <a:off x="9296723" y="3708027"/>
            <a:ext cx="342900" cy="342900"/>
          </a:xfrm>
          <a:prstGeom prst="flowChartConnector">
            <a:avLst/>
          </a:prstGeom>
          <a:ln w="6350">
            <a:solidFill>
              <a:schemeClr val="tx2"/>
            </a:solidFill>
          </a:ln>
        </p:spPr>
      </p:pic>
      <p:sp>
        <p:nvSpPr>
          <p:cNvPr id="121" name="Título 1">
            <a:extLst>
              <a:ext uri="{FF2B5EF4-FFF2-40B4-BE49-F238E27FC236}">
                <a16:creationId xmlns:a16="http://schemas.microsoft.com/office/drawing/2014/main" id="{5DFE0749-84C8-DE4A-EE72-8A77C0020A61}"/>
              </a:ext>
            </a:extLst>
          </p:cNvPr>
          <p:cNvSpPr txBox="1">
            <a:spLocks/>
          </p:cNvSpPr>
          <p:nvPr/>
        </p:nvSpPr>
        <p:spPr>
          <a:xfrm>
            <a:off x="9826491" y="3788291"/>
            <a:ext cx="241301"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9º</a:t>
            </a:r>
          </a:p>
        </p:txBody>
      </p:sp>
      <p:sp>
        <p:nvSpPr>
          <p:cNvPr id="122" name="Título 1">
            <a:extLst>
              <a:ext uri="{FF2B5EF4-FFF2-40B4-BE49-F238E27FC236}">
                <a16:creationId xmlns:a16="http://schemas.microsoft.com/office/drawing/2014/main" id="{95C0A8A2-B4D3-002D-11EB-82D8FD01C6D9}"/>
              </a:ext>
            </a:extLst>
          </p:cNvPr>
          <p:cNvSpPr txBox="1">
            <a:spLocks/>
          </p:cNvSpPr>
          <p:nvPr/>
        </p:nvSpPr>
        <p:spPr>
          <a:xfrm>
            <a:off x="10184583" y="3816572"/>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123" name="Retângulo: Cantos Arredondados 122">
            <a:extLst>
              <a:ext uri="{FF2B5EF4-FFF2-40B4-BE49-F238E27FC236}">
                <a16:creationId xmlns:a16="http://schemas.microsoft.com/office/drawing/2014/main" id="{29CA4D67-0BE9-6FF5-F10F-55C1BB5DF46A}"/>
              </a:ext>
            </a:extLst>
          </p:cNvPr>
          <p:cNvSpPr/>
          <p:nvPr/>
        </p:nvSpPr>
        <p:spPr>
          <a:xfrm>
            <a:off x="9188317" y="4281940"/>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24" name="Picture 3">
            <a:extLst>
              <a:ext uri="{FF2B5EF4-FFF2-40B4-BE49-F238E27FC236}">
                <a16:creationId xmlns:a16="http://schemas.microsoft.com/office/drawing/2014/main" id="{956C4B5C-84D9-12F1-0BDD-A0CAA682408F}"/>
              </a:ext>
            </a:extLst>
          </p:cNvPr>
          <p:cNvPicPr>
            <a:picLocks noChangeAspect="1"/>
          </p:cNvPicPr>
          <p:nvPr/>
        </p:nvPicPr>
        <p:blipFill rotWithShape="1">
          <a:blip r:embed="rId13">
            <a:extLst>
              <a:ext uri="{28A0092B-C50C-407E-A947-70E740481C1C}">
                <a14:useLocalDpi xmlns:a14="http://schemas.microsoft.com/office/drawing/2010/main" val="0"/>
              </a:ext>
            </a:extLst>
          </a:blip>
          <a:srcRect l="4712" r="27356"/>
          <a:stretch>
            <a:fillRect/>
          </a:stretch>
        </p:blipFill>
        <p:spPr>
          <a:xfrm>
            <a:off x="9296723" y="4338682"/>
            <a:ext cx="342900" cy="342900"/>
          </a:xfrm>
          <a:prstGeom prst="flowChartConnector">
            <a:avLst/>
          </a:prstGeom>
          <a:ln w="6350">
            <a:solidFill>
              <a:schemeClr val="tx2"/>
            </a:solidFill>
          </a:ln>
        </p:spPr>
      </p:pic>
      <p:sp>
        <p:nvSpPr>
          <p:cNvPr id="125" name="Título 1">
            <a:extLst>
              <a:ext uri="{FF2B5EF4-FFF2-40B4-BE49-F238E27FC236}">
                <a16:creationId xmlns:a16="http://schemas.microsoft.com/office/drawing/2014/main" id="{B5EA1E61-866D-5521-5E23-416138B0E276}"/>
              </a:ext>
            </a:extLst>
          </p:cNvPr>
          <p:cNvSpPr txBox="1">
            <a:spLocks/>
          </p:cNvSpPr>
          <p:nvPr/>
        </p:nvSpPr>
        <p:spPr>
          <a:xfrm>
            <a:off x="9775691" y="4418947"/>
            <a:ext cx="342900"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10º</a:t>
            </a:r>
          </a:p>
        </p:txBody>
      </p:sp>
      <p:sp>
        <p:nvSpPr>
          <p:cNvPr id="126" name="Título 1">
            <a:extLst>
              <a:ext uri="{FF2B5EF4-FFF2-40B4-BE49-F238E27FC236}">
                <a16:creationId xmlns:a16="http://schemas.microsoft.com/office/drawing/2014/main" id="{0D691855-3D60-7AC3-8D05-BD1405295295}"/>
              </a:ext>
            </a:extLst>
          </p:cNvPr>
          <p:cNvSpPr txBox="1">
            <a:spLocks/>
          </p:cNvSpPr>
          <p:nvPr/>
        </p:nvSpPr>
        <p:spPr>
          <a:xfrm>
            <a:off x="10184583" y="4447227"/>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127" name="Retângulo: Cantos Arredondados 126">
            <a:extLst>
              <a:ext uri="{FF2B5EF4-FFF2-40B4-BE49-F238E27FC236}">
                <a16:creationId xmlns:a16="http://schemas.microsoft.com/office/drawing/2014/main" id="{9DBE7D84-BB78-5D30-8446-93B276F14236}"/>
              </a:ext>
            </a:extLst>
          </p:cNvPr>
          <p:cNvSpPr/>
          <p:nvPr/>
        </p:nvSpPr>
        <p:spPr>
          <a:xfrm>
            <a:off x="9188317" y="4912595"/>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28" name="Picture 3">
            <a:extLst>
              <a:ext uri="{FF2B5EF4-FFF2-40B4-BE49-F238E27FC236}">
                <a16:creationId xmlns:a16="http://schemas.microsoft.com/office/drawing/2014/main" id="{2B7C016E-FDAF-0B09-162B-57996A443647}"/>
              </a:ext>
            </a:extLst>
          </p:cNvPr>
          <p:cNvPicPr>
            <a:picLocks noChangeAspect="1"/>
          </p:cNvPicPr>
          <p:nvPr/>
        </p:nvPicPr>
        <p:blipFill rotWithShape="1">
          <a:blip r:embed="rId14">
            <a:extLst>
              <a:ext uri="{28A0092B-C50C-407E-A947-70E740481C1C}">
                <a14:useLocalDpi xmlns:a14="http://schemas.microsoft.com/office/drawing/2010/main" val="0"/>
              </a:ext>
            </a:extLst>
          </a:blip>
          <a:srcRect l="15862" r="15862"/>
          <a:stretch/>
        </p:blipFill>
        <p:spPr>
          <a:xfrm>
            <a:off x="9296723" y="4969337"/>
            <a:ext cx="342900" cy="342900"/>
          </a:xfrm>
          <a:prstGeom prst="flowChartConnector">
            <a:avLst/>
          </a:prstGeom>
          <a:ln w="6350">
            <a:solidFill>
              <a:schemeClr val="tx2"/>
            </a:solidFill>
          </a:ln>
        </p:spPr>
      </p:pic>
      <p:sp>
        <p:nvSpPr>
          <p:cNvPr id="129" name="Título 1">
            <a:extLst>
              <a:ext uri="{FF2B5EF4-FFF2-40B4-BE49-F238E27FC236}">
                <a16:creationId xmlns:a16="http://schemas.microsoft.com/office/drawing/2014/main" id="{C6BB7BD3-D916-7A0C-56D4-EF2D4B58C83A}"/>
              </a:ext>
            </a:extLst>
          </p:cNvPr>
          <p:cNvSpPr txBox="1">
            <a:spLocks/>
          </p:cNvSpPr>
          <p:nvPr/>
        </p:nvSpPr>
        <p:spPr>
          <a:xfrm>
            <a:off x="9775691" y="5049601"/>
            <a:ext cx="342900" cy="172601"/>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11º</a:t>
            </a:r>
          </a:p>
        </p:txBody>
      </p:sp>
      <p:sp>
        <p:nvSpPr>
          <p:cNvPr id="130" name="Título 1">
            <a:extLst>
              <a:ext uri="{FF2B5EF4-FFF2-40B4-BE49-F238E27FC236}">
                <a16:creationId xmlns:a16="http://schemas.microsoft.com/office/drawing/2014/main" id="{590991CC-B54F-A268-C6FF-D030097765D1}"/>
              </a:ext>
            </a:extLst>
          </p:cNvPr>
          <p:cNvSpPr txBox="1">
            <a:spLocks/>
          </p:cNvSpPr>
          <p:nvPr/>
        </p:nvSpPr>
        <p:spPr>
          <a:xfrm>
            <a:off x="10184583" y="5077882"/>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131" name="Retângulo: Cantos Arredondados 130">
            <a:extLst>
              <a:ext uri="{FF2B5EF4-FFF2-40B4-BE49-F238E27FC236}">
                <a16:creationId xmlns:a16="http://schemas.microsoft.com/office/drawing/2014/main" id="{A1C98748-459B-632D-A20B-3DAFECE938CF}"/>
              </a:ext>
            </a:extLst>
          </p:cNvPr>
          <p:cNvSpPr/>
          <p:nvPr/>
        </p:nvSpPr>
        <p:spPr>
          <a:xfrm>
            <a:off x="9188317" y="5543249"/>
            <a:ext cx="2646496" cy="456385"/>
          </a:xfrm>
          <a:prstGeom prst="roundRect">
            <a:avLst>
              <a:gd name="adj" fmla="val 50000"/>
            </a:avLst>
          </a:prstGeom>
          <a:solidFill>
            <a:schemeClr val="bg1"/>
          </a:solidFill>
          <a:ln w="6350">
            <a:noFill/>
          </a:ln>
          <a:effectLst>
            <a:outerShdw blurRad="63500" sx="102000" sy="102000" algn="ctr" rotWithShape="0">
              <a:schemeClr val="bg1">
                <a:lumMod val="8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pic>
        <p:nvPicPr>
          <p:cNvPr id="132" name="Picture 3">
            <a:extLst>
              <a:ext uri="{FF2B5EF4-FFF2-40B4-BE49-F238E27FC236}">
                <a16:creationId xmlns:a16="http://schemas.microsoft.com/office/drawing/2014/main" id="{85ACD3A1-CE1F-AF0B-C762-EDB1F7FB5D16}"/>
              </a:ext>
            </a:extLst>
          </p:cNvPr>
          <p:cNvPicPr>
            <a:picLocks noChangeAspect="1"/>
          </p:cNvPicPr>
          <p:nvPr/>
        </p:nvPicPr>
        <p:blipFill rotWithShape="1">
          <a:blip r:embed="rId15">
            <a:extLst>
              <a:ext uri="{28A0092B-C50C-407E-A947-70E740481C1C}">
                <a14:useLocalDpi xmlns:a14="http://schemas.microsoft.com/office/drawing/2010/main" val="0"/>
              </a:ext>
            </a:extLst>
          </a:blip>
          <a:srcRect l="16034" r="16034"/>
          <a:stretch/>
        </p:blipFill>
        <p:spPr>
          <a:xfrm>
            <a:off x="9296723" y="5599991"/>
            <a:ext cx="342900" cy="342900"/>
          </a:xfrm>
          <a:prstGeom prst="flowChartConnector">
            <a:avLst/>
          </a:prstGeom>
          <a:ln w="6350">
            <a:solidFill>
              <a:schemeClr val="tx2"/>
            </a:solidFill>
          </a:ln>
        </p:spPr>
      </p:pic>
      <p:sp>
        <p:nvSpPr>
          <p:cNvPr id="133" name="Título 1">
            <a:extLst>
              <a:ext uri="{FF2B5EF4-FFF2-40B4-BE49-F238E27FC236}">
                <a16:creationId xmlns:a16="http://schemas.microsoft.com/office/drawing/2014/main" id="{A9E37006-0AF4-F8F6-0E26-FF26E2FF711B}"/>
              </a:ext>
            </a:extLst>
          </p:cNvPr>
          <p:cNvSpPr txBox="1">
            <a:spLocks/>
          </p:cNvSpPr>
          <p:nvPr/>
        </p:nvSpPr>
        <p:spPr>
          <a:xfrm>
            <a:off x="9775691" y="5680255"/>
            <a:ext cx="342900" cy="18237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pt-BR" sz="1600" dirty="0">
                <a:solidFill>
                  <a:schemeClr val="accent1"/>
                </a:solidFill>
              </a:rPr>
              <a:t>12º</a:t>
            </a:r>
          </a:p>
        </p:txBody>
      </p:sp>
      <p:sp>
        <p:nvSpPr>
          <p:cNvPr id="134" name="Título 1">
            <a:extLst>
              <a:ext uri="{FF2B5EF4-FFF2-40B4-BE49-F238E27FC236}">
                <a16:creationId xmlns:a16="http://schemas.microsoft.com/office/drawing/2014/main" id="{F1E7AC04-8A90-6E52-33C1-CBFEC4026A84}"/>
              </a:ext>
            </a:extLst>
          </p:cNvPr>
          <p:cNvSpPr txBox="1">
            <a:spLocks/>
          </p:cNvSpPr>
          <p:nvPr/>
        </p:nvSpPr>
        <p:spPr>
          <a:xfrm>
            <a:off x="10184583" y="5708536"/>
            <a:ext cx="1424806" cy="150466"/>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00" b="0" dirty="0" err="1">
                <a:latin typeface="Poppins Light" panose="00000400000000000000" pitchFamily="2" charset="0"/>
                <a:cs typeface="Poppins Light" panose="00000400000000000000" pitchFamily="2" charset="0"/>
              </a:rPr>
              <a:t>Lorem</a:t>
            </a:r>
            <a:r>
              <a:rPr lang="pt-BR" sz="1000" b="0" dirty="0">
                <a:latin typeface="Poppins Light" panose="00000400000000000000" pitchFamily="2" charset="0"/>
                <a:cs typeface="Poppins Light" panose="00000400000000000000" pitchFamily="2" charset="0"/>
              </a:rPr>
              <a:t> ipsum </a:t>
            </a:r>
            <a:r>
              <a:rPr lang="pt-BR" sz="1000" b="0" dirty="0" err="1">
                <a:latin typeface="Poppins Light" panose="00000400000000000000" pitchFamily="2" charset="0"/>
                <a:cs typeface="Poppins Light" panose="00000400000000000000" pitchFamily="2" charset="0"/>
              </a:rPr>
              <a:t>dolor</a:t>
            </a:r>
            <a:r>
              <a:rPr lang="pt-BR" sz="1000" b="0" dirty="0">
                <a:latin typeface="Poppins Light" panose="00000400000000000000" pitchFamily="2" charset="0"/>
                <a:cs typeface="Poppins Light" panose="00000400000000000000" pitchFamily="2" charset="0"/>
              </a:rPr>
              <a:t> </a:t>
            </a:r>
            <a:r>
              <a:rPr lang="pt-BR" sz="1000" b="0" dirty="0" err="1">
                <a:latin typeface="Poppins Light" panose="00000400000000000000" pitchFamily="2" charset="0"/>
                <a:cs typeface="Poppins Light" panose="00000400000000000000" pitchFamily="2" charset="0"/>
              </a:rPr>
              <a:t>sit</a:t>
            </a:r>
            <a:endParaRPr lang="pt-BR" sz="1000" b="0" dirty="0">
              <a:latin typeface="Poppins Light" panose="00000400000000000000" pitchFamily="2" charset="0"/>
              <a:cs typeface="Poppins Light" panose="00000400000000000000" pitchFamily="2" charset="0"/>
            </a:endParaRPr>
          </a:p>
        </p:txBody>
      </p:sp>
      <p:sp>
        <p:nvSpPr>
          <p:cNvPr id="3" name="Rectangle 2">
            <a:extLst>
              <a:ext uri="{FF2B5EF4-FFF2-40B4-BE49-F238E27FC236}">
                <a16:creationId xmlns:a16="http://schemas.microsoft.com/office/drawing/2014/main" id="{D9DF8752-9995-445D-0F39-B3181E27A206}"/>
              </a:ext>
            </a:extLst>
          </p:cNvPr>
          <p:cNvSpPr/>
          <p:nvPr/>
        </p:nvSpPr>
        <p:spPr>
          <a:xfrm>
            <a:off x="10971363" y="2044891"/>
            <a:ext cx="2271860" cy="7808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tx1"/>
                </a:solidFill>
                <a:latin typeface="Source Serif Pro" panose="02040603050405020204" pitchFamily="18" charset="0"/>
                <a:ea typeface="Source Serif Pro" panose="02040603050405020204" pitchFamily="18" charset="0"/>
              </a:rPr>
              <a:t>Buscar ranking</a:t>
            </a:r>
          </a:p>
        </p:txBody>
      </p:sp>
      <p:sp>
        <p:nvSpPr>
          <p:cNvPr id="19" name="TextBox 18">
            <a:extLst>
              <a:ext uri="{FF2B5EF4-FFF2-40B4-BE49-F238E27FC236}">
                <a16:creationId xmlns:a16="http://schemas.microsoft.com/office/drawing/2014/main" id="{360CBF48-EEDF-92AF-34B0-C58DE56A5AB9}"/>
              </a:ext>
            </a:extLst>
          </p:cNvPr>
          <p:cNvSpPr txBox="1"/>
          <p:nvPr/>
        </p:nvSpPr>
        <p:spPr>
          <a:xfrm>
            <a:off x="2536825" y="3854077"/>
            <a:ext cx="1203325" cy="231602"/>
          </a:xfrm>
          <a:prstGeom prst="rect">
            <a:avLst/>
          </a:prstGeom>
          <a:solidFill>
            <a:schemeClr val="bg1"/>
          </a:solidFill>
        </p:spPr>
        <p:txBody>
          <a:bodyPr wrap="square" lIns="0" tIns="0" rIns="0" bIns="0" rtlCol="0">
            <a:spAutoFit/>
          </a:bodyPr>
          <a:lstStyle/>
          <a:p>
            <a:pPr algn="l">
              <a:lnSpc>
                <a:spcPct val="110000"/>
              </a:lnSpc>
              <a:spcAft>
                <a:spcPts val="800"/>
              </a:spcAft>
            </a:pPr>
            <a:r>
              <a:rPr lang="pt-BR" sz="1000" b="1" dirty="0">
                <a:latin typeface="Source Serif Pro" panose="02040603050405020204" pitchFamily="18" charset="0"/>
                <a:ea typeface="Source Serif Pro" panose="02040603050405020204" pitchFamily="18" charset="0"/>
              </a:rPr>
              <a:t>CAGR 23-25: </a:t>
            </a:r>
            <a:r>
              <a:rPr lang="pt-BR" sz="1050" b="1" dirty="0">
                <a:latin typeface="Source Serif Pro" panose="02040603050405020204" pitchFamily="18" charset="0"/>
                <a:ea typeface="Source Serif Pro" panose="02040603050405020204" pitchFamily="18" charset="0"/>
              </a:rPr>
              <a:t>+</a:t>
            </a:r>
            <a:r>
              <a:rPr lang="pt-BR" sz="1400" b="1" dirty="0">
                <a:latin typeface="Source Serif Pro" panose="02040603050405020204" pitchFamily="18" charset="0"/>
                <a:ea typeface="Source Serif Pro" panose="02040603050405020204" pitchFamily="18" charset="0"/>
              </a:rPr>
              <a:t>9,8</a:t>
            </a:r>
            <a:r>
              <a:rPr lang="pt-BR" sz="1050" b="1" dirty="0">
                <a:latin typeface="Source Serif Pro" panose="02040603050405020204" pitchFamily="18" charset="0"/>
                <a:ea typeface="Source Serif Pro" panose="02040603050405020204" pitchFamily="18" charset="0"/>
              </a:rPr>
              <a:t>%</a:t>
            </a:r>
          </a:p>
        </p:txBody>
      </p:sp>
    </p:spTree>
    <p:extLst>
      <p:ext uri="{BB962C8B-B14F-4D97-AF65-F5344CB8AC3E}">
        <p14:creationId xmlns:p14="http://schemas.microsoft.com/office/powerpoint/2010/main" val="428359363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D75B6A9-79B9-F46A-AEF9-2D2E927E0A90}"/>
            </a:ext>
          </a:extLst>
        </p:cNvPr>
        <p:cNvGrpSpPr/>
        <p:nvPr/>
      </p:nvGrpSpPr>
      <p:grpSpPr>
        <a:xfrm>
          <a:off x="0" y="0"/>
          <a:ext cx="0" cy="0"/>
          <a:chOff x="0" y="0"/>
          <a:chExt cx="0" cy="0"/>
        </a:xfrm>
      </p:grpSpPr>
      <p:sp>
        <p:nvSpPr>
          <p:cNvPr id="138" name="Retângulo: Cantos Arredondados 137">
            <a:extLst>
              <a:ext uri="{FF2B5EF4-FFF2-40B4-BE49-F238E27FC236}">
                <a16:creationId xmlns:a16="http://schemas.microsoft.com/office/drawing/2014/main" id="{7B87A40E-397F-59DC-C64B-FED5A9B6C76B}"/>
              </a:ext>
            </a:extLst>
          </p:cNvPr>
          <p:cNvSpPr/>
          <p:nvPr/>
        </p:nvSpPr>
        <p:spPr>
          <a:xfrm>
            <a:off x="10775852" y="2116129"/>
            <a:ext cx="1023773" cy="252090"/>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7" name="Retângulo: Cantos Arredondados 136">
            <a:extLst>
              <a:ext uri="{FF2B5EF4-FFF2-40B4-BE49-F238E27FC236}">
                <a16:creationId xmlns:a16="http://schemas.microsoft.com/office/drawing/2014/main" id="{56B238D5-965A-7841-66A4-77C2C0945C9A}"/>
              </a:ext>
            </a:extLst>
          </p:cNvPr>
          <p:cNvSpPr/>
          <p:nvPr/>
        </p:nvSpPr>
        <p:spPr>
          <a:xfrm>
            <a:off x="9138799" y="2116129"/>
            <a:ext cx="959329" cy="252090"/>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6" name="Retângulo: Cantos Arredondados 135">
            <a:extLst>
              <a:ext uri="{FF2B5EF4-FFF2-40B4-BE49-F238E27FC236}">
                <a16:creationId xmlns:a16="http://schemas.microsoft.com/office/drawing/2014/main" id="{C0F64F6C-013A-2DAB-6780-A14A20672177}"/>
              </a:ext>
            </a:extLst>
          </p:cNvPr>
          <p:cNvSpPr/>
          <p:nvPr/>
        </p:nvSpPr>
        <p:spPr>
          <a:xfrm>
            <a:off x="7279022" y="2116129"/>
            <a:ext cx="1225179" cy="252090"/>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02" name="Retângulo 101">
            <a:extLst>
              <a:ext uri="{FF2B5EF4-FFF2-40B4-BE49-F238E27FC236}">
                <a16:creationId xmlns:a16="http://schemas.microsoft.com/office/drawing/2014/main" id="{001894B3-D3C3-776C-E5CA-51850D9756F7}"/>
              </a:ext>
            </a:extLst>
          </p:cNvPr>
          <p:cNvSpPr/>
          <p:nvPr/>
        </p:nvSpPr>
        <p:spPr>
          <a:xfrm>
            <a:off x="0" y="-1"/>
            <a:ext cx="12251267" cy="186679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bg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269E9CDB-6DF3-E9B5-BD3C-80F7EEE0D4C2}"/>
              </a:ext>
            </a:extLst>
          </p:cNvPr>
          <p:cNvSpPr>
            <a:spLocks noGrp="1"/>
          </p:cNvSpPr>
          <p:nvPr>
            <p:ph type="title"/>
          </p:nvPr>
        </p:nvSpPr>
        <p:spPr/>
        <p:txBody>
          <a:bodyPr/>
          <a:lstStyle/>
          <a:p>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r>
              <a:rPr lang="en-US" dirty="0" err="1">
                <a:solidFill>
                  <a:schemeClr val="bg1"/>
                </a:solidFill>
              </a:rPr>
              <a:t>elit</a:t>
            </a:r>
            <a:endParaRPr lang="pt-BR" dirty="0">
              <a:solidFill>
                <a:schemeClr val="bg1"/>
              </a:solidFill>
            </a:endParaRPr>
          </a:p>
        </p:txBody>
      </p:sp>
      <p:sp>
        <p:nvSpPr>
          <p:cNvPr id="5" name="Espaço Reservado para Conteúdo 4">
            <a:extLst>
              <a:ext uri="{FF2B5EF4-FFF2-40B4-BE49-F238E27FC236}">
                <a16:creationId xmlns:a16="http://schemas.microsoft.com/office/drawing/2014/main" id="{5C37429C-6585-9C5C-A7A6-3C6DFF119DEC}"/>
              </a:ext>
            </a:extLst>
          </p:cNvPr>
          <p:cNvSpPr>
            <a:spLocks noGrp="1"/>
          </p:cNvSpPr>
          <p:nvPr>
            <p:ph sz="quarter" idx="13"/>
          </p:nvPr>
        </p:nvSpPr>
        <p:spPr>
          <a:xfrm>
            <a:off x="731838" y="1052961"/>
            <a:ext cx="11102975" cy="215503"/>
          </a:xfrm>
        </p:spPr>
        <p:txBody>
          <a:bodyPr/>
          <a:lstStyle/>
          <a:p>
            <a:r>
              <a:rPr lang="en-US" dirty="0">
                <a:solidFill>
                  <a:schemeClr val="bg1"/>
                </a:solidFill>
              </a:rPr>
              <a:t>Lorem ipsum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r>
              <a:rPr lang="en-US" dirty="0" err="1">
                <a:solidFill>
                  <a:schemeClr val="bg1"/>
                </a:solidFill>
              </a:rPr>
              <a:t>elit</a:t>
            </a:r>
            <a:r>
              <a:rPr lang="en-US" dirty="0">
                <a:solidFill>
                  <a:schemeClr val="bg1"/>
                </a:solidFill>
              </a:rPr>
              <a:t> lorem </a:t>
            </a:r>
            <a:r>
              <a:rPr lang="en-US" dirty="0" err="1">
                <a:solidFill>
                  <a:schemeClr val="bg1"/>
                </a:solidFill>
              </a:rPr>
              <a:t>ispum</a:t>
            </a:r>
            <a:r>
              <a:rPr lang="en-US" dirty="0">
                <a:solidFill>
                  <a:schemeClr val="bg1"/>
                </a:solidFill>
              </a:rPr>
              <a:t> dolor sit </a:t>
            </a:r>
            <a:r>
              <a:rPr lang="en-US" dirty="0" err="1">
                <a:solidFill>
                  <a:schemeClr val="bg1"/>
                </a:solidFill>
              </a:rPr>
              <a:t>amet</a:t>
            </a:r>
            <a:r>
              <a:rPr lang="en-US" dirty="0">
                <a:solidFill>
                  <a:schemeClr val="bg1"/>
                </a:solidFill>
              </a:rPr>
              <a:t> </a:t>
            </a:r>
            <a:r>
              <a:rPr lang="en-US" dirty="0" err="1">
                <a:solidFill>
                  <a:schemeClr val="bg1"/>
                </a:solidFill>
              </a:rPr>
              <a:t>consectetur</a:t>
            </a:r>
            <a:r>
              <a:rPr lang="en-US" dirty="0">
                <a:solidFill>
                  <a:schemeClr val="bg1"/>
                </a:solidFill>
              </a:rPr>
              <a:t> </a:t>
            </a:r>
            <a:r>
              <a:rPr lang="en-US" dirty="0" err="1">
                <a:solidFill>
                  <a:schemeClr val="bg1"/>
                </a:solidFill>
              </a:rPr>
              <a:t>adisciping</a:t>
            </a:r>
            <a:r>
              <a:rPr lang="en-US" dirty="0">
                <a:solidFill>
                  <a:schemeClr val="bg1"/>
                </a:solidFill>
              </a:rPr>
              <a:t> </a:t>
            </a:r>
          </a:p>
        </p:txBody>
      </p:sp>
      <p:sp>
        <p:nvSpPr>
          <p:cNvPr id="10" name="Espaço Reservado para Texto 9">
            <a:extLst>
              <a:ext uri="{FF2B5EF4-FFF2-40B4-BE49-F238E27FC236}">
                <a16:creationId xmlns:a16="http://schemas.microsoft.com/office/drawing/2014/main" id="{F78484AD-4FBA-29FE-8308-B7810B23E493}"/>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9522E9A7-7E60-2472-B6D6-2901D7525C6C}"/>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9</a:t>
            </a:fld>
            <a:endParaRPr lang="en-US" dirty="0">
              <a:latin typeface="Poppins Light" panose="00000400000000000000" pitchFamily="2" charset="0"/>
              <a:cs typeface="Poppins Light" panose="00000400000000000000" pitchFamily="2" charset="0"/>
            </a:endParaRPr>
          </a:p>
        </p:txBody>
      </p:sp>
      <p:sp>
        <p:nvSpPr>
          <p:cNvPr id="3" name="Título 1">
            <a:extLst>
              <a:ext uri="{FF2B5EF4-FFF2-40B4-BE49-F238E27FC236}">
                <a16:creationId xmlns:a16="http://schemas.microsoft.com/office/drawing/2014/main" id="{A41A57FA-B6BD-BA69-8775-C251B8DC1F40}"/>
              </a:ext>
            </a:extLst>
          </p:cNvPr>
          <p:cNvSpPr txBox="1">
            <a:spLocks/>
          </p:cNvSpPr>
          <p:nvPr/>
        </p:nvSpPr>
        <p:spPr>
          <a:xfrm>
            <a:off x="731838" y="1526894"/>
            <a:ext cx="6905704" cy="21550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400" dirty="0">
                <a:solidFill>
                  <a:schemeClr val="bg1"/>
                </a:solidFill>
                <a:latin typeface="Poppins SemiBold" panose="00000700000000000000" pitchFamily="2" charset="0"/>
                <a:cs typeface="Poppins SemiBold" panose="00000700000000000000" pitchFamily="2" charset="0"/>
              </a:rPr>
              <a:t>Global transition is reshaping mineral demands and Brazil sits at </a:t>
            </a:r>
            <a:r>
              <a:rPr lang="en-US" sz="1400" dirty="0" err="1">
                <a:solidFill>
                  <a:schemeClr val="bg1"/>
                </a:solidFill>
                <a:latin typeface="Poppins SemiBold" panose="00000700000000000000" pitchFamily="2" charset="0"/>
                <a:cs typeface="Poppins SemiBold" panose="00000700000000000000" pitchFamily="2" charset="0"/>
              </a:rPr>
              <a:t>centet</a:t>
            </a:r>
            <a:r>
              <a:rPr lang="en-US" sz="1400" dirty="0">
                <a:solidFill>
                  <a:schemeClr val="bg1"/>
                </a:solidFill>
                <a:latin typeface="Poppins SemiBold" panose="00000700000000000000" pitchFamily="2" charset="0"/>
                <a:cs typeface="Poppins SemiBold" panose="00000700000000000000" pitchFamily="2" charset="0"/>
              </a:rPr>
              <a:t> of it</a:t>
            </a:r>
          </a:p>
        </p:txBody>
      </p:sp>
      <p:sp>
        <p:nvSpPr>
          <p:cNvPr id="18" name="Retângulo: Cantos Superiores Arredondados 17">
            <a:extLst>
              <a:ext uri="{FF2B5EF4-FFF2-40B4-BE49-F238E27FC236}">
                <a16:creationId xmlns:a16="http://schemas.microsoft.com/office/drawing/2014/main" id="{7FBB854B-51F1-1A59-6414-116C01FDF028}"/>
              </a:ext>
            </a:extLst>
          </p:cNvPr>
          <p:cNvSpPr/>
          <p:nvPr/>
        </p:nvSpPr>
        <p:spPr>
          <a:xfrm>
            <a:off x="3347629" y="2543271"/>
            <a:ext cx="1281392" cy="3478117"/>
          </a:xfrm>
          <a:prstGeom prst="round2SameRect">
            <a:avLst>
              <a:gd name="adj1" fmla="val 7622"/>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7" name="Retângulo: Cantos Superiores Arredondados 16">
            <a:extLst>
              <a:ext uri="{FF2B5EF4-FFF2-40B4-BE49-F238E27FC236}">
                <a16:creationId xmlns:a16="http://schemas.microsoft.com/office/drawing/2014/main" id="{0C7E4556-C4E9-FA7F-DA7F-0E926239C61A}"/>
              </a:ext>
            </a:extLst>
          </p:cNvPr>
          <p:cNvSpPr/>
          <p:nvPr/>
        </p:nvSpPr>
        <p:spPr>
          <a:xfrm>
            <a:off x="1959976" y="3203670"/>
            <a:ext cx="1281392" cy="2817718"/>
          </a:xfrm>
          <a:prstGeom prst="round2SameRect">
            <a:avLst>
              <a:gd name="adj1" fmla="val 7622"/>
              <a:gd name="adj2" fmla="val 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 name="Retângulo: Cantos Superiores Arredondados 12">
            <a:extLst>
              <a:ext uri="{FF2B5EF4-FFF2-40B4-BE49-F238E27FC236}">
                <a16:creationId xmlns:a16="http://schemas.microsoft.com/office/drawing/2014/main" id="{2BB819D2-93EF-C414-1DB5-9976EC4CE658}"/>
              </a:ext>
            </a:extLst>
          </p:cNvPr>
          <p:cNvSpPr/>
          <p:nvPr/>
        </p:nvSpPr>
        <p:spPr>
          <a:xfrm>
            <a:off x="572322" y="3948930"/>
            <a:ext cx="1281392" cy="2073179"/>
          </a:xfrm>
          <a:prstGeom prst="round2SameRect">
            <a:avLst>
              <a:gd name="adj1" fmla="val 7622"/>
              <a:gd name="adj2" fmla="val 0"/>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9" name="Título 1">
            <a:extLst>
              <a:ext uri="{FF2B5EF4-FFF2-40B4-BE49-F238E27FC236}">
                <a16:creationId xmlns:a16="http://schemas.microsoft.com/office/drawing/2014/main" id="{5A76F2F9-226B-EF5E-156B-363B1625F910}"/>
              </a:ext>
            </a:extLst>
          </p:cNvPr>
          <p:cNvSpPr txBox="1">
            <a:spLocks/>
          </p:cNvSpPr>
          <p:nvPr/>
        </p:nvSpPr>
        <p:spPr>
          <a:xfrm>
            <a:off x="731838" y="2112850"/>
            <a:ext cx="2005012" cy="31496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100" dirty="0">
                <a:solidFill>
                  <a:schemeClr val="tx1"/>
                </a:solidFill>
                <a:latin typeface="Poppins SemiBold" panose="00000700000000000000" pitchFamily="2" charset="0"/>
                <a:cs typeface="Poppins SemiBold" panose="00000700000000000000" pitchFamily="2" charset="0"/>
              </a:rPr>
              <a:t>Lorem ipsum dolor sit </a:t>
            </a:r>
            <a:r>
              <a:rPr lang="en-US" sz="1100" dirty="0" err="1">
                <a:solidFill>
                  <a:schemeClr val="tx1"/>
                </a:solidFill>
                <a:latin typeface="Poppins SemiBold" panose="00000700000000000000" pitchFamily="2" charset="0"/>
                <a:cs typeface="Poppins SemiBold" panose="00000700000000000000" pitchFamily="2" charset="0"/>
              </a:rPr>
              <a:t>amet</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consectetur</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adisciping</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elit</a:t>
            </a:r>
            <a:endParaRPr lang="en-US" sz="1100" dirty="0">
              <a:solidFill>
                <a:schemeClr val="tx1"/>
              </a:solidFill>
              <a:latin typeface="Poppins SemiBold" panose="00000700000000000000" pitchFamily="2" charset="0"/>
              <a:cs typeface="Poppins SemiBold" panose="00000700000000000000" pitchFamily="2" charset="0"/>
            </a:endParaRPr>
          </a:p>
        </p:txBody>
      </p:sp>
      <p:sp>
        <p:nvSpPr>
          <p:cNvPr id="21" name="Título 1">
            <a:extLst>
              <a:ext uri="{FF2B5EF4-FFF2-40B4-BE49-F238E27FC236}">
                <a16:creationId xmlns:a16="http://schemas.microsoft.com/office/drawing/2014/main" id="{902B9D61-0DFB-8F58-E669-2A5642855E93}"/>
              </a:ext>
            </a:extLst>
          </p:cNvPr>
          <p:cNvSpPr txBox="1">
            <a:spLocks/>
          </p:cNvSpPr>
          <p:nvPr/>
        </p:nvSpPr>
        <p:spPr>
          <a:xfrm>
            <a:off x="731838" y="2516080"/>
            <a:ext cx="1630362" cy="41973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a:t>
            </a:r>
          </a:p>
        </p:txBody>
      </p:sp>
      <p:grpSp>
        <p:nvGrpSpPr>
          <p:cNvPr id="22" name="Agrupar 21">
            <a:extLst>
              <a:ext uri="{FF2B5EF4-FFF2-40B4-BE49-F238E27FC236}">
                <a16:creationId xmlns:a16="http://schemas.microsoft.com/office/drawing/2014/main" id="{9D9A864C-8062-9A99-A59E-4E8A7E059D86}"/>
              </a:ext>
            </a:extLst>
          </p:cNvPr>
          <p:cNvGrpSpPr/>
          <p:nvPr/>
        </p:nvGrpSpPr>
        <p:grpSpPr>
          <a:xfrm>
            <a:off x="7212982" y="2595988"/>
            <a:ext cx="1357631" cy="1361104"/>
            <a:chOff x="731838" y="2600906"/>
            <a:chExt cx="3389585" cy="3398255"/>
          </a:xfrm>
          <a:solidFill>
            <a:schemeClr val="accent2"/>
          </a:solidFill>
        </p:grpSpPr>
        <p:sp>
          <p:nvSpPr>
            <p:cNvPr id="23" name="Freeform 4">
              <a:extLst>
                <a:ext uri="{FF2B5EF4-FFF2-40B4-BE49-F238E27FC236}">
                  <a16:creationId xmlns:a16="http://schemas.microsoft.com/office/drawing/2014/main" id="{357B6C4A-5274-6783-40BF-3C70B76117DF}"/>
                </a:ext>
              </a:extLst>
            </p:cNvPr>
            <p:cNvSpPr>
              <a:spLocks noChangeAspect="1"/>
            </p:cNvSpPr>
            <p:nvPr/>
          </p:nvSpPr>
          <p:spPr bwMode="auto">
            <a:xfrm>
              <a:off x="2391199" y="2692405"/>
              <a:ext cx="438953" cy="493898"/>
            </a:xfrm>
            <a:custGeom>
              <a:avLst/>
              <a:gdLst/>
              <a:ahLst/>
              <a:cxnLst>
                <a:cxn ang="0">
                  <a:pos x="474" y="92"/>
                </a:cxn>
                <a:cxn ang="0">
                  <a:pos x="456" y="60"/>
                </a:cxn>
                <a:cxn ang="0">
                  <a:pos x="422" y="23"/>
                </a:cxn>
                <a:cxn ang="0">
                  <a:pos x="376" y="69"/>
                </a:cxn>
                <a:cxn ang="0">
                  <a:pos x="349" y="132"/>
                </a:cxn>
                <a:cxn ang="0">
                  <a:pos x="307" y="205"/>
                </a:cxn>
                <a:cxn ang="0">
                  <a:pos x="278" y="255"/>
                </a:cxn>
                <a:cxn ang="0">
                  <a:pos x="232" y="280"/>
                </a:cxn>
                <a:cxn ang="0">
                  <a:pos x="184" y="263"/>
                </a:cxn>
                <a:cxn ang="0">
                  <a:pos x="151" y="257"/>
                </a:cxn>
                <a:cxn ang="0">
                  <a:pos x="73" y="267"/>
                </a:cxn>
                <a:cxn ang="0">
                  <a:pos x="30" y="253"/>
                </a:cxn>
                <a:cxn ang="0">
                  <a:pos x="2" y="269"/>
                </a:cxn>
                <a:cxn ang="0">
                  <a:pos x="13" y="315"/>
                </a:cxn>
                <a:cxn ang="0">
                  <a:pos x="50" y="326"/>
                </a:cxn>
                <a:cxn ang="0">
                  <a:pos x="82" y="344"/>
                </a:cxn>
                <a:cxn ang="0">
                  <a:pos x="109" y="357"/>
                </a:cxn>
                <a:cxn ang="0">
                  <a:pos x="134" y="374"/>
                </a:cxn>
                <a:cxn ang="0">
                  <a:pos x="161" y="393"/>
                </a:cxn>
                <a:cxn ang="0">
                  <a:pos x="176" y="420"/>
                </a:cxn>
                <a:cxn ang="0">
                  <a:pos x="188" y="453"/>
                </a:cxn>
                <a:cxn ang="0">
                  <a:pos x="218" y="470"/>
                </a:cxn>
                <a:cxn ang="0">
                  <a:pos x="222" y="507"/>
                </a:cxn>
                <a:cxn ang="0">
                  <a:pos x="232" y="539"/>
                </a:cxn>
                <a:cxn ang="0">
                  <a:pos x="245" y="564"/>
                </a:cxn>
                <a:cxn ang="0">
                  <a:pos x="257" y="593"/>
                </a:cxn>
                <a:cxn ang="0">
                  <a:pos x="274" y="628"/>
                </a:cxn>
                <a:cxn ang="0">
                  <a:pos x="291" y="654"/>
                </a:cxn>
                <a:cxn ang="0">
                  <a:pos x="307" y="676"/>
                </a:cxn>
                <a:cxn ang="0">
                  <a:pos x="339" y="697"/>
                </a:cxn>
                <a:cxn ang="0">
                  <a:pos x="358" y="716"/>
                </a:cxn>
                <a:cxn ang="0">
                  <a:pos x="364" y="695"/>
                </a:cxn>
                <a:cxn ang="0">
                  <a:pos x="378" y="687"/>
                </a:cxn>
                <a:cxn ang="0">
                  <a:pos x="389" y="664"/>
                </a:cxn>
                <a:cxn ang="0">
                  <a:pos x="433" y="591"/>
                </a:cxn>
                <a:cxn ang="0">
                  <a:pos x="497" y="535"/>
                </a:cxn>
                <a:cxn ang="0">
                  <a:pos x="539" y="511"/>
                </a:cxn>
                <a:cxn ang="0">
                  <a:pos x="579" y="468"/>
                </a:cxn>
                <a:cxn ang="0">
                  <a:pos x="619" y="426"/>
                </a:cxn>
                <a:cxn ang="0">
                  <a:pos x="635" y="380"/>
                </a:cxn>
                <a:cxn ang="0">
                  <a:pos x="614" y="345"/>
                </a:cxn>
                <a:cxn ang="0">
                  <a:pos x="547" y="315"/>
                </a:cxn>
                <a:cxn ang="0">
                  <a:pos x="525" y="263"/>
                </a:cxn>
                <a:cxn ang="0">
                  <a:pos x="510" y="221"/>
                </a:cxn>
                <a:cxn ang="0">
                  <a:pos x="504" y="198"/>
                </a:cxn>
                <a:cxn ang="0">
                  <a:pos x="481" y="140"/>
                </a:cxn>
              </a:cxnLst>
              <a:rect l="0" t="0" r="r" b="b"/>
              <a:pathLst>
                <a:path w="635" h="716">
                  <a:moveTo>
                    <a:pt x="481" y="140"/>
                  </a:moveTo>
                  <a:lnTo>
                    <a:pt x="483" y="117"/>
                  </a:lnTo>
                  <a:lnTo>
                    <a:pt x="474" y="92"/>
                  </a:lnTo>
                  <a:lnTo>
                    <a:pt x="447" y="107"/>
                  </a:lnTo>
                  <a:lnTo>
                    <a:pt x="456" y="86"/>
                  </a:lnTo>
                  <a:lnTo>
                    <a:pt x="456" y="60"/>
                  </a:lnTo>
                  <a:lnTo>
                    <a:pt x="441" y="27"/>
                  </a:lnTo>
                  <a:lnTo>
                    <a:pt x="416" y="0"/>
                  </a:lnTo>
                  <a:lnTo>
                    <a:pt x="422" y="23"/>
                  </a:lnTo>
                  <a:lnTo>
                    <a:pt x="422" y="42"/>
                  </a:lnTo>
                  <a:lnTo>
                    <a:pt x="399" y="48"/>
                  </a:lnTo>
                  <a:lnTo>
                    <a:pt x="376" y="69"/>
                  </a:lnTo>
                  <a:lnTo>
                    <a:pt x="341" y="92"/>
                  </a:lnTo>
                  <a:lnTo>
                    <a:pt x="349" y="107"/>
                  </a:lnTo>
                  <a:lnTo>
                    <a:pt x="349" y="132"/>
                  </a:lnTo>
                  <a:lnTo>
                    <a:pt x="324" y="150"/>
                  </a:lnTo>
                  <a:lnTo>
                    <a:pt x="316" y="173"/>
                  </a:lnTo>
                  <a:lnTo>
                    <a:pt x="307" y="205"/>
                  </a:lnTo>
                  <a:lnTo>
                    <a:pt x="307" y="225"/>
                  </a:lnTo>
                  <a:lnTo>
                    <a:pt x="286" y="238"/>
                  </a:lnTo>
                  <a:lnTo>
                    <a:pt x="278" y="255"/>
                  </a:lnTo>
                  <a:lnTo>
                    <a:pt x="268" y="267"/>
                  </a:lnTo>
                  <a:lnTo>
                    <a:pt x="253" y="278"/>
                  </a:lnTo>
                  <a:lnTo>
                    <a:pt x="232" y="280"/>
                  </a:lnTo>
                  <a:lnTo>
                    <a:pt x="211" y="280"/>
                  </a:lnTo>
                  <a:lnTo>
                    <a:pt x="205" y="263"/>
                  </a:lnTo>
                  <a:lnTo>
                    <a:pt x="184" y="263"/>
                  </a:lnTo>
                  <a:lnTo>
                    <a:pt x="170" y="263"/>
                  </a:lnTo>
                  <a:lnTo>
                    <a:pt x="163" y="246"/>
                  </a:lnTo>
                  <a:lnTo>
                    <a:pt x="151" y="257"/>
                  </a:lnTo>
                  <a:lnTo>
                    <a:pt x="126" y="267"/>
                  </a:lnTo>
                  <a:lnTo>
                    <a:pt x="101" y="267"/>
                  </a:lnTo>
                  <a:lnTo>
                    <a:pt x="73" y="267"/>
                  </a:lnTo>
                  <a:lnTo>
                    <a:pt x="57" y="253"/>
                  </a:lnTo>
                  <a:lnTo>
                    <a:pt x="44" y="246"/>
                  </a:lnTo>
                  <a:lnTo>
                    <a:pt x="30" y="253"/>
                  </a:lnTo>
                  <a:lnTo>
                    <a:pt x="11" y="250"/>
                  </a:lnTo>
                  <a:lnTo>
                    <a:pt x="5" y="257"/>
                  </a:lnTo>
                  <a:lnTo>
                    <a:pt x="2" y="269"/>
                  </a:lnTo>
                  <a:lnTo>
                    <a:pt x="0" y="282"/>
                  </a:lnTo>
                  <a:lnTo>
                    <a:pt x="2" y="301"/>
                  </a:lnTo>
                  <a:lnTo>
                    <a:pt x="13" y="315"/>
                  </a:lnTo>
                  <a:lnTo>
                    <a:pt x="27" y="324"/>
                  </a:lnTo>
                  <a:lnTo>
                    <a:pt x="40" y="326"/>
                  </a:lnTo>
                  <a:lnTo>
                    <a:pt x="50" y="326"/>
                  </a:lnTo>
                  <a:lnTo>
                    <a:pt x="63" y="328"/>
                  </a:lnTo>
                  <a:lnTo>
                    <a:pt x="75" y="336"/>
                  </a:lnTo>
                  <a:lnTo>
                    <a:pt x="82" y="344"/>
                  </a:lnTo>
                  <a:lnTo>
                    <a:pt x="92" y="347"/>
                  </a:lnTo>
                  <a:lnTo>
                    <a:pt x="101" y="351"/>
                  </a:lnTo>
                  <a:lnTo>
                    <a:pt x="109" y="357"/>
                  </a:lnTo>
                  <a:lnTo>
                    <a:pt x="115" y="367"/>
                  </a:lnTo>
                  <a:lnTo>
                    <a:pt x="122" y="374"/>
                  </a:lnTo>
                  <a:lnTo>
                    <a:pt x="134" y="374"/>
                  </a:lnTo>
                  <a:lnTo>
                    <a:pt x="147" y="374"/>
                  </a:lnTo>
                  <a:lnTo>
                    <a:pt x="157" y="382"/>
                  </a:lnTo>
                  <a:lnTo>
                    <a:pt x="161" y="393"/>
                  </a:lnTo>
                  <a:lnTo>
                    <a:pt x="161" y="407"/>
                  </a:lnTo>
                  <a:lnTo>
                    <a:pt x="169" y="416"/>
                  </a:lnTo>
                  <a:lnTo>
                    <a:pt x="176" y="420"/>
                  </a:lnTo>
                  <a:lnTo>
                    <a:pt x="182" y="432"/>
                  </a:lnTo>
                  <a:lnTo>
                    <a:pt x="186" y="441"/>
                  </a:lnTo>
                  <a:lnTo>
                    <a:pt x="188" y="453"/>
                  </a:lnTo>
                  <a:lnTo>
                    <a:pt x="199" y="459"/>
                  </a:lnTo>
                  <a:lnTo>
                    <a:pt x="207" y="464"/>
                  </a:lnTo>
                  <a:lnTo>
                    <a:pt x="218" y="470"/>
                  </a:lnTo>
                  <a:lnTo>
                    <a:pt x="222" y="486"/>
                  </a:lnTo>
                  <a:lnTo>
                    <a:pt x="220" y="493"/>
                  </a:lnTo>
                  <a:lnTo>
                    <a:pt x="222" y="507"/>
                  </a:lnTo>
                  <a:lnTo>
                    <a:pt x="232" y="511"/>
                  </a:lnTo>
                  <a:lnTo>
                    <a:pt x="232" y="524"/>
                  </a:lnTo>
                  <a:lnTo>
                    <a:pt x="232" y="539"/>
                  </a:lnTo>
                  <a:lnTo>
                    <a:pt x="236" y="547"/>
                  </a:lnTo>
                  <a:lnTo>
                    <a:pt x="236" y="560"/>
                  </a:lnTo>
                  <a:lnTo>
                    <a:pt x="245" y="564"/>
                  </a:lnTo>
                  <a:lnTo>
                    <a:pt x="251" y="574"/>
                  </a:lnTo>
                  <a:lnTo>
                    <a:pt x="251" y="585"/>
                  </a:lnTo>
                  <a:lnTo>
                    <a:pt x="257" y="593"/>
                  </a:lnTo>
                  <a:lnTo>
                    <a:pt x="264" y="603"/>
                  </a:lnTo>
                  <a:lnTo>
                    <a:pt x="274" y="612"/>
                  </a:lnTo>
                  <a:lnTo>
                    <a:pt x="274" y="628"/>
                  </a:lnTo>
                  <a:lnTo>
                    <a:pt x="274" y="643"/>
                  </a:lnTo>
                  <a:lnTo>
                    <a:pt x="282" y="654"/>
                  </a:lnTo>
                  <a:lnTo>
                    <a:pt x="291" y="654"/>
                  </a:lnTo>
                  <a:lnTo>
                    <a:pt x="299" y="662"/>
                  </a:lnTo>
                  <a:lnTo>
                    <a:pt x="299" y="674"/>
                  </a:lnTo>
                  <a:lnTo>
                    <a:pt x="307" y="676"/>
                  </a:lnTo>
                  <a:lnTo>
                    <a:pt x="318" y="679"/>
                  </a:lnTo>
                  <a:lnTo>
                    <a:pt x="328" y="691"/>
                  </a:lnTo>
                  <a:lnTo>
                    <a:pt x="339" y="697"/>
                  </a:lnTo>
                  <a:lnTo>
                    <a:pt x="345" y="708"/>
                  </a:lnTo>
                  <a:lnTo>
                    <a:pt x="357" y="716"/>
                  </a:lnTo>
                  <a:lnTo>
                    <a:pt x="358" y="716"/>
                  </a:lnTo>
                  <a:lnTo>
                    <a:pt x="358" y="708"/>
                  </a:lnTo>
                  <a:lnTo>
                    <a:pt x="360" y="701"/>
                  </a:lnTo>
                  <a:lnTo>
                    <a:pt x="364" y="695"/>
                  </a:lnTo>
                  <a:lnTo>
                    <a:pt x="368" y="693"/>
                  </a:lnTo>
                  <a:lnTo>
                    <a:pt x="374" y="691"/>
                  </a:lnTo>
                  <a:lnTo>
                    <a:pt x="378" y="687"/>
                  </a:lnTo>
                  <a:lnTo>
                    <a:pt x="382" y="681"/>
                  </a:lnTo>
                  <a:lnTo>
                    <a:pt x="385" y="676"/>
                  </a:lnTo>
                  <a:lnTo>
                    <a:pt x="389" y="664"/>
                  </a:lnTo>
                  <a:lnTo>
                    <a:pt x="391" y="658"/>
                  </a:lnTo>
                  <a:lnTo>
                    <a:pt x="408" y="624"/>
                  </a:lnTo>
                  <a:lnTo>
                    <a:pt x="433" y="591"/>
                  </a:lnTo>
                  <a:lnTo>
                    <a:pt x="456" y="572"/>
                  </a:lnTo>
                  <a:lnTo>
                    <a:pt x="476" y="551"/>
                  </a:lnTo>
                  <a:lnTo>
                    <a:pt x="497" y="535"/>
                  </a:lnTo>
                  <a:lnTo>
                    <a:pt x="512" y="530"/>
                  </a:lnTo>
                  <a:lnTo>
                    <a:pt x="525" y="530"/>
                  </a:lnTo>
                  <a:lnTo>
                    <a:pt x="539" y="511"/>
                  </a:lnTo>
                  <a:lnTo>
                    <a:pt x="548" y="493"/>
                  </a:lnTo>
                  <a:lnTo>
                    <a:pt x="564" y="480"/>
                  </a:lnTo>
                  <a:lnTo>
                    <a:pt x="579" y="468"/>
                  </a:lnTo>
                  <a:lnTo>
                    <a:pt x="589" y="453"/>
                  </a:lnTo>
                  <a:lnTo>
                    <a:pt x="604" y="440"/>
                  </a:lnTo>
                  <a:lnTo>
                    <a:pt x="619" y="426"/>
                  </a:lnTo>
                  <a:lnTo>
                    <a:pt x="604" y="401"/>
                  </a:lnTo>
                  <a:lnTo>
                    <a:pt x="627" y="397"/>
                  </a:lnTo>
                  <a:lnTo>
                    <a:pt x="635" y="380"/>
                  </a:lnTo>
                  <a:lnTo>
                    <a:pt x="635" y="363"/>
                  </a:lnTo>
                  <a:lnTo>
                    <a:pt x="627" y="349"/>
                  </a:lnTo>
                  <a:lnTo>
                    <a:pt x="614" y="345"/>
                  </a:lnTo>
                  <a:lnTo>
                    <a:pt x="587" y="344"/>
                  </a:lnTo>
                  <a:lnTo>
                    <a:pt x="570" y="332"/>
                  </a:lnTo>
                  <a:lnTo>
                    <a:pt x="547" y="315"/>
                  </a:lnTo>
                  <a:lnTo>
                    <a:pt x="529" y="292"/>
                  </a:lnTo>
                  <a:lnTo>
                    <a:pt x="516" y="280"/>
                  </a:lnTo>
                  <a:lnTo>
                    <a:pt x="525" y="263"/>
                  </a:lnTo>
                  <a:lnTo>
                    <a:pt x="516" y="240"/>
                  </a:lnTo>
                  <a:lnTo>
                    <a:pt x="512" y="230"/>
                  </a:lnTo>
                  <a:lnTo>
                    <a:pt x="510" y="221"/>
                  </a:lnTo>
                  <a:lnTo>
                    <a:pt x="510" y="213"/>
                  </a:lnTo>
                  <a:lnTo>
                    <a:pt x="512" y="209"/>
                  </a:lnTo>
                  <a:lnTo>
                    <a:pt x="504" y="198"/>
                  </a:lnTo>
                  <a:lnTo>
                    <a:pt x="497" y="182"/>
                  </a:lnTo>
                  <a:lnTo>
                    <a:pt x="493" y="163"/>
                  </a:lnTo>
                  <a:lnTo>
                    <a:pt x="481" y="140"/>
                  </a:lnTo>
                </a:path>
              </a:pathLst>
            </a:custGeom>
            <a:grpFill/>
            <a:ln w="6350" cmpd="sng">
              <a:solidFill>
                <a:schemeClr val="bg1"/>
              </a:solidFill>
              <a:prstDash val="solid"/>
              <a:round/>
              <a:headEnd/>
              <a:tailEnd/>
            </a:ln>
          </p:spPr>
          <p:txBody>
            <a:bodyPr/>
            <a:lstStyle/>
            <a:p>
              <a:endParaRPr lang="pt-BR"/>
            </a:p>
          </p:txBody>
        </p:sp>
        <p:sp>
          <p:nvSpPr>
            <p:cNvPr id="24" name="Freeform 5">
              <a:extLst>
                <a:ext uri="{FF2B5EF4-FFF2-40B4-BE49-F238E27FC236}">
                  <a16:creationId xmlns:a16="http://schemas.microsoft.com/office/drawing/2014/main" id="{A295384A-BBAC-3247-5623-F0D04218D61D}"/>
                </a:ext>
              </a:extLst>
            </p:cNvPr>
            <p:cNvSpPr>
              <a:spLocks noChangeAspect="1"/>
            </p:cNvSpPr>
            <p:nvPr/>
          </p:nvSpPr>
          <p:spPr bwMode="auto">
            <a:xfrm>
              <a:off x="2831137" y="5470828"/>
              <a:ext cx="19684" cy="30500"/>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round/>
              <a:headEnd/>
              <a:tailEnd/>
            </a:ln>
          </p:spPr>
          <p:txBody>
            <a:bodyPr/>
            <a:lstStyle/>
            <a:p>
              <a:endParaRPr lang="pt-BR"/>
            </a:p>
          </p:txBody>
        </p:sp>
        <p:sp>
          <p:nvSpPr>
            <p:cNvPr id="25" name="Freeform 6">
              <a:extLst>
                <a:ext uri="{FF2B5EF4-FFF2-40B4-BE49-F238E27FC236}">
                  <a16:creationId xmlns:a16="http://schemas.microsoft.com/office/drawing/2014/main" id="{7B388907-F247-3995-D9A1-1FD47F853E65}"/>
                </a:ext>
              </a:extLst>
            </p:cNvPr>
            <p:cNvSpPr>
              <a:spLocks noChangeAspect="1"/>
            </p:cNvSpPr>
            <p:nvPr/>
          </p:nvSpPr>
          <p:spPr bwMode="auto">
            <a:xfrm>
              <a:off x="2831137" y="5470828"/>
              <a:ext cx="19684" cy="30500"/>
            </a:xfrm>
            <a:custGeom>
              <a:avLst/>
              <a:gdLst/>
              <a:ahLst/>
              <a:cxnLst>
                <a:cxn ang="0">
                  <a:pos x="19" y="0"/>
                </a:cxn>
                <a:cxn ang="0">
                  <a:pos x="13" y="5"/>
                </a:cxn>
                <a:cxn ang="0">
                  <a:pos x="11" y="19"/>
                </a:cxn>
                <a:cxn ang="0">
                  <a:pos x="4" y="27"/>
                </a:cxn>
                <a:cxn ang="0">
                  <a:pos x="0" y="34"/>
                </a:cxn>
                <a:cxn ang="0">
                  <a:pos x="2" y="42"/>
                </a:cxn>
                <a:cxn ang="0">
                  <a:pos x="11" y="44"/>
                </a:cxn>
                <a:cxn ang="0">
                  <a:pos x="17" y="36"/>
                </a:cxn>
                <a:cxn ang="0">
                  <a:pos x="21" y="28"/>
                </a:cxn>
                <a:cxn ang="0">
                  <a:pos x="23" y="21"/>
                </a:cxn>
                <a:cxn ang="0">
                  <a:pos x="28" y="9"/>
                </a:cxn>
                <a:cxn ang="0">
                  <a:pos x="25" y="2"/>
                </a:cxn>
                <a:cxn ang="0">
                  <a:pos x="19" y="0"/>
                </a:cxn>
              </a:cxnLst>
              <a:rect l="0" t="0" r="r" b="b"/>
              <a:pathLst>
                <a:path w="28" h="44">
                  <a:moveTo>
                    <a:pt x="19" y="0"/>
                  </a:moveTo>
                  <a:lnTo>
                    <a:pt x="13" y="5"/>
                  </a:lnTo>
                  <a:lnTo>
                    <a:pt x="11" y="19"/>
                  </a:lnTo>
                  <a:lnTo>
                    <a:pt x="4" y="27"/>
                  </a:lnTo>
                  <a:lnTo>
                    <a:pt x="0" y="34"/>
                  </a:lnTo>
                  <a:lnTo>
                    <a:pt x="2" y="42"/>
                  </a:lnTo>
                  <a:lnTo>
                    <a:pt x="11" y="44"/>
                  </a:lnTo>
                  <a:lnTo>
                    <a:pt x="17" y="36"/>
                  </a:lnTo>
                  <a:lnTo>
                    <a:pt x="21" y="28"/>
                  </a:lnTo>
                  <a:lnTo>
                    <a:pt x="23" y="21"/>
                  </a:lnTo>
                  <a:lnTo>
                    <a:pt x="28" y="9"/>
                  </a:lnTo>
                  <a:lnTo>
                    <a:pt x="25" y="2"/>
                  </a:lnTo>
                  <a:lnTo>
                    <a:pt x="19" y="0"/>
                  </a:lnTo>
                  <a:close/>
                </a:path>
              </a:pathLst>
            </a:custGeom>
            <a:grpFill/>
            <a:ln w="6350" cmpd="sng">
              <a:solidFill>
                <a:schemeClr val="bg1"/>
              </a:solidFill>
              <a:prstDash val="solid"/>
              <a:round/>
              <a:headEnd/>
              <a:tailEnd/>
            </a:ln>
          </p:spPr>
          <p:txBody>
            <a:bodyPr/>
            <a:lstStyle/>
            <a:p>
              <a:endParaRPr lang="pt-BR"/>
            </a:p>
          </p:txBody>
        </p:sp>
        <p:sp>
          <p:nvSpPr>
            <p:cNvPr id="26" name="Freeform 7">
              <a:extLst>
                <a:ext uri="{FF2B5EF4-FFF2-40B4-BE49-F238E27FC236}">
                  <a16:creationId xmlns:a16="http://schemas.microsoft.com/office/drawing/2014/main" id="{84317A6B-7A1A-200A-E219-50238CA253A7}"/>
                </a:ext>
              </a:extLst>
            </p:cNvPr>
            <p:cNvSpPr>
              <a:spLocks noChangeAspect="1"/>
            </p:cNvSpPr>
            <p:nvPr/>
          </p:nvSpPr>
          <p:spPr bwMode="auto">
            <a:xfrm>
              <a:off x="2120544" y="5423602"/>
              <a:ext cx="609220" cy="575559"/>
            </a:xfrm>
            <a:custGeom>
              <a:avLst/>
              <a:gdLst/>
              <a:ahLst/>
              <a:cxnLst>
                <a:cxn ang="0">
                  <a:pos x="463" y="743"/>
                </a:cxn>
                <a:cxn ang="0">
                  <a:pos x="403" y="628"/>
                </a:cxn>
                <a:cxn ang="0">
                  <a:pos x="298" y="519"/>
                </a:cxn>
                <a:cxn ang="0">
                  <a:pos x="202" y="453"/>
                </a:cxn>
                <a:cxn ang="0">
                  <a:pos x="69" y="352"/>
                </a:cxn>
                <a:cxn ang="0">
                  <a:pos x="18" y="365"/>
                </a:cxn>
                <a:cxn ang="0">
                  <a:pos x="142" y="237"/>
                </a:cxn>
                <a:cxn ang="0">
                  <a:pos x="234" y="135"/>
                </a:cxn>
                <a:cxn ang="0">
                  <a:pos x="300" y="66"/>
                </a:cxn>
                <a:cxn ang="0">
                  <a:pos x="403" y="6"/>
                </a:cxn>
                <a:cxn ang="0">
                  <a:pos x="520" y="4"/>
                </a:cxn>
                <a:cxn ang="0">
                  <a:pos x="632" y="37"/>
                </a:cxn>
                <a:cxn ang="0">
                  <a:pos x="739" y="110"/>
                </a:cxn>
                <a:cxn ang="0">
                  <a:pos x="823" y="171"/>
                </a:cxn>
                <a:cxn ang="0">
                  <a:pos x="864" y="231"/>
                </a:cxn>
                <a:cxn ang="0">
                  <a:pos x="839" y="292"/>
                </a:cxn>
                <a:cxn ang="0">
                  <a:pos x="883" y="292"/>
                </a:cxn>
                <a:cxn ang="0">
                  <a:pos x="820" y="390"/>
                </a:cxn>
                <a:cxn ang="0">
                  <a:pos x="754" y="496"/>
                </a:cxn>
                <a:cxn ang="0">
                  <a:pos x="678" y="580"/>
                </a:cxn>
                <a:cxn ang="0">
                  <a:pos x="603" y="632"/>
                </a:cxn>
                <a:cxn ang="0">
                  <a:pos x="624" y="603"/>
                </a:cxn>
                <a:cxn ang="0">
                  <a:pos x="641" y="570"/>
                </a:cxn>
                <a:cxn ang="0">
                  <a:pos x="691" y="538"/>
                </a:cxn>
                <a:cxn ang="0">
                  <a:pos x="726" y="492"/>
                </a:cxn>
                <a:cxn ang="0">
                  <a:pos x="745" y="450"/>
                </a:cxn>
                <a:cxn ang="0">
                  <a:pos x="770" y="457"/>
                </a:cxn>
                <a:cxn ang="0">
                  <a:pos x="770" y="419"/>
                </a:cxn>
                <a:cxn ang="0">
                  <a:pos x="729" y="430"/>
                </a:cxn>
                <a:cxn ang="0">
                  <a:pos x="693" y="375"/>
                </a:cxn>
                <a:cxn ang="0">
                  <a:pos x="691" y="423"/>
                </a:cxn>
                <a:cxn ang="0">
                  <a:pos x="681" y="453"/>
                </a:cxn>
                <a:cxn ang="0">
                  <a:pos x="666" y="511"/>
                </a:cxn>
                <a:cxn ang="0">
                  <a:pos x="639" y="546"/>
                </a:cxn>
                <a:cxn ang="0">
                  <a:pos x="610" y="576"/>
                </a:cxn>
                <a:cxn ang="0">
                  <a:pos x="580" y="607"/>
                </a:cxn>
                <a:cxn ang="0">
                  <a:pos x="568" y="613"/>
                </a:cxn>
                <a:cxn ang="0">
                  <a:pos x="582" y="647"/>
                </a:cxn>
                <a:cxn ang="0">
                  <a:pos x="561" y="699"/>
                </a:cxn>
                <a:cxn ang="0">
                  <a:pos x="536" y="743"/>
                </a:cxn>
                <a:cxn ang="0">
                  <a:pos x="536" y="711"/>
                </a:cxn>
                <a:cxn ang="0">
                  <a:pos x="539" y="684"/>
                </a:cxn>
                <a:cxn ang="0">
                  <a:pos x="516" y="665"/>
                </a:cxn>
                <a:cxn ang="0">
                  <a:pos x="495" y="701"/>
                </a:cxn>
                <a:cxn ang="0">
                  <a:pos x="499" y="718"/>
                </a:cxn>
                <a:cxn ang="0">
                  <a:pos x="511" y="747"/>
                </a:cxn>
                <a:cxn ang="0">
                  <a:pos x="514" y="764"/>
                </a:cxn>
                <a:cxn ang="0">
                  <a:pos x="491" y="797"/>
                </a:cxn>
              </a:cxnLst>
              <a:rect l="0" t="0" r="r" b="b"/>
              <a:pathLst>
                <a:path w="883" h="833">
                  <a:moveTo>
                    <a:pt x="463" y="833"/>
                  </a:moveTo>
                  <a:lnTo>
                    <a:pt x="447" y="816"/>
                  </a:lnTo>
                  <a:lnTo>
                    <a:pt x="447" y="760"/>
                  </a:lnTo>
                  <a:lnTo>
                    <a:pt x="463" y="743"/>
                  </a:lnTo>
                  <a:lnTo>
                    <a:pt x="476" y="739"/>
                  </a:lnTo>
                  <a:lnTo>
                    <a:pt x="488" y="716"/>
                  </a:lnTo>
                  <a:lnTo>
                    <a:pt x="455" y="672"/>
                  </a:lnTo>
                  <a:lnTo>
                    <a:pt x="403" y="628"/>
                  </a:lnTo>
                  <a:lnTo>
                    <a:pt x="397" y="601"/>
                  </a:lnTo>
                  <a:lnTo>
                    <a:pt x="355" y="563"/>
                  </a:lnTo>
                  <a:lnTo>
                    <a:pt x="328" y="561"/>
                  </a:lnTo>
                  <a:lnTo>
                    <a:pt x="298" y="519"/>
                  </a:lnTo>
                  <a:lnTo>
                    <a:pt x="273" y="509"/>
                  </a:lnTo>
                  <a:lnTo>
                    <a:pt x="257" y="509"/>
                  </a:lnTo>
                  <a:lnTo>
                    <a:pt x="244" y="486"/>
                  </a:lnTo>
                  <a:lnTo>
                    <a:pt x="202" y="453"/>
                  </a:lnTo>
                  <a:lnTo>
                    <a:pt x="175" y="453"/>
                  </a:lnTo>
                  <a:lnTo>
                    <a:pt x="133" y="415"/>
                  </a:lnTo>
                  <a:lnTo>
                    <a:pt x="100" y="392"/>
                  </a:lnTo>
                  <a:lnTo>
                    <a:pt x="69" y="352"/>
                  </a:lnTo>
                  <a:lnTo>
                    <a:pt x="52" y="365"/>
                  </a:lnTo>
                  <a:lnTo>
                    <a:pt x="23" y="394"/>
                  </a:lnTo>
                  <a:lnTo>
                    <a:pt x="0" y="398"/>
                  </a:lnTo>
                  <a:lnTo>
                    <a:pt x="18" y="365"/>
                  </a:lnTo>
                  <a:lnTo>
                    <a:pt x="25" y="344"/>
                  </a:lnTo>
                  <a:lnTo>
                    <a:pt x="108" y="273"/>
                  </a:lnTo>
                  <a:lnTo>
                    <a:pt x="113" y="256"/>
                  </a:lnTo>
                  <a:lnTo>
                    <a:pt x="142" y="237"/>
                  </a:lnTo>
                  <a:lnTo>
                    <a:pt x="146" y="212"/>
                  </a:lnTo>
                  <a:lnTo>
                    <a:pt x="196" y="156"/>
                  </a:lnTo>
                  <a:lnTo>
                    <a:pt x="231" y="154"/>
                  </a:lnTo>
                  <a:lnTo>
                    <a:pt x="234" y="135"/>
                  </a:lnTo>
                  <a:lnTo>
                    <a:pt x="223" y="127"/>
                  </a:lnTo>
                  <a:lnTo>
                    <a:pt x="231" y="112"/>
                  </a:lnTo>
                  <a:lnTo>
                    <a:pt x="246" y="112"/>
                  </a:lnTo>
                  <a:lnTo>
                    <a:pt x="300" y="66"/>
                  </a:lnTo>
                  <a:lnTo>
                    <a:pt x="319" y="45"/>
                  </a:lnTo>
                  <a:lnTo>
                    <a:pt x="338" y="37"/>
                  </a:lnTo>
                  <a:lnTo>
                    <a:pt x="367" y="29"/>
                  </a:lnTo>
                  <a:lnTo>
                    <a:pt x="403" y="6"/>
                  </a:lnTo>
                  <a:lnTo>
                    <a:pt x="455" y="0"/>
                  </a:lnTo>
                  <a:lnTo>
                    <a:pt x="467" y="2"/>
                  </a:lnTo>
                  <a:lnTo>
                    <a:pt x="499" y="4"/>
                  </a:lnTo>
                  <a:lnTo>
                    <a:pt x="520" y="4"/>
                  </a:lnTo>
                  <a:lnTo>
                    <a:pt x="549" y="14"/>
                  </a:lnTo>
                  <a:lnTo>
                    <a:pt x="578" y="18"/>
                  </a:lnTo>
                  <a:lnTo>
                    <a:pt x="612" y="27"/>
                  </a:lnTo>
                  <a:lnTo>
                    <a:pt x="632" y="37"/>
                  </a:lnTo>
                  <a:lnTo>
                    <a:pt x="656" y="52"/>
                  </a:lnTo>
                  <a:lnTo>
                    <a:pt x="697" y="60"/>
                  </a:lnTo>
                  <a:lnTo>
                    <a:pt x="720" y="85"/>
                  </a:lnTo>
                  <a:lnTo>
                    <a:pt x="739" y="110"/>
                  </a:lnTo>
                  <a:lnTo>
                    <a:pt x="766" y="137"/>
                  </a:lnTo>
                  <a:lnTo>
                    <a:pt x="770" y="158"/>
                  </a:lnTo>
                  <a:lnTo>
                    <a:pt x="798" y="173"/>
                  </a:lnTo>
                  <a:lnTo>
                    <a:pt x="823" y="171"/>
                  </a:lnTo>
                  <a:lnTo>
                    <a:pt x="866" y="173"/>
                  </a:lnTo>
                  <a:lnTo>
                    <a:pt x="883" y="192"/>
                  </a:lnTo>
                  <a:lnTo>
                    <a:pt x="871" y="210"/>
                  </a:lnTo>
                  <a:lnTo>
                    <a:pt x="864" y="231"/>
                  </a:lnTo>
                  <a:lnTo>
                    <a:pt x="843" y="246"/>
                  </a:lnTo>
                  <a:lnTo>
                    <a:pt x="839" y="263"/>
                  </a:lnTo>
                  <a:lnTo>
                    <a:pt x="829" y="283"/>
                  </a:lnTo>
                  <a:lnTo>
                    <a:pt x="839" y="292"/>
                  </a:lnTo>
                  <a:lnTo>
                    <a:pt x="848" y="286"/>
                  </a:lnTo>
                  <a:lnTo>
                    <a:pt x="858" y="273"/>
                  </a:lnTo>
                  <a:lnTo>
                    <a:pt x="873" y="279"/>
                  </a:lnTo>
                  <a:lnTo>
                    <a:pt x="883" y="292"/>
                  </a:lnTo>
                  <a:lnTo>
                    <a:pt x="862" y="321"/>
                  </a:lnTo>
                  <a:lnTo>
                    <a:pt x="843" y="350"/>
                  </a:lnTo>
                  <a:lnTo>
                    <a:pt x="825" y="365"/>
                  </a:lnTo>
                  <a:lnTo>
                    <a:pt x="820" y="390"/>
                  </a:lnTo>
                  <a:lnTo>
                    <a:pt x="812" y="415"/>
                  </a:lnTo>
                  <a:lnTo>
                    <a:pt x="797" y="450"/>
                  </a:lnTo>
                  <a:lnTo>
                    <a:pt x="774" y="475"/>
                  </a:lnTo>
                  <a:lnTo>
                    <a:pt x="754" y="496"/>
                  </a:lnTo>
                  <a:lnTo>
                    <a:pt x="735" y="522"/>
                  </a:lnTo>
                  <a:lnTo>
                    <a:pt x="720" y="547"/>
                  </a:lnTo>
                  <a:lnTo>
                    <a:pt x="697" y="569"/>
                  </a:lnTo>
                  <a:lnTo>
                    <a:pt x="678" y="580"/>
                  </a:lnTo>
                  <a:lnTo>
                    <a:pt x="651" y="594"/>
                  </a:lnTo>
                  <a:lnTo>
                    <a:pt x="632" y="609"/>
                  </a:lnTo>
                  <a:lnTo>
                    <a:pt x="614" y="626"/>
                  </a:lnTo>
                  <a:lnTo>
                    <a:pt x="603" y="632"/>
                  </a:lnTo>
                  <a:lnTo>
                    <a:pt x="597" y="618"/>
                  </a:lnTo>
                  <a:lnTo>
                    <a:pt x="589" y="605"/>
                  </a:lnTo>
                  <a:lnTo>
                    <a:pt x="601" y="603"/>
                  </a:lnTo>
                  <a:lnTo>
                    <a:pt x="624" y="603"/>
                  </a:lnTo>
                  <a:lnTo>
                    <a:pt x="632" y="597"/>
                  </a:lnTo>
                  <a:lnTo>
                    <a:pt x="626" y="588"/>
                  </a:lnTo>
                  <a:lnTo>
                    <a:pt x="633" y="580"/>
                  </a:lnTo>
                  <a:lnTo>
                    <a:pt x="641" y="570"/>
                  </a:lnTo>
                  <a:lnTo>
                    <a:pt x="666" y="576"/>
                  </a:lnTo>
                  <a:lnTo>
                    <a:pt x="679" y="567"/>
                  </a:lnTo>
                  <a:lnTo>
                    <a:pt x="689" y="551"/>
                  </a:lnTo>
                  <a:lnTo>
                    <a:pt x="691" y="538"/>
                  </a:lnTo>
                  <a:lnTo>
                    <a:pt x="691" y="517"/>
                  </a:lnTo>
                  <a:lnTo>
                    <a:pt x="701" y="513"/>
                  </a:lnTo>
                  <a:lnTo>
                    <a:pt x="716" y="507"/>
                  </a:lnTo>
                  <a:lnTo>
                    <a:pt x="726" y="492"/>
                  </a:lnTo>
                  <a:lnTo>
                    <a:pt x="726" y="475"/>
                  </a:lnTo>
                  <a:lnTo>
                    <a:pt x="743" y="473"/>
                  </a:lnTo>
                  <a:lnTo>
                    <a:pt x="745" y="463"/>
                  </a:lnTo>
                  <a:lnTo>
                    <a:pt x="745" y="450"/>
                  </a:lnTo>
                  <a:lnTo>
                    <a:pt x="754" y="450"/>
                  </a:lnTo>
                  <a:lnTo>
                    <a:pt x="760" y="463"/>
                  </a:lnTo>
                  <a:lnTo>
                    <a:pt x="768" y="465"/>
                  </a:lnTo>
                  <a:lnTo>
                    <a:pt x="770" y="457"/>
                  </a:lnTo>
                  <a:lnTo>
                    <a:pt x="777" y="451"/>
                  </a:lnTo>
                  <a:lnTo>
                    <a:pt x="777" y="442"/>
                  </a:lnTo>
                  <a:lnTo>
                    <a:pt x="777" y="427"/>
                  </a:lnTo>
                  <a:lnTo>
                    <a:pt x="770" y="419"/>
                  </a:lnTo>
                  <a:lnTo>
                    <a:pt x="760" y="419"/>
                  </a:lnTo>
                  <a:lnTo>
                    <a:pt x="750" y="425"/>
                  </a:lnTo>
                  <a:lnTo>
                    <a:pt x="745" y="434"/>
                  </a:lnTo>
                  <a:lnTo>
                    <a:pt x="729" y="430"/>
                  </a:lnTo>
                  <a:lnTo>
                    <a:pt x="724" y="415"/>
                  </a:lnTo>
                  <a:lnTo>
                    <a:pt x="710" y="400"/>
                  </a:lnTo>
                  <a:lnTo>
                    <a:pt x="703" y="384"/>
                  </a:lnTo>
                  <a:lnTo>
                    <a:pt x="693" y="375"/>
                  </a:lnTo>
                  <a:lnTo>
                    <a:pt x="693" y="386"/>
                  </a:lnTo>
                  <a:lnTo>
                    <a:pt x="697" y="400"/>
                  </a:lnTo>
                  <a:lnTo>
                    <a:pt x="697" y="413"/>
                  </a:lnTo>
                  <a:lnTo>
                    <a:pt x="691" y="423"/>
                  </a:lnTo>
                  <a:lnTo>
                    <a:pt x="695" y="428"/>
                  </a:lnTo>
                  <a:lnTo>
                    <a:pt x="697" y="440"/>
                  </a:lnTo>
                  <a:lnTo>
                    <a:pt x="689" y="450"/>
                  </a:lnTo>
                  <a:lnTo>
                    <a:pt x="681" y="453"/>
                  </a:lnTo>
                  <a:lnTo>
                    <a:pt x="670" y="459"/>
                  </a:lnTo>
                  <a:lnTo>
                    <a:pt x="672" y="480"/>
                  </a:lnTo>
                  <a:lnTo>
                    <a:pt x="676" y="503"/>
                  </a:lnTo>
                  <a:lnTo>
                    <a:pt x="666" y="511"/>
                  </a:lnTo>
                  <a:lnTo>
                    <a:pt x="664" y="522"/>
                  </a:lnTo>
                  <a:lnTo>
                    <a:pt x="656" y="528"/>
                  </a:lnTo>
                  <a:lnTo>
                    <a:pt x="643" y="534"/>
                  </a:lnTo>
                  <a:lnTo>
                    <a:pt x="639" y="546"/>
                  </a:lnTo>
                  <a:lnTo>
                    <a:pt x="628" y="547"/>
                  </a:lnTo>
                  <a:lnTo>
                    <a:pt x="614" y="551"/>
                  </a:lnTo>
                  <a:lnTo>
                    <a:pt x="612" y="563"/>
                  </a:lnTo>
                  <a:lnTo>
                    <a:pt x="610" y="576"/>
                  </a:lnTo>
                  <a:lnTo>
                    <a:pt x="597" y="580"/>
                  </a:lnTo>
                  <a:lnTo>
                    <a:pt x="587" y="588"/>
                  </a:lnTo>
                  <a:lnTo>
                    <a:pt x="580" y="592"/>
                  </a:lnTo>
                  <a:lnTo>
                    <a:pt x="580" y="607"/>
                  </a:lnTo>
                  <a:lnTo>
                    <a:pt x="578" y="607"/>
                  </a:lnTo>
                  <a:lnTo>
                    <a:pt x="574" y="607"/>
                  </a:lnTo>
                  <a:lnTo>
                    <a:pt x="570" y="609"/>
                  </a:lnTo>
                  <a:lnTo>
                    <a:pt x="568" y="613"/>
                  </a:lnTo>
                  <a:lnTo>
                    <a:pt x="568" y="622"/>
                  </a:lnTo>
                  <a:lnTo>
                    <a:pt x="568" y="626"/>
                  </a:lnTo>
                  <a:lnTo>
                    <a:pt x="580" y="628"/>
                  </a:lnTo>
                  <a:lnTo>
                    <a:pt x="582" y="647"/>
                  </a:lnTo>
                  <a:lnTo>
                    <a:pt x="580" y="657"/>
                  </a:lnTo>
                  <a:lnTo>
                    <a:pt x="572" y="672"/>
                  </a:lnTo>
                  <a:lnTo>
                    <a:pt x="564" y="688"/>
                  </a:lnTo>
                  <a:lnTo>
                    <a:pt x="561" y="699"/>
                  </a:lnTo>
                  <a:lnTo>
                    <a:pt x="561" y="716"/>
                  </a:lnTo>
                  <a:lnTo>
                    <a:pt x="549" y="736"/>
                  </a:lnTo>
                  <a:lnTo>
                    <a:pt x="536" y="751"/>
                  </a:lnTo>
                  <a:lnTo>
                    <a:pt x="536" y="743"/>
                  </a:lnTo>
                  <a:lnTo>
                    <a:pt x="543" y="730"/>
                  </a:lnTo>
                  <a:lnTo>
                    <a:pt x="536" y="728"/>
                  </a:lnTo>
                  <a:lnTo>
                    <a:pt x="530" y="722"/>
                  </a:lnTo>
                  <a:lnTo>
                    <a:pt x="536" y="711"/>
                  </a:lnTo>
                  <a:lnTo>
                    <a:pt x="538" y="709"/>
                  </a:lnTo>
                  <a:lnTo>
                    <a:pt x="539" y="699"/>
                  </a:lnTo>
                  <a:lnTo>
                    <a:pt x="539" y="688"/>
                  </a:lnTo>
                  <a:lnTo>
                    <a:pt x="539" y="684"/>
                  </a:lnTo>
                  <a:lnTo>
                    <a:pt x="539" y="661"/>
                  </a:lnTo>
                  <a:lnTo>
                    <a:pt x="532" y="651"/>
                  </a:lnTo>
                  <a:lnTo>
                    <a:pt x="524" y="655"/>
                  </a:lnTo>
                  <a:lnTo>
                    <a:pt x="516" y="665"/>
                  </a:lnTo>
                  <a:lnTo>
                    <a:pt x="513" y="680"/>
                  </a:lnTo>
                  <a:lnTo>
                    <a:pt x="509" y="689"/>
                  </a:lnTo>
                  <a:lnTo>
                    <a:pt x="501" y="699"/>
                  </a:lnTo>
                  <a:lnTo>
                    <a:pt x="495" y="701"/>
                  </a:lnTo>
                  <a:lnTo>
                    <a:pt x="501" y="711"/>
                  </a:lnTo>
                  <a:lnTo>
                    <a:pt x="501" y="712"/>
                  </a:lnTo>
                  <a:lnTo>
                    <a:pt x="499" y="714"/>
                  </a:lnTo>
                  <a:lnTo>
                    <a:pt x="499" y="718"/>
                  </a:lnTo>
                  <a:lnTo>
                    <a:pt x="503" y="720"/>
                  </a:lnTo>
                  <a:lnTo>
                    <a:pt x="513" y="724"/>
                  </a:lnTo>
                  <a:lnTo>
                    <a:pt x="514" y="728"/>
                  </a:lnTo>
                  <a:lnTo>
                    <a:pt x="511" y="747"/>
                  </a:lnTo>
                  <a:lnTo>
                    <a:pt x="501" y="766"/>
                  </a:lnTo>
                  <a:lnTo>
                    <a:pt x="488" y="780"/>
                  </a:lnTo>
                  <a:lnTo>
                    <a:pt x="495" y="778"/>
                  </a:lnTo>
                  <a:lnTo>
                    <a:pt x="514" y="764"/>
                  </a:lnTo>
                  <a:lnTo>
                    <a:pt x="528" y="755"/>
                  </a:lnTo>
                  <a:lnTo>
                    <a:pt x="524" y="764"/>
                  </a:lnTo>
                  <a:lnTo>
                    <a:pt x="509" y="784"/>
                  </a:lnTo>
                  <a:lnTo>
                    <a:pt x="491" y="797"/>
                  </a:lnTo>
                  <a:lnTo>
                    <a:pt x="480" y="818"/>
                  </a:lnTo>
                  <a:lnTo>
                    <a:pt x="463" y="833"/>
                  </a:lnTo>
                  <a:close/>
                </a:path>
              </a:pathLst>
            </a:custGeom>
            <a:grpFill/>
            <a:ln w="6350" cmpd="sng">
              <a:solidFill>
                <a:schemeClr val="bg1"/>
              </a:solidFill>
              <a:round/>
              <a:headEnd/>
              <a:tailEnd/>
            </a:ln>
          </p:spPr>
          <p:txBody>
            <a:bodyPr/>
            <a:lstStyle/>
            <a:p>
              <a:endParaRPr lang="pt-BR"/>
            </a:p>
          </p:txBody>
        </p:sp>
        <p:sp>
          <p:nvSpPr>
            <p:cNvPr id="27" name="Freeform 8">
              <a:extLst>
                <a:ext uri="{FF2B5EF4-FFF2-40B4-BE49-F238E27FC236}">
                  <a16:creationId xmlns:a16="http://schemas.microsoft.com/office/drawing/2014/main" id="{4F2D716D-8CE0-DD22-269B-382F3C153E26}"/>
                </a:ext>
              </a:extLst>
            </p:cNvPr>
            <p:cNvSpPr>
              <a:spLocks noChangeAspect="1"/>
            </p:cNvSpPr>
            <p:nvPr/>
          </p:nvSpPr>
          <p:spPr bwMode="auto">
            <a:xfrm>
              <a:off x="2434504" y="5334071"/>
              <a:ext cx="402538" cy="291223"/>
            </a:xfrm>
            <a:custGeom>
              <a:avLst/>
              <a:gdLst/>
              <a:ahLst/>
              <a:cxnLst>
                <a:cxn ang="0">
                  <a:pos x="4" y="59"/>
                </a:cxn>
                <a:cxn ang="0">
                  <a:pos x="0" y="98"/>
                </a:cxn>
                <a:cxn ang="0">
                  <a:pos x="12" y="132"/>
                </a:cxn>
                <a:cxn ang="0">
                  <a:pos x="94" y="144"/>
                </a:cxn>
                <a:cxn ang="0">
                  <a:pos x="177" y="167"/>
                </a:cxn>
                <a:cxn ang="0">
                  <a:pos x="265" y="215"/>
                </a:cxn>
                <a:cxn ang="0">
                  <a:pos x="315" y="288"/>
                </a:cxn>
                <a:cxn ang="0">
                  <a:pos x="411" y="303"/>
                </a:cxn>
                <a:cxn ang="0">
                  <a:pos x="409" y="361"/>
                </a:cxn>
                <a:cxn ang="0">
                  <a:pos x="374" y="413"/>
                </a:cxn>
                <a:cxn ang="0">
                  <a:pos x="403" y="403"/>
                </a:cxn>
                <a:cxn ang="0">
                  <a:pos x="437" y="409"/>
                </a:cxn>
                <a:cxn ang="0">
                  <a:pos x="468" y="378"/>
                </a:cxn>
                <a:cxn ang="0">
                  <a:pos x="503" y="351"/>
                </a:cxn>
                <a:cxn ang="0">
                  <a:pos x="531" y="334"/>
                </a:cxn>
                <a:cxn ang="0">
                  <a:pos x="516" y="307"/>
                </a:cxn>
                <a:cxn ang="0">
                  <a:pos x="541" y="313"/>
                </a:cxn>
                <a:cxn ang="0">
                  <a:pos x="554" y="319"/>
                </a:cxn>
                <a:cxn ang="0">
                  <a:pos x="562" y="313"/>
                </a:cxn>
                <a:cxn ang="0">
                  <a:pos x="564" y="280"/>
                </a:cxn>
                <a:cxn ang="0">
                  <a:pos x="568" y="244"/>
                </a:cxn>
                <a:cxn ang="0">
                  <a:pos x="579" y="205"/>
                </a:cxn>
                <a:cxn ang="0">
                  <a:pos x="568" y="157"/>
                </a:cxn>
                <a:cxn ang="0">
                  <a:pos x="554" y="130"/>
                </a:cxn>
                <a:cxn ang="0">
                  <a:pos x="566" y="88"/>
                </a:cxn>
                <a:cxn ang="0">
                  <a:pos x="574" y="56"/>
                </a:cxn>
                <a:cxn ang="0">
                  <a:pos x="576" y="35"/>
                </a:cxn>
                <a:cxn ang="0">
                  <a:pos x="539" y="11"/>
                </a:cxn>
                <a:cxn ang="0">
                  <a:pos x="489" y="19"/>
                </a:cxn>
                <a:cxn ang="0">
                  <a:pos x="445" y="31"/>
                </a:cxn>
                <a:cxn ang="0">
                  <a:pos x="414" y="2"/>
                </a:cxn>
                <a:cxn ang="0">
                  <a:pos x="384" y="13"/>
                </a:cxn>
                <a:cxn ang="0">
                  <a:pos x="349" y="4"/>
                </a:cxn>
                <a:cxn ang="0">
                  <a:pos x="319" y="27"/>
                </a:cxn>
                <a:cxn ang="0">
                  <a:pos x="295" y="29"/>
                </a:cxn>
                <a:cxn ang="0">
                  <a:pos x="276" y="52"/>
                </a:cxn>
                <a:cxn ang="0">
                  <a:pos x="265" y="81"/>
                </a:cxn>
                <a:cxn ang="0">
                  <a:pos x="242" y="77"/>
                </a:cxn>
                <a:cxn ang="0">
                  <a:pos x="228" y="79"/>
                </a:cxn>
                <a:cxn ang="0">
                  <a:pos x="213" y="77"/>
                </a:cxn>
                <a:cxn ang="0">
                  <a:pos x="178" y="67"/>
                </a:cxn>
                <a:cxn ang="0">
                  <a:pos x="152" y="48"/>
                </a:cxn>
                <a:cxn ang="0">
                  <a:pos x="113" y="42"/>
                </a:cxn>
                <a:cxn ang="0">
                  <a:pos x="79" y="35"/>
                </a:cxn>
                <a:cxn ang="0">
                  <a:pos x="46" y="23"/>
                </a:cxn>
                <a:cxn ang="0">
                  <a:pos x="0" y="29"/>
                </a:cxn>
              </a:cxnLst>
              <a:rect l="0" t="0" r="r" b="b"/>
              <a:pathLst>
                <a:path w="583" h="422">
                  <a:moveTo>
                    <a:pt x="0" y="29"/>
                  </a:moveTo>
                  <a:lnTo>
                    <a:pt x="0" y="42"/>
                  </a:lnTo>
                  <a:lnTo>
                    <a:pt x="4" y="59"/>
                  </a:lnTo>
                  <a:lnTo>
                    <a:pt x="13" y="73"/>
                  </a:lnTo>
                  <a:lnTo>
                    <a:pt x="6" y="82"/>
                  </a:lnTo>
                  <a:lnTo>
                    <a:pt x="0" y="98"/>
                  </a:lnTo>
                  <a:lnTo>
                    <a:pt x="0" y="121"/>
                  </a:lnTo>
                  <a:lnTo>
                    <a:pt x="2" y="130"/>
                  </a:lnTo>
                  <a:lnTo>
                    <a:pt x="12" y="132"/>
                  </a:lnTo>
                  <a:lnTo>
                    <a:pt x="44" y="134"/>
                  </a:lnTo>
                  <a:lnTo>
                    <a:pt x="65" y="134"/>
                  </a:lnTo>
                  <a:lnTo>
                    <a:pt x="94" y="144"/>
                  </a:lnTo>
                  <a:lnTo>
                    <a:pt x="123" y="148"/>
                  </a:lnTo>
                  <a:lnTo>
                    <a:pt x="157" y="157"/>
                  </a:lnTo>
                  <a:lnTo>
                    <a:pt x="177" y="167"/>
                  </a:lnTo>
                  <a:lnTo>
                    <a:pt x="201" y="182"/>
                  </a:lnTo>
                  <a:lnTo>
                    <a:pt x="242" y="190"/>
                  </a:lnTo>
                  <a:lnTo>
                    <a:pt x="265" y="215"/>
                  </a:lnTo>
                  <a:lnTo>
                    <a:pt x="284" y="240"/>
                  </a:lnTo>
                  <a:lnTo>
                    <a:pt x="311" y="267"/>
                  </a:lnTo>
                  <a:lnTo>
                    <a:pt x="315" y="288"/>
                  </a:lnTo>
                  <a:lnTo>
                    <a:pt x="343" y="303"/>
                  </a:lnTo>
                  <a:lnTo>
                    <a:pt x="368" y="301"/>
                  </a:lnTo>
                  <a:lnTo>
                    <a:pt x="411" y="303"/>
                  </a:lnTo>
                  <a:lnTo>
                    <a:pt x="428" y="322"/>
                  </a:lnTo>
                  <a:lnTo>
                    <a:pt x="416" y="340"/>
                  </a:lnTo>
                  <a:lnTo>
                    <a:pt x="409" y="361"/>
                  </a:lnTo>
                  <a:lnTo>
                    <a:pt x="388" y="376"/>
                  </a:lnTo>
                  <a:lnTo>
                    <a:pt x="384" y="393"/>
                  </a:lnTo>
                  <a:lnTo>
                    <a:pt x="374" y="413"/>
                  </a:lnTo>
                  <a:lnTo>
                    <a:pt x="384" y="422"/>
                  </a:lnTo>
                  <a:lnTo>
                    <a:pt x="393" y="416"/>
                  </a:lnTo>
                  <a:lnTo>
                    <a:pt x="403" y="403"/>
                  </a:lnTo>
                  <a:lnTo>
                    <a:pt x="418" y="409"/>
                  </a:lnTo>
                  <a:lnTo>
                    <a:pt x="426" y="420"/>
                  </a:lnTo>
                  <a:lnTo>
                    <a:pt x="437" y="409"/>
                  </a:lnTo>
                  <a:lnTo>
                    <a:pt x="447" y="397"/>
                  </a:lnTo>
                  <a:lnTo>
                    <a:pt x="457" y="388"/>
                  </a:lnTo>
                  <a:lnTo>
                    <a:pt x="468" y="378"/>
                  </a:lnTo>
                  <a:lnTo>
                    <a:pt x="482" y="368"/>
                  </a:lnTo>
                  <a:lnTo>
                    <a:pt x="493" y="357"/>
                  </a:lnTo>
                  <a:lnTo>
                    <a:pt x="503" y="351"/>
                  </a:lnTo>
                  <a:lnTo>
                    <a:pt x="520" y="347"/>
                  </a:lnTo>
                  <a:lnTo>
                    <a:pt x="531" y="345"/>
                  </a:lnTo>
                  <a:lnTo>
                    <a:pt x="531" y="334"/>
                  </a:lnTo>
                  <a:lnTo>
                    <a:pt x="524" y="326"/>
                  </a:lnTo>
                  <a:lnTo>
                    <a:pt x="516" y="315"/>
                  </a:lnTo>
                  <a:lnTo>
                    <a:pt x="516" y="307"/>
                  </a:lnTo>
                  <a:lnTo>
                    <a:pt x="531" y="305"/>
                  </a:lnTo>
                  <a:lnTo>
                    <a:pt x="537" y="294"/>
                  </a:lnTo>
                  <a:lnTo>
                    <a:pt x="541" y="313"/>
                  </a:lnTo>
                  <a:lnTo>
                    <a:pt x="543" y="315"/>
                  </a:lnTo>
                  <a:lnTo>
                    <a:pt x="551" y="319"/>
                  </a:lnTo>
                  <a:lnTo>
                    <a:pt x="554" y="319"/>
                  </a:lnTo>
                  <a:lnTo>
                    <a:pt x="558" y="319"/>
                  </a:lnTo>
                  <a:lnTo>
                    <a:pt x="560" y="317"/>
                  </a:lnTo>
                  <a:lnTo>
                    <a:pt x="562" y="313"/>
                  </a:lnTo>
                  <a:lnTo>
                    <a:pt x="564" y="301"/>
                  </a:lnTo>
                  <a:lnTo>
                    <a:pt x="564" y="297"/>
                  </a:lnTo>
                  <a:lnTo>
                    <a:pt x="564" y="280"/>
                  </a:lnTo>
                  <a:lnTo>
                    <a:pt x="566" y="265"/>
                  </a:lnTo>
                  <a:lnTo>
                    <a:pt x="572" y="255"/>
                  </a:lnTo>
                  <a:lnTo>
                    <a:pt x="568" y="244"/>
                  </a:lnTo>
                  <a:lnTo>
                    <a:pt x="568" y="230"/>
                  </a:lnTo>
                  <a:lnTo>
                    <a:pt x="574" y="221"/>
                  </a:lnTo>
                  <a:lnTo>
                    <a:pt x="579" y="205"/>
                  </a:lnTo>
                  <a:lnTo>
                    <a:pt x="583" y="186"/>
                  </a:lnTo>
                  <a:lnTo>
                    <a:pt x="576" y="171"/>
                  </a:lnTo>
                  <a:lnTo>
                    <a:pt x="568" y="157"/>
                  </a:lnTo>
                  <a:lnTo>
                    <a:pt x="562" y="152"/>
                  </a:lnTo>
                  <a:lnTo>
                    <a:pt x="560" y="144"/>
                  </a:lnTo>
                  <a:lnTo>
                    <a:pt x="554" y="130"/>
                  </a:lnTo>
                  <a:lnTo>
                    <a:pt x="554" y="115"/>
                  </a:lnTo>
                  <a:lnTo>
                    <a:pt x="556" y="102"/>
                  </a:lnTo>
                  <a:lnTo>
                    <a:pt x="566" y="88"/>
                  </a:lnTo>
                  <a:lnTo>
                    <a:pt x="566" y="77"/>
                  </a:lnTo>
                  <a:lnTo>
                    <a:pt x="568" y="63"/>
                  </a:lnTo>
                  <a:lnTo>
                    <a:pt x="574" y="56"/>
                  </a:lnTo>
                  <a:lnTo>
                    <a:pt x="566" y="48"/>
                  </a:lnTo>
                  <a:lnTo>
                    <a:pt x="578" y="42"/>
                  </a:lnTo>
                  <a:lnTo>
                    <a:pt x="576" y="35"/>
                  </a:lnTo>
                  <a:lnTo>
                    <a:pt x="576" y="23"/>
                  </a:lnTo>
                  <a:lnTo>
                    <a:pt x="560" y="10"/>
                  </a:lnTo>
                  <a:lnTo>
                    <a:pt x="539" y="11"/>
                  </a:lnTo>
                  <a:lnTo>
                    <a:pt x="512" y="4"/>
                  </a:lnTo>
                  <a:lnTo>
                    <a:pt x="503" y="8"/>
                  </a:lnTo>
                  <a:lnTo>
                    <a:pt x="489" y="19"/>
                  </a:lnTo>
                  <a:lnTo>
                    <a:pt x="476" y="29"/>
                  </a:lnTo>
                  <a:lnTo>
                    <a:pt x="464" y="29"/>
                  </a:lnTo>
                  <a:lnTo>
                    <a:pt x="445" y="31"/>
                  </a:lnTo>
                  <a:lnTo>
                    <a:pt x="432" y="21"/>
                  </a:lnTo>
                  <a:lnTo>
                    <a:pt x="424" y="8"/>
                  </a:lnTo>
                  <a:lnTo>
                    <a:pt x="414" y="2"/>
                  </a:lnTo>
                  <a:lnTo>
                    <a:pt x="399" y="4"/>
                  </a:lnTo>
                  <a:lnTo>
                    <a:pt x="393" y="11"/>
                  </a:lnTo>
                  <a:lnTo>
                    <a:pt x="384" y="13"/>
                  </a:lnTo>
                  <a:lnTo>
                    <a:pt x="370" y="10"/>
                  </a:lnTo>
                  <a:lnTo>
                    <a:pt x="363" y="0"/>
                  </a:lnTo>
                  <a:lnTo>
                    <a:pt x="349" y="4"/>
                  </a:lnTo>
                  <a:lnTo>
                    <a:pt x="340" y="17"/>
                  </a:lnTo>
                  <a:lnTo>
                    <a:pt x="334" y="25"/>
                  </a:lnTo>
                  <a:lnTo>
                    <a:pt x="319" y="27"/>
                  </a:lnTo>
                  <a:lnTo>
                    <a:pt x="319" y="38"/>
                  </a:lnTo>
                  <a:lnTo>
                    <a:pt x="309" y="42"/>
                  </a:lnTo>
                  <a:lnTo>
                    <a:pt x="295" y="29"/>
                  </a:lnTo>
                  <a:lnTo>
                    <a:pt x="284" y="29"/>
                  </a:lnTo>
                  <a:lnTo>
                    <a:pt x="276" y="36"/>
                  </a:lnTo>
                  <a:lnTo>
                    <a:pt x="276" y="52"/>
                  </a:lnTo>
                  <a:lnTo>
                    <a:pt x="274" y="65"/>
                  </a:lnTo>
                  <a:lnTo>
                    <a:pt x="274" y="77"/>
                  </a:lnTo>
                  <a:lnTo>
                    <a:pt x="265" y="81"/>
                  </a:lnTo>
                  <a:lnTo>
                    <a:pt x="259" y="86"/>
                  </a:lnTo>
                  <a:lnTo>
                    <a:pt x="248" y="82"/>
                  </a:lnTo>
                  <a:lnTo>
                    <a:pt x="242" y="77"/>
                  </a:lnTo>
                  <a:lnTo>
                    <a:pt x="230" y="77"/>
                  </a:lnTo>
                  <a:lnTo>
                    <a:pt x="230" y="77"/>
                  </a:lnTo>
                  <a:lnTo>
                    <a:pt x="228" y="79"/>
                  </a:lnTo>
                  <a:lnTo>
                    <a:pt x="226" y="81"/>
                  </a:lnTo>
                  <a:lnTo>
                    <a:pt x="223" y="81"/>
                  </a:lnTo>
                  <a:lnTo>
                    <a:pt x="213" y="77"/>
                  </a:lnTo>
                  <a:lnTo>
                    <a:pt x="209" y="75"/>
                  </a:lnTo>
                  <a:lnTo>
                    <a:pt x="196" y="69"/>
                  </a:lnTo>
                  <a:lnTo>
                    <a:pt x="178" y="67"/>
                  </a:lnTo>
                  <a:lnTo>
                    <a:pt x="173" y="56"/>
                  </a:lnTo>
                  <a:lnTo>
                    <a:pt x="163" y="48"/>
                  </a:lnTo>
                  <a:lnTo>
                    <a:pt x="152" y="48"/>
                  </a:lnTo>
                  <a:lnTo>
                    <a:pt x="142" y="50"/>
                  </a:lnTo>
                  <a:lnTo>
                    <a:pt x="127" y="48"/>
                  </a:lnTo>
                  <a:lnTo>
                    <a:pt x="113" y="42"/>
                  </a:lnTo>
                  <a:lnTo>
                    <a:pt x="100" y="44"/>
                  </a:lnTo>
                  <a:lnTo>
                    <a:pt x="90" y="40"/>
                  </a:lnTo>
                  <a:lnTo>
                    <a:pt x="79" y="35"/>
                  </a:lnTo>
                  <a:lnTo>
                    <a:pt x="69" y="29"/>
                  </a:lnTo>
                  <a:lnTo>
                    <a:pt x="58" y="31"/>
                  </a:lnTo>
                  <a:lnTo>
                    <a:pt x="46" y="23"/>
                  </a:lnTo>
                  <a:lnTo>
                    <a:pt x="31" y="25"/>
                  </a:lnTo>
                  <a:lnTo>
                    <a:pt x="13" y="27"/>
                  </a:lnTo>
                  <a:lnTo>
                    <a:pt x="0" y="29"/>
                  </a:lnTo>
                  <a:close/>
                </a:path>
              </a:pathLst>
            </a:custGeom>
            <a:grpFill/>
            <a:ln w="6350" cmpd="sng">
              <a:solidFill>
                <a:schemeClr val="bg1"/>
              </a:solidFill>
              <a:round/>
              <a:headEnd/>
              <a:tailEnd/>
            </a:ln>
          </p:spPr>
          <p:txBody>
            <a:bodyPr/>
            <a:lstStyle/>
            <a:p>
              <a:endParaRPr lang="pt-BR"/>
            </a:p>
          </p:txBody>
        </p:sp>
        <p:sp>
          <p:nvSpPr>
            <p:cNvPr id="28" name="Freeform 9">
              <a:extLst>
                <a:ext uri="{FF2B5EF4-FFF2-40B4-BE49-F238E27FC236}">
                  <a16:creationId xmlns:a16="http://schemas.microsoft.com/office/drawing/2014/main" id="{0373FA79-6354-531B-10A5-55110F0273EF}"/>
                </a:ext>
              </a:extLst>
            </p:cNvPr>
            <p:cNvSpPr>
              <a:spLocks noChangeAspect="1"/>
            </p:cNvSpPr>
            <p:nvPr/>
          </p:nvSpPr>
          <p:spPr bwMode="auto">
            <a:xfrm>
              <a:off x="2373484" y="5022187"/>
              <a:ext cx="507847" cy="370915"/>
            </a:xfrm>
            <a:custGeom>
              <a:avLst/>
              <a:gdLst/>
              <a:ahLst/>
              <a:cxnLst>
                <a:cxn ang="0">
                  <a:pos x="9" y="347"/>
                </a:cxn>
                <a:cxn ang="0">
                  <a:pos x="29" y="278"/>
                </a:cxn>
                <a:cxn ang="0">
                  <a:pos x="36" y="215"/>
                </a:cxn>
                <a:cxn ang="0">
                  <a:pos x="65" y="155"/>
                </a:cxn>
                <a:cxn ang="0">
                  <a:pos x="94" y="102"/>
                </a:cxn>
                <a:cxn ang="0">
                  <a:pos x="123" y="42"/>
                </a:cxn>
                <a:cxn ang="0">
                  <a:pos x="172" y="17"/>
                </a:cxn>
                <a:cxn ang="0">
                  <a:pos x="226" y="11"/>
                </a:cxn>
                <a:cxn ang="0">
                  <a:pos x="274" y="10"/>
                </a:cxn>
                <a:cxn ang="0">
                  <a:pos x="303" y="8"/>
                </a:cxn>
                <a:cxn ang="0">
                  <a:pos x="337" y="15"/>
                </a:cxn>
                <a:cxn ang="0">
                  <a:pos x="387" y="27"/>
                </a:cxn>
                <a:cxn ang="0">
                  <a:pos x="433" y="61"/>
                </a:cxn>
                <a:cxn ang="0">
                  <a:pos x="483" y="77"/>
                </a:cxn>
                <a:cxn ang="0">
                  <a:pos x="537" y="77"/>
                </a:cxn>
                <a:cxn ang="0">
                  <a:pos x="566" y="117"/>
                </a:cxn>
                <a:cxn ang="0">
                  <a:pos x="575" y="163"/>
                </a:cxn>
                <a:cxn ang="0">
                  <a:pos x="573" y="215"/>
                </a:cxn>
                <a:cxn ang="0">
                  <a:pos x="587" y="225"/>
                </a:cxn>
                <a:cxn ang="0">
                  <a:pos x="598" y="232"/>
                </a:cxn>
                <a:cxn ang="0">
                  <a:pos x="602" y="278"/>
                </a:cxn>
                <a:cxn ang="0">
                  <a:pos x="631" y="294"/>
                </a:cxn>
                <a:cxn ang="0">
                  <a:pos x="687" y="296"/>
                </a:cxn>
                <a:cxn ang="0">
                  <a:pos x="687" y="338"/>
                </a:cxn>
                <a:cxn ang="0">
                  <a:pos x="727" y="363"/>
                </a:cxn>
                <a:cxn ang="0">
                  <a:pos x="721" y="391"/>
                </a:cxn>
                <a:cxn ang="0">
                  <a:pos x="683" y="424"/>
                </a:cxn>
                <a:cxn ang="0">
                  <a:pos x="669" y="472"/>
                </a:cxn>
                <a:cxn ang="0">
                  <a:pos x="648" y="461"/>
                </a:cxn>
                <a:cxn ang="0">
                  <a:pos x="591" y="459"/>
                </a:cxn>
                <a:cxn ang="0">
                  <a:pos x="552" y="480"/>
                </a:cxn>
                <a:cxn ang="0">
                  <a:pos x="512" y="459"/>
                </a:cxn>
                <a:cxn ang="0">
                  <a:pos x="481" y="462"/>
                </a:cxn>
                <a:cxn ang="0">
                  <a:pos x="451" y="451"/>
                </a:cxn>
                <a:cxn ang="0">
                  <a:pos x="422" y="476"/>
                </a:cxn>
                <a:cxn ang="0">
                  <a:pos x="397" y="493"/>
                </a:cxn>
                <a:cxn ang="0">
                  <a:pos x="364" y="487"/>
                </a:cxn>
                <a:cxn ang="0">
                  <a:pos x="362" y="528"/>
                </a:cxn>
                <a:cxn ang="0">
                  <a:pos x="336" y="533"/>
                </a:cxn>
                <a:cxn ang="0">
                  <a:pos x="318" y="528"/>
                </a:cxn>
                <a:cxn ang="0">
                  <a:pos x="311" y="532"/>
                </a:cxn>
                <a:cxn ang="0">
                  <a:pos x="284" y="520"/>
                </a:cxn>
                <a:cxn ang="0">
                  <a:pos x="251" y="499"/>
                </a:cxn>
                <a:cxn ang="0">
                  <a:pos x="215" y="499"/>
                </a:cxn>
                <a:cxn ang="0">
                  <a:pos x="178" y="491"/>
                </a:cxn>
                <a:cxn ang="0">
                  <a:pos x="146" y="482"/>
                </a:cxn>
                <a:cxn ang="0">
                  <a:pos x="101" y="478"/>
                </a:cxn>
                <a:cxn ang="0">
                  <a:pos x="82" y="455"/>
                </a:cxn>
                <a:cxn ang="0">
                  <a:pos x="71" y="415"/>
                </a:cxn>
                <a:cxn ang="0">
                  <a:pos x="36" y="384"/>
                </a:cxn>
                <a:cxn ang="0">
                  <a:pos x="2" y="391"/>
                </a:cxn>
              </a:cxnLst>
              <a:rect l="0" t="0" r="r" b="b"/>
              <a:pathLst>
                <a:path w="735" h="537">
                  <a:moveTo>
                    <a:pt x="2" y="391"/>
                  </a:moveTo>
                  <a:lnTo>
                    <a:pt x="0" y="365"/>
                  </a:lnTo>
                  <a:lnTo>
                    <a:pt x="9" y="347"/>
                  </a:lnTo>
                  <a:lnTo>
                    <a:pt x="17" y="328"/>
                  </a:lnTo>
                  <a:lnTo>
                    <a:pt x="19" y="296"/>
                  </a:lnTo>
                  <a:lnTo>
                    <a:pt x="29" y="278"/>
                  </a:lnTo>
                  <a:lnTo>
                    <a:pt x="36" y="253"/>
                  </a:lnTo>
                  <a:lnTo>
                    <a:pt x="40" y="230"/>
                  </a:lnTo>
                  <a:lnTo>
                    <a:pt x="36" y="215"/>
                  </a:lnTo>
                  <a:lnTo>
                    <a:pt x="40" y="188"/>
                  </a:lnTo>
                  <a:lnTo>
                    <a:pt x="52" y="163"/>
                  </a:lnTo>
                  <a:lnTo>
                    <a:pt x="65" y="155"/>
                  </a:lnTo>
                  <a:lnTo>
                    <a:pt x="75" y="134"/>
                  </a:lnTo>
                  <a:lnTo>
                    <a:pt x="80" y="117"/>
                  </a:lnTo>
                  <a:lnTo>
                    <a:pt x="94" y="102"/>
                  </a:lnTo>
                  <a:lnTo>
                    <a:pt x="98" y="82"/>
                  </a:lnTo>
                  <a:lnTo>
                    <a:pt x="109" y="58"/>
                  </a:lnTo>
                  <a:lnTo>
                    <a:pt x="123" y="42"/>
                  </a:lnTo>
                  <a:lnTo>
                    <a:pt x="140" y="40"/>
                  </a:lnTo>
                  <a:lnTo>
                    <a:pt x="153" y="23"/>
                  </a:lnTo>
                  <a:lnTo>
                    <a:pt x="172" y="17"/>
                  </a:lnTo>
                  <a:lnTo>
                    <a:pt x="186" y="10"/>
                  </a:lnTo>
                  <a:lnTo>
                    <a:pt x="201" y="8"/>
                  </a:lnTo>
                  <a:lnTo>
                    <a:pt x="226" y="11"/>
                  </a:lnTo>
                  <a:lnTo>
                    <a:pt x="245" y="11"/>
                  </a:lnTo>
                  <a:lnTo>
                    <a:pt x="261" y="13"/>
                  </a:lnTo>
                  <a:lnTo>
                    <a:pt x="274" y="10"/>
                  </a:lnTo>
                  <a:lnTo>
                    <a:pt x="284" y="0"/>
                  </a:lnTo>
                  <a:lnTo>
                    <a:pt x="295" y="2"/>
                  </a:lnTo>
                  <a:lnTo>
                    <a:pt x="303" y="8"/>
                  </a:lnTo>
                  <a:lnTo>
                    <a:pt x="309" y="15"/>
                  </a:lnTo>
                  <a:lnTo>
                    <a:pt x="320" y="13"/>
                  </a:lnTo>
                  <a:lnTo>
                    <a:pt x="337" y="15"/>
                  </a:lnTo>
                  <a:lnTo>
                    <a:pt x="353" y="21"/>
                  </a:lnTo>
                  <a:lnTo>
                    <a:pt x="370" y="21"/>
                  </a:lnTo>
                  <a:lnTo>
                    <a:pt x="387" y="27"/>
                  </a:lnTo>
                  <a:lnTo>
                    <a:pt x="407" y="38"/>
                  </a:lnTo>
                  <a:lnTo>
                    <a:pt x="418" y="48"/>
                  </a:lnTo>
                  <a:lnTo>
                    <a:pt x="433" y="61"/>
                  </a:lnTo>
                  <a:lnTo>
                    <a:pt x="443" y="67"/>
                  </a:lnTo>
                  <a:lnTo>
                    <a:pt x="456" y="75"/>
                  </a:lnTo>
                  <a:lnTo>
                    <a:pt x="483" y="77"/>
                  </a:lnTo>
                  <a:lnTo>
                    <a:pt x="497" y="75"/>
                  </a:lnTo>
                  <a:lnTo>
                    <a:pt x="514" y="75"/>
                  </a:lnTo>
                  <a:lnTo>
                    <a:pt x="537" y="77"/>
                  </a:lnTo>
                  <a:lnTo>
                    <a:pt x="550" y="90"/>
                  </a:lnTo>
                  <a:lnTo>
                    <a:pt x="556" y="102"/>
                  </a:lnTo>
                  <a:lnTo>
                    <a:pt x="566" y="117"/>
                  </a:lnTo>
                  <a:lnTo>
                    <a:pt x="575" y="130"/>
                  </a:lnTo>
                  <a:lnTo>
                    <a:pt x="575" y="144"/>
                  </a:lnTo>
                  <a:lnTo>
                    <a:pt x="575" y="163"/>
                  </a:lnTo>
                  <a:lnTo>
                    <a:pt x="572" y="180"/>
                  </a:lnTo>
                  <a:lnTo>
                    <a:pt x="573" y="200"/>
                  </a:lnTo>
                  <a:lnTo>
                    <a:pt x="573" y="215"/>
                  </a:lnTo>
                  <a:lnTo>
                    <a:pt x="573" y="223"/>
                  </a:lnTo>
                  <a:lnTo>
                    <a:pt x="585" y="225"/>
                  </a:lnTo>
                  <a:lnTo>
                    <a:pt x="587" y="225"/>
                  </a:lnTo>
                  <a:lnTo>
                    <a:pt x="591" y="226"/>
                  </a:lnTo>
                  <a:lnTo>
                    <a:pt x="596" y="228"/>
                  </a:lnTo>
                  <a:lnTo>
                    <a:pt x="598" y="232"/>
                  </a:lnTo>
                  <a:lnTo>
                    <a:pt x="600" y="244"/>
                  </a:lnTo>
                  <a:lnTo>
                    <a:pt x="600" y="253"/>
                  </a:lnTo>
                  <a:lnTo>
                    <a:pt x="602" y="278"/>
                  </a:lnTo>
                  <a:lnTo>
                    <a:pt x="608" y="290"/>
                  </a:lnTo>
                  <a:lnTo>
                    <a:pt x="619" y="292"/>
                  </a:lnTo>
                  <a:lnTo>
                    <a:pt x="631" y="294"/>
                  </a:lnTo>
                  <a:lnTo>
                    <a:pt x="648" y="296"/>
                  </a:lnTo>
                  <a:lnTo>
                    <a:pt x="669" y="296"/>
                  </a:lnTo>
                  <a:lnTo>
                    <a:pt x="687" y="296"/>
                  </a:lnTo>
                  <a:lnTo>
                    <a:pt x="698" y="313"/>
                  </a:lnTo>
                  <a:lnTo>
                    <a:pt x="689" y="322"/>
                  </a:lnTo>
                  <a:lnTo>
                    <a:pt x="687" y="338"/>
                  </a:lnTo>
                  <a:lnTo>
                    <a:pt x="702" y="347"/>
                  </a:lnTo>
                  <a:lnTo>
                    <a:pt x="717" y="345"/>
                  </a:lnTo>
                  <a:lnTo>
                    <a:pt x="727" y="363"/>
                  </a:lnTo>
                  <a:lnTo>
                    <a:pt x="735" y="370"/>
                  </a:lnTo>
                  <a:lnTo>
                    <a:pt x="733" y="384"/>
                  </a:lnTo>
                  <a:lnTo>
                    <a:pt x="721" y="391"/>
                  </a:lnTo>
                  <a:lnTo>
                    <a:pt x="708" y="401"/>
                  </a:lnTo>
                  <a:lnTo>
                    <a:pt x="696" y="416"/>
                  </a:lnTo>
                  <a:lnTo>
                    <a:pt x="683" y="424"/>
                  </a:lnTo>
                  <a:lnTo>
                    <a:pt x="669" y="439"/>
                  </a:lnTo>
                  <a:lnTo>
                    <a:pt x="671" y="455"/>
                  </a:lnTo>
                  <a:lnTo>
                    <a:pt x="669" y="472"/>
                  </a:lnTo>
                  <a:lnTo>
                    <a:pt x="664" y="476"/>
                  </a:lnTo>
                  <a:lnTo>
                    <a:pt x="664" y="474"/>
                  </a:lnTo>
                  <a:lnTo>
                    <a:pt x="648" y="461"/>
                  </a:lnTo>
                  <a:lnTo>
                    <a:pt x="627" y="462"/>
                  </a:lnTo>
                  <a:lnTo>
                    <a:pt x="600" y="455"/>
                  </a:lnTo>
                  <a:lnTo>
                    <a:pt x="591" y="459"/>
                  </a:lnTo>
                  <a:lnTo>
                    <a:pt x="577" y="470"/>
                  </a:lnTo>
                  <a:lnTo>
                    <a:pt x="564" y="480"/>
                  </a:lnTo>
                  <a:lnTo>
                    <a:pt x="552" y="480"/>
                  </a:lnTo>
                  <a:lnTo>
                    <a:pt x="533" y="482"/>
                  </a:lnTo>
                  <a:lnTo>
                    <a:pt x="520" y="472"/>
                  </a:lnTo>
                  <a:lnTo>
                    <a:pt x="512" y="459"/>
                  </a:lnTo>
                  <a:lnTo>
                    <a:pt x="502" y="453"/>
                  </a:lnTo>
                  <a:lnTo>
                    <a:pt x="487" y="455"/>
                  </a:lnTo>
                  <a:lnTo>
                    <a:pt x="481" y="462"/>
                  </a:lnTo>
                  <a:lnTo>
                    <a:pt x="472" y="464"/>
                  </a:lnTo>
                  <a:lnTo>
                    <a:pt x="458" y="461"/>
                  </a:lnTo>
                  <a:lnTo>
                    <a:pt x="451" y="451"/>
                  </a:lnTo>
                  <a:lnTo>
                    <a:pt x="437" y="455"/>
                  </a:lnTo>
                  <a:lnTo>
                    <a:pt x="428" y="468"/>
                  </a:lnTo>
                  <a:lnTo>
                    <a:pt x="422" y="476"/>
                  </a:lnTo>
                  <a:lnTo>
                    <a:pt x="407" y="478"/>
                  </a:lnTo>
                  <a:lnTo>
                    <a:pt x="407" y="489"/>
                  </a:lnTo>
                  <a:lnTo>
                    <a:pt x="397" y="493"/>
                  </a:lnTo>
                  <a:lnTo>
                    <a:pt x="383" y="480"/>
                  </a:lnTo>
                  <a:lnTo>
                    <a:pt x="372" y="480"/>
                  </a:lnTo>
                  <a:lnTo>
                    <a:pt x="364" y="487"/>
                  </a:lnTo>
                  <a:lnTo>
                    <a:pt x="364" y="503"/>
                  </a:lnTo>
                  <a:lnTo>
                    <a:pt x="362" y="516"/>
                  </a:lnTo>
                  <a:lnTo>
                    <a:pt x="362" y="528"/>
                  </a:lnTo>
                  <a:lnTo>
                    <a:pt x="353" y="532"/>
                  </a:lnTo>
                  <a:lnTo>
                    <a:pt x="347" y="537"/>
                  </a:lnTo>
                  <a:lnTo>
                    <a:pt x="336" y="533"/>
                  </a:lnTo>
                  <a:lnTo>
                    <a:pt x="330" y="528"/>
                  </a:lnTo>
                  <a:lnTo>
                    <a:pt x="318" y="528"/>
                  </a:lnTo>
                  <a:lnTo>
                    <a:pt x="318" y="528"/>
                  </a:lnTo>
                  <a:lnTo>
                    <a:pt x="316" y="530"/>
                  </a:lnTo>
                  <a:lnTo>
                    <a:pt x="314" y="532"/>
                  </a:lnTo>
                  <a:lnTo>
                    <a:pt x="311" y="532"/>
                  </a:lnTo>
                  <a:lnTo>
                    <a:pt x="301" y="528"/>
                  </a:lnTo>
                  <a:lnTo>
                    <a:pt x="297" y="526"/>
                  </a:lnTo>
                  <a:lnTo>
                    <a:pt x="284" y="520"/>
                  </a:lnTo>
                  <a:lnTo>
                    <a:pt x="266" y="518"/>
                  </a:lnTo>
                  <a:lnTo>
                    <a:pt x="261" y="507"/>
                  </a:lnTo>
                  <a:lnTo>
                    <a:pt x="251" y="499"/>
                  </a:lnTo>
                  <a:lnTo>
                    <a:pt x="240" y="499"/>
                  </a:lnTo>
                  <a:lnTo>
                    <a:pt x="230" y="501"/>
                  </a:lnTo>
                  <a:lnTo>
                    <a:pt x="215" y="499"/>
                  </a:lnTo>
                  <a:lnTo>
                    <a:pt x="201" y="493"/>
                  </a:lnTo>
                  <a:lnTo>
                    <a:pt x="188" y="495"/>
                  </a:lnTo>
                  <a:lnTo>
                    <a:pt x="178" y="491"/>
                  </a:lnTo>
                  <a:lnTo>
                    <a:pt x="167" y="486"/>
                  </a:lnTo>
                  <a:lnTo>
                    <a:pt x="157" y="480"/>
                  </a:lnTo>
                  <a:lnTo>
                    <a:pt x="146" y="482"/>
                  </a:lnTo>
                  <a:lnTo>
                    <a:pt x="134" y="474"/>
                  </a:lnTo>
                  <a:lnTo>
                    <a:pt x="119" y="476"/>
                  </a:lnTo>
                  <a:lnTo>
                    <a:pt x="101" y="478"/>
                  </a:lnTo>
                  <a:lnTo>
                    <a:pt x="88" y="480"/>
                  </a:lnTo>
                  <a:lnTo>
                    <a:pt x="84" y="470"/>
                  </a:lnTo>
                  <a:lnTo>
                    <a:pt x="82" y="455"/>
                  </a:lnTo>
                  <a:lnTo>
                    <a:pt x="75" y="445"/>
                  </a:lnTo>
                  <a:lnTo>
                    <a:pt x="73" y="426"/>
                  </a:lnTo>
                  <a:lnTo>
                    <a:pt x="71" y="415"/>
                  </a:lnTo>
                  <a:lnTo>
                    <a:pt x="57" y="405"/>
                  </a:lnTo>
                  <a:lnTo>
                    <a:pt x="52" y="393"/>
                  </a:lnTo>
                  <a:lnTo>
                    <a:pt x="36" y="384"/>
                  </a:lnTo>
                  <a:lnTo>
                    <a:pt x="25" y="386"/>
                  </a:lnTo>
                  <a:lnTo>
                    <a:pt x="13" y="386"/>
                  </a:lnTo>
                  <a:lnTo>
                    <a:pt x="2" y="391"/>
                  </a:lnTo>
                  <a:close/>
                </a:path>
              </a:pathLst>
            </a:custGeom>
            <a:grpFill/>
            <a:ln w="6350" cmpd="sng">
              <a:solidFill>
                <a:schemeClr val="bg1"/>
              </a:solidFill>
              <a:round/>
              <a:headEnd/>
              <a:tailEnd/>
            </a:ln>
          </p:spPr>
          <p:txBody>
            <a:bodyPr/>
            <a:lstStyle/>
            <a:p>
              <a:endParaRPr lang="pt-BR"/>
            </a:p>
          </p:txBody>
        </p:sp>
        <p:sp>
          <p:nvSpPr>
            <p:cNvPr id="29" name="Freeform 10">
              <a:extLst>
                <a:ext uri="{FF2B5EF4-FFF2-40B4-BE49-F238E27FC236}">
                  <a16:creationId xmlns:a16="http://schemas.microsoft.com/office/drawing/2014/main" id="{52382C48-7D01-D41C-3BC9-D39AA989C4F1}"/>
                </a:ext>
              </a:extLst>
            </p:cNvPr>
            <p:cNvSpPr>
              <a:spLocks noChangeAspect="1"/>
            </p:cNvSpPr>
            <p:nvPr/>
          </p:nvSpPr>
          <p:spPr bwMode="auto">
            <a:xfrm>
              <a:off x="3406894" y="4708336"/>
              <a:ext cx="207666" cy="279416"/>
            </a:xfrm>
            <a:custGeom>
              <a:avLst/>
              <a:gdLst/>
              <a:ahLst/>
              <a:cxnLst>
                <a:cxn ang="0">
                  <a:pos x="277" y="205"/>
                </a:cxn>
                <a:cxn ang="0">
                  <a:pos x="271" y="217"/>
                </a:cxn>
                <a:cxn ang="0">
                  <a:pos x="252" y="232"/>
                </a:cxn>
                <a:cxn ang="0">
                  <a:pos x="229" y="250"/>
                </a:cxn>
                <a:cxn ang="0">
                  <a:pos x="211" y="278"/>
                </a:cxn>
                <a:cxn ang="0">
                  <a:pos x="196" y="300"/>
                </a:cxn>
                <a:cxn ang="0">
                  <a:pos x="188" y="330"/>
                </a:cxn>
                <a:cxn ang="0">
                  <a:pos x="169" y="351"/>
                </a:cxn>
                <a:cxn ang="0">
                  <a:pos x="156" y="374"/>
                </a:cxn>
                <a:cxn ang="0">
                  <a:pos x="133" y="371"/>
                </a:cxn>
                <a:cxn ang="0">
                  <a:pos x="119" y="390"/>
                </a:cxn>
                <a:cxn ang="0">
                  <a:pos x="106" y="405"/>
                </a:cxn>
                <a:cxn ang="0">
                  <a:pos x="96" y="397"/>
                </a:cxn>
                <a:cxn ang="0">
                  <a:pos x="79" y="384"/>
                </a:cxn>
                <a:cxn ang="0">
                  <a:pos x="41" y="380"/>
                </a:cxn>
                <a:cxn ang="0">
                  <a:pos x="25" y="372"/>
                </a:cxn>
                <a:cxn ang="0">
                  <a:pos x="25" y="346"/>
                </a:cxn>
                <a:cxn ang="0">
                  <a:pos x="0" y="338"/>
                </a:cxn>
                <a:cxn ang="0">
                  <a:pos x="6" y="319"/>
                </a:cxn>
                <a:cxn ang="0">
                  <a:pos x="12" y="290"/>
                </a:cxn>
                <a:cxn ang="0">
                  <a:pos x="29" y="271"/>
                </a:cxn>
                <a:cxn ang="0">
                  <a:pos x="62" y="267"/>
                </a:cxn>
                <a:cxn ang="0">
                  <a:pos x="85" y="242"/>
                </a:cxn>
                <a:cxn ang="0">
                  <a:pos x="104" y="217"/>
                </a:cxn>
                <a:cxn ang="0">
                  <a:pos x="127" y="204"/>
                </a:cxn>
                <a:cxn ang="0">
                  <a:pos x="140" y="186"/>
                </a:cxn>
                <a:cxn ang="0">
                  <a:pos x="133" y="157"/>
                </a:cxn>
                <a:cxn ang="0">
                  <a:pos x="115" y="136"/>
                </a:cxn>
                <a:cxn ang="0">
                  <a:pos x="125" y="113"/>
                </a:cxn>
                <a:cxn ang="0">
                  <a:pos x="135" y="88"/>
                </a:cxn>
                <a:cxn ang="0">
                  <a:pos x="123" y="69"/>
                </a:cxn>
                <a:cxn ang="0">
                  <a:pos x="110" y="50"/>
                </a:cxn>
                <a:cxn ang="0">
                  <a:pos x="119" y="29"/>
                </a:cxn>
                <a:cxn ang="0">
                  <a:pos x="142" y="21"/>
                </a:cxn>
                <a:cxn ang="0">
                  <a:pos x="148" y="4"/>
                </a:cxn>
                <a:cxn ang="0">
                  <a:pos x="192" y="6"/>
                </a:cxn>
                <a:cxn ang="0">
                  <a:pos x="225" y="4"/>
                </a:cxn>
                <a:cxn ang="0">
                  <a:pos x="252" y="33"/>
                </a:cxn>
                <a:cxn ang="0">
                  <a:pos x="284" y="60"/>
                </a:cxn>
                <a:cxn ang="0">
                  <a:pos x="300" y="83"/>
                </a:cxn>
                <a:cxn ang="0">
                  <a:pos x="288" y="125"/>
                </a:cxn>
                <a:cxn ang="0">
                  <a:pos x="286" y="154"/>
                </a:cxn>
                <a:cxn ang="0">
                  <a:pos x="294" y="186"/>
                </a:cxn>
                <a:cxn ang="0">
                  <a:pos x="286" y="205"/>
                </a:cxn>
              </a:cxnLst>
              <a:rect l="0" t="0" r="r" b="b"/>
              <a:pathLst>
                <a:path w="300" h="405">
                  <a:moveTo>
                    <a:pt x="286" y="205"/>
                  </a:moveTo>
                  <a:lnTo>
                    <a:pt x="277" y="205"/>
                  </a:lnTo>
                  <a:lnTo>
                    <a:pt x="261" y="207"/>
                  </a:lnTo>
                  <a:lnTo>
                    <a:pt x="271" y="217"/>
                  </a:lnTo>
                  <a:lnTo>
                    <a:pt x="259" y="223"/>
                  </a:lnTo>
                  <a:lnTo>
                    <a:pt x="252" y="232"/>
                  </a:lnTo>
                  <a:lnTo>
                    <a:pt x="238" y="232"/>
                  </a:lnTo>
                  <a:lnTo>
                    <a:pt x="229" y="250"/>
                  </a:lnTo>
                  <a:lnTo>
                    <a:pt x="221" y="265"/>
                  </a:lnTo>
                  <a:lnTo>
                    <a:pt x="211" y="278"/>
                  </a:lnTo>
                  <a:lnTo>
                    <a:pt x="202" y="284"/>
                  </a:lnTo>
                  <a:lnTo>
                    <a:pt x="196" y="300"/>
                  </a:lnTo>
                  <a:lnTo>
                    <a:pt x="196" y="317"/>
                  </a:lnTo>
                  <a:lnTo>
                    <a:pt x="188" y="330"/>
                  </a:lnTo>
                  <a:lnTo>
                    <a:pt x="175" y="338"/>
                  </a:lnTo>
                  <a:lnTo>
                    <a:pt x="169" y="351"/>
                  </a:lnTo>
                  <a:lnTo>
                    <a:pt x="156" y="361"/>
                  </a:lnTo>
                  <a:lnTo>
                    <a:pt x="156" y="374"/>
                  </a:lnTo>
                  <a:lnTo>
                    <a:pt x="144" y="374"/>
                  </a:lnTo>
                  <a:lnTo>
                    <a:pt x="133" y="371"/>
                  </a:lnTo>
                  <a:lnTo>
                    <a:pt x="117" y="378"/>
                  </a:lnTo>
                  <a:lnTo>
                    <a:pt x="119" y="390"/>
                  </a:lnTo>
                  <a:lnTo>
                    <a:pt x="110" y="403"/>
                  </a:lnTo>
                  <a:lnTo>
                    <a:pt x="106" y="405"/>
                  </a:lnTo>
                  <a:lnTo>
                    <a:pt x="106" y="403"/>
                  </a:lnTo>
                  <a:lnTo>
                    <a:pt x="96" y="397"/>
                  </a:lnTo>
                  <a:lnTo>
                    <a:pt x="87" y="395"/>
                  </a:lnTo>
                  <a:lnTo>
                    <a:pt x="79" y="384"/>
                  </a:lnTo>
                  <a:lnTo>
                    <a:pt x="60" y="382"/>
                  </a:lnTo>
                  <a:lnTo>
                    <a:pt x="41" y="380"/>
                  </a:lnTo>
                  <a:lnTo>
                    <a:pt x="31" y="378"/>
                  </a:lnTo>
                  <a:lnTo>
                    <a:pt x="25" y="372"/>
                  </a:lnTo>
                  <a:lnTo>
                    <a:pt x="25" y="363"/>
                  </a:lnTo>
                  <a:lnTo>
                    <a:pt x="25" y="346"/>
                  </a:lnTo>
                  <a:lnTo>
                    <a:pt x="8" y="340"/>
                  </a:lnTo>
                  <a:lnTo>
                    <a:pt x="0" y="338"/>
                  </a:lnTo>
                  <a:lnTo>
                    <a:pt x="2" y="334"/>
                  </a:lnTo>
                  <a:lnTo>
                    <a:pt x="6" y="319"/>
                  </a:lnTo>
                  <a:lnTo>
                    <a:pt x="12" y="305"/>
                  </a:lnTo>
                  <a:lnTo>
                    <a:pt x="12" y="290"/>
                  </a:lnTo>
                  <a:lnTo>
                    <a:pt x="21" y="280"/>
                  </a:lnTo>
                  <a:lnTo>
                    <a:pt x="29" y="271"/>
                  </a:lnTo>
                  <a:lnTo>
                    <a:pt x="46" y="271"/>
                  </a:lnTo>
                  <a:lnTo>
                    <a:pt x="62" y="267"/>
                  </a:lnTo>
                  <a:lnTo>
                    <a:pt x="73" y="255"/>
                  </a:lnTo>
                  <a:lnTo>
                    <a:pt x="85" y="242"/>
                  </a:lnTo>
                  <a:lnTo>
                    <a:pt x="92" y="230"/>
                  </a:lnTo>
                  <a:lnTo>
                    <a:pt x="104" y="217"/>
                  </a:lnTo>
                  <a:lnTo>
                    <a:pt x="121" y="217"/>
                  </a:lnTo>
                  <a:lnTo>
                    <a:pt x="127" y="204"/>
                  </a:lnTo>
                  <a:lnTo>
                    <a:pt x="127" y="192"/>
                  </a:lnTo>
                  <a:lnTo>
                    <a:pt x="140" y="186"/>
                  </a:lnTo>
                  <a:lnTo>
                    <a:pt x="140" y="169"/>
                  </a:lnTo>
                  <a:lnTo>
                    <a:pt x="133" y="157"/>
                  </a:lnTo>
                  <a:lnTo>
                    <a:pt x="131" y="148"/>
                  </a:lnTo>
                  <a:lnTo>
                    <a:pt x="115" y="136"/>
                  </a:lnTo>
                  <a:lnTo>
                    <a:pt x="117" y="123"/>
                  </a:lnTo>
                  <a:lnTo>
                    <a:pt x="125" y="113"/>
                  </a:lnTo>
                  <a:lnTo>
                    <a:pt x="135" y="110"/>
                  </a:lnTo>
                  <a:lnTo>
                    <a:pt x="135" y="88"/>
                  </a:lnTo>
                  <a:lnTo>
                    <a:pt x="123" y="81"/>
                  </a:lnTo>
                  <a:lnTo>
                    <a:pt x="123" y="69"/>
                  </a:lnTo>
                  <a:lnTo>
                    <a:pt x="110" y="63"/>
                  </a:lnTo>
                  <a:lnTo>
                    <a:pt x="110" y="50"/>
                  </a:lnTo>
                  <a:lnTo>
                    <a:pt x="119" y="44"/>
                  </a:lnTo>
                  <a:lnTo>
                    <a:pt x="119" y="29"/>
                  </a:lnTo>
                  <a:lnTo>
                    <a:pt x="131" y="21"/>
                  </a:lnTo>
                  <a:lnTo>
                    <a:pt x="142" y="21"/>
                  </a:lnTo>
                  <a:lnTo>
                    <a:pt x="142" y="10"/>
                  </a:lnTo>
                  <a:lnTo>
                    <a:pt x="148" y="4"/>
                  </a:lnTo>
                  <a:lnTo>
                    <a:pt x="169" y="4"/>
                  </a:lnTo>
                  <a:lnTo>
                    <a:pt x="192" y="6"/>
                  </a:lnTo>
                  <a:lnTo>
                    <a:pt x="211" y="0"/>
                  </a:lnTo>
                  <a:lnTo>
                    <a:pt x="225" y="4"/>
                  </a:lnTo>
                  <a:lnTo>
                    <a:pt x="232" y="21"/>
                  </a:lnTo>
                  <a:lnTo>
                    <a:pt x="252" y="33"/>
                  </a:lnTo>
                  <a:lnTo>
                    <a:pt x="271" y="44"/>
                  </a:lnTo>
                  <a:lnTo>
                    <a:pt x="284" y="60"/>
                  </a:lnTo>
                  <a:lnTo>
                    <a:pt x="300" y="65"/>
                  </a:lnTo>
                  <a:lnTo>
                    <a:pt x="300" y="83"/>
                  </a:lnTo>
                  <a:lnTo>
                    <a:pt x="292" y="104"/>
                  </a:lnTo>
                  <a:lnTo>
                    <a:pt x="288" y="125"/>
                  </a:lnTo>
                  <a:lnTo>
                    <a:pt x="292" y="142"/>
                  </a:lnTo>
                  <a:lnTo>
                    <a:pt x="286" y="154"/>
                  </a:lnTo>
                  <a:lnTo>
                    <a:pt x="286" y="175"/>
                  </a:lnTo>
                  <a:lnTo>
                    <a:pt x="294" y="186"/>
                  </a:lnTo>
                  <a:lnTo>
                    <a:pt x="292" y="198"/>
                  </a:lnTo>
                  <a:lnTo>
                    <a:pt x="286" y="205"/>
                  </a:lnTo>
                  <a:close/>
                </a:path>
              </a:pathLst>
            </a:custGeom>
            <a:grpFill/>
            <a:ln w="6350" cmpd="sng">
              <a:solidFill>
                <a:schemeClr val="bg1"/>
              </a:solidFill>
              <a:round/>
              <a:headEnd/>
              <a:tailEnd/>
            </a:ln>
          </p:spPr>
          <p:txBody>
            <a:bodyPr/>
            <a:lstStyle/>
            <a:p>
              <a:endParaRPr lang="pt-BR"/>
            </a:p>
          </p:txBody>
        </p:sp>
        <p:sp>
          <p:nvSpPr>
            <p:cNvPr id="30" name="Freeform 11">
              <a:extLst>
                <a:ext uri="{FF2B5EF4-FFF2-40B4-BE49-F238E27FC236}">
                  <a16:creationId xmlns:a16="http://schemas.microsoft.com/office/drawing/2014/main" id="{F3A27227-9DED-5FE3-82AF-E081E032ABDA}"/>
                </a:ext>
              </a:extLst>
            </p:cNvPr>
            <p:cNvSpPr>
              <a:spLocks noChangeAspect="1"/>
            </p:cNvSpPr>
            <p:nvPr/>
          </p:nvSpPr>
          <p:spPr bwMode="auto">
            <a:xfrm>
              <a:off x="3798605" y="3935021"/>
              <a:ext cx="263766" cy="252852"/>
            </a:xfrm>
            <a:custGeom>
              <a:avLst/>
              <a:gdLst/>
              <a:ahLst/>
              <a:cxnLst>
                <a:cxn ang="0">
                  <a:pos x="311" y="133"/>
                </a:cxn>
                <a:cxn ang="0">
                  <a:pos x="340" y="123"/>
                </a:cxn>
                <a:cxn ang="0">
                  <a:pos x="367" y="98"/>
                </a:cxn>
                <a:cxn ang="0">
                  <a:pos x="371" y="62"/>
                </a:cxn>
                <a:cxn ang="0">
                  <a:pos x="372" y="41"/>
                </a:cxn>
                <a:cxn ang="0">
                  <a:pos x="325" y="25"/>
                </a:cxn>
                <a:cxn ang="0">
                  <a:pos x="275" y="33"/>
                </a:cxn>
                <a:cxn ang="0">
                  <a:pos x="259" y="62"/>
                </a:cxn>
                <a:cxn ang="0">
                  <a:pos x="225" y="67"/>
                </a:cxn>
                <a:cxn ang="0">
                  <a:pos x="206" y="83"/>
                </a:cxn>
                <a:cxn ang="0">
                  <a:pos x="175" y="73"/>
                </a:cxn>
                <a:cxn ang="0">
                  <a:pos x="158" y="85"/>
                </a:cxn>
                <a:cxn ang="0">
                  <a:pos x="117" y="58"/>
                </a:cxn>
                <a:cxn ang="0">
                  <a:pos x="90" y="27"/>
                </a:cxn>
                <a:cxn ang="0">
                  <a:pos x="71" y="0"/>
                </a:cxn>
                <a:cxn ang="0">
                  <a:pos x="50" y="25"/>
                </a:cxn>
                <a:cxn ang="0">
                  <a:pos x="16" y="44"/>
                </a:cxn>
                <a:cxn ang="0">
                  <a:pos x="12" y="69"/>
                </a:cxn>
                <a:cxn ang="0">
                  <a:pos x="27" y="112"/>
                </a:cxn>
                <a:cxn ang="0">
                  <a:pos x="48" y="138"/>
                </a:cxn>
                <a:cxn ang="0">
                  <a:pos x="62" y="169"/>
                </a:cxn>
                <a:cxn ang="0">
                  <a:pos x="52" y="192"/>
                </a:cxn>
                <a:cxn ang="0">
                  <a:pos x="60" y="231"/>
                </a:cxn>
                <a:cxn ang="0">
                  <a:pos x="39" y="246"/>
                </a:cxn>
                <a:cxn ang="0">
                  <a:pos x="6" y="246"/>
                </a:cxn>
                <a:cxn ang="0">
                  <a:pos x="6" y="275"/>
                </a:cxn>
                <a:cxn ang="0">
                  <a:pos x="12" y="309"/>
                </a:cxn>
                <a:cxn ang="0">
                  <a:pos x="29" y="328"/>
                </a:cxn>
                <a:cxn ang="0">
                  <a:pos x="44" y="351"/>
                </a:cxn>
                <a:cxn ang="0">
                  <a:pos x="62" y="365"/>
                </a:cxn>
                <a:cxn ang="0">
                  <a:pos x="64" y="351"/>
                </a:cxn>
                <a:cxn ang="0">
                  <a:pos x="69" y="326"/>
                </a:cxn>
                <a:cxn ang="0">
                  <a:pos x="100" y="326"/>
                </a:cxn>
                <a:cxn ang="0">
                  <a:pos x="115" y="284"/>
                </a:cxn>
                <a:cxn ang="0">
                  <a:pos x="133" y="255"/>
                </a:cxn>
                <a:cxn ang="0">
                  <a:pos x="138" y="279"/>
                </a:cxn>
                <a:cxn ang="0">
                  <a:pos x="175" y="259"/>
                </a:cxn>
                <a:cxn ang="0">
                  <a:pos x="202" y="236"/>
                </a:cxn>
                <a:cxn ang="0">
                  <a:pos x="240" y="215"/>
                </a:cxn>
                <a:cxn ang="0">
                  <a:pos x="271" y="184"/>
                </a:cxn>
                <a:cxn ang="0">
                  <a:pos x="292" y="150"/>
                </a:cxn>
              </a:cxnLst>
              <a:rect l="0" t="0" r="r" b="b"/>
              <a:pathLst>
                <a:path w="382" h="365">
                  <a:moveTo>
                    <a:pt x="309" y="144"/>
                  </a:moveTo>
                  <a:lnTo>
                    <a:pt x="311" y="133"/>
                  </a:lnTo>
                  <a:lnTo>
                    <a:pt x="323" y="123"/>
                  </a:lnTo>
                  <a:lnTo>
                    <a:pt x="340" y="123"/>
                  </a:lnTo>
                  <a:lnTo>
                    <a:pt x="342" y="108"/>
                  </a:lnTo>
                  <a:lnTo>
                    <a:pt x="367" y="98"/>
                  </a:lnTo>
                  <a:lnTo>
                    <a:pt x="367" y="81"/>
                  </a:lnTo>
                  <a:lnTo>
                    <a:pt x="371" y="62"/>
                  </a:lnTo>
                  <a:lnTo>
                    <a:pt x="382" y="52"/>
                  </a:lnTo>
                  <a:lnTo>
                    <a:pt x="372" y="41"/>
                  </a:lnTo>
                  <a:lnTo>
                    <a:pt x="351" y="31"/>
                  </a:lnTo>
                  <a:lnTo>
                    <a:pt x="325" y="25"/>
                  </a:lnTo>
                  <a:lnTo>
                    <a:pt x="294" y="27"/>
                  </a:lnTo>
                  <a:lnTo>
                    <a:pt x="275" y="33"/>
                  </a:lnTo>
                  <a:lnTo>
                    <a:pt x="269" y="48"/>
                  </a:lnTo>
                  <a:lnTo>
                    <a:pt x="259" y="62"/>
                  </a:lnTo>
                  <a:lnTo>
                    <a:pt x="238" y="64"/>
                  </a:lnTo>
                  <a:lnTo>
                    <a:pt x="225" y="67"/>
                  </a:lnTo>
                  <a:lnTo>
                    <a:pt x="225" y="83"/>
                  </a:lnTo>
                  <a:lnTo>
                    <a:pt x="206" y="83"/>
                  </a:lnTo>
                  <a:lnTo>
                    <a:pt x="196" y="73"/>
                  </a:lnTo>
                  <a:lnTo>
                    <a:pt x="175" y="73"/>
                  </a:lnTo>
                  <a:lnTo>
                    <a:pt x="173" y="89"/>
                  </a:lnTo>
                  <a:lnTo>
                    <a:pt x="158" y="85"/>
                  </a:lnTo>
                  <a:lnTo>
                    <a:pt x="136" y="65"/>
                  </a:lnTo>
                  <a:lnTo>
                    <a:pt x="117" y="58"/>
                  </a:lnTo>
                  <a:lnTo>
                    <a:pt x="113" y="41"/>
                  </a:lnTo>
                  <a:lnTo>
                    <a:pt x="90" y="27"/>
                  </a:lnTo>
                  <a:lnTo>
                    <a:pt x="73" y="17"/>
                  </a:lnTo>
                  <a:lnTo>
                    <a:pt x="71" y="0"/>
                  </a:lnTo>
                  <a:lnTo>
                    <a:pt x="60" y="12"/>
                  </a:lnTo>
                  <a:lnTo>
                    <a:pt x="50" y="25"/>
                  </a:lnTo>
                  <a:lnTo>
                    <a:pt x="35" y="39"/>
                  </a:lnTo>
                  <a:lnTo>
                    <a:pt x="16" y="44"/>
                  </a:lnTo>
                  <a:lnTo>
                    <a:pt x="6" y="60"/>
                  </a:lnTo>
                  <a:lnTo>
                    <a:pt x="12" y="69"/>
                  </a:lnTo>
                  <a:lnTo>
                    <a:pt x="25" y="92"/>
                  </a:lnTo>
                  <a:lnTo>
                    <a:pt x="27" y="112"/>
                  </a:lnTo>
                  <a:lnTo>
                    <a:pt x="39" y="131"/>
                  </a:lnTo>
                  <a:lnTo>
                    <a:pt x="48" y="138"/>
                  </a:lnTo>
                  <a:lnTo>
                    <a:pt x="58" y="158"/>
                  </a:lnTo>
                  <a:lnTo>
                    <a:pt x="62" y="169"/>
                  </a:lnTo>
                  <a:lnTo>
                    <a:pt x="58" y="181"/>
                  </a:lnTo>
                  <a:lnTo>
                    <a:pt x="52" y="192"/>
                  </a:lnTo>
                  <a:lnTo>
                    <a:pt x="54" y="213"/>
                  </a:lnTo>
                  <a:lnTo>
                    <a:pt x="60" y="231"/>
                  </a:lnTo>
                  <a:lnTo>
                    <a:pt x="50" y="240"/>
                  </a:lnTo>
                  <a:lnTo>
                    <a:pt x="39" y="246"/>
                  </a:lnTo>
                  <a:lnTo>
                    <a:pt x="23" y="246"/>
                  </a:lnTo>
                  <a:lnTo>
                    <a:pt x="6" y="246"/>
                  </a:lnTo>
                  <a:lnTo>
                    <a:pt x="0" y="255"/>
                  </a:lnTo>
                  <a:lnTo>
                    <a:pt x="6" y="275"/>
                  </a:lnTo>
                  <a:lnTo>
                    <a:pt x="6" y="294"/>
                  </a:lnTo>
                  <a:lnTo>
                    <a:pt x="12" y="309"/>
                  </a:lnTo>
                  <a:lnTo>
                    <a:pt x="23" y="313"/>
                  </a:lnTo>
                  <a:lnTo>
                    <a:pt x="29" y="328"/>
                  </a:lnTo>
                  <a:lnTo>
                    <a:pt x="31" y="346"/>
                  </a:lnTo>
                  <a:lnTo>
                    <a:pt x="44" y="351"/>
                  </a:lnTo>
                  <a:lnTo>
                    <a:pt x="60" y="359"/>
                  </a:lnTo>
                  <a:lnTo>
                    <a:pt x="62" y="365"/>
                  </a:lnTo>
                  <a:lnTo>
                    <a:pt x="62" y="365"/>
                  </a:lnTo>
                  <a:lnTo>
                    <a:pt x="64" y="351"/>
                  </a:lnTo>
                  <a:lnTo>
                    <a:pt x="65" y="338"/>
                  </a:lnTo>
                  <a:lnTo>
                    <a:pt x="69" y="326"/>
                  </a:lnTo>
                  <a:lnTo>
                    <a:pt x="85" y="326"/>
                  </a:lnTo>
                  <a:lnTo>
                    <a:pt x="100" y="326"/>
                  </a:lnTo>
                  <a:lnTo>
                    <a:pt x="100" y="305"/>
                  </a:lnTo>
                  <a:lnTo>
                    <a:pt x="115" y="284"/>
                  </a:lnTo>
                  <a:lnTo>
                    <a:pt x="121" y="271"/>
                  </a:lnTo>
                  <a:lnTo>
                    <a:pt x="133" y="255"/>
                  </a:lnTo>
                  <a:lnTo>
                    <a:pt x="146" y="263"/>
                  </a:lnTo>
                  <a:lnTo>
                    <a:pt x="138" y="279"/>
                  </a:lnTo>
                  <a:lnTo>
                    <a:pt x="160" y="261"/>
                  </a:lnTo>
                  <a:lnTo>
                    <a:pt x="175" y="259"/>
                  </a:lnTo>
                  <a:lnTo>
                    <a:pt x="192" y="252"/>
                  </a:lnTo>
                  <a:lnTo>
                    <a:pt x="202" y="236"/>
                  </a:lnTo>
                  <a:lnTo>
                    <a:pt x="221" y="231"/>
                  </a:lnTo>
                  <a:lnTo>
                    <a:pt x="240" y="215"/>
                  </a:lnTo>
                  <a:lnTo>
                    <a:pt x="255" y="204"/>
                  </a:lnTo>
                  <a:lnTo>
                    <a:pt x="271" y="184"/>
                  </a:lnTo>
                  <a:lnTo>
                    <a:pt x="278" y="163"/>
                  </a:lnTo>
                  <a:lnTo>
                    <a:pt x="292" y="150"/>
                  </a:lnTo>
                  <a:lnTo>
                    <a:pt x="309" y="144"/>
                  </a:lnTo>
                  <a:close/>
                </a:path>
              </a:pathLst>
            </a:custGeom>
            <a:grpFill/>
            <a:ln w="6350" cmpd="sng">
              <a:solidFill>
                <a:schemeClr val="bg1"/>
              </a:solidFill>
              <a:round/>
              <a:headEnd/>
              <a:tailEnd/>
            </a:ln>
          </p:spPr>
          <p:txBody>
            <a:bodyPr/>
            <a:lstStyle/>
            <a:p>
              <a:endParaRPr lang="pt-BR"/>
            </a:p>
          </p:txBody>
        </p:sp>
        <p:sp>
          <p:nvSpPr>
            <p:cNvPr id="31" name="Freeform 12">
              <a:extLst>
                <a:ext uri="{FF2B5EF4-FFF2-40B4-BE49-F238E27FC236}">
                  <a16:creationId xmlns:a16="http://schemas.microsoft.com/office/drawing/2014/main" id="{BBB3055C-610C-FAA7-1AA8-2C9DE49FD018}"/>
                </a:ext>
              </a:extLst>
            </p:cNvPr>
            <p:cNvSpPr>
              <a:spLocks noChangeAspect="1"/>
            </p:cNvSpPr>
            <p:nvPr/>
          </p:nvSpPr>
          <p:spPr bwMode="auto">
            <a:xfrm>
              <a:off x="3550587" y="3774652"/>
              <a:ext cx="556073" cy="222353"/>
            </a:xfrm>
            <a:custGeom>
              <a:avLst/>
              <a:gdLst/>
              <a:ahLst/>
              <a:cxnLst>
                <a:cxn ang="0">
                  <a:pos x="793" y="182"/>
                </a:cxn>
                <a:cxn ang="0">
                  <a:pos x="806" y="144"/>
                </a:cxn>
                <a:cxn ang="0">
                  <a:pos x="770" y="109"/>
                </a:cxn>
                <a:cxn ang="0">
                  <a:pos x="724" y="94"/>
                </a:cxn>
                <a:cxn ang="0">
                  <a:pos x="689" y="134"/>
                </a:cxn>
                <a:cxn ang="0">
                  <a:pos x="639" y="123"/>
                </a:cxn>
                <a:cxn ang="0">
                  <a:pos x="584" y="131"/>
                </a:cxn>
                <a:cxn ang="0">
                  <a:pos x="547" y="171"/>
                </a:cxn>
                <a:cxn ang="0">
                  <a:pos x="499" y="150"/>
                </a:cxn>
                <a:cxn ang="0">
                  <a:pos x="497" y="111"/>
                </a:cxn>
                <a:cxn ang="0">
                  <a:pos x="520" y="69"/>
                </a:cxn>
                <a:cxn ang="0">
                  <a:pos x="488" y="36"/>
                </a:cxn>
                <a:cxn ang="0">
                  <a:pos x="438" y="63"/>
                </a:cxn>
                <a:cxn ang="0">
                  <a:pos x="388" y="75"/>
                </a:cxn>
                <a:cxn ang="0">
                  <a:pos x="325" y="63"/>
                </a:cxn>
                <a:cxn ang="0">
                  <a:pos x="275" y="69"/>
                </a:cxn>
                <a:cxn ang="0">
                  <a:pos x="217" y="25"/>
                </a:cxn>
                <a:cxn ang="0">
                  <a:pos x="167" y="13"/>
                </a:cxn>
                <a:cxn ang="0">
                  <a:pos x="102" y="0"/>
                </a:cxn>
                <a:cxn ang="0">
                  <a:pos x="71" y="42"/>
                </a:cxn>
                <a:cxn ang="0">
                  <a:pos x="89" y="96"/>
                </a:cxn>
                <a:cxn ang="0">
                  <a:pos x="52" y="136"/>
                </a:cxn>
                <a:cxn ang="0">
                  <a:pos x="4" y="163"/>
                </a:cxn>
                <a:cxn ang="0">
                  <a:pos x="16" y="182"/>
                </a:cxn>
                <a:cxn ang="0">
                  <a:pos x="48" y="232"/>
                </a:cxn>
                <a:cxn ang="0">
                  <a:pos x="66" y="267"/>
                </a:cxn>
                <a:cxn ang="0">
                  <a:pos x="100" y="253"/>
                </a:cxn>
                <a:cxn ang="0">
                  <a:pos x="123" y="223"/>
                </a:cxn>
                <a:cxn ang="0">
                  <a:pos x="156" y="225"/>
                </a:cxn>
                <a:cxn ang="0">
                  <a:pos x="185" y="182"/>
                </a:cxn>
                <a:cxn ang="0">
                  <a:pos x="225" y="180"/>
                </a:cxn>
                <a:cxn ang="0">
                  <a:pos x="271" y="207"/>
                </a:cxn>
                <a:cxn ang="0">
                  <a:pos x="313" y="221"/>
                </a:cxn>
                <a:cxn ang="0">
                  <a:pos x="336" y="234"/>
                </a:cxn>
                <a:cxn ang="0">
                  <a:pos x="355" y="273"/>
                </a:cxn>
                <a:cxn ang="0">
                  <a:pos x="375" y="276"/>
                </a:cxn>
                <a:cxn ang="0">
                  <a:pos x="419" y="244"/>
                </a:cxn>
                <a:cxn ang="0">
                  <a:pos x="449" y="259"/>
                </a:cxn>
                <a:cxn ang="0">
                  <a:pos x="495" y="297"/>
                </a:cxn>
                <a:cxn ang="0">
                  <a:pos x="534" y="305"/>
                </a:cxn>
                <a:cxn ang="0">
                  <a:pos x="584" y="315"/>
                </a:cxn>
                <a:cxn ang="0">
                  <a:pos x="618" y="294"/>
                </a:cxn>
                <a:cxn ang="0">
                  <a:pos x="653" y="259"/>
                </a:cxn>
                <a:cxn ang="0">
                  <a:pos x="731" y="273"/>
                </a:cxn>
                <a:cxn ang="0">
                  <a:pos x="754" y="265"/>
                </a:cxn>
                <a:cxn ang="0">
                  <a:pos x="776" y="232"/>
                </a:cxn>
              </a:cxnLst>
              <a:rect l="0" t="0" r="r" b="b"/>
              <a:pathLst>
                <a:path w="806" h="321">
                  <a:moveTo>
                    <a:pt x="783" y="225"/>
                  </a:moveTo>
                  <a:lnTo>
                    <a:pt x="781" y="205"/>
                  </a:lnTo>
                  <a:lnTo>
                    <a:pt x="793" y="182"/>
                  </a:lnTo>
                  <a:lnTo>
                    <a:pt x="795" y="165"/>
                  </a:lnTo>
                  <a:lnTo>
                    <a:pt x="804" y="152"/>
                  </a:lnTo>
                  <a:lnTo>
                    <a:pt x="806" y="144"/>
                  </a:lnTo>
                  <a:lnTo>
                    <a:pt x="806" y="131"/>
                  </a:lnTo>
                  <a:lnTo>
                    <a:pt x="793" y="123"/>
                  </a:lnTo>
                  <a:lnTo>
                    <a:pt x="770" y="109"/>
                  </a:lnTo>
                  <a:lnTo>
                    <a:pt x="756" y="96"/>
                  </a:lnTo>
                  <a:lnTo>
                    <a:pt x="739" y="92"/>
                  </a:lnTo>
                  <a:lnTo>
                    <a:pt x="724" y="94"/>
                  </a:lnTo>
                  <a:lnTo>
                    <a:pt x="705" y="106"/>
                  </a:lnTo>
                  <a:lnTo>
                    <a:pt x="699" y="121"/>
                  </a:lnTo>
                  <a:lnTo>
                    <a:pt x="689" y="134"/>
                  </a:lnTo>
                  <a:lnTo>
                    <a:pt x="670" y="134"/>
                  </a:lnTo>
                  <a:lnTo>
                    <a:pt x="657" y="125"/>
                  </a:lnTo>
                  <a:lnTo>
                    <a:pt x="639" y="123"/>
                  </a:lnTo>
                  <a:lnTo>
                    <a:pt x="620" y="125"/>
                  </a:lnTo>
                  <a:lnTo>
                    <a:pt x="603" y="121"/>
                  </a:lnTo>
                  <a:lnTo>
                    <a:pt x="584" y="131"/>
                  </a:lnTo>
                  <a:lnTo>
                    <a:pt x="576" y="146"/>
                  </a:lnTo>
                  <a:lnTo>
                    <a:pt x="563" y="155"/>
                  </a:lnTo>
                  <a:lnTo>
                    <a:pt x="547" y="171"/>
                  </a:lnTo>
                  <a:lnTo>
                    <a:pt x="532" y="178"/>
                  </a:lnTo>
                  <a:lnTo>
                    <a:pt x="515" y="169"/>
                  </a:lnTo>
                  <a:lnTo>
                    <a:pt x="499" y="150"/>
                  </a:lnTo>
                  <a:lnTo>
                    <a:pt x="503" y="129"/>
                  </a:lnTo>
                  <a:lnTo>
                    <a:pt x="490" y="123"/>
                  </a:lnTo>
                  <a:lnTo>
                    <a:pt x="497" y="111"/>
                  </a:lnTo>
                  <a:lnTo>
                    <a:pt x="507" y="106"/>
                  </a:lnTo>
                  <a:lnTo>
                    <a:pt x="509" y="79"/>
                  </a:lnTo>
                  <a:lnTo>
                    <a:pt x="520" y="69"/>
                  </a:lnTo>
                  <a:lnTo>
                    <a:pt x="528" y="56"/>
                  </a:lnTo>
                  <a:lnTo>
                    <a:pt x="507" y="46"/>
                  </a:lnTo>
                  <a:lnTo>
                    <a:pt x="488" y="36"/>
                  </a:lnTo>
                  <a:lnTo>
                    <a:pt x="472" y="42"/>
                  </a:lnTo>
                  <a:lnTo>
                    <a:pt x="455" y="52"/>
                  </a:lnTo>
                  <a:lnTo>
                    <a:pt x="438" y="63"/>
                  </a:lnTo>
                  <a:lnTo>
                    <a:pt x="423" y="73"/>
                  </a:lnTo>
                  <a:lnTo>
                    <a:pt x="405" y="79"/>
                  </a:lnTo>
                  <a:lnTo>
                    <a:pt x="388" y="75"/>
                  </a:lnTo>
                  <a:lnTo>
                    <a:pt x="361" y="75"/>
                  </a:lnTo>
                  <a:lnTo>
                    <a:pt x="344" y="69"/>
                  </a:lnTo>
                  <a:lnTo>
                    <a:pt x="325" y="63"/>
                  </a:lnTo>
                  <a:lnTo>
                    <a:pt x="307" y="63"/>
                  </a:lnTo>
                  <a:lnTo>
                    <a:pt x="294" y="77"/>
                  </a:lnTo>
                  <a:lnTo>
                    <a:pt x="275" y="69"/>
                  </a:lnTo>
                  <a:lnTo>
                    <a:pt x="254" y="56"/>
                  </a:lnTo>
                  <a:lnTo>
                    <a:pt x="233" y="42"/>
                  </a:lnTo>
                  <a:lnTo>
                    <a:pt x="217" y="25"/>
                  </a:lnTo>
                  <a:lnTo>
                    <a:pt x="202" y="12"/>
                  </a:lnTo>
                  <a:lnTo>
                    <a:pt x="187" y="13"/>
                  </a:lnTo>
                  <a:lnTo>
                    <a:pt x="167" y="13"/>
                  </a:lnTo>
                  <a:lnTo>
                    <a:pt x="146" y="0"/>
                  </a:lnTo>
                  <a:lnTo>
                    <a:pt x="125" y="0"/>
                  </a:lnTo>
                  <a:lnTo>
                    <a:pt x="102" y="0"/>
                  </a:lnTo>
                  <a:lnTo>
                    <a:pt x="85" y="0"/>
                  </a:lnTo>
                  <a:lnTo>
                    <a:pt x="71" y="15"/>
                  </a:lnTo>
                  <a:lnTo>
                    <a:pt x="71" y="42"/>
                  </a:lnTo>
                  <a:lnTo>
                    <a:pt x="73" y="61"/>
                  </a:lnTo>
                  <a:lnTo>
                    <a:pt x="87" y="79"/>
                  </a:lnTo>
                  <a:lnTo>
                    <a:pt x="89" y="96"/>
                  </a:lnTo>
                  <a:lnTo>
                    <a:pt x="75" y="107"/>
                  </a:lnTo>
                  <a:lnTo>
                    <a:pt x="71" y="125"/>
                  </a:lnTo>
                  <a:lnTo>
                    <a:pt x="52" y="136"/>
                  </a:lnTo>
                  <a:lnTo>
                    <a:pt x="35" y="138"/>
                  </a:lnTo>
                  <a:lnTo>
                    <a:pt x="22" y="152"/>
                  </a:lnTo>
                  <a:lnTo>
                    <a:pt x="4" y="163"/>
                  </a:lnTo>
                  <a:lnTo>
                    <a:pt x="0" y="177"/>
                  </a:lnTo>
                  <a:lnTo>
                    <a:pt x="2" y="177"/>
                  </a:lnTo>
                  <a:lnTo>
                    <a:pt x="16" y="182"/>
                  </a:lnTo>
                  <a:lnTo>
                    <a:pt x="33" y="196"/>
                  </a:lnTo>
                  <a:lnTo>
                    <a:pt x="39" y="217"/>
                  </a:lnTo>
                  <a:lnTo>
                    <a:pt x="48" y="232"/>
                  </a:lnTo>
                  <a:lnTo>
                    <a:pt x="50" y="248"/>
                  </a:lnTo>
                  <a:lnTo>
                    <a:pt x="52" y="259"/>
                  </a:lnTo>
                  <a:lnTo>
                    <a:pt x="66" y="267"/>
                  </a:lnTo>
                  <a:lnTo>
                    <a:pt x="83" y="267"/>
                  </a:lnTo>
                  <a:lnTo>
                    <a:pt x="85" y="253"/>
                  </a:lnTo>
                  <a:lnTo>
                    <a:pt x="100" y="253"/>
                  </a:lnTo>
                  <a:lnTo>
                    <a:pt x="112" y="246"/>
                  </a:lnTo>
                  <a:lnTo>
                    <a:pt x="119" y="236"/>
                  </a:lnTo>
                  <a:lnTo>
                    <a:pt x="123" y="223"/>
                  </a:lnTo>
                  <a:lnTo>
                    <a:pt x="137" y="221"/>
                  </a:lnTo>
                  <a:lnTo>
                    <a:pt x="146" y="223"/>
                  </a:lnTo>
                  <a:lnTo>
                    <a:pt x="156" y="225"/>
                  </a:lnTo>
                  <a:lnTo>
                    <a:pt x="162" y="211"/>
                  </a:lnTo>
                  <a:lnTo>
                    <a:pt x="173" y="196"/>
                  </a:lnTo>
                  <a:lnTo>
                    <a:pt x="185" y="182"/>
                  </a:lnTo>
                  <a:lnTo>
                    <a:pt x="198" y="177"/>
                  </a:lnTo>
                  <a:lnTo>
                    <a:pt x="212" y="171"/>
                  </a:lnTo>
                  <a:lnTo>
                    <a:pt x="225" y="180"/>
                  </a:lnTo>
                  <a:lnTo>
                    <a:pt x="244" y="186"/>
                  </a:lnTo>
                  <a:lnTo>
                    <a:pt x="258" y="196"/>
                  </a:lnTo>
                  <a:lnTo>
                    <a:pt x="271" y="207"/>
                  </a:lnTo>
                  <a:lnTo>
                    <a:pt x="286" y="213"/>
                  </a:lnTo>
                  <a:lnTo>
                    <a:pt x="300" y="219"/>
                  </a:lnTo>
                  <a:lnTo>
                    <a:pt x="313" y="221"/>
                  </a:lnTo>
                  <a:lnTo>
                    <a:pt x="319" y="211"/>
                  </a:lnTo>
                  <a:lnTo>
                    <a:pt x="332" y="215"/>
                  </a:lnTo>
                  <a:lnTo>
                    <a:pt x="336" y="234"/>
                  </a:lnTo>
                  <a:lnTo>
                    <a:pt x="330" y="246"/>
                  </a:lnTo>
                  <a:lnTo>
                    <a:pt x="344" y="253"/>
                  </a:lnTo>
                  <a:lnTo>
                    <a:pt x="355" y="273"/>
                  </a:lnTo>
                  <a:lnTo>
                    <a:pt x="359" y="284"/>
                  </a:lnTo>
                  <a:lnTo>
                    <a:pt x="365" y="292"/>
                  </a:lnTo>
                  <a:lnTo>
                    <a:pt x="375" y="276"/>
                  </a:lnTo>
                  <a:lnTo>
                    <a:pt x="394" y="271"/>
                  </a:lnTo>
                  <a:lnTo>
                    <a:pt x="409" y="257"/>
                  </a:lnTo>
                  <a:lnTo>
                    <a:pt x="419" y="244"/>
                  </a:lnTo>
                  <a:lnTo>
                    <a:pt x="430" y="232"/>
                  </a:lnTo>
                  <a:lnTo>
                    <a:pt x="432" y="249"/>
                  </a:lnTo>
                  <a:lnTo>
                    <a:pt x="449" y="259"/>
                  </a:lnTo>
                  <a:lnTo>
                    <a:pt x="472" y="273"/>
                  </a:lnTo>
                  <a:lnTo>
                    <a:pt x="476" y="290"/>
                  </a:lnTo>
                  <a:lnTo>
                    <a:pt x="495" y="297"/>
                  </a:lnTo>
                  <a:lnTo>
                    <a:pt x="517" y="317"/>
                  </a:lnTo>
                  <a:lnTo>
                    <a:pt x="532" y="321"/>
                  </a:lnTo>
                  <a:lnTo>
                    <a:pt x="534" y="305"/>
                  </a:lnTo>
                  <a:lnTo>
                    <a:pt x="555" y="305"/>
                  </a:lnTo>
                  <a:lnTo>
                    <a:pt x="565" y="315"/>
                  </a:lnTo>
                  <a:lnTo>
                    <a:pt x="584" y="315"/>
                  </a:lnTo>
                  <a:lnTo>
                    <a:pt x="584" y="299"/>
                  </a:lnTo>
                  <a:lnTo>
                    <a:pt x="597" y="296"/>
                  </a:lnTo>
                  <a:lnTo>
                    <a:pt x="618" y="294"/>
                  </a:lnTo>
                  <a:lnTo>
                    <a:pt x="628" y="280"/>
                  </a:lnTo>
                  <a:lnTo>
                    <a:pt x="634" y="265"/>
                  </a:lnTo>
                  <a:lnTo>
                    <a:pt x="653" y="259"/>
                  </a:lnTo>
                  <a:lnTo>
                    <a:pt x="684" y="257"/>
                  </a:lnTo>
                  <a:lnTo>
                    <a:pt x="710" y="263"/>
                  </a:lnTo>
                  <a:lnTo>
                    <a:pt x="731" y="273"/>
                  </a:lnTo>
                  <a:lnTo>
                    <a:pt x="741" y="284"/>
                  </a:lnTo>
                  <a:lnTo>
                    <a:pt x="741" y="274"/>
                  </a:lnTo>
                  <a:lnTo>
                    <a:pt x="754" y="265"/>
                  </a:lnTo>
                  <a:lnTo>
                    <a:pt x="762" y="251"/>
                  </a:lnTo>
                  <a:lnTo>
                    <a:pt x="776" y="246"/>
                  </a:lnTo>
                  <a:lnTo>
                    <a:pt x="776" y="232"/>
                  </a:lnTo>
                  <a:lnTo>
                    <a:pt x="783" y="225"/>
                  </a:lnTo>
                  <a:close/>
                </a:path>
              </a:pathLst>
            </a:custGeom>
            <a:grpFill/>
            <a:ln w="6350" cmpd="sng">
              <a:solidFill>
                <a:schemeClr val="bg1"/>
              </a:solidFill>
              <a:round/>
              <a:headEnd/>
              <a:tailEnd/>
            </a:ln>
          </p:spPr>
          <p:txBody>
            <a:bodyPr/>
            <a:lstStyle/>
            <a:p>
              <a:endParaRPr lang="pt-BR"/>
            </a:p>
          </p:txBody>
        </p:sp>
        <p:sp>
          <p:nvSpPr>
            <p:cNvPr id="32" name="Freeform 13">
              <a:extLst>
                <a:ext uri="{FF2B5EF4-FFF2-40B4-BE49-F238E27FC236}">
                  <a16:creationId xmlns:a16="http://schemas.microsoft.com/office/drawing/2014/main" id="{5C715D61-F5D2-54FE-09B1-52A5DD628BD5}"/>
                </a:ext>
              </a:extLst>
            </p:cNvPr>
            <p:cNvSpPr>
              <a:spLocks noChangeAspect="1"/>
            </p:cNvSpPr>
            <p:nvPr/>
          </p:nvSpPr>
          <p:spPr bwMode="auto">
            <a:xfrm>
              <a:off x="3769079" y="3700862"/>
              <a:ext cx="352344" cy="196772"/>
            </a:xfrm>
            <a:custGeom>
              <a:avLst/>
              <a:gdLst/>
              <a:ahLst/>
              <a:cxnLst>
                <a:cxn ang="0">
                  <a:pos x="507" y="184"/>
                </a:cxn>
                <a:cxn ang="0">
                  <a:pos x="503" y="149"/>
                </a:cxn>
                <a:cxn ang="0">
                  <a:pos x="484" y="124"/>
                </a:cxn>
                <a:cxn ang="0">
                  <a:pos x="480" y="92"/>
                </a:cxn>
                <a:cxn ang="0">
                  <a:pos x="436" y="84"/>
                </a:cxn>
                <a:cxn ang="0">
                  <a:pos x="403" y="76"/>
                </a:cxn>
                <a:cxn ang="0">
                  <a:pos x="372" y="67"/>
                </a:cxn>
                <a:cxn ang="0">
                  <a:pos x="345" y="57"/>
                </a:cxn>
                <a:cxn ang="0">
                  <a:pos x="315" y="30"/>
                </a:cxn>
                <a:cxn ang="0">
                  <a:pos x="290" y="51"/>
                </a:cxn>
                <a:cxn ang="0">
                  <a:pos x="307" y="80"/>
                </a:cxn>
                <a:cxn ang="0">
                  <a:pos x="267" y="101"/>
                </a:cxn>
                <a:cxn ang="0">
                  <a:pos x="232" y="86"/>
                </a:cxn>
                <a:cxn ang="0">
                  <a:pos x="211" y="84"/>
                </a:cxn>
                <a:cxn ang="0">
                  <a:pos x="177" y="80"/>
                </a:cxn>
                <a:cxn ang="0">
                  <a:pos x="155" y="57"/>
                </a:cxn>
                <a:cxn ang="0">
                  <a:pos x="178" y="40"/>
                </a:cxn>
                <a:cxn ang="0">
                  <a:pos x="192" y="28"/>
                </a:cxn>
                <a:cxn ang="0">
                  <a:pos x="203" y="3"/>
                </a:cxn>
                <a:cxn ang="0">
                  <a:pos x="190" y="0"/>
                </a:cxn>
                <a:cxn ang="0">
                  <a:pos x="150" y="5"/>
                </a:cxn>
                <a:cxn ang="0">
                  <a:pos x="113" y="24"/>
                </a:cxn>
                <a:cxn ang="0">
                  <a:pos x="84" y="32"/>
                </a:cxn>
                <a:cxn ang="0">
                  <a:pos x="56" y="40"/>
                </a:cxn>
                <a:cxn ang="0">
                  <a:pos x="27" y="9"/>
                </a:cxn>
                <a:cxn ang="0">
                  <a:pos x="25" y="53"/>
                </a:cxn>
                <a:cxn ang="0">
                  <a:pos x="13" y="84"/>
                </a:cxn>
                <a:cxn ang="0">
                  <a:pos x="23" y="119"/>
                </a:cxn>
                <a:cxn ang="0">
                  <a:pos x="19" y="149"/>
                </a:cxn>
                <a:cxn ang="0">
                  <a:pos x="0" y="165"/>
                </a:cxn>
                <a:cxn ang="0">
                  <a:pos x="8" y="170"/>
                </a:cxn>
                <a:cxn ang="0">
                  <a:pos x="44" y="182"/>
                </a:cxn>
                <a:cxn ang="0">
                  <a:pos x="88" y="186"/>
                </a:cxn>
                <a:cxn ang="0">
                  <a:pos x="121" y="170"/>
                </a:cxn>
                <a:cxn ang="0">
                  <a:pos x="155" y="149"/>
                </a:cxn>
                <a:cxn ang="0">
                  <a:pos x="190" y="153"/>
                </a:cxn>
                <a:cxn ang="0">
                  <a:pos x="203" y="176"/>
                </a:cxn>
                <a:cxn ang="0">
                  <a:pos x="190" y="213"/>
                </a:cxn>
                <a:cxn ang="0">
                  <a:pos x="173" y="230"/>
                </a:cxn>
                <a:cxn ang="0">
                  <a:pos x="182" y="257"/>
                </a:cxn>
                <a:cxn ang="0">
                  <a:pos x="215" y="285"/>
                </a:cxn>
                <a:cxn ang="0">
                  <a:pos x="246" y="262"/>
                </a:cxn>
                <a:cxn ang="0">
                  <a:pos x="267" y="238"/>
                </a:cxn>
                <a:cxn ang="0">
                  <a:pos x="303" y="232"/>
                </a:cxn>
                <a:cxn ang="0">
                  <a:pos x="340" y="232"/>
                </a:cxn>
                <a:cxn ang="0">
                  <a:pos x="372" y="241"/>
                </a:cxn>
                <a:cxn ang="0">
                  <a:pos x="388" y="213"/>
                </a:cxn>
                <a:cxn ang="0">
                  <a:pos x="422" y="199"/>
                </a:cxn>
                <a:cxn ang="0">
                  <a:pos x="453" y="216"/>
                </a:cxn>
                <a:cxn ang="0">
                  <a:pos x="487" y="238"/>
                </a:cxn>
                <a:cxn ang="0">
                  <a:pos x="493" y="222"/>
                </a:cxn>
                <a:cxn ang="0">
                  <a:pos x="501" y="193"/>
                </a:cxn>
              </a:cxnLst>
              <a:rect l="0" t="0" r="r" b="b"/>
              <a:pathLst>
                <a:path w="510" h="285">
                  <a:moveTo>
                    <a:pt x="501" y="193"/>
                  </a:moveTo>
                  <a:lnTo>
                    <a:pt x="507" y="184"/>
                  </a:lnTo>
                  <a:lnTo>
                    <a:pt x="510" y="163"/>
                  </a:lnTo>
                  <a:lnTo>
                    <a:pt x="503" y="149"/>
                  </a:lnTo>
                  <a:lnTo>
                    <a:pt x="484" y="140"/>
                  </a:lnTo>
                  <a:lnTo>
                    <a:pt x="484" y="124"/>
                  </a:lnTo>
                  <a:lnTo>
                    <a:pt x="474" y="111"/>
                  </a:lnTo>
                  <a:lnTo>
                    <a:pt x="480" y="92"/>
                  </a:lnTo>
                  <a:lnTo>
                    <a:pt x="464" y="86"/>
                  </a:lnTo>
                  <a:lnTo>
                    <a:pt x="436" y="84"/>
                  </a:lnTo>
                  <a:lnTo>
                    <a:pt x="418" y="69"/>
                  </a:lnTo>
                  <a:lnTo>
                    <a:pt x="403" y="76"/>
                  </a:lnTo>
                  <a:lnTo>
                    <a:pt x="391" y="80"/>
                  </a:lnTo>
                  <a:lnTo>
                    <a:pt x="372" y="67"/>
                  </a:lnTo>
                  <a:lnTo>
                    <a:pt x="357" y="53"/>
                  </a:lnTo>
                  <a:lnTo>
                    <a:pt x="345" y="57"/>
                  </a:lnTo>
                  <a:lnTo>
                    <a:pt x="328" y="44"/>
                  </a:lnTo>
                  <a:lnTo>
                    <a:pt x="315" y="30"/>
                  </a:lnTo>
                  <a:lnTo>
                    <a:pt x="299" y="40"/>
                  </a:lnTo>
                  <a:lnTo>
                    <a:pt x="290" y="51"/>
                  </a:lnTo>
                  <a:lnTo>
                    <a:pt x="307" y="63"/>
                  </a:lnTo>
                  <a:lnTo>
                    <a:pt x="307" y="80"/>
                  </a:lnTo>
                  <a:lnTo>
                    <a:pt x="288" y="94"/>
                  </a:lnTo>
                  <a:lnTo>
                    <a:pt x="267" y="101"/>
                  </a:lnTo>
                  <a:lnTo>
                    <a:pt x="249" y="97"/>
                  </a:lnTo>
                  <a:lnTo>
                    <a:pt x="232" y="86"/>
                  </a:lnTo>
                  <a:lnTo>
                    <a:pt x="217" y="72"/>
                  </a:lnTo>
                  <a:lnTo>
                    <a:pt x="211" y="84"/>
                  </a:lnTo>
                  <a:lnTo>
                    <a:pt x="196" y="86"/>
                  </a:lnTo>
                  <a:lnTo>
                    <a:pt x="177" y="80"/>
                  </a:lnTo>
                  <a:lnTo>
                    <a:pt x="163" y="69"/>
                  </a:lnTo>
                  <a:lnTo>
                    <a:pt x="155" y="57"/>
                  </a:lnTo>
                  <a:lnTo>
                    <a:pt x="165" y="51"/>
                  </a:lnTo>
                  <a:lnTo>
                    <a:pt x="178" y="40"/>
                  </a:lnTo>
                  <a:lnTo>
                    <a:pt x="177" y="30"/>
                  </a:lnTo>
                  <a:lnTo>
                    <a:pt x="192" y="28"/>
                  </a:lnTo>
                  <a:lnTo>
                    <a:pt x="202" y="19"/>
                  </a:lnTo>
                  <a:lnTo>
                    <a:pt x="203" y="3"/>
                  </a:lnTo>
                  <a:lnTo>
                    <a:pt x="213" y="1"/>
                  </a:lnTo>
                  <a:lnTo>
                    <a:pt x="190" y="0"/>
                  </a:lnTo>
                  <a:lnTo>
                    <a:pt x="165" y="0"/>
                  </a:lnTo>
                  <a:lnTo>
                    <a:pt x="150" y="5"/>
                  </a:lnTo>
                  <a:lnTo>
                    <a:pt x="129" y="13"/>
                  </a:lnTo>
                  <a:lnTo>
                    <a:pt x="113" y="24"/>
                  </a:lnTo>
                  <a:lnTo>
                    <a:pt x="98" y="26"/>
                  </a:lnTo>
                  <a:lnTo>
                    <a:pt x="84" y="32"/>
                  </a:lnTo>
                  <a:lnTo>
                    <a:pt x="73" y="40"/>
                  </a:lnTo>
                  <a:lnTo>
                    <a:pt x="56" y="40"/>
                  </a:lnTo>
                  <a:lnTo>
                    <a:pt x="40" y="21"/>
                  </a:lnTo>
                  <a:lnTo>
                    <a:pt x="27" y="9"/>
                  </a:lnTo>
                  <a:lnTo>
                    <a:pt x="25" y="26"/>
                  </a:lnTo>
                  <a:lnTo>
                    <a:pt x="25" y="53"/>
                  </a:lnTo>
                  <a:lnTo>
                    <a:pt x="19" y="67"/>
                  </a:lnTo>
                  <a:lnTo>
                    <a:pt x="13" y="84"/>
                  </a:lnTo>
                  <a:lnTo>
                    <a:pt x="23" y="99"/>
                  </a:lnTo>
                  <a:lnTo>
                    <a:pt x="23" y="119"/>
                  </a:lnTo>
                  <a:lnTo>
                    <a:pt x="19" y="134"/>
                  </a:lnTo>
                  <a:lnTo>
                    <a:pt x="19" y="149"/>
                  </a:lnTo>
                  <a:lnTo>
                    <a:pt x="10" y="155"/>
                  </a:lnTo>
                  <a:lnTo>
                    <a:pt x="0" y="165"/>
                  </a:lnTo>
                  <a:lnTo>
                    <a:pt x="0" y="170"/>
                  </a:lnTo>
                  <a:lnTo>
                    <a:pt x="8" y="170"/>
                  </a:lnTo>
                  <a:lnTo>
                    <a:pt x="27" y="176"/>
                  </a:lnTo>
                  <a:lnTo>
                    <a:pt x="44" y="182"/>
                  </a:lnTo>
                  <a:lnTo>
                    <a:pt x="71" y="182"/>
                  </a:lnTo>
                  <a:lnTo>
                    <a:pt x="88" y="186"/>
                  </a:lnTo>
                  <a:lnTo>
                    <a:pt x="106" y="180"/>
                  </a:lnTo>
                  <a:lnTo>
                    <a:pt x="121" y="170"/>
                  </a:lnTo>
                  <a:lnTo>
                    <a:pt x="138" y="159"/>
                  </a:lnTo>
                  <a:lnTo>
                    <a:pt x="155" y="149"/>
                  </a:lnTo>
                  <a:lnTo>
                    <a:pt x="171" y="143"/>
                  </a:lnTo>
                  <a:lnTo>
                    <a:pt x="190" y="153"/>
                  </a:lnTo>
                  <a:lnTo>
                    <a:pt x="211" y="163"/>
                  </a:lnTo>
                  <a:lnTo>
                    <a:pt x="203" y="176"/>
                  </a:lnTo>
                  <a:lnTo>
                    <a:pt x="192" y="186"/>
                  </a:lnTo>
                  <a:lnTo>
                    <a:pt x="190" y="213"/>
                  </a:lnTo>
                  <a:lnTo>
                    <a:pt x="180" y="218"/>
                  </a:lnTo>
                  <a:lnTo>
                    <a:pt x="173" y="230"/>
                  </a:lnTo>
                  <a:lnTo>
                    <a:pt x="186" y="236"/>
                  </a:lnTo>
                  <a:lnTo>
                    <a:pt x="182" y="257"/>
                  </a:lnTo>
                  <a:lnTo>
                    <a:pt x="198" y="276"/>
                  </a:lnTo>
                  <a:lnTo>
                    <a:pt x="215" y="285"/>
                  </a:lnTo>
                  <a:lnTo>
                    <a:pt x="230" y="278"/>
                  </a:lnTo>
                  <a:lnTo>
                    <a:pt x="246" y="262"/>
                  </a:lnTo>
                  <a:lnTo>
                    <a:pt x="259" y="253"/>
                  </a:lnTo>
                  <a:lnTo>
                    <a:pt x="267" y="238"/>
                  </a:lnTo>
                  <a:lnTo>
                    <a:pt x="286" y="228"/>
                  </a:lnTo>
                  <a:lnTo>
                    <a:pt x="303" y="232"/>
                  </a:lnTo>
                  <a:lnTo>
                    <a:pt x="322" y="230"/>
                  </a:lnTo>
                  <a:lnTo>
                    <a:pt x="340" y="232"/>
                  </a:lnTo>
                  <a:lnTo>
                    <a:pt x="353" y="241"/>
                  </a:lnTo>
                  <a:lnTo>
                    <a:pt x="372" y="241"/>
                  </a:lnTo>
                  <a:lnTo>
                    <a:pt x="382" y="228"/>
                  </a:lnTo>
                  <a:lnTo>
                    <a:pt x="388" y="213"/>
                  </a:lnTo>
                  <a:lnTo>
                    <a:pt x="407" y="201"/>
                  </a:lnTo>
                  <a:lnTo>
                    <a:pt x="422" y="199"/>
                  </a:lnTo>
                  <a:lnTo>
                    <a:pt x="439" y="203"/>
                  </a:lnTo>
                  <a:lnTo>
                    <a:pt x="453" y="216"/>
                  </a:lnTo>
                  <a:lnTo>
                    <a:pt x="476" y="230"/>
                  </a:lnTo>
                  <a:lnTo>
                    <a:pt x="487" y="238"/>
                  </a:lnTo>
                  <a:lnTo>
                    <a:pt x="491" y="234"/>
                  </a:lnTo>
                  <a:lnTo>
                    <a:pt x="493" y="222"/>
                  </a:lnTo>
                  <a:lnTo>
                    <a:pt x="501" y="213"/>
                  </a:lnTo>
                  <a:lnTo>
                    <a:pt x="501" y="193"/>
                  </a:lnTo>
                  <a:close/>
                </a:path>
              </a:pathLst>
            </a:custGeom>
            <a:grpFill/>
            <a:ln w="6350" cmpd="sng">
              <a:solidFill>
                <a:schemeClr val="bg1"/>
              </a:solidFill>
              <a:round/>
              <a:headEnd/>
              <a:tailEnd/>
            </a:ln>
          </p:spPr>
          <p:txBody>
            <a:bodyPr/>
            <a:lstStyle/>
            <a:p>
              <a:endParaRPr lang="pt-BR"/>
            </a:p>
          </p:txBody>
        </p:sp>
        <p:sp>
          <p:nvSpPr>
            <p:cNvPr id="33" name="Freeform 14">
              <a:extLst>
                <a:ext uri="{FF2B5EF4-FFF2-40B4-BE49-F238E27FC236}">
                  <a16:creationId xmlns:a16="http://schemas.microsoft.com/office/drawing/2014/main" id="{951F7323-64AD-1187-B73E-7847F631C2A2}"/>
                </a:ext>
              </a:extLst>
            </p:cNvPr>
            <p:cNvSpPr>
              <a:spLocks noChangeAspect="1" noEditPoints="1"/>
            </p:cNvSpPr>
            <p:nvPr/>
          </p:nvSpPr>
          <p:spPr bwMode="auto">
            <a:xfrm>
              <a:off x="3790732" y="3586734"/>
              <a:ext cx="312976" cy="183982"/>
            </a:xfrm>
            <a:custGeom>
              <a:avLst/>
              <a:gdLst/>
              <a:ahLst/>
              <a:cxnLst>
                <a:cxn ang="0">
                  <a:pos x="311" y="47"/>
                </a:cxn>
                <a:cxn ang="0">
                  <a:pos x="276" y="43"/>
                </a:cxn>
                <a:cxn ang="0">
                  <a:pos x="253" y="39"/>
                </a:cxn>
                <a:cxn ang="0">
                  <a:pos x="215" y="18"/>
                </a:cxn>
                <a:cxn ang="0">
                  <a:pos x="180" y="10"/>
                </a:cxn>
                <a:cxn ang="0">
                  <a:pos x="144" y="0"/>
                </a:cxn>
                <a:cxn ang="0">
                  <a:pos x="109" y="35"/>
                </a:cxn>
                <a:cxn ang="0">
                  <a:pos x="84" y="62"/>
                </a:cxn>
                <a:cxn ang="0">
                  <a:pos x="78" y="96"/>
                </a:cxn>
                <a:cxn ang="0">
                  <a:pos x="40" y="129"/>
                </a:cxn>
                <a:cxn ang="0">
                  <a:pos x="17" y="154"/>
                </a:cxn>
                <a:cxn ang="0">
                  <a:pos x="0" y="179"/>
                </a:cxn>
                <a:cxn ang="0">
                  <a:pos x="25" y="206"/>
                </a:cxn>
                <a:cxn ang="0">
                  <a:pos x="53" y="198"/>
                </a:cxn>
                <a:cxn ang="0">
                  <a:pos x="82" y="190"/>
                </a:cxn>
                <a:cxn ang="0">
                  <a:pos x="119" y="171"/>
                </a:cxn>
                <a:cxn ang="0">
                  <a:pos x="159" y="166"/>
                </a:cxn>
                <a:cxn ang="0">
                  <a:pos x="172" y="169"/>
                </a:cxn>
                <a:cxn ang="0">
                  <a:pos x="161" y="194"/>
                </a:cxn>
                <a:cxn ang="0">
                  <a:pos x="147" y="206"/>
                </a:cxn>
                <a:cxn ang="0">
                  <a:pos x="124" y="223"/>
                </a:cxn>
                <a:cxn ang="0">
                  <a:pos x="146" y="246"/>
                </a:cxn>
                <a:cxn ang="0">
                  <a:pos x="180" y="250"/>
                </a:cxn>
                <a:cxn ang="0">
                  <a:pos x="201" y="252"/>
                </a:cxn>
                <a:cxn ang="0">
                  <a:pos x="236" y="267"/>
                </a:cxn>
                <a:cxn ang="0">
                  <a:pos x="276" y="246"/>
                </a:cxn>
                <a:cxn ang="0">
                  <a:pos x="259" y="217"/>
                </a:cxn>
                <a:cxn ang="0">
                  <a:pos x="284" y="196"/>
                </a:cxn>
                <a:cxn ang="0">
                  <a:pos x="314" y="223"/>
                </a:cxn>
                <a:cxn ang="0">
                  <a:pos x="341" y="233"/>
                </a:cxn>
                <a:cxn ang="0">
                  <a:pos x="372" y="242"/>
                </a:cxn>
                <a:cxn ang="0">
                  <a:pos x="405" y="250"/>
                </a:cxn>
                <a:cxn ang="0">
                  <a:pos x="449" y="258"/>
                </a:cxn>
                <a:cxn ang="0">
                  <a:pos x="449" y="233"/>
                </a:cxn>
                <a:cxn ang="0">
                  <a:pos x="449" y="210"/>
                </a:cxn>
                <a:cxn ang="0">
                  <a:pos x="435" y="183"/>
                </a:cxn>
                <a:cxn ang="0">
                  <a:pos x="426" y="166"/>
                </a:cxn>
                <a:cxn ang="0">
                  <a:pos x="424" y="141"/>
                </a:cxn>
                <a:cxn ang="0">
                  <a:pos x="422" y="118"/>
                </a:cxn>
                <a:cxn ang="0">
                  <a:pos x="418" y="85"/>
                </a:cxn>
                <a:cxn ang="0">
                  <a:pos x="387" y="56"/>
                </a:cxn>
                <a:cxn ang="0">
                  <a:pos x="359" y="45"/>
                </a:cxn>
                <a:cxn ang="0">
                  <a:pos x="328" y="37"/>
                </a:cxn>
                <a:cxn ang="0">
                  <a:pos x="449" y="260"/>
                </a:cxn>
                <a:cxn ang="0">
                  <a:pos x="449" y="261"/>
                </a:cxn>
              </a:cxnLst>
              <a:rect l="0" t="0" r="r" b="b"/>
              <a:pathLst>
                <a:path w="453" h="267">
                  <a:moveTo>
                    <a:pt x="328" y="37"/>
                  </a:moveTo>
                  <a:lnTo>
                    <a:pt x="311" y="47"/>
                  </a:lnTo>
                  <a:lnTo>
                    <a:pt x="284" y="47"/>
                  </a:lnTo>
                  <a:lnTo>
                    <a:pt x="276" y="43"/>
                  </a:lnTo>
                  <a:lnTo>
                    <a:pt x="268" y="35"/>
                  </a:lnTo>
                  <a:lnTo>
                    <a:pt x="253" y="39"/>
                  </a:lnTo>
                  <a:lnTo>
                    <a:pt x="234" y="29"/>
                  </a:lnTo>
                  <a:lnTo>
                    <a:pt x="215" y="18"/>
                  </a:lnTo>
                  <a:lnTo>
                    <a:pt x="201" y="8"/>
                  </a:lnTo>
                  <a:lnTo>
                    <a:pt x="180" y="10"/>
                  </a:lnTo>
                  <a:lnTo>
                    <a:pt x="171" y="0"/>
                  </a:lnTo>
                  <a:lnTo>
                    <a:pt x="144" y="0"/>
                  </a:lnTo>
                  <a:lnTo>
                    <a:pt x="121" y="12"/>
                  </a:lnTo>
                  <a:lnTo>
                    <a:pt x="109" y="35"/>
                  </a:lnTo>
                  <a:lnTo>
                    <a:pt x="92" y="41"/>
                  </a:lnTo>
                  <a:lnTo>
                    <a:pt x="84" y="62"/>
                  </a:lnTo>
                  <a:lnTo>
                    <a:pt x="84" y="83"/>
                  </a:lnTo>
                  <a:lnTo>
                    <a:pt x="78" y="96"/>
                  </a:lnTo>
                  <a:lnTo>
                    <a:pt x="61" y="110"/>
                  </a:lnTo>
                  <a:lnTo>
                    <a:pt x="40" y="129"/>
                  </a:lnTo>
                  <a:lnTo>
                    <a:pt x="36" y="142"/>
                  </a:lnTo>
                  <a:lnTo>
                    <a:pt x="17" y="154"/>
                  </a:lnTo>
                  <a:lnTo>
                    <a:pt x="0" y="167"/>
                  </a:lnTo>
                  <a:lnTo>
                    <a:pt x="0" y="179"/>
                  </a:lnTo>
                  <a:lnTo>
                    <a:pt x="9" y="187"/>
                  </a:lnTo>
                  <a:lnTo>
                    <a:pt x="25" y="206"/>
                  </a:lnTo>
                  <a:lnTo>
                    <a:pt x="42" y="206"/>
                  </a:lnTo>
                  <a:lnTo>
                    <a:pt x="53" y="198"/>
                  </a:lnTo>
                  <a:lnTo>
                    <a:pt x="67" y="192"/>
                  </a:lnTo>
                  <a:lnTo>
                    <a:pt x="82" y="190"/>
                  </a:lnTo>
                  <a:lnTo>
                    <a:pt x="98" y="179"/>
                  </a:lnTo>
                  <a:lnTo>
                    <a:pt x="119" y="171"/>
                  </a:lnTo>
                  <a:lnTo>
                    <a:pt x="134" y="166"/>
                  </a:lnTo>
                  <a:lnTo>
                    <a:pt x="159" y="166"/>
                  </a:lnTo>
                  <a:lnTo>
                    <a:pt x="182" y="167"/>
                  </a:lnTo>
                  <a:lnTo>
                    <a:pt x="172" y="169"/>
                  </a:lnTo>
                  <a:lnTo>
                    <a:pt x="171" y="185"/>
                  </a:lnTo>
                  <a:lnTo>
                    <a:pt x="161" y="194"/>
                  </a:lnTo>
                  <a:lnTo>
                    <a:pt x="146" y="196"/>
                  </a:lnTo>
                  <a:lnTo>
                    <a:pt x="147" y="206"/>
                  </a:lnTo>
                  <a:lnTo>
                    <a:pt x="134" y="217"/>
                  </a:lnTo>
                  <a:lnTo>
                    <a:pt x="124" y="223"/>
                  </a:lnTo>
                  <a:lnTo>
                    <a:pt x="132" y="235"/>
                  </a:lnTo>
                  <a:lnTo>
                    <a:pt x="146" y="246"/>
                  </a:lnTo>
                  <a:lnTo>
                    <a:pt x="165" y="252"/>
                  </a:lnTo>
                  <a:lnTo>
                    <a:pt x="180" y="250"/>
                  </a:lnTo>
                  <a:lnTo>
                    <a:pt x="186" y="238"/>
                  </a:lnTo>
                  <a:lnTo>
                    <a:pt x="201" y="252"/>
                  </a:lnTo>
                  <a:lnTo>
                    <a:pt x="218" y="263"/>
                  </a:lnTo>
                  <a:lnTo>
                    <a:pt x="236" y="267"/>
                  </a:lnTo>
                  <a:lnTo>
                    <a:pt x="257" y="260"/>
                  </a:lnTo>
                  <a:lnTo>
                    <a:pt x="276" y="246"/>
                  </a:lnTo>
                  <a:lnTo>
                    <a:pt x="276" y="229"/>
                  </a:lnTo>
                  <a:lnTo>
                    <a:pt x="259" y="217"/>
                  </a:lnTo>
                  <a:lnTo>
                    <a:pt x="268" y="206"/>
                  </a:lnTo>
                  <a:lnTo>
                    <a:pt x="284" y="196"/>
                  </a:lnTo>
                  <a:lnTo>
                    <a:pt x="297" y="210"/>
                  </a:lnTo>
                  <a:lnTo>
                    <a:pt x="314" y="223"/>
                  </a:lnTo>
                  <a:lnTo>
                    <a:pt x="326" y="219"/>
                  </a:lnTo>
                  <a:lnTo>
                    <a:pt x="341" y="233"/>
                  </a:lnTo>
                  <a:lnTo>
                    <a:pt x="360" y="246"/>
                  </a:lnTo>
                  <a:lnTo>
                    <a:pt x="372" y="242"/>
                  </a:lnTo>
                  <a:lnTo>
                    <a:pt x="387" y="235"/>
                  </a:lnTo>
                  <a:lnTo>
                    <a:pt x="405" y="250"/>
                  </a:lnTo>
                  <a:lnTo>
                    <a:pt x="433" y="252"/>
                  </a:lnTo>
                  <a:lnTo>
                    <a:pt x="449" y="258"/>
                  </a:lnTo>
                  <a:lnTo>
                    <a:pt x="449" y="246"/>
                  </a:lnTo>
                  <a:lnTo>
                    <a:pt x="449" y="233"/>
                  </a:lnTo>
                  <a:lnTo>
                    <a:pt x="453" y="219"/>
                  </a:lnTo>
                  <a:lnTo>
                    <a:pt x="449" y="210"/>
                  </a:lnTo>
                  <a:lnTo>
                    <a:pt x="439" y="198"/>
                  </a:lnTo>
                  <a:lnTo>
                    <a:pt x="435" y="183"/>
                  </a:lnTo>
                  <a:lnTo>
                    <a:pt x="426" y="179"/>
                  </a:lnTo>
                  <a:lnTo>
                    <a:pt x="426" y="166"/>
                  </a:lnTo>
                  <a:lnTo>
                    <a:pt x="430" y="154"/>
                  </a:lnTo>
                  <a:lnTo>
                    <a:pt x="424" y="141"/>
                  </a:lnTo>
                  <a:lnTo>
                    <a:pt x="424" y="135"/>
                  </a:lnTo>
                  <a:lnTo>
                    <a:pt x="422" y="118"/>
                  </a:lnTo>
                  <a:lnTo>
                    <a:pt x="422" y="96"/>
                  </a:lnTo>
                  <a:lnTo>
                    <a:pt x="418" y="85"/>
                  </a:lnTo>
                  <a:lnTo>
                    <a:pt x="405" y="70"/>
                  </a:lnTo>
                  <a:lnTo>
                    <a:pt x="387" y="56"/>
                  </a:lnTo>
                  <a:lnTo>
                    <a:pt x="372" y="56"/>
                  </a:lnTo>
                  <a:lnTo>
                    <a:pt x="359" y="45"/>
                  </a:lnTo>
                  <a:lnTo>
                    <a:pt x="337" y="47"/>
                  </a:lnTo>
                  <a:lnTo>
                    <a:pt x="328" y="37"/>
                  </a:lnTo>
                  <a:close/>
                  <a:moveTo>
                    <a:pt x="449" y="261"/>
                  </a:moveTo>
                  <a:lnTo>
                    <a:pt x="449" y="260"/>
                  </a:lnTo>
                  <a:lnTo>
                    <a:pt x="449" y="258"/>
                  </a:lnTo>
                  <a:lnTo>
                    <a:pt x="449" y="261"/>
                  </a:lnTo>
                  <a:close/>
                </a:path>
              </a:pathLst>
            </a:custGeom>
            <a:grpFill/>
            <a:ln w="6350" cmpd="sng">
              <a:solidFill>
                <a:schemeClr val="bg1"/>
              </a:solidFill>
              <a:round/>
              <a:headEnd/>
              <a:tailEnd/>
            </a:ln>
          </p:spPr>
          <p:txBody>
            <a:bodyPr/>
            <a:lstStyle/>
            <a:p>
              <a:endParaRPr lang="pt-BR"/>
            </a:p>
          </p:txBody>
        </p:sp>
        <p:sp>
          <p:nvSpPr>
            <p:cNvPr id="34" name="Freeform 15">
              <a:extLst>
                <a:ext uri="{FF2B5EF4-FFF2-40B4-BE49-F238E27FC236}">
                  <a16:creationId xmlns:a16="http://schemas.microsoft.com/office/drawing/2014/main" id="{EFAF0F79-F207-1FE7-4821-53CB81682D19}"/>
                </a:ext>
              </a:extLst>
            </p:cNvPr>
            <p:cNvSpPr>
              <a:spLocks noChangeAspect="1"/>
            </p:cNvSpPr>
            <p:nvPr/>
          </p:nvSpPr>
          <p:spPr bwMode="auto">
            <a:xfrm>
              <a:off x="4100755" y="3764813"/>
              <a:ext cx="984" cy="1968"/>
            </a:xfrm>
            <a:custGeom>
              <a:avLst/>
              <a:gdLst/>
              <a:ahLst/>
              <a:cxnLst>
                <a:cxn ang="0">
                  <a:pos x="0" y="3"/>
                </a:cxn>
                <a:cxn ang="0">
                  <a:pos x="0" y="2"/>
                </a:cxn>
                <a:cxn ang="0">
                  <a:pos x="0" y="0"/>
                </a:cxn>
                <a:cxn ang="0">
                  <a:pos x="0" y="3"/>
                </a:cxn>
              </a:cxnLst>
              <a:rect l="0" t="0" r="r" b="b"/>
              <a:pathLst>
                <a:path h="3">
                  <a:moveTo>
                    <a:pt x="0" y="3"/>
                  </a:moveTo>
                  <a:lnTo>
                    <a:pt x="0" y="2"/>
                  </a:lnTo>
                  <a:lnTo>
                    <a:pt x="0" y="0"/>
                  </a:lnTo>
                  <a:lnTo>
                    <a:pt x="0" y="3"/>
                  </a:lnTo>
                </a:path>
              </a:pathLst>
            </a:custGeom>
            <a:grpFill/>
            <a:ln w="6350" cmpd="sng">
              <a:solidFill>
                <a:schemeClr val="bg1"/>
              </a:solidFill>
              <a:prstDash val="solid"/>
              <a:round/>
              <a:headEnd/>
              <a:tailEnd/>
            </a:ln>
          </p:spPr>
          <p:txBody>
            <a:bodyPr/>
            <a:lstStyle/>
            <a:p>
              <a:endParaRPr lang="pt-BR"/>
            </a:p>
          </p:txBody>
        </p:sp>
        <p:sp>
          <p:nvSpPr>
            <p:cNvPr id="35" name="Freeform 16">
              <a:extLst>
                <a:ext uri="{FF2B5EF4-FFF2-40B4-BE49-F238E27FC236}">
                  <a16:creationId xmlns:a16="http://schemas.microsoft.com/office/drawing/2014/main" id="{636E21AD-4719-6EC2-72AF-3AF8295D0B34}"/>
                </a:ext>
              </a:extLst>
            </p:cNvPr>
            <p:cNvSpPr>
              <a:spLocks noChangeAspect="1"/>
            </p:cNvSpPr>
            <p:nvPr/>
          </p:nvSpPr>
          <p:spPr bwMode="auto">
            <a:xfrm>
              <a:off x="3559445" y="3377172"/>
              <a:ext cx="349391" cy="451592"/>
            </a:xfrm>
            <a:custGeom>
              <a:avLst/>
              <a:gdLst/>
              <a:ahLst/>
              <a:cxnLst>
                <a:cxn ang="0">
                  <a:pos x="240" y="46"/>
                </a:cxn>
                <a:cxn ang="0">
                  <a:pos x="215" y="31"/>
                </a:cxn>
                <a:cxn ang="0">
                  <a:pos x="180" y="19"/>
                </a:cxn>
                <a:cxn ang="0">
                  <a:pos x="148" y="12"/>
                </a:cxn>
                <a:cxn ang="0">
                  <a:pos x="125" y="4"/>
                </a:cxn>
                <a:cxn ang="0">
                  <a:pos x="88" y="10"/>
                </a:cxn>
                <a:cxn ang="0">
                  <a:pos x="56" y="4"/>
                </a:cxn>
                <a:cxn ang="0">
                  <a:pos x="40" y="14"/>
                </a:cxn>
                <a:cxn ang="0">
                  <a:pos x="17" y="19"/>
                </a:cxn>
                <a:cxn ang="0">
                  <a:pos x="11" y="71"/>
                </a:cxn>
                <a:cxn ang="0">
                  <a:pos x="11" y="112"/>
                </a:cxn>
                <a:cxn ang="0">
                  <a:pos x="25" y="144"/>
                </a:cxn>
                <a:cxn ang="0">
                  <a:pos x="42" y="177"/>
                </a:cxn>
                <a:cxn ang="0">
                  <a:pos x="27" y="198"/>
                </a:cxn>
                <a:cxn ang="0">
                  <a:pos x="15" y="231"/>
                </a:cxn>
                <a:cxn ang="0">
                  <a:pos x="29" y="265"/>
                </a:cxn>
                <a:cxn ang="0">
                  <a:pos x="23" y="303"/>
                </a:cxn>
                <a:cxn ang="0">
                  <a:pos x="19" y="336"/>
                </a:cxn>
                <a:cxn ang="0">
                  <a:pos x="34" y="355"/>
                </a:cxn>
                <a:cxn ang="0">
                  <a:pos x="33" y="382"/>
                </a:cxn>
                <a:cxn ang="0">
                  <a:pos x="52" y="401"/>
                </a:cxn>
                <a:cxn ang="0">
                  <a:pos x="63" y="438"/>
                </a:cxn>
                <a:cxn ang="0">
                  <a:pos x="54" y="472"/>
                </a:cxn>
                <a:cxn ang="0">
                  <a:pos x="79" y="495"/>
                </a:cxn>
                <a:cxn ang="0">
                  <a:pos x="82" y="530"/>
                </a:cxn>
                <a:cxn ang="0">
                  <a:pos x="67" y="545"/>
                </a:cxn>
                <a:cxn ang="0">
                  <a:pos x="67" y="572"/>
                </a:cxn>
                <a:cxn ang="0">
                  <a:pos x="71" y="576"/>
                </a:cxn>
                <a:cxn ang="0">
                  <a:pos x="111" y="576"/>
                </a:cxn>
                <a:cxn ang="0">
                  <a:pos x="153" y="589"/>
                </a:cxn>
                <a:cxn ang="0">
                  <a:pos x="188" y="588"/>
                </a:cxn>
                <a:cxn ang="0">
                  <a:pos x="219" y="618"/>
                </a:cxn>
                <a:cxn ang="0">
                  <a:pos x="261" y="645"/>
                </a:cxn>
                <a:cxn ang="0">
                  <a:pos x="293" y="639"/>
                </a:cxn>
                <a:cxn ang="0">
                  <a:pos x="303" y="634"/>
                </a:cxn>
                <a:cxn ang="0">
                  <a:pos x="322" y="618"/>
                </a:cxn>
                <a:cxn ang="0">
                  <a:pos x="326" y="588"/>
                </a:cxn>
                <a:cxn ang="0">
                  <a:pos x="316" y="553"/>
                </a:cxn>
                <a:cxn ang="0">
                  <a:pos x="328" y="522"/>
                </a:cxn>
                <a:cxn ang="0">
                  <a:pos x="330" y="478"/>
                </a:cxn>
                <a:cxn ang="0">
                  <a:pos x="334" y="470"/>
                </a:cxn>
                <a:cxn ang="0">
                  <a:pos x="370" y="445"/>
                </a:cxn>
                <a:cxn ang="0">
                  <a:pos x="395" y="413"/>
                </a:cxn>
                <a:cxn ang="0">
                  <a:pos x="418" y="386"/>
                </a:cxn>
                <a:cxn ang="0">
                  <a:pos x="426" y="344"/>
                </a:cxn>
                <a:cxn ang="0">
                  <a:pos x="455" y="315"/>
                </a:cxn>
                <a:cxn ang="0">
                  <a:pos x="505" y="303"/>
                </a:cxn>
                <a:cxn ang="0">
                  <a:pos x="501" y="294"/>
                </a:cxn>
                <a:cxn ang="0">
                  <a:pos x="489" y="275"/>
                </a:cxn>
                <a:cxn ang="0">
                  <a:pos x="466" y="267"/>
                </a:cxn>
                <a:cxn ang="0">
                  <a:pos x="462" y="255"/>
                </a:cxn>
                <a:cxn ang="0">
                  <a:pos x="468" y="246"/>
                </a:cxn>
                <a:cxn ang="0">
                  <a:pos x="437" y="242"/>
                </a:cxn>
                <a:cxn ang="0">
                  <a:pos x="412" y="211"/>
                </a:cxn>
                <a:cxn ang="0">
                  <a:pos x="397" y="186"/>
                </a:cxn>
                <a:cxn ang="0">
                  <a:pos x="372" y="169"/>
                </a:cxn>
                <a:cxn ang="0">
                  <a:pos x="355" y="142"/>
                </a:cxn>
                <a:cxn ang="0">
                  <a:pos x="341" y="129"/>
                </a:cxn>
                <a:cxn ang="0">
                  <a:pos x="320" y="112"/>
                </a:cxn>
                <a:cxn ang="0">
                  <a:pos x="284" y="94"/>
                </a:cxn>
                <a:cxn ang="0">
                  <a:pos x="269" y="75"/>
                </a:cxn>
                <a:cxn ang="0">
                  <a:pos x="259" y="60"/>
                </a:cxn>
              </a:cxnLst>
              <a:rect l="0" t="0" r="r" b="b"/>
              <a:pathLst>
                <a:path w="505" h="653">
                  <a:moveTo>
                    <a:pt x="244" y="60"/>
                  </a:moveTo>
                  <a:lnTo>
                    <a:pt x="240" y="46"/>
                  </a:lnTo>
                  <a:lnTo>
                    <a:pt x="228" y="37"/>
                  </a:lnTo>
                  <a:lnTo>
                    <a:pt x="215" y="31"/>
                  </a:lnTo>
                  <a:lnTo>
                    <a:pt x="192" y="18"/>
                  </a:lnTo>
                  <a:lnTo>
                    <a:pt x="180" y="19"/>
                  </a:lnTo>
                  <a:lnTo>
                    <a:pt x="176" y="12"/>
                  </a:lnTo>
                  <a:lnTo>
                    <a:pt x="148" y="12"/>
                  </a:lnTo>
                  <a:lnTo>
                    <a:pt x="142" y="2"/>
                  </a:lnTo>
                  <a:lnTo>
                    <a:pt x="125" y="4"/>
                  </a:lnTo>
                  <a:lnTo>
                    <a:pt x="98" y="4"/>
                  </a:lnTo>
                  <a:lnTo>
                    <a:pt x="88" y="10"/>
                  </a:lnTo>
                  <a:lnTo>
                    <a:pt x="71" y="10"/>
                  </a:lnTo>
                  <a:lnTo>
                    <a:pt x="56" y="4"/>
                  </a:lnTo>
                  <a:lnTo>
                    <a:pt x="44" y="0"/>
                  </a:lnTo>
                  <a:lnTo>
                    <a:pt x="40" y="14"/>
                  </a:lnTo>
                  <a:lnTo>
                    <a:pt x="27" y="18"/>
                  </a:lnTo>
                  <a:lnTo>
                    <a:pt x="17" y="19"/>
                  </a:lnTo>
                  <a:lnTo>
                    <a:pt x="21" y="52"/>
                  </a:lnTo>
                  <a:lnTo>
                    <a:pt x="11" y="71"/>
                  </a:lnTo>
                  <a:lnTo>
                    <a:pt x="0" y="90"/>
                  </a:lnTo>
                  <a:lnTo>
                    <a:pt x="11" y="112"/>
                  </a:lnTo>
                  <a:lnTo>
                    <a:pt x="17" y="131"/>
                  </a:lnTo>
                  <a:lnTo>
                    <a:pt x="25" y="144"/>
                  </a:lnTo>
                  <a:lnTo>
                    <a:pt x="36" y="160"/>
                  </a:lnTo>
                  <a:lnTo>
                    <a:pt x="42" y="177"/>
                  </a:lnTo>
                  <a:lnTo>
                    <a:pt x="42" y="190"/>
                  </a:lnTo>
                  <a:lnTo>
                    <a:pt x="27" y="198"/>
                  </a:lnTo>
                  <a:lnTo>
                    <a:pt x="23" y="215"/>
                  </a:lnTo>
                  <a:lnTo>
                    <a:pt x="15" y="231"/>
                  </a:lnTo>
                  <a:lnTo>
                    <a:pt x="17" y="248"/>
                  </a:lnTo>
                  <a:lnTo>
                    <a:pt x="29" y="265"/>
                  </a:lnTo>
                  <a:lnTo>
                    <a:pt x="25" y="284"/>
                  </a:lnTo>
                  <a:lnTo>
                    <a:pt x="23" y="303"/>
                  </a:lnTo>
                  <a:lnTo>
                    <a:pt x="15" y="317"/>
                  </a:lnTo>
                  <a:lnTo>
                    <a:pt x="19" y="336"/>
                  </a:lnTo>
                  <a:lnTo>
                    <a:pt x="31" y="338"/>
                  </a:lnTo>
                  <a:lnTo>
                    <a:pt x="34" y="355"/>
                  </a:lnTo>
                  <a:lnTo>
                    <a:pt x="29" y="365"/>
                  </a:lnTo>
                  <a:lnTo>
                    <a:pt x="33" y="382"/>
                  </a:lnTo>
                  <a:lnTo>
                    <a:pt x="44" y="392"/>
                  </a:lnTo>
                  <a:lnTo>
                    <a:pt x="52" y="401"/>
                  </a:lnTo>
                  <a:lnTo>
                    <a:pt x="61" y="417"/>
                  </a:lnTo>
                  <a:lnTo>
                    <a:pt x="63" y="438"/>
                  </a:lnTo>
                  <a:lnTo>
                    <a:pt x="54" y="455"/>
                  </a:lnTo>
                  <a:lnTo>
                    <a:pt x="54" y="472"/>
                  </a:lnTo>
                  <a:lnTo>
                    <a:pt x="67" y="486"/>
                  </a:lnTo>
                  <a:lnTo>
                    <a:pt x="79" y="495"/>
                  </a:lnTo>
                  <a:lnTo>
                    <a:pt x="82" y="513"/>
                  </a:lnTo>
                  <a:lnTo>
                    <a:pt x="82" y="530"/>
                  </a:lnTo>
                  <a:lnTo>
                    <a:pt x="77" y="540"/>
                  </a:lnTo>
                  <a:lnTo>
                    <a:pt x="67" y="545"/>
                  </a:lnTo>
                  <a:lnTo>
                    <a:pt x="61" y="561"/>
                  </a:lnTo>
                  <a:lnTo>
                    <a:pt x="67" y="572"/>
                  </a:lnTo>
                  <a:lnTo>
                    <a:pt x="69" y="580"/>
                  </a:lnTo>
                  <a:lnTo>
                    <a:pt x="71" y="576"/>
                  </a:lnTo>
                  <a:lnTo>
                    <a:pt x="88" y="576"/>
                  </a:lnTo>
                  <a:lnTo>
                    <a:pt x="111" y="576"/>
                  </a:lnTo>
                  <a:lnTo>
                    <a:pt x="132" y="576"/>
                  </a:lnTo>
                  <a:lnTo>
                    <a:pt x="153" y="589"/>
                  </a:lnTo>
                  <a:lnTo>
                    <a:pt x="173" y="589"/>
                  </a:lnTo>
                  <a:lnTo>
                    <a:pt x="188" y="588"/>
                  </a:lnTo>
                  <a:lnTo>
                    <a:pt x="203" y="601"/>
                  </a:lnTo>
                  <a:lnTo>
                    <a:pt x="219" y="618"/>
                  </a:lnTo>
                  <a:lnTo>
                    <a:pt x="240" y="632"/>
                  </a:lnTo>
                  <a:lnTo>
                    <a:pt x="261" y="645"/>
                  </a:lnTo>
                  <a:lnTo>
                    <a:pt x="280" y="653"/>
                  </a:lnTo>
                  <a:lnTo>
                    <a:pt x="293" y="639"/>
                  </a:lnTo>
                  <a:lnTo>
                    <a:pt x="303" y="639"/>
                  </a:lnTo>
                  <a:lnTo>
                    <a:pt x="303" y="634"/>
                  </a:lnTo>
                  <a:lnTo>
                    <a:pt x="313" y="624"/>
                  </a:lnTo>
                  <a:lnTo>
                    <a:pt x="322" y="618"/>
                  </a:lnTo>
                  <a:lnTo>
                    <a:pt x="322" y="603"/>
                  </a:lnTo>
                  <a:lnTo>
                    <a:pt x="326" y="588"/>
                  </a:lnTo>
                  <a:lnTo>
                    <a:pt x="326" y="568"/>
                  </a:lnTo>
                  <a:lnTo>
                    <a:pt x="316" y="553"/>
                  </a:lnTo>
                  <a:lnTo>
                    <a:pt x="322" y="536"/>
                  </a:lnTo>
                  <a:lnTo>
                    <a:pt x="328" y="522"/>
                  </a:lnTo>
                  <a:lnTo>
                    <a:pt x="328" y="495"/>
                  </a:lnTo>
                  <a:lnTo>
                    <a:pt x="330" y="478"/>
                  </a:lnTo>
                  <a:lnTo>
                    <a:pt x="334" y="482"/>
                  </a:lnTo>
                  <a:lnTo>
                    <a:pt x="334" y="470"/>
                  </a:lnTo>
                  <a:lnTo>
                    <a:pt x="351" y="457"/>
                  </a:lnTo>
                  <a:lnTo>
                    <a:pt x="370" y="445"/>
                  </a:lnTo>
                  <a:lnTo>
                    <a:pt x="374" y="432"/>
                  </a:lnTo>
                  <a:lnTo>
                    <a:pt x="395" y="413"/>
                  </a:lnTo>
                  <a:lnTo>
                    <a:pt x="412" y="399"/>
                  </a:lnTo>
                  <a:lnTo>
                    <a:pt x="418" y="386"/>
                  </a:lnTo>
                  <a:lnTo>
                    <a:pt x="418" y="365"/>
                  </a:lnTo>
                  <a:lnTo>
                    <a:pt x="426" y="344"/>
                  </a:lnTo>
                  <a:lnTo>
                    <a:pt x="443" y="338"/>
                  </a:lnTo>
                  <a:lnTo>
                    <a:pt x="455" y="315"/>
                  </a:lnTo>
                  <a:lnTo>
                    <a:pt x="478" y="303"/>
                  </a:lnTo>
                  <a:lnTo>
                    <a:pt x="505" y="303"/>
                  </a:lnTo>
                  <a:lnTo>
                    <a:pt x="505" y="302"/>
                  </a:lnTo>
                  <a:lnTo>
                    <a:pt x="501" y="294"/>
                  </a:lnTo>
                  <a:lnTo>
                    <a:pt x="497" y="284"/>
                  </a:lnTo>
                  <a:lnTo>
                    <a:pt x="489" y="275"/>
                  </a:lnTo>
                  <a:lnTo>
                    <a:pt x="478" y="267"/>
                  </a:lnTo>
                  <a:lnTo>
                    <a:pt x="466" y="267"/>
                  </a:lnTo>
                  <a:lnTo>
                    <a:pt x="462" y="261"/>
                  </a:lnTo>
                  <a:lnTo>
                    <a:pt x="462" y="255"/>
                  </a:lnTo>
                  <a:lnTo>
                    <a:pt x="468" y="252"/>
                  </a:lnTo>
                  <a:lnTo>
                    <a:pt x="468" y="246"/>
                  </a:lnTo>
                  <a:lnTo>
                    <a:pt x="457" y="244"/>
                  </a:lnTo>
                  <a:lnTo>
                    <a:pt x="437" y="242"/>
                  </a:lnTo>
                  <a:lnTo>
                    <a:pt x="424" y="225"/>
                  </a:lnTo>
                  <a:lnTo>
                    <a:pt x="412" y="211"/>
                  </a:lnTo>
                  <a:lnTo>
                    <a:pt x="395" y="200"/>
                  </a:lnTo>
                  <a:lnTo>
                    <a:pt x="397" y="186"/>
                  </a:lnTo>
                  <a:lnTo>
                    <a:pt x="384" y="173"/>
                  </a:lnTo>
                  <a:lnTo>
                    <a:pt x="372" y="169"/>
                  </a:lnTo>
                  <a:lnTo>
                    <a:pt x="366" y="156"/>
                  </a:lnTo>
                  <a:lnTo>
                    <a:pt x="355" y="142"/>
                  </a:lnTo>
                  <a:lnTo>
                    <a:pt x="345" y="142"/>
                  </a:lnTo>
                  <a:lnTo>
                    <a:pt x="341" y="129"/>
                  </a:lnTo>
                  <a:lnTo>
                    <a:pt x="332" y="117"/>
                  </a:lnTo>
                  <a:lnTo>
                    <a:pt x="320" y="112"/>
                  </a:lnTo>
                  <a:lnTo>
                    <a:pt x="305" y="98"/>
                  </a:lnTo>
                  <a:lnTo>
                    <a:pt x="284" y="94"/>
                  </a:lnTo>
                  <a:lnTo>
                    <a:pt x="274" y="87"/>
                  </a:lnTo>
                  <a:lnTo>
                    <a:pt x="269" y="75"/>
                  </a:lnTo>
                  <a:lnTo>
                    <a:pt x="267" y="65"/>
                  </a:lnTo>
                  <a:lnTo>
                    <a:pt x="259" y="60"/>
                  </a:lnTo>
                  <a:lnTo>
                    <a:pt x="244" y="60"/>
                  </a:lnTo>
                  <a:close/>
                </a:path>
              </a:pathLst>
            </a:custGeom>
            <a:grpFill/>
            <a:ln w="6350" cmpd="sng">
              <a:solidFill>
                <a:schemeClr val="bg1"/>
              </a:solidFill>
              <a:round/>
              <a:headEnd/>
              <a:tailEnd/>
            </a:ln>
          </p:spPr>
          <p:txBody>
            <a:bodyPr/>
            <a:lstStyle/>
            <a:p>
              <a:endParaRPr lang="pt-BR"/>
            </a:p>
          </p:txBody>
        </p:sp>
        <p:sp>
          <p:nvSpPr>
            <p:cNvPr id="36" name="Freeform 17">
              <a:extLst>
                <a:ext uri="{FF2B5EF4-FFF2-40B4-BE49-F238E27FC236}">
                  <a16:creationId xmlns:a16="http://schemas.microsoft.com/office/drawing/2014/main" id="{58BC3D07-A3FC-20A4-2F7A-869F80BFC45B}"/>
                </a:ext>
              </a:extLst>
            </p:cNvPr>
            <p:cNvSpPr>
              <a:spLocks noChangeAspect="1"/>
            </p:cNvSpPr>
            <p:nvPr/>
          </p:nvSpPr>
          <p:spPr bwMode="auto">
            <a:xfrm>
              <a:off x="3140176" y="3369301"/>
              <a:ext cx="476353" cy="681815"/>
            </a:xfrm>
            <a:custGeom>
              <a:avLst/>
              <a:gdLst/>
              <a:ahLst/>
              <a:cxnLst>
                <a:cxn ang="0">
                  <a:pos x="541" y="34"/>
                </a:cxn>
                <a:cxn ang="0">
                  <a:pos x="506" y="63"/>
                </a:cxn>
                <a:cxn ang="0">
                  <a:pos x="466" y="84"/>
                </a:cxn>
                <a:cxn ang="0">
                  <a:pos x="437" y="121"/>
                </a:cxn>
                <a:cxn ang="0">
                  <a:pos x="416" y="174"/>
                </a:cxn>
                <a:cxn ang="0">
                  <a:pos x="414" y="220"/>
                </a:cxn>
                <a:cxn ang="0">
                  <a:pos x="437" y="272"/>
                </a:cxn>
                <a:cxn ang="0">
                  <a:pos x="426" y="324"/>
                </a:cxn>
                <a:cxn ang="0">
                  <a:pos x="408" y="339"/>
                </a:cxn>
                <a:cxn ang="0">
                  <a:pos x="399" y="409"/>
                </a:cxn>
                <a:cxn ang="0">
                  <a:pos x="429" y="451"/>
                </a:cxn>
                <a:cxn ang="0">
                  <a:pos x="378" y="487"/>
                </a:cxn>
                <a:cxn ang="0">
                  <a:pos x="305" y="478"/>
                </a:cxn>
                <a:cxn ang="0">
                  <a:pos x="236" y="504"/>
                </a:cxn>
                <a:cxn ang="0">
                  <a:pos x="193" y="551"/>
                </a:cxn>
                <a:cxn ang="0">
                  <a:pos x="136" y="558"/>
                </a:cxn>
                <a:cxn ang="0">
                  <a:pos x="88" y="579"/>
                </a:cxn>
                <a:cxn ang="0">
                  <a:pos x="73" y="629"/>
                </a:cxn>
                <a:cxn ang="0">
                  <a:pos x="53" y="673"/>
                </a:cxn>
                <a:cxn ang="0">
                  <a:pos x="27" y="716"/>
                </a:cxn>
                <a:cxn ang="0">
                  <a:pos x="17" y="765"/>
                </a:cxn>
                <a:cxn ang="0">
                  <a:pos x="32" y="810"/>
                </a:cxn>
                <a:cxn ang="0">
                  <a:pos x="17" y="867"/>
                </a:cxn>
                <a:cxn ang="0">
                  <a:pos x="0" y="900"/>
                </a:cxn>
                <a:cxn ang="0">
                  <a:pos x="28" y="921"/>
                </a:cxn>
                <a:cxn ang="0">
                  <a:pos x="61" y="952"/>
                </a:cxn>
                <a:cxn ang="0">
                  <a:pos x="126" y="986"/>
                </a:cxn>
                <a:cxn ang="0">
                  <a:pos x="186" y="961"/>
                </a:cxn>
                <a:cxn ang="0">
                  <a:pos x="257" y="934"/>
                </a:cxn>
                <a:cxn ang="0">
                  <a:pos x="303" y="902"/>
                </a:cxn>
                <a:cxn ang="0">
                  <a:pos x="307" y="815"/>
                </a:cxn>
                <a:cxn ang="0">
                  <a:pos x="368" y="823"/>
                </a:cxn>
                <a:cxn ang="0">
                  <a:pos x="431" y="833"/>
                </a:cxn>
                <a:cxn ang="0">
                  <a:pos x="502" y="810"/>
                </a:cxn>
                <a:cxn ang="0">
                  <a:pos x="562" y="773"/>
                </a:cxn>
                <a:cxn ang="0">
                  <a:pos x="616" y="739"/>
                </a:cxn>
                <a:cxn ang="0">
                  <a:pos x="669" y="694"/>
                </a:cxn>
                <a:cxn ang="0">
                  <a:pos x="665" y="629"/>
                </a:cxn>
                <a:cxn ang="0">
                  <a:pos x="675" y="583"/>
                </a:cxn>
                <a:cxn ang="0">
                  <a:pos x="690" y="541"/>
                </a:cxn>
                <a:cxn ang="0">
                  <a:pos x="662" y="483"/>
                </a:cxn>
                <a:cxn ang="0">
                  <a:pos x="660" y="412"/>
                </a:cxn>
                <a:cxn ang="0">
                  <a:pos x="642" y="366"/>
                </a:cxn>
                <a:cxn ang="0">
                  <a:pos x="631" y="314"/>
                </a:cxn>
                <a:cxn ang="0">
                  <a:pos x="623" y="242"/>
                </a:cxn>
                <a:cxn ang="0">
                  <a:pos x="650" y="188"/>
                </a:cxn>
                <a:cxn ang="0">
                  <a:pos x="619" y="123"/>
                </a:cxn>
                <a:cxn ang="0">
                  <a:pos x="625" y="32"/>
                </a:cxn>
                <a:cxn ang="0">
                  <a:pos x="598" y="11"/>
                </a:cxn>
                <a:cxn ang="0">
                  <a:pos x="556" y="0"/>
                </a:cxn>
              </a:cxnLst>
              <a:rect l="0" t="0" r="r" b="b"/>
              <a:pathLst>
                <a:path w="690" h="986">
                  <a:moveTo>
                    <a:pt x="556" y="0"/>
                  </a:moveTo>
                  <a:lnTo>
                    <a:pt x="556" y="15"/>
                  </a:lnTo>
                  <a:lnTo>
                    <a:pt x="556" y="29"/>
                  </a:lnTo>
                  <a:lnTo>
                    <a:pt x="541" y="34"/>
                  </a:lnTo>
                  <a:lnTo>
                    <a:pt x="543" y="50"/>
                  </a:lnTo>
                  <a:lnTo>
                    <a:pt x="533" y="55"/>
                  </a:lnTo>
                  <a:lnTo>
                    <a:pt x="520" y="55"/>
                  </a:lnTo>
                  <a:lnTo>
                    <a:pt x="506" y="63"/>
                  </a:lnTo>
                  <a:lnTo>
                    <a:pt x="502" y="73"/>
                  </a:lnTo>
                  <a:lnTo>
                    <a:pt x="487" y="75"/>
                  </a:lnTo>
                  <a:lnTo>
                    <a:pt x="470" y="75"/>
                  </a:lnTo>
                  <a:lnTo>
                    <a:pt x="466" y="84"/>
                  </a:lnTo>
                  <a:lnTo>
                    <a:pt x="456" y="96"/>
                  </a:lnTo>
                  <a:lnTo>
                    <a:pt x="456" y="109"/>
                  </a:lnTo>
                  <a:lnTo>
                    <a:pt x="445" y="117"/>
                  </a:lnTo>
                  <a:lnTo>
                    <a:pt x="437" y="121"/>
                  </a:lnTo>
                  <a:lnTo>
                    <a:pt x="437" y="136"/>
                  </a:lnTo>
                  <a:lnTo>
                    <a:pt x="426" y="149"/>
                  </a:lnTo>
                  <a:lnTo>
                    <a:pt x="416" y="157"/>
                  </a:lnTo>
                  <a:lnTo>
                    <a:pt x="416" y="174"/>
                  </a:lnTo>
                  <a:lnTo>
                    <a:pt x="424" y="182"/>
                  </a:lnTo>
                  <a:lnTo>
                    <a:pt x="426" y="190"/>
                  </a:lnTo>
                  <a:lnTo>
                    <a:pt x="420" y="205"/>
                  </a:lnTo>
                  <a:lnTo>
                    <a:pt x="414" y="220"/>
                  </a:lnTo>
                  <a:lnTo>
                    <a:pt x="414" y="234"/>
                  </a:lnTo>
                  <a:lnTo>
                    <a:pt x="424" y="245"/>
                  </a:lnTo>
                  <a:lnTo>
                    <a:pt x="433" y="257"/>
                  </a:lnTo>
                  <a:lnTo>
                    <a:pt x="437" y="272"/>
                  </a:lnTo>
                  <a:lnTo>
                    <a:pt x="437" y="288"/>
                  </a:lnTo>
                  <a:lnTo>
                    <a:pt x="431" y="305"/>
                  </a:lnTo>
                  <a:lnTo>
                    <a:pt x="426" y="324"/>
                  </a:lnTo>
                  <a:lnTo>
                    <a:pt x="426" y="324"/>
                  </a:lnTo>
                  <a:lnTo>
                    <a:pt x="422" y="324"/>
                  </a:lnTo>
                  <a:lnTo>
                    <a:pt x="418" y="324"/>
                  </a:lnTo>
                  <a:lnTo>
                    <a:pt x="414" y="328"/>
                  </a:lnTo>
                  <a:lnTo>
                    <a:pt x="408" y="339"/>
                  </a:lnTo>
                  <a:lnTo>
                    <a:pt x="406" y="345"/>
                  </a:lnTo>
                  <a:lnTo>
                    <a:pt x="393" y="364"/>
                  </a:lnTo>
                  <a:lnTo>
                    <a:pt x="391" y="385"/>
                  </a:lnTo>
                  <a:lnTo>
                    <a:pt x="399" y="409"/>
                  </a:lnTo>
                  <a:lnTo>
                    <a:pt x="414" y="426"/>
                  </a:lnTo>
                  <a:lnTo>
                    <a:pt x="422" y="430"/>
                  </a:lnTo>
                  <a:lnTo>
                    <a:pt x="431" y="441"/>
                  </a:lnTo>
                  <a:lnTo>
                    <a:pt x="429" y="451"/>
                  </a:lnTo>
                  <a:lnTo>
                    <a:pt x="412" y="462"/>
                  </a:lnTo>
                  <a:lnTo>
                    <a:pt x="416" y="478"/>
                  </a:lnTo>
                  <a:lnTo>
                    <a:pt x="397" y="485"/>
                  </a:lnTo>
                  <a:lnTo>
                    <a:pt x="378" y="487"/>
                  </a:lnTo>
                  <a:lnTo>
                    <a:pt x="353" y="491"/>
                  </a:lnTo>
                  <a:lnTo>
                    <a:pt x="337" y="487"/>
                  </a:lnTo>
                  <a:lnTo>
                    <a:pt x="322" y="483"/>
                  </a:lnTo>
                  <a:lnTo>
                    <a:pt x="305" y="478"/>
                  </a:lnTo>
                  <a:lnTo>
                    <a:pt x="286" y="478"/>
                  </a:lnTo>
                  <a:lnTo>
                    <a:pt x="268" y="485"/>
                  </a:lnTo>
                  <a:lnTo>
                    <a:pt x="253" y="493"/>
                  </a:lnTo>
                  <a:lnTo>
                    <a:pt x="236" y="504"/>
                  </a:lnTo>
                  <a:lnTo>
                    <a:pt x="222" y="510"/>
                  </a:lnTo>
                  <a:lnTo>
                    <a:pt x="207" y="524"/>
                  </a:lnTo>
                  <a:lnTo>
                    <a:pt x="199" y="535"/>
                  </a:lnTo>
                  <a:lnTo>
                    <a:pt x="193" y="551"/>
                  </a:lnTo>
                  <a:lnTo>
                    <a:pt x="182" y="554"/>
                  </a:lnTo>
                  <a:lnTo>
                    <a:pt x="167" y="552"/>
                  </a:lnTo>
                  <a:lnTo>
                    <a:pt x="149" y="554"/>
                  </a:lnTo>
                  <a:lnTo>
                    <a:pt x="136" y="558"/>
                  </a:lnTo>
                  <a:lnTo>
                    <a:pt x="124" y="562"/>
                  </a:lnTo>
                  <a:lnTo>
                    <a:pt x="111" y="566"/>
                  </a:lnTo>
                  <a:lnTo>
                    <a:pt x="99" y="570"/>
                  </a:lnTo>
                  <a:lnTo>
                    <a:pt x="88" y="579"/>
                  </a:lnTo>
                  <a:lnTo>
                    <a:pt x="80" y="593"/>
                  </a:lnTo>
                  <a:lnTo>
                    <a:pt x="75" y="604"/>
                  </a:lnTo>
                  <a:lnTo>
                    <a:pt x="73" y="620"/>
                  </a:lnTo>
                  <a:lnTo>
                    <a:pt x="73" y="629"/>
                  </a:lnTo>
                  <a:lnTo>
                    <a:pt x="73" y="641"/>
                  </a:lnTo>
                  <a:lnTo>
                    <a:pt x="67" y="650"/>
                  </a:lnTo>
                  <a:lnTo>
                    <a:pt x="55" y="658"/>
                  </a:lnTo>
                  <a:lnTo>
                    <a:pt x="53" y="673"/>
                  </a:lnTo>
                  <a:lnTo>
                    <a:pt x="42" y="681"/>
                  </a:lnTo>
                  <a:lnTo>
                    <a:pt x="32" y="691"/>
                  </a:lnTo>
                  <a:lnTo>
                    <a:pt x="27" y="702"/>
                  </a:lnTo>
                  <a:lnTo>
                    <a:pt x="27" y="716"/>
                  </a:lnTo>
                  <a:lnTo>
                    <a:pt x="23" y="725"/>
                  </a:lnTo>
                  <a:lnTo>
                    <a:pt x="17" y="737"/>
                  </a:lnTo>
                  <a:lnTo>
                    <a:pt x="17" y="752"/>
                  </a:lnTo>
                  <a:lnTo>
                    <a:pt x="17" y="765"/>
                  </a:lnTo>
                  <a:lnTo>
                    <a:pt x="17" y="771"/>
                  </a:lnTo>
                  <a:lnTo>
                    <a:pt x="23" y="787"/>
                  </a:lnTo>
                  <a:lnTo>
                    <a:pt x="27" y="798"/>
                  </a:lnTo>
                  <a:lnTo>
                    <a:pt x="32" y="810"/>
                  </a:lnTo>
                  <a:lnTo>
                    <a:pt x="30" y="827"/>
                  </a:lnTo>
                  <a:lnTo>
                    <a:pt x="28" y="840"/>
                  </a:lnTo>
                  <a:lnTo>
                    <a:pt x="23" y="850"/>
                  </a:lnTo>
                  <a:lnTo>
                    <a:pt x="17" y="867"/>
                  </a:lnTo>
                  <a:lnTo>
                    <a:pt x="13" y="877"/>
                  </a:lnTo>
                  <a:lnTo>
                    <a:pt x="0" y="877"/>
                  </a:lnTo>
                  <a:lnTo>
                    <a:pt x="0" y="890"/>
                  </a:lnTo>
                  <a:lnTo>
                    <a:pt x="0" y="900"/>
                  </a:lnTo>
                  <a:lnTo>
                    <a:pt x="13" y="906"/>
                  </a:lnTo>
                  <a:lnTo>
                    <a:pt x="19" y="906"/>
                  </a:lnTo>
                  <a:lnTo>
                    <a:pt x="28" y="919"/>
                  </a:lnTo>
                  <a:lnTo>
                    <a:pt x="28" y="921"/>
                  </a:lnTo>
                  <a:lnTo>
                    <a:pt x="30" y="919"/>
                  </a:lnTo>
                  <a:lnTo>
                    <a:pt x="46" y="921"/>
                  </a:lnTo>
                  <a:lnTo>
                    <a:pt x="53" y="934"/>
                  </a:lnTo>
                  <a:lnTo>
                    <a:pt x="61" y="952"/>
                  </a:lnTo>
                  <a:lnTo>
                    <a:pt x="76" y="969"/>
                  </a:lnTo>
                  <a:lnTo>
                    <a:pt x="86" y="980"/>
                  </a:lnTo>
                  <a:lnTo>
                    <a:pt x="101" y="986"/>
                  </a:lnTo>
                  <a:lnTo>
                    <a:pt x="126" y="986"/>
                  </a:lnTo>
                  <a:lnTo>
                    <a:pt x="146" y="982"/>
                  </a:lnTo>
                  <a:lnTo>
                    <a:pt x="159" y="982"/>
                  </a:lnTo>
                  <a:lnTo>
                    <a:pt x="172" y="975"/>
                  </a:lnTo>
                  <a:lnTo>
                    <a:pt x="186" y="961"/>
                  </a:lnTo>
                  <a:lnTo>
                    <a:pt x="197" y="955"/>
                  </a:lnTo>
                  <a:lnTo>
                    <a:pt x="230" y="957"/>
                  </a:lnTo>
                  <a:lnTo>
                    <a:pt x="249" y="954"/>
                  </a:lnTo>
                  <a:lnTo>
                    <a:pt x="257" y="934"/>
                  </a:lnTo>
                  <a:lnTo>
                    <a:pt x="278" y="931"/>
                  </a:lnTo>
                  <a:lnTo>
                    <a:pt x="289" y="919"/>
                  </a:lnTo>
                  <a:lnTo>
                    <a:pt x="289" y="911"/>
                  </a:lnTo>
                  <a:lnTo>
                    <a:pt x="303" y="902"/>
                  </a:lnTo>
                  <a:lnTo>
                    <a:pt x="305" y="848"/>
                  </a:lnTo>
                  <a:lnTo>
                    <a:pt x="297" y="835"/>
                  </a:lnTo>
                  <a:lnTo>
                    <a:pt x="288" y="821"/>
                  </a:lnTo>
                  <a:lnTo>
                    <a:pt x="307" y="815"/>
                  </a:lnTo>
                  <a:lnTo>
                    <a:pt x="330" y="802"/>
                  </a:lnTo>
                  <a:lnTo>
                    <a:pt x="339" y="813"/>
                  </a:lnTo>
                  <a:lnTo>
                    <a:pt x="345" y="821"/>
                  </a:lnTo>
                  <a:lnTo>
                    <a:pt x="368" y="823"/>
                  </a:lnTo>
                  <a:lnTo>
                    <a:pt x="380" y="829"/>
                  </a:lnTo>
                  <a:lnTo>
                    <a:pt x="393" y="836"/>
                  </a:lnTo>
                  <a:lnTo>
                    <a:pt x="410" y="838"/>
                  </a:lnTo>
                  <a:lnTo>
                    <a:pt x="431" y="833"/>
                  </a:lnTo>
                  <a:lnTo>
                    <a:pt x="447" y="829"/>
                  </a:lnTo>
                  <a:lnTo>
                    <a:pt x="460" y="823"/>
                  </a:lnTo>
                  <a:lnTo>
                    <a:pt x="476" y="808"/>
                  </a:lnTo>
                  <a:lnTo>
                    <a:pt x="502" y="810"/>
                  </a:lnTo>
                  <a:lnTo>
                    <a:pt x="516" y="808"/>
                  </a:lnTo>
                  <a:lnTo>
                    <a:pt x="533" y="798"/>
                  </a:lnTo>
                  <a:lnTo>
                    <a:pt x="552" y="781"/>
                  </a:lnTo>
                  <a:lnTo>
                    <a:pt x="562" y="773"/>
                  </a:lnTo>
                  <a:lnTo>
                    <a:pt x="581" y="764"/>
                  </a:lnTo>
                  <a:lnTo>
                    <a:pt x="594" y="764"/>
                  </a:lnTo>
                  <a:lnTo>
                    <a:pt x="598" y="750"/>
                  </a:lnTo>
                  <a:lnTo>
                    <a:pt x="616" y="739"/>
                  </a:lnTo>
                  <a:lnTo>
                    <a:pt x="629" y="725"/>
                  </a:lnTo>
                  <a:lnTo>
                    <a:pt x="646" y="723"/>
                  </a:lnTo>
                  <a:lnTo>
                    <a:pt x="665" y="712"/>
                  </a:lnTo>
                  <a:lnTo>
                    <a:pt x="669" y="694"/>
                  </a:lnTo>
                  <a:lnTo>
                    <a:pt x="683" y="683"/>
                  </a:lnTo>
                  <a:lnTo>
                    <a:pt x="681" y="666"/>
                  </a:lnTo>
                  <a:lnTo>
                    <a:pt x="667" y="648"/>
                  </a:lnTo>
                  <a:lnTo>
                    <a:pt x="665" y="629"/>
                  </a:lnTo>
                  <a:lnTo>
                    <a:pt x="665" y="602"/>
                  </a:lnTo>
                  <a:lnTo>
                    <a:pt x="679" y="587"/>
                  </a:lnTo>
                  <a:lnTo>
                    <a:pt x="677" y="591"/>
                  </a:lnTo>
                  <a:lnTo>
                    <a:pt x="675" y="583"/>
                  </a:lnTo>
                  <a:lnTo>
                    <a:pt x="669" y="572"/>
                  </a:lnTo>
                  <a:lnTo>
                    <a:pt x="675" y="556"/>
                  </a:lnTo>
                  <a:lnTo>
                    <a:pt x="685" y="551"/>
                  </a:lnTo>
                  <a:lnTo>
                    <a:pt x="690" y="541"/>
                  </a:lnTo>
                  <a:lnTo>
                    <a:pt x="690" y="524"/>
                  </a:lnTo>
                  <a:lnTo>
                    <a:pt x="687" y="506"/>
                  </a:lnTo>
                  <a:lnTo>
                    <a:pt x="675" y="497"/>
                  </a:lnTo>
                  <a:lnTo>
                    <a:pt x="662" y="483"/>
                  </a:lnTo>
                  <a:lnTo>
                    <a:pt x="662" y="466"/>
                  </a:lnTo>
                  <a:lnTo>
                    <a:pt x="671" y="449"/>
                  </a:lnTo>
                  <a:lnTo>
                    <a:pt x="669" y="428"/>
                  </a:lnTo>
                  <a:lnTo>
                    <a:pt x="660" y="412"/>
                  </a:lnTo>
                  <a:lnTo>
                    <a:pt x="652" y="403"/>
                  </a:lnTo>
                  <a:lnTo>
                    <a:pt x="641" y="393"/>
                  </a:lnTo>
                  <a:lnTo>
                    <a:pt x="637" y="376"/>
                  </a:lnTo>
                  <a:lnTo>
                    <a:pt x="642" y="366"/>
                  </a:lnTo>
                  <a:lnTo>
                    <a:pt x="639" y="349"/>
                  </a:lnTo>
                  <a:lnTo>
                    <a:pt x="627" y="347"/>
                  </a:lnTo>
                  <a:lnTo>
                    <a:pt x="623" y="328"/>
                  </a:lnTo>
                  <a:lnTo>
                    <a:pt x="631" y="314"/>
                  </a:lnTo>
                  <a:lnTo>
                    <a:pt x="633" y="295"/>
                  </a:lnTo>
                  <a:lnTo>
                    <a:pt x="637" y="276"/>
                  </a:lnTo>
                  <a:lnTo>
                    <a:pt x="625" y="259"/>
                  </a:lnTo>
                  <a:lnTo>
                    <a:pt x="623" y="242"/>
                  </a:lnTo>
                  <a:lnTo>
                    <a:pt x="631" y="226"/>
                  </a:lnTo>
                  <a:lnTo>
                    <a:pt x="635" y="209"/>
                  </a:lnTo>
                  <a:lnTo>
                    <a:pt x="650" y="201"/>
                  </a:lnTo>
                  <a:lnTo>
                    <a:pt x="650" y="188"/>
                  </a:lnTo>
                  <a:lnTo>
                    <a:pt x="644" y="171"/>
                  </a:lnTo>
                  <a:lnTo>
                    <a:pt x="633" y="155"/>
                  </a:lnTo>
                  <a:lnTo>
                    <a:pt x="625" y="142"/>
                  </a:lnTo>
                  <a:lnTo>
                    <a:pt x="619" y="123"/>
                  </a:lnTo>
                  <a:lnTo>
                    <a:pt x="608" y="101"/>
                  </a:lnTo>
                  <a:lnTo>
                    <a:pt x="619" y="82"/>
                  </a:lnTo>
                  <a:lnTo>
                    <a:pt x="629" y="63"/>
                  </a:lnTo>
                  <a:lnTo>
                    <a:pt x="625" y="32"/>
                  </a:lnTo>
                  <a:lnTo>
                    <a:pt x="625" y="30"/>
                  </a:lnTo>
                  <a:lnTo>
                    <a:pt x="614" y="25"/>
                  </a:lnTo>
                  <a:lnTo>
                    <a:pt x="602" y="19"/>
                  </a:lnTo>
                  <a:lnTo>
                    <a:pt x="598" y="11"/>
                  </a:lnTo>
                  <a:lnTo>
                    <a:pt x="589" y="11"/>
                  </a:lnTo>
                  <a:lnTo>
                    <a:pt x="579" y="2"/>
                  </a:lnTo>
                  <a:lnTo>
                    <a:pt x="566" y="2"/>
                  </a:lnTo>
                  <a:lnTo>
                    <a:pt x="556" y="0"/>
                  </a:lnTo>
                  <a:close/>
                </a:path>
              </a:pathLst>
            </a:custGeom>
            <a:grpFill/>
            <a:ln w="6350" cmpd="sng">
              <a:solidFill>
                <a:schemeClr val="bg1"/>
              </a:solidFill>
              <a:round/>
              <a:headEnd/>
              <a:tailEnd/>
            </a:ln>
          </p:spPr>
          <p:txBody>
            <a:bodyPr/>
            <a:lstStyle/>
            <a:p>
              <a:endParaRPr lang="pt-BR"/>
            </a:p>
          </p:txBody>
        </p:sp>
        <p:sp>
          <p:nvSpPr>
            <p:cNvPr id="37" name="Freeform 18">
              <a:extLst>
                <a:ext uri="{FF2B5EF4-FFF2-40B4-BE49-F238E27FC236}">
                  <a16:creationId xmlns:a16="http://schemas.microsoft.com/office/drawing/2014/main" id="{09BCAB06-89FB-5271-4709-D89CE85DAC80}"/>
                </a:ext>
              </a:extLst>
            </p:cNvPr>
            <p:cNvSpPr>
              <a:spLocks noChangeAspect="1"/>
            </p:cNvSpPr>
            <p:nvPr/>
          </p:nvSpPr>
          <p:spPr bwMode="auto">
            <a:xfrm>
              <a:off x="2923652" y="3200077"/>
              <a:ext cx="600362" cy="787089"/>
            </a:xfrm>
            <a:custGeom>
              <a:avLst/>
              <a:gdLst/>
              <a:ahLst/>
              <a:cxnLst>
                <a:cxn ang="0">
                  <a:pos x="685" y="192"/>
                </a:cxn>
                <a:cxn ang="0">
                  <a:pos x="625" y="192"/>
                </a:cxn>
                <a:cxn ang="0">
                  <a:pos x="572" y="223"/>
                </a:cxn>
                <a:cxn ang="0">
                  <a:pos x="560" y="186"/>
                </a:cxn>
                <a:cxn ang="0">
                  <a:pos x="530" y="267"/>
                </a:cxn>
                <a:cxn ang="0">
                  <a:pos x="518" y="198"/>
                </a:cxn>
                <a:cxn ang="0">
                  <a:pos x="539" y="131"/>
                </a:cxn>
                <a:cxn ang="0">
                  <a:pos x="482" y="159"/>
                </a:cxn>
                <a:cxn ang="0">
                  <a:pos x="518" y="125"/>
                </a:cxn>
                <a:cxn ang="0">
                  <a:pos x="537" y="100"/>
                </a:cxn>
                <a:cxn ang="0">
                  <a:pos x="480" y="61"/>
                </a:cxn>
                <a:cxn ang="0">
                  <a:pos x="443" y="73"/>
                </a:cxn>
                <a:cxn ang="0">
                  <a:pos x="403" y="23"/>
                </a:cxn>
                <a:cxn ang="0">
                  <a:pos x="343" y="8"/>
                </a:cxn>
                <a:cxn ang="0">
                  <a:pos x="322" y="98"/>
                </a:cxn>
                <a:cxn ang="0">
                  <a:pos x="297" y="171"/>
                </a:cxn>
                <a:cxn ang="0">
                  <a:pos x="244" y="228"/>
                </a:cxn>
                <a:cxn ang="0">
                  <a:pos x="209" y="322"/>
                </a:cxn>
                <a:cxn ang="0">
                  <a:pos x="157" y="392"/>
                </a:cxn>
                <a:cxn ang="0">
                  <a:pos x="71" y="434"/>
                </a:cxn>
                <a:cxn ang="0">
                  <a:pos x="0" y="491"/>
                </a:cxn>
                <a:cxn ang="0">
                  <a:pos x="73" y="501"/>
                </a:cxn>
                <a:cxn ang="0">
                  <a:pos x="130" y="528"/>
                </a:cxn>
                <a:cxn ang="0">
                  <a:pos x="159" y="614"/>
                </a:cxn>
                <a:cxn ang="0">
                  <a:pos x="146" y="681"/>
                </a:cxn>
                <a:cxn ang="0">
                  <a:pos x="113" y="737"/>
                </a:cxn>
                <a:cxn ang="0">
                  <a:pos x="161" y="793"/>
                </a:cxn>
                <a:cxn ang="0">
                  <a:pos x="196" y="839"/>
                </a:cxn>
                <a:cxn ang="0">
                  <a:pos x="238" y="860"/>
                </a:cxn>
                <a:cxn ang="0">
                  <a:pos x="240" y="910"/>
                </a:cxn>
                <a:cxn ang="0">
                  <a:pos x="209" y="967"/>
                </a:cxn>
                <a:cxn ang="0">
                  <a:pos x="215" y="1011"/>
                </a:cxn>
                <a:cxn ang="0">
                  <a:pos x="251" y="1046"/>
                </a:cxn>
                <a:cxn ang="0">
                  <a:pos x="263" y="1106"/>
                </a:cxn>
                <a:cxn ang="0">
                  <a:pos x="313" y="1140"/>
                </a:cxn>
                <a:cxn ang="0">
                  <a:pos x="336" y="1096"/>
                </a:cxn>
                <a:cxn ang="0">
                  <a:pos x="336" y="1033"/>
                </a:cxn>
                <a:cxn ang="0">
                  <a:pos x="336" y="971"/>
                </a:cxn>
                <a:cxn ang="0">
                  <a:pos x="366" y="919"/>
                </a:cxn>
                <a:cxn ang="0">
                  <a:pos x="386" y="866"/>
                </a:cxn>
                <a:cxn ang="0">
                  <a:pos x="424" y="812"/>
                </a:cxn>
                <a:cxn ang="0">
                  <a:pos x="495" y="800"/>
                </a:cxn>
                <a:cxn ang="0">
                  <a:pos x="549" y="750"/>
                </a:cxn>
                <a:cxn ang="0">
                  <a:pos x="635" y="729"/>
                </a:cxn>
                <a:cxn ang="0">
                  <a:pos x="729" y="724"/>
                </a:cxn>
                <a:cxn ang="0">
                  <a:pos x="727" y="672"/>
                </a:cxn>
                <a:cxn ang="0">
                  <a:pos x="721" y="585"/>
                </a:cxn>
                <a:cxn ang="0">
                  <a:pos x="739" y="570"/>
                </a:cxn>
                <a:cxn ang="0">
                  <a:pos x="737" y="491"/>
                </a:cxn>
                <a:cxn ang="0">
                  <a:pos x="737" y="428"/>
                </a:cxn>
                <a:cxn ang="0">
                  <a:pos x="750" y="367"/>
                </a:cxn>
                <a:cxn ang="0">
                  <a:pos x="783" y="321"/>
                </a:cxn>
                <a:cxn ang="0">
                  <a:pos x="846" y="301"/>
                </a:cxn>
                <a:cxn ang="0">
                  <a:pos x="869" y="250"/>
                </a:cxn>
                <a:cxn ang="0">
                  <a:pos x="812" y="236"/>
                </a:cxn>
                <a:cxn ang="0">
                  <a:pos x="773" y="209"/>
                </a:cxn>
                <a:cxn ang="0">
                  <a:pos x="719" y="182"/>
                </a:cxn>
              </a:cxnLst>
              <a:rect l="0" t="0" r="r" b="b"/>
              <a:pathLst>
                <a:path w="869" h="1140">
                  <a:moveTo>
                    <a:pt x="712" y="171"/>
                  </a:moveTo>
                  <a:lnTo>
                    <a:pt x="698" y="171"/>
                  </a:lnTo>
                  <a:lnTo>
                    <a:pt x="681" y="171"/>
                  </a:lnTo>
                  <a:lnTo>
                    <a:pt x="677" y="180"/>
                  </a:lnTo>
                  <a:lnTo>
                    <a:pt x="685" y="192"/>
                  </a:lnTo>
                  <a:lnTo>
                    <a:pt x="673" y="196"/>
                  </a:lnTo>
                  <a:lnTo>
                    <a:pt x="662" y="202"/>
                  </a:lnTo>
                  <a:lnTo>
                    <a:pt x="660" y="190"/>
                  </a:lnTo>
                  <a:lnTo>
                    <a:pt x="637" y="188"/>
                  </a:lnTo>
                  <a:lnTo>
                    <a:pt x="625" y="192"/>
                  </a:lnTo>
                  <a:lnTo>
                    <a:pt x="620" y="184"/>
                  </a:lnTo>
                  <a:lnTo>
                    <a:pt x="601" y="184"/>
                  </a:lnTo>
                  <a:lnTo>
                    <a:pt x="591" y="196"/>
                  </a:lnTo>
                  <a:lnTo>
                    <a:pt x="577" y="209"/>
                  </a:lnTo>
                  <a:lnTo>
                    <a:pt x="572" y="223"/>
                  </a:lnTo>
                  <a:lnTo>
                    <a:pt x="554" y="223"/>
                  </a:lnTo>
                  <a:lnTo>
                    <a:pt x="553" y="209"/>
                  </a:lnTo>
                  <a:lnTo>
                    <a:pt x="577" y="184"/>
                  </a:lnTo>
                  <a:lnTo>
                    <a:pt x="570" y="171"/>
                  </a:lnTo>
                  <a:lnTo>
                    <a:pt x="560" y="186"/>
                  </a:lnTo>
                  <a:lnTo>
                    <a:pt x="549" y="194"/>
                  </a:lnTo>
                  <a:lnTo>
                    <a:pt x="531" y="209"/>
                  </a:lnTo>
                  <a:lnTo>
                    <a:pt x="528" y="228"/>
                  </a:lnTo>
                  <a:lnTo>
                    <a:pt x="537" y="251"/>
                  </a:lnTo>
                  <a:lnTo>
                    <a:pt x="530" y="267"/>
                  </a:lnTo>
                  <a:lnTo>
                    <a:pt x="514" y="271"/>
                  </a:lnTo>
                  <a:lnTo>
                    <a:pt x="510" y="253"/>
                  </a:lnTo>
                  <a:lnTo>
                    <a:pt x="518" y="234"/>
                  </a:lnTo>
                  <a:lnTo>
                    <a:pt x="514" y="219"/>
                  </a:lnTo>
                  <a:lnTo>
                    <a:pt x="518" y="198"/>
                  </a:lnTo>
                  <a:lnTo>
                    <a:pt x="533" y="184"/>
                  </a:lnTo>
                  <a:lnTo>
                    <a:pt x="547" y="169"/>
                  </a:lnTo>
                  <a:lnTo>
                    <a:pt x="556" y="154"/>
                  </a:lnTo>
                  <a:lnTo>
                    <a:pt x="554" y="138"/>
                  </a:lnTo>
                  <a:lnTo>
                    <a:pt x="539" y="131"/>
                  </a:lnTo>
                  <a:lnTo>
                    <a:pt x="531" y="146"/>
                  </a:lnTo>
                  <a:lnTo>
                    <a:pt x="514" y="156"/>
                  </a:lnTo>
                  <a:lnTo>
                    <a:pt x="499" y="169"/>
                  </a:lnTo>
                  <a:lnTo>
                    <a:pt x="493" y="159"/>
                  </a:lnTo>
                  <a:lnTo>
                    <a:pt x="482" y="159"/>
                  </a:lnTo>
                  <a:lnTo>
                    <a:pt x="485" y="146"/>
                  </a:lnTo>
                  <a:lnTo>
                    <a:pt x="505" y="146"/>
                  </a:lnTo>
                  <a:lnTo>
                    <a:pt x="518" y="131"/>
                  </a:lnTo>
                  <a:lnTo>
                    <a:pt x="518" y="129"/>
                  </a:lnTo>
                  <a:lnTo>
                    <a:pt x="518" y="125"/>
                  </a:lnTo>
                  <a:lnTo>
                    <a:pt x="520" y="119"/>
                  </a:lnTo>
                  <a:lnTo>
                    <a:pt x="526" y="115"/>
                  </a:lnTo>
                  <a:lnTo>
                    <a:pt x="537" y="111"/>
                  </a:lnTo>
                  <a:lnTo>
                    <a:pt x="541" y="109"/>
                  </a:lnTo>
                  <a:lnTo>
                    <a:pt x="537" y="100"/>
                  </a:lnTo>
                  <a:lnTo>
                    <a:pt x="522" y="88"/>
                  </a:lnTo>
                  <a:lnTo>
                    <a:pt x="506" y="77"/>
                  </a:lnTo>
                  <a:lnTo>
                    <a:pt x="497" y="83"/>
                  </a:lnTo>
                  <a:lnTo>
                    <a:pt x="493" y="69"/>
                  </a:lnTo>
                  <a:lnTo>
                    <a:pt x="480" y="61"/>
                  </a:lnTo>
                  <a:lnTo>
                    <a:pt x="468" y="56"/>
                  </a:lnTo>
                  <a:lnTo>
                    <a:pt x="464" y="44"/>
                  </a:lnTo>
                  <a:lnTo>
                    <a:pt x="451" y="46"/>
                  </a:lnTo>
                  <a:lnTo>
                    <a:pt x="451" y="61"/>
                  </a:lnTo>
                  <a:lnTo>
                    <a:pt x="443" y="73"/>
                  </a:lnTo>
                  <a:lnTo>
                    <a:pt x="432" y="61"/>
                  </a:lnTo>
                  <a:lnTo>
                    <a:pt x="424" y="46"/>
                  </a:lnTo>
                  <a:lnTo>
                    <a:pt x="414" y="37"/>
                  </a:lnTo>
                  <a:lnTo>
                    <a:pt x="414" y="25"/>
                  </a:lnTo>
                  <a:lnTo>
                    <a:pt x="403" y="23"/>
                  </a:lnTo>
                  <a:lnTo>
                    <a:pt x="389" y="14"/>
                  </a:lnTo>
                  <a:lnTo>
                    <a:pt x="384" y="2"/>
                  </a:lnTo>
                  <a:lnTo>
                    <a:pt x="372" y="0"/>
                  </a:lnTo>
                  <a:lnTo>
                    <a:pt x="357" y="2"/>
                  </a:lnTo>
                  <a:lnTo>
                    <a:pt x="343" y="8"/>
                  </a:lnTo>
                  <a:lnTo>
                    <a:pt x="340" y="31"/>
                  </a:lnTo>
                  <a:lnTo>
                    <a:pt x="326" y="44"/>
                  </a:lnTo>
                  <a:lnTo>
                    <a:pt x="322" y="65"/>
                  </a:lnTo>
                  <a:lnTo>
                    <a:pt x="311" y="79"/>
                  </a:lnTo>
                  <a:lnTo>
                    <a:pt x="322" y="98"/>
                  </a:lnTo>
                  <a:lnTo>
                    <a:pt x="324" y="111"/>
                  </a:lnTo>
                  <a:lnTo>
                    <a:pt x="317" y="123"/>
                  </a:lnTo>
                  <a:lnTo>
                    <a:pt x="295" y="134"/>
                  </a:lnTo>
                  <a:lnTo>
                    <a:pt x="297" y="150"/>
                  </a:lnTo>
                  <a:lnTo>
                    <a:pt x="297" y="171"/>
                  </a:lnTo>
                  <a:lnTo>
                    <a:pt x="280" y="173"/>
                  </a:lnTo>
                  <a:lnTo>
                    <a:pt x="271" y="190"/>
                  </a:lnTo>
                  <a:lnTo>
                    <a:pt x="269" y="213"/>
                  </a:lnTo>
                  <a:lnTo>
                    <a:pt x="263" y="225"/>
                  </a:lnTo>
                  <a:lnTo>
                    <a:pt x="244" y="228"/>
                  </a:lnTo>
                  <a:lnTo>
                    <a:pt x="244" y="246"/>
                  </a:lnTo>
                  <a:lnTo>
                    <a:pt x="240" y="263"/>
                  </a:lnTo>
                  <a:lnTo>
                    <a:pt x="219" y="276"/>
                  </a:lnTo>
                  <a:lnTo>
                    <a:pt x="215" y="303"/>
                  </a:lnTo>
                  <a:lnTo>
                    <a:pt x="209" y="322"/>
                  </a:lnTo>
                  <a:lnTo>
                    <a:pt x="196" y="336"/>
                  </a:lnTo>
                  <a:lnTo>
                    <a:pt x="188" y="351"/>
                  </a:lnTo>
                  <a:lnTo>
                    <a:pt x="186" y="374"/>
                  </a:lnTo>
                  <a:lnTo>
                    <a:pt x="173" y="376"/>
                  </a:lnTo>
                  <a:lnTo>
                    <a:pt x="157" y="392"/>
                  </a:lnTo>
                  <a:lnTo>
                    <a:pt x="144" y="399"/>
                  </a:lnTo>
                  <a:lnTo>
                    <a:pt x="129" y="405"/>
                  </a:lnTo>
                  <a:lnTo>
                    <a:pt x="111" y="407"/>
                  </a:lnTo>
                  <a:lnTo>
                    <a:pt x="92" y="430"/>
                  </a:lnTo>
                  <a:lnTo>
                    <a:pt x="71" y="434"/>
                  </a:lnTo>
                  <a:lnTo>
                    <a:pt x="56" y="451"/>
                  </a:lnTo>
                  <a:lnTo>
                    <a:pt x="40" y="466"/>
                  </a:lnTo>
                  <a:lnTo>
                    <a:pt x="21" y="466"/>
                  </a:lnTo>
                  <a:lnTo>
                    <a:pt x="11" y="489"/>
                  </a:lnTo>
                  <a:lnTo>
                    <a:pt x="0" y="491"/>
                  </a:lnTo>
                  <a:lnTo>
                    <a:pt x="13" y="495"/>
                  </a:lnTo>
                  <a:lnTo>
                    <a:pt x="31" y="497"/>
                  </a:lnTo>
                  <a:lnTo>
                    <a:pt x="44" y="491"/>
                  </a:lnTo>
                  <a:lnTo>
                    <a:pt x="58" y="497"/>
                  </a:lnTo>
                  <a:lnTo>
                    <a:pt x="73" y="501"/>
                  </a:lnTo>
                  <a:lnTo>
                    <a:pt x="82" y="501"/>
                  </a:lnTo>
                  <a:lnTo>
                    <a:pt x="100" y="501"/>
                  </a:lnTo>
                  <a:lnTo>
                    <a:pt x="107" y="516"/>
                  </a:lnTo>
                  <a:lnTo>
                    <a:pt x="119" y="518"/>
                  </a:lnTo>
                  <a:lnTo>
                    <a:pt x="130" y="528"/>
                  </a:lnTo>
                  <a:lnTo>
                    <a:pt x="138" y="537"/>
                  </a:lnTo>
                  <a:lnTo>
                    <a:pt x="150" y="541"/>
                  </a:lnTo>
                  <a:lnTo>
                    <a:pt x="159" y="560"/>
                  </a:lnTo>
                  <a:lnTo>
                    <a:pt x="152" y="591"/>
                  </a:lnTo>
                  <a:lnTo>
                    <a:pt x="159" y="614"/>
                  </a:lnTo>
                  <a:lnTo>
                    <a:pt x="152" y="630"/>
                  </a:lnTo>
                  <a:lnTo>
                    <a:pt x="152" y="647"/>
                  </a:lnTo>
                  <a:lnTo>
                    <a:pt x="144" y="655"/>
                  </a:lnTo>
                  <a:lnTo>
                    <a:pt x="144" y="672"/>
                  </a:lnTo>
                  <a:lnTo>
                    <a:pt x="146" y="681"/>
                  </a:lnTo>
                  <a:lnTo>
                    <a:pt x="140" y="695"/>
                  </a:lnTo>
                  <a:lnTo>
                    <a:pt x="134" y="708"/>
                  </a:lnTo>
                  <a:lnTo>
                    <a:pt x="129" y="718"/>
                  </a:lnTo>
                  <a:lnTo>
                    <a:pt x="119" y="726"/>
                  </a:lnTo>
                  <a:lnTo>
                    <a:pt x="113" y="737"/>
                  </a:lnTo>
                  <a:lnTo>
                    <a:pt x="119" y="752"/>
                  </a:lnTo>
                  <a:lnTo>
                    <a:pt x="132" y="756"/>
                  </a:lnTo>
                  <a:lnTo>
                    <a:pt x="140" y="770"/>
                  </a:lnTo>
                  <a:lnTo>
                    <a:pt x="152" y="777"/>
                  </a:lnTo>
                  <a:lnTo>
                    <a:pt x="161" y="793"/>
                  </a:lnTo>
                  <a:lnTo>
                    <a:pt x="175" y="802"/>
                  </a:lnTo>
                  <a:lnTo>
                    <a:pt x="178" y="812"/>
                  </a:lnTo>
                  <a:lnTo>
                    <a:pt x="180" y="825"/>
                  </a:lnTo>
                  <a:lnTo>
                    <a:pt x="190" y="827"/>
                  </a:lnTo>
                  <a:lnTo>
                    <a:pt x="196" y="839"/>
                  </a:lnTo>
                  <a:lnTo>
                    <a:pt x="198" y="845"/>
                  </a:lnTo>
                  <a:lnTo>
                    <a:pt x="205" y="848"/>
                  </a:lnTo>
                  <a:lnTo>
                    <a:pt x="219" y="848"/>
                  </a:lnTo>
                  <a:lnTo>
                    <a:pt x="221" y="860"/>
                  </a:lnTo>
                  <a:lnTo>
                    <a:pt x="238" y="860"/>
                  </a:lnTo>
                  <a:lnTo>
                    <a:pt x="267" y="860"/>
                  </a:lnTo>
                  <a:lnTo>
                    <a:pt x="267" y="877"/>
                  </a:lnTo>
                  <a:lnTo>
                    <a:pt x="265" y="898"/>
                  </a:lnTo>
                  <a:lnTo>
                    <a:pt x="253" y="906"/>
                  </a:lnTo>
                  <a:lnTo>
                    <a:pt x="240" y="910"/>
                  </a:lnTo>
                  <a:lnTo>
                    <a:pt x="234" y="923"/>
                  </a:lnTo>
                  <a:lnTo>
                    <a:pt x="219" y="925"/>
                  </a:lnTo>
                  <a:lnTo>
                    <a:pt x="217" y="940"/>
                  </a:lnTo>
                  <a:lnTo>
                    <a:pt x="215" y="958"/>
                  </a:lnTo>
                  <a:lnTo>
                    <a:pt x="209" y="967"/>
                  </a:lnTo>
                  <a:lnTo>
                    <a:pt x="196" y="975"/>
                  </a:lnTo>
                  <a:lnTo>
                    <a:pt x="186" y="987"/>
                  </a:lnTo>
                  <a:lnTo>
                    <a:pt x="200" y="994"/>
                  </a:lnTo>
                  <a:lnTo>
                    <a:pt x="205" y="1008"/>
                  </a:lnTo>
                  <a:lnTo>
                    <a:pt x="215" y="1011"/>
                  </a:lnTo>
                  <a:lnTo>
                    <a:pt x="217" y="1023"/>
                  </a:lnTo>
                  <a:lnTo>
                    <a:pt x="226" y="1031"/>
                  </a:lnTo>
                  <a:lnTo>
                    <a:pt x="234" y="1040"/>
                  </a:lnTo>
                  <a:lnTo>
                    <a:pt x="236" y="1046"/>
                  </a:lnTo>
                  <a:lnTo>
                    <a:pt x="251" y="1046"/>
                  </a:lnTo>
                  <a:lnTo>
                    <a:pt x="253" y="1058"/>
                  </a:lnTo>
                  <a:lnTo>
                    <a:pt x="246" y="1063"/>
                  </a:lnTo>
                  <a:lnTo>
                    <a:pt x="244" y="1079"/>
                  </a:lnTo>
                  <a:lnTo>
                    <a:pt x="253" y="1096"/>
                  </a:lnTo>
                  <a:lnTo>
                    <a:pt x="263" y="1106"/>
                  </a:lnTo>
                  <a:lnTo>
                    <a:pt x="267" y="1119"/>
                  </a:lnTo>
                  <a:lnTo>
                    <a:pt x="276" y="1130"/>
                  </a:lnTo>
                  <a:lnTo>
                    <a:pt x="284" y="1138"/>
                  </a:lnTo>
                  <a:lnTo>
                    <a:pt x="295" y="1140"/>
                  </a:lnTo>
                  <a:lnTo>
                    <a:pt x="313" y="1140"/>
                  </a:lnTo>
                  <a:lnTo>
                    <a:pt x="313" y="1136"/>
                  </a:lnTo>
                  <a:lnTo>
                    <a:pt x="313" y="1123"/>
                  </a:lnTo>
                  <a:lnTo>
                    <a:pt x="326" y="1123"/>
                  </a:lnTo>
                  <a:lnTo>
                    <a:pt x="330" y="1113"/>
                  </a:lnTo>
                  <a:lnTo>
                    <a:pt x="336" y="1096"/>
                  </a:lnTo>
                  <a:lnTo>
                    <a:pt x="341" y="1086"/>
                  </a:lnTo>
                  <a:lnTo>
                    <a:pt x="343" y="1073"/>
                  </a:lnTo>
                  <a:lnTo>
                    <a:pt x="345" y="1056"/>
                  </a:lnTo>
                  <a:lnTo>
                    <a:pt x="340" y="1044"/>
                  </a:lnTo>
                  <a:lnTo>
                    <a:pt x="336" y="1033"/>
                  </a:lnTo>
                  <a:lnTo>
                    <a:pt x="330" y="1017"/>
                  </a:lnTo>
                  <a:lnTo>
                    <a:pt x="330" y="1011"/>
                  </a:lnTo>
                  <a:lnTo>
                    <a:pt x="330" y="998"/>
                  </a:lnTo>
                  <a:lnTo>
                    <a:pt x="330" y="983"/>
                  </a:lnTo>
                  <a:lnTo>
                    <a:pt x="336" y="971"/>
                  </a:lnTo>
                  <a:lnTo>
                    <a:pt x="340" y="962"/>
                  </a:lnTo>
                  <a:lnTo>
                    <a:pt x="340" y="948"/>
                  </a:lnTo>
                  <a:lnTo>
                    <a:pt x="345" y="937"/>
                  </a:lnTo>
                  <a:lnTo>
                    <a:pt x="355" y="927"/>
                  </a:lnTo>
                  <a:lnTo>
                    <a:pt x="366" y="919"/>
                  </a:lnTo>
                  <a:lnTo>
                    <a:pt x="368" y="904"/>
                  </a:lnTo>
                  <a:lnTo>
                    <a:pt x="380" y="896"/>
                  </a:lnTo>
                  <a:lnTo>
                    <a:pt x="386" y="887"/>
                  </a:lnTo>
                  <a:lnTo>
                    <a:pt x="386" y="875"/>
                  </a:lnTo>
                  <a:lnTo>
                    <a:pt x="386" y="866"/>
                  </a:lnTo>
                  <a:lnTo>
                    <a:pt x="388" y="850"/>
                  </a:lnTo>
                  <a:lnTo>
                    <a:pt x="393" y="839"/>
                  </a:lnTo>
                  <a:lnTo>
                    <a:pt x="401" y="825"/>
                  </a:lnTo>
                  <a:lnTo>
                    <a:pt x="412" y="816"/>
                  </a:lnTo>
                  <a:lnTo>
                    <a:pt x="424" y="812"/>
                  </a:lnTo>
                  <a:lnTo>
                    <a:pt x="437" y="808"/>
                  </a:lnTo>
                  <a:lnTo>
                    <a:pt x="449" y="804"/>
                  </a:lnTo>
                  <a:lnTo>
                    <a:pt x="462" y="800"/>
                  </a:lnTo>
                  <a:lnTo>
                    <a:pt x="480" y="798"/>
                  </a:lnTo>
                  <a:lnTo>
                    <a:pt x="495" y="800"/>
                  </a:lnTo>
                  <a:lnTo>
                    <a:pt x="506" y="797"/>
                  </a:lnTo>
                  <a:lnTo>
                    <a:pt x="512" y="781"/>
                  </a:lnTo>
                  <a:lnTo>
                    <a:pt x="520" y="770"/>
                  </a:lnTo>
                  <a:lnTo>
                    <a:pt x="535" y="756"/>
                  </a:lnTo>
                  <a:lnTo>
                    <a:pt x="549" y="750"/>
                  </a:lnTo>
                  <a:lnTo>
                    <a:pt x="566" y="739"/>
                  </a:lnTo>
                  <a:lnTo>
                    <a:pt x="581" y="731"/>
                  </a:lnTo>
                  <a:lnTo>
                    <a:pt x="599" y="724"/>
                  </a:lnTo>
                  <a:lnTo>
                    <a:pt x="618" y="724"/>
                  </a:lnTo>
                  <a:lnTo>
                    <a:pt x="635" y="729"/>
                  </a:lnTo>
                  <a:lnTo>
                    <a:pt x="650" y="733"/>
                  </a:lnTo>
                  <a:lnTo>
                    <a:pt x="666" y="737"/>
                  </a:lnTo>
                  <a:lnTo>
                    <a:pt x="691" y="733"/>
                  </a:lnTo>
                  <a:lnTo>
                    <a:pt x="710" y="731"/>
                  </a:lnTo>
                  <a:lnTo>
                    <a:pt x="729" y="724"/>
                  </a:lnTo>
                  <a:lnTo>
                    <a:pt x="725" y="708"/>
                  </a:lnTo>
                  <a:lnTo>
                    <a:pt x="742" y="697"/>
                  </a:lnTo>
                  <a:lnTo>
                    <a:pt x="744" y="687"/>
                  </a:lnTo>
                  <a:lnTo>
                    <a:pt x="735" y="676"/>
                  </a:lnTo>
                  <a:lnTo>
                    <a:pt x="727" y="672"/>
                  </a:lnTo>
                  <a:lnTo>
                    <a:pt x="712" y="655"/>
                  </a:lnTo>
                  <a:lnTo>
                    <a:pt x="704" y="631"/>
                  </a:lnTo>
                  <a:lnTo>
                    <a:pt x="706" y="610"/>
                  </a:lnTo>
                  <a:lnTo>
                    <a:pt x="719" y="591"/>
                  </a:lnTo>
                  <a:lnTo>
                    <a:pt x="721" y="585"/>
                  </a:lnTo>
                  <a:lnTo>
                    <a:pt x="727" y="574"/>
                  </a:lnTo>
                  <a:lnTo>
                    <a:pt x="731" y="570"/>
                  </a:lnTo>
                  <a:lnTo>
                    <a:pt x="735" y="570"/>
                  </a:lnTo>
                  <a:lnTo>
                    <a:pt x="739" y="570"/>
                  </a:lnTo>
                  <a:lnTo>
                    <a:pt x="739" y="570"/>
                  </a:lnTo>
                  <a:lnTo>
                    <a:pt x="744" y="551"/>
                  </a:lnTo>
                  <a:lnTo>
                    <a:pt x="750" y="534"/>
                  </a:lnTo>
                  <a:lnTo>
                    <a:pt x="750" y="518"/>
                  </a:lnTo>
                  <a:lnTo>
                    <a:pt x="746" y="503"/>
                  </a:lnTo>
                  <a:lnTo>
                    <a:pt x="737" y="491"/>
                  </a:lnTo>
                  <a:lnTo>
                    <a:pt x="727" y="480"/>
                  </a:lnTo>
                  <a:lnTo>
                    <a:pt x="727" y="466"/>
                  </a:lnTo>
                  <a:lnTo>
                    <a:pt x="733" y="451"/>
                  </a:lnTo>
                  <a:lnTo>
                    <a:pt x="739" y="436"/>
                  </a:lnTo>
                  <a:lnTo>
                    <a:pt x="737" y="428"/>
                  </a:lnTo>
                  <a:lnTo>
                    <a:pt x="729" y="420"/>
                  </a:lnTo>
                  <a:lnTo>
                    <a:pt x="729" y="403"/>
                  </a:lnTo>
                  <a:lnTo>
                    <a:pt x="739" y="395"/>
                  </a:lnTo>
                  <a:lnTo>
                    <a:pt x="750" y="382"/>
                  </a:lnTo>
                  <a:lnTo>
                    <a:pt x="750" y="367"/>
                  </a:lnTo>
                  <a:lnTo>
                    <a:pt x="758" y="363"/>
                  </a:lnTo>
                  <a:lnTo>
                    <a:pt x="769" y="355"/>
                  </a:lnTo>
                  <a:lnTo>
                    <a:pt x="769" y="342"/>
                  </a:lnTo>
                  <a:lnTo>
                    <a:pt x="779" y="330"/>
                  </a:lnTo>
                  <a:lnTo>
                    <a:pt x="783" y="321"/>
                  </a:lnTo>
                  <a:lnTo>
                    <a:pt x="800" y="321"/>
                  </a:lnTo>
                  <a:lnTo>
                    <a:pt x="815" y="319"/>
                  </a:lnTo>
                  <a:lnTo>
                    <a:pt x="819" y="309"/>
                  </a:lnTo>
                  <a:lnTo>
                    <a:pt x="833" y="301"/>
                  </a:lnTo>
                  <a:lnTo>
                    <a:pt x="846" y="301"/>
                  </a:lnTo>
                  <a:lnTo>
                    <a:pt x="856" y="296"/>
                  </a:lnTo>
                  <a:lnTo>
                    <a:pt x="854" y="280"/>
                  </a:lnTo>
                  <a:lnTo>
                    <a:pt x="869" y="275"/>
                  </a:lnTo>
                  <a:lnTo>
                    <a:pt x="869" y="261"/>
                  </a:lnTo>
                  <a:lnTo>
                    <a:pt x="869" y="250"/>
                  </a:lnTo>
                  <a:lnTo>
                    <a:pt x="867" y="248"/>
                  </a:lnTo>
                  <a:lnTo>
                    <a:pt x="854" y="250"/>
                  </a:lnTo>
                  <a:lnTo>
                    <a:pt x="835" y="250"/>
                  </a:lnTo>
                  <a:lnTo>
                    <a:pt x="821" y="248"/>
                  </a:lnTo>
                  <a:lnTo>
                    <a:pt x="812" y="236"/>
                  </a:lnTo>
                  <a:lnTo>
                    <a:pt x="800" y="236"/>
                  </a:lnTo>
                  <a:lnTo>
                    <a:pt x="800" y="228"/>
                  </a:lnTo>
                  <a:lnTo>
                    <a:pt x="792" y="223"/>
                  </a:lnTo>
                  <a:lnTo>
                    <a:pt x="785" y="215"/>
                  </a:lnTo>
                  <a:lnTo>
                    <a:pt x="773" y="209"/>
                  </a:lnTo>
                  <a:lnTo>
                    <a:pt x="760" y="207"/>
                  </a:lnTo>
                  <a:lnTo>
                    <a:pt x="752" y="202"/>
                  </a:lnTo>
                  <a:lnTo>
                    <a:pt x="735" y="204"/>
                  </a:lnTo>
                  <a:lnTo>
                    <a:pt x="727" y="190"/>
                  </a:lnTo>
                  <a:lnTo>
                    <a:pt x="719" y="182"/>
                  </a:lnTo>
                  <a:lnTo>
                    <a:pt x="712" y="171"/>
                  </a:lnTo>
                  <a:close/>
                </a:path>
              </a:pathLst>
            </a:custGeom>
            <a:grpFill/>
            <a:ln w="6350" cmpd="sng">
              <a:solidFill>
                <a:schemeClr val="bg1"/>
              </a:solidFill>
              <a:round/>
              <a:headEnd/>
              <a:tailEnd/>
            </a:ln>
          </p:spPr>
          <p:txBody>
            <a:bodyPr/>
            <a:lstStyle/>
            <a:p>
              <a:endParaRPr lang="pt-BR"/>
            </a:p>
          </p:txBody>
        </p:sp>
        <p:sp>
          <p:nvSpPr>
            <p:cNvPr id="38" name="Freeform 19">
              <a:extLst>
                <a:ext uri="{FF2B5EF4-FFF2-40B4-BE49-F238E27FC236}">
                  <a16:creationId xmlns:a16="http://schemas.microsoft.com/office/drawing/2014/main" id="{8AD19C02-DDE8-CD45-B9A6-98F40C2D7F04}"/>
                </a:ext>
              </a:extLst>
            </p:cNvPr>
            <p:cNvSpPr>
              <a:spLocks noChangeAspect="1" noEditPoints="1"/>
            </p:cNvSpPr>
            <p:nvPr/>
          </p:nvSpPr>
          <p:spPr bwMode="auto">
            <a:xfrm>
              <a:off x="2029014" y="2841952"/>
              <a:ext cx="1131830" cy="1088150"/>
            </a:xfrm>
            <a:custGeom>
              <a:avLst/>
              <a:gdLst/>
              <a:ahLst/>
              <a:cxnLst>
                <a:cxn ang="0">
                  <a:pos x="493" y="23"/>
                </a:cxn>
                <a:cxn ang="0">
                  <a:pos x="389" y="0"/>
                </a:cxn>
                <a:cxn ang="0">
                  <a:pos x="378" y="80"/>
                </a:cxn>
                <a:cxn ang="0">
                  <a:pos x="288" y="90"/>
                </a:cxn>
                <a:cxn ang="0">
                  <a:pos x="192" y="86"/>
                </a:cxn>
                <a:cxn ang="0">
                  <a:pos x="115" y="115"/>
                </a:cxn>
                <a:cxn ang="0">
                  <a:pos x="57" y="148"/>
                </a:cxn>
                <a:cxn ang="0">
                  <a:pos x="21" y="153"/>
                </a:cxn>
                <a:cxn ang="0">
                  <a:pos x="36" y="420"/>
                </a:cxn>
                <a:cxn ang="0">
                  <a:pos x="67" y="501"/>
                </a:cxn>
                <a:cxn ang="0">
                  <a:pos x="169" y="526"/>
                </a:cxn>
                <a:cxn ang="0">
                  <a:pos x="224" y="560"/>
                </a:cxn>
                <a:cxn ang="0">
                  <a:pos x="297" y="589"/>
                </a:cxn>
                <a:cxn ang="0">
                  <a:pos x="341" y="608"/>
                </a:cxn>
                <a:cxn ang="0">
                  <a:pos x="96" y="1209"/>
                </a:cxn>
                <a:cxn ang="0">
                  <a:pos x="132" y="1305"/>
                </a:cxn>
                <a:cxn ang="0">
                  <a:pos x="161" y="1407"/>
                </a:cxn>
                <a:cxn ang="0">
                  <a:pos x="224" y="1464"/>
                </a:cxn>
                <a:cxn ang="0">
                  <a:pos x="1094" y="1553"/>
                </a:cxn>
                <a:cxn ang="0">
                  <a:pos x="1145" y="1485"/>
                </a:cxn>
                <a:cxn ang="0">
                  <a:pos x="1197" y="1397"/>
                </a:cxn>
                <a:cxn ang="0">
                  <a:pos x="1203" y="1309"/>
                </a:cxn>
                <a:cxn ang="0">
                  <a:pos x="1251" y="1224"/>
                </a:cxn>
                <a:cxn ang="0">
                  <a:pos x="1312" y="1180"/>
                </a:cxn>
                <a:cxn ang="0">
                  <a:pos x="1335" y="1092"/>
                </a:cxn>
                <a:cxn ang="0">
                  <a:pos x="1308" y="1013"/>
                </a:cxn>
                <a:cxn ang="0">
                  <a:pos x="1351" y="969"/>
                </a:cxn>
                <a:cxn ang="0">
                  <a:pos x="1439" y="917"/>
                </a:cxn>
                <a:cxn ang="0">
                  <a:pos x="1491" y="854"/>
                </a:cxn>
                <a:cxn ang="0">
                  <a:pos x="1539" y="764"/>
                </a:cxn>
                <a:cxn ang="0">
                  <a:pos x="1575" y="691"/>
                </a:cxn>
                <a:cxn ang="0">
                  <a:pos x="1619" y="629"/>
                </a:cxn>
                <a:cxn ang="0">
                  <a:pos x="1635" y="549"/>
                </a:cxn>
                <a:cxn ang="0">
                  <a:pos x="1606" y="501"/>
                </a:cxn>
                <a:cxn ang="0">
                  <a:pos x="1546" y="451"/>
                </a:cxn>
                <a:cxn ang="0">
                  <a:pos x="1473" y="434"/>
                </a:cxn>
                <a:cxn ang="0">
                  <a:pos x="1356" y="457"/>
                </a:cxn>
                <a:cxn ang="0">
                  <a:pos x="1424" y="556"/>
                </a:cxn>
                <a:cxn ang="0">
                  <a:pos x="1318" y="560"/>
                </a:cxn>
                <a:cxn ang="0">
                  <a:pos x="1262" y="568"/>
                </a:cxn>
                <a:cxn ang="0">
                  <a:pos x="1222" y="589"/>
                </a:cxn>
                <a:cxn ang="0">
                  <a:pos x="1097" y="593"/>
                </a:cxn>
                <a:cxn ang="0">
                  <a:pos x="1021" y="622"/>
                </a:cxn>
                <a:cxn ang="0">
                  <a:pos x="1040" y="583"/>
                </a:cxn>
                <a:cxn ang="0">
                  <a:pos x="1017" y="485"/>
                </a:cxn>
                <a:cxn ang="0">
                  <a:pos x="896" y="543"/>
                </a:cxn>
                <a:cxn ang="0">
                  <a:pos x="869" y="491"/>
                </a:cxn>
                <a:cxn ang="0">
                  <a:pos x="823" y="457"/>
                </a:cxn>
                <a:cxn ang="0">
                  <a:pos x="798" y="411"/>
                </a:cxn>
                <a:cxn ang="0">
                  <a:pos x="775" y="357"/>
                </a:cxn>
                <a:cxn ang="0">
                  <a:pos x="756" y="307"/>
                </a:cxn>
                <a:cxn ang="0">
                  <a:pos x="742" y="253"/>
                </a:cxn>
                <a:cxn ang="0">
                  <a:pos x="706" y="215"/>
                </a:cxn>
                <a:cxn ang="0">
                  <a:pos x="681" y="165"/>
                </a:cxn>
                <a:cxn ang="0">
                  <a:pos x="633" y="140"/>
                </a:cxn>
                <a:cxn ang="0">
                  <a:pos x="587" y="111"/>
                </a:cxn>
                <a:cxn ang="0">
                  <a:pos x="526" y="84"/>
                </a:cxn>
                <a:cxn ang="0">
                  <a:pos x="886" y="480"/>
                </a:cxn>
                <a:cxn ang="0">
                  <a:pos x="888" y="478"/>
                </a:cxn>
                <a:cxn ang="0">
                  <a:pos x="890" y="478"/>
                </a:cxn>
              </a:cxnLst>
              <a:rect l="0" t="0" r="r" b="b"/>
              <a:pathLst>
                <a:path w="1638" h="1576">
                  <a:moveTo>
                    <a:pt x="535" y="33"/>
                  </a:moveTo>
                  <a:lnTo>
                    <a:pt x="531" y="33"/>
                  </a:lnTo>
                  <a:lnTo>
                    <a:pt x="522" y="15"/>
                  </a:lnTo>
                  <a:lnTo>
                    <a:pt x="506" y="15"/>
                  </a:lnTo>
                  <a:lnTo>
                    <a:pt x="493" y="23"/>
                  </a:lnTo>
                  <a:lnTo>
                    <a:pt x="472" y="31"/>
                  </a:lnTo>
                  <a:lnTo>
                    <a:pt x="449" y="31"/>
                  </a:lnTo>
                  <a:lnTo>
                    <a:pt x="430" y="29"/>
                  </a:lnTo>
                  <a:lnTo>
                    <a:pt x="416" y="15"/>
                  </a:lnTo>
                  <a:lnTo>
                    <a:pt x="389" y="0"/>
                  </a:lnTo>
                  <a:lnTo>
                    <a:pt x="378" y="21"/>
                  </a:lnTo>
                  <a:lnTo>
                    <a:pt x="361" y="34"/>
                  </a:lnTo>
                  <a:lnTo>
                    <a:pt x="357" y="40"/>
                  </a:lnTo>
                  <a:lnTo>
                    <a:pt x="378" y="61"/>
                  </a:lnTo>
                  <a:lnTo>
                    <a:pt x="378" y="80"/>
                  </a:lnTo>
                  <a:lnTo>
                    <a:pt x="374" y="94"/>
                  </a:lnTo>
                  <a:lnTo>
                    <a:pt x="351" y="98"/>
                  </a:lnTo>
                  <a:lnTo>
                    <a:pt x="326" y="86"/>
                  </a:lnTo>
                  <a:lnTo>
                    <a:pt x="305" y="88"/>
                  </a:lnTo>
                  <a:lnTo>
                    <a:pt x="288" y="90"/>
                  </a:lnTo>
                  <a:lnTo>
                    <a:pt x="263" y="79"/>
                  </a:lnTo>
                  <a:lnTo>
                    <a:pt x="242" y="65"/>
                  </a:lnTo>
                  <a:lnTo>
                    <a:pt x="219" y="75"/>
                  </a:lnTo>
                  <a:lnTo>
                    <a:pt x="199" y="63"/>
                  </a:lnTo>
                  <a:lnTo>
                    <a:pt x="192" y="86"/>
                  </a:lnTo>
                  <a:lnTo>
                    <a:pt x="176" y="98"/>
                  </a:lnTo>
                  <a:lnTo>
                    <a:pt x="161" y="105"/>
                  </a:lnTo>
                  <a:lnTo>
                    <a:pt x="150" y="98"/>
                  </a:lnTo>
                  <a:lnTo>
                    <a:pt x="125" y="98"/>
                  </a:lnTo>
                  <a:lnTo>
                    <a:pt x="115" y="115"/>
                  </a:lnTo>
                  <a:lnTo>
                    <a:pt x="102" y="123"/>
                  </a:lnTo>
                  <a:lnTo>
                    <a:pt x="84" y="115"/>
                  </a:lnTo>
                  <a:lnTo>
                    <a:pt x="61" y="121"/>
                  </a:lnTo>
                  <a:lnTo>
                    <a:pt x="54" y="132"/>
                  </a:lnTo>
                  <a:lnTo>
                    <a:pt x="57" y="148"/>
                  </a:lnTo>
                  <a:lnTo>
                    <a:pt x="38" y="153"/>
                  </a:lnTo>
                  <a:lnTo>
                    <a:pt x="38" y="152"/>
                  </a:lnTo>
                  <a:lnTo>
                    <a:pt x="34" y="150"/>
                  </a:lnTo>
                  <a:lnTo>
                    <a:pt x="29" y="150"/>
                  </a:lnTo>
                  <a:lnTo>
                    <a:pt x="21" y="153"/>
                  </a:lnTo>
                  <a:lnTo>
                    <a:pt x="6" y="161"/>
                  </a:lnTo>
                  <a:lnTo>
                    <a:pt x="0" y="163"/>
                  </a:lnTo>
                  <a:lnTo>
                    <a:pt x="10" y="376"/>
                  </a:lnTo>
                  <a:lnTo>
                    <a:pt x="27" y="399"/>
                  </a:lnTo>
                  <a:lnTo>
                    <a:pt x="36" y="420"/>
                  </a:lnTo>
                  <a:lnTo>
                    <a:pt x="52" y="434"/>
                  </a:lnTo>
                  <a:lnTo>
                    <a:pt x="67" y="449"/>
                  </a:lnTo>
                  <a:lnTo>
                    <a:pt x="57" y="460"/>
                  </a:lnTo>
                  <a:lnTo>
                    <a:pt x="52" y="476"/>
                  </a:lnTo>
                  <a:lnTo>
                    <a:pt x="67" y="501"/>
                  </a:lnTo>
                  <a:lnTo>
                    <a:pt x="84" y="514"/>
                  </a:lnTo>
                  <a:lnTo>
                    <a:pt x="100" y="524"/>
                  </a:lnTo>
                  <a:lnTo>
                    <a:pt x="125" y="524"/>
                  </a:lnTo>
                  <a:lnTo>
                    <a:pt x="151" y="524"/>
                  </a:lnTo>
                  <a:lnTo>
                    <a:pt x="169" y="526"/>
                  </a:lnTo>
                  <a:lnTo>
                    <a:pt x="182" y="518"/>
                  </a:lnTo>
                  <a:lnTo>
                    <a:pt x="203" y="516"/>
                  </a:lnTo>
                  <a:lnTo>
                    <a:pt x="215" y="518"/>
                  </a:lnTo>
                  <a:lnTo>
                    <a:pt x="222" y="541"/>
                  </a:lnTo>
                  <a:lnTo>
                    <a:pt x="224" y="560"/>
                  </a:lnTo>
                  <a:lnTo>
                    <a:pt x="244" y="560"/>
                  </a:lnTo>
                  <a:lnTo>
                    <a:pt x="259" y="564"/>
                  </a:lnTo>
                  <a:lnTo>
                    <a:pt x="274" y="576"/>
                  </a:lnTo>
                  <a:lnTo>
                    <a:pt x="282" y="591"/>
                  </a:lnTo>
                  <a:lnTo>
                    <a:pt x="297" y="589"/>
                  </a:lnTo>
                  <a:lnTo>
                    <a:pt x="315" y="583"/>
                  </a:lnTo>
                  <a:lnTo>
                    <a:pt x="330" y="579"/>
                  </a:lnTo>
                  <a:lnTo>
                    <a:pt x="351" y="566"/>
                  </a:lnTo>
                  <a:lnTo>
                    <a:pt x="370" y="572"/>
                  </a:lnTo>
                  <a:lnTo>
                    <a:pt x="341" y="608"/>
                  </a:lnTo>
                  <a:lnTo>
                    <a:pt x="288" y="666"/>
                  </a:lnTo>
                  <a:lnTo>
                    <a:pt x="71" y="1155"/>
                  </a:lnTo>
                  <a:lnTo>
                    <a:pt x="75" y="1176"/>
                  </a:lnTo>
                  <a:lnTo>
                    <a:pt x="82" y="1199"/>
                  </a:lnTo>
                  <a:lnTo>
                    <a:pt x="96" y="1209"/>
                  </a:lnTo>
                  <a:lnTo>
                    <a:pt x="96" y="1232"/>
                  </a:lnTo>
                  <a:lnTo>
                    <a:pt x="102" y="1257"/>
                  </a:lnTo>
                  <a:lnTo>
                    <a:pt x="117" y="1257"/>
                  </a:lnTo>
                  <a:lnTo>
                    <a:pt x="119" y="1276"/>
                  </a:lnTo>
                  <a:lnTo>
                    <a:pt x="132" y="1305"/>
                  </a:lnTo>
                  <a:lnTo>
                    <a:pt x="144" y="1324"/>
                  </a:lnTo>
                  <a:lnTo>
                    <a:pt x="151" y="1347"/>
                  </a:lnTo>
                  <a:lnTo>
                    <a:pt x="151" y="1366"/>
                  </a:lnTo>
                  <a:lnTo>
                    <a:pt x="161" y="1386"/>
                  </a:lnTo>
                  <a:lnTo>
                    <a:pt x="161" y="1407"/>
                  </a:lnTo>
                  <a:lnTo>
                    <a:pt x="182" y="1422"/>
                  </a:lnTo>
                  <a:lnTo>
                    <a:pt x="194" y="1428"/>
                  </a:lnTo>
                  <a:lnTo>
                    <a:pt x="201" y="1445"/>
                  </a:lnTo>
                  <a:lnTo>
                    <a:pt x="215" y="1445"/>
                  </a:lnTo>
                  <a:lnTo>
                    <a:pt x="224" y="1464"/>
                  </a:lnTo>
                  <a:lnTo>
                    <a:pt x="244" y="1482"/>
                  </a:lnTo>
                  <a:lnTo>
                    <a:pt x="274" y="1493"/>
                  </a:lnTo>
                  <a:lnTo>
                    <a:pt x="320" y="1497"/>
                  </a:lnTo>
                  <a:lnTo>
                    <a:pt x="1090" y="1576"/>
                  </a:lnTo>
                  <a:lnTo>
                    <a:pt x="1094" y="1553"/>
                  </a:lnTo>
                  <a:lnTo>
                    <a:pt x="1101" y="1535"/>
                  </a:lnTo>
                  <a:lnTo>
                    <a:pt x="1115" y="1526"/>
                  </a:lnTo>
                  <a:lnTo>
                    <a:pt x="1136" y="1520"/>
                  </a:lnTo>
                  <a:lnTo>
                    <a:pt x="1136" y="1505"/>
                  </a:lnTo>
                  <a:lnTo>
                    <a:pt x="1145" y="1485"/>
                  </a:lnTo>
                  <a:lnTo>
                    <a:pt x="1159" y="1480"/>
                  </a:lnTo>
                  <a:lnTo>
                    <a:pt x="1161" y="1455"/>
                  </a:lnTo>
                  <a:lnTo>
                    <a:pt x="1176" y="1441"/>
                  </a:lnTo>
                  <a:lnTo>
                    <a:pt x="1188" y="1422"/>
                  </a:lnTo>
                  <a:lnTo>
                    <a:pt x="1197" y="1397"/>
                  </a:lnTo>
                  <a:lnTo>
                    <a:pt x="1216" y="1391"/>
                  </a:lnTo>
                  <a:lnTo>
                    <a:pt x="1222" y="1363"/>
                  </a:lnTo>
                  <a:lnTo>
                    <a:pt x="1216" y="1341"/>
                  </a:lnTo>
                  <a:lnTo>
                    <a:pt x="1203" y="1330"/>
                  </a:lnTo>
                  <a:lnTo>
                    <a:pt x="1203" y="1309"/>
                  </a:lnTo>
                  <a:lnTo>
                    <a:pt x="1211" y="1288"/>
                  </a:lnTo>
                  <a:lnTo>
                    <a:pt x="1220" y="1265"/>
                  </a:lnTo>
                  <a:lnTo>
                    <a:pt x="1230" y="1247"/>
                  </a:lnTo>
                  <a:lnTo>
                    <a:pt x="1234" y="1232"/>
                  </a:lnTo>
                  <a:lnTo>
                    <a:pt x="1251" y="1224"/>
                  </a:lnTo>
                  <a:lnTo>
                    <a:pt x="1266" y="1215"/>
                  </a:lnTo>
                  <a:lnTo>
                    <a:pt x="1283" y="1215"/>
                  </a:lnTo>
                  <a:lnTo>
                    <a:pt x="1283" y="1197"/>
                  </a:lnTo>
                  <a:lnTo>
                    <a:pt x="1295" y="1186"/>
                  </a:lnTo>
                  <a:lnTo>
                    <a:pt x="1312" y="1180"/>
                  </a:lnTo>
                  <a:lnTo>
                    <a:pt x="1320" y="1167"/>
                  </a:lnTo>
                  <a:lnTo>
                    <a:pt x="1320" y="1149"/>
                  </a:lnTo>
                  <a:lnTo>
                    <a:pt x="1328" y="1136"/>
                  </a:lnTo>
                  <a:lnTo>
                    <a:pt x="1337" y="1117"/>
                  </a:lnTo>
                  <a:lnTo>
                    <a:pt x="1335" y="1092"/>
                  </a:lnTo>
                  <a:lnTo>
                    <a:pt x="1335" y="1069"/>
                  </a:lnTo>
                  <a:lnTo>
                    <a:pt x="1320" y="1044"/>
                  </a:lnTo>
                  <a:lnTo>
                    <a:pt x="1303" y="1017"/>
                  </a:lnTo>
                  <a:lnTo>
                    <a:pt x="1308" y="1013"/>
                  </a:lnTo>
                  <a:lnTo>
                    <a:pt x="1308" y="1013"/>
                  </a:lnTo>
                  <a:lnTo>
                    <a:pt x="1295" y="1009"/>
                  </a:lnTo>
                  <a:lnTo>
                    <a:pt x="1306" y="1007"/>
                  </a:lnTo>
                  <a:lnTo>
                    <a:pt x="1316" y="984"/>
                  </a:lnTo>
                  <a:lnTo>
                    <a:pt x="1335" y="984"/>
                  </a:lnTo>
                  <a:lnTo>
                    <a:pt x="1351" y="969"/>
                  </a:lnTo>
                  <a:lnTo>
                    <a:pt x="1366" y="952"/>
                  </a:lnTo>
                  <a:lnTo>
                    <a:pt x="1387" y="948"/>
                  </a:lnTo>
                  <a:lnTo>
                    <a:pt x="1406" y="925"/>
                  </a:lnTo>
                  <a:lnTo>
                    <a:pt x="1424" y="923"/>
                  </a:lnTo>
                  <a:lnTo>
                    <a:pt x="1439" y="917"/>
                  </a:lnTo>
                  <a:lnTo>
                    <a:pt x="1452" y="910"/>
                  </a:lnTo>
                  <a:lnTo>
                    <a:pt x="1468" y="894"/>
                  </a:lnTo>
                  <a:lnTo>
                    <a:pt x="1481" y="892"/>
                  </a:lnTo>
                  <a:lnTo>
                    <a:pt x="1483" y="869"/>
                  </a:lnTo>
                  <a:lnTo>
                    <a:pt x="1491" y="854"/>
                  </a:lnTo>
                  <a:lnTo>
                    <a:pt x="1504" y="840"/>
                  </a:lnTo>
                  <a:lnTo>
                    <a:pt x="1510" y="821"/>
                  </a:lnTo>
                  <a:lnTo>
                    <a:pt x="1514" y="794"/>
                  </a:lnTo>
                  <a:lnTo>
                    <a:pt x="1535" y="781"/>
                  </a:lnTo>
                  <a:lnTo>
                    <a:pt x="1539" y="764"/>
                  </a:lnTo>
                  <a:lnTo>
                    <a:pt x="1539" y="746"/>
                  </a:lnTo>
                  <a:lnTo>
                    <a:pt x="1558" y="743"/>
                  </a:lnTo>
                  <a:lnTo>
                    <a:pt x="1564" y="731"/>
                  </a:lnTo>
                  <a:lnTo>
                    <a:pt x="1566" y="708"/>
                  </a:lnTo>
                  <a:lnTo>
                    <a:pt x="1575" y="691"/>
                  </a:lnTo>
                  <a:lnTo>
                    <a:pt x="1592" y="689"/>
                  </a:lnTo>
                  <a:lnTo>
                    <a:pt x="1592" y="668"/>
                  </a:lnTo>
                  <a:lnTo>
                    <a:pt x="1590" y="652"/>
                  </a:lnTo>
                  <a:lnTo>
                    <a:pt x="1612" y="641"/>
                  </a:lnTo>
                  <a:lnTo>
                    <a:pt x="1619" y="629"/>
                  </a:lnTo>
                  <a:lnTo>
                    <a:pt x="1617" y="616"/>
                  </a:lnTo>
                  <a:lnTo>
                    <a:pt x="1606" y="597"/>
                  </a:lnTo>
                  <a:lnTo>
                    <a:pt x="1617" y="583"/>
                  </a:lnTo>
                  <a:lnTo>
                    <a:pt x="1621" y="562"/>
                  </a:lnTo>
                  <a:lnTo>
                    <a:pt x="1635" y="549"/>
                  </a:lnTo>
                  <a:lnTo>
                    <a:pt x="1638" y="528"/>
                  </a:lnTo>
                  <a:lnTo>
                    <a:pt x="1636" y="526"/>
                  </a:lnTo>
                  <a:lnTo>
                    <a:pt x="1625" y="514"/>
                  </a:lnTo>
                  <a:lnTo>
                    <a:pt x="1621" y="501"/>
                  </a:lnTo>
                  <a:lnTo>
                    <a:pt x="1606" y="501"/>
                  </a:lnTo>
                  <a:lnTo>
                    <a:pt x="1589" y="497"/>
                  </a:lnTo>
                  <a:lnTo>
                    <a:pt x="1571" y="497"/>
                  </a:lnTo>
                  <a:lnTo>
                    <a:pt x="1567" y="482"/>
                  </a:lnTo>
                  <a:lnTo>
                    <a:pt x="1550" y="468"/>
                  </a:lnTo>
                  <a:lnTo>
                    <a:pt x="1546" y="451"/>
                  </a:lnTo>
                  <a:lnTo>
                    <a:pt x="1529" y="453"/>
                  </a:lnTo>
                  <a:lnTo>
                    <a:pt x="1506" y="453"/>
                  </a:lnTo>
                  <a:lnTo>
                    <a:pt x="1504" y="441"/>
                  </a:lnTo>
                  <a:lnTo>
                    <a:pt x="1485" y="441"/>
                  </a:lnTo>
                  <a:lnTo>
                    <a:pt x="1473" y="434"/>
                  </a:lnTo>
                  <a:lnTo>
                    <a:pt x="1456" y="445"/>
                  </a:lnTo>
                  <a:lnTo>
                    <a:pt x="1427" y="449"/>
                  </a:lnTo>
                  <a:lnTo>
                    <a:pt x="1416" y="434"/>
                  </a:lnTo>
                  <a:lnTo>
                    <a:pt x="1385" y="436"/>
                  </a:lnTo>
                  <a:lnTo>
                    <a:pt x="1356" y="457"/>
                  </a:lnTo>
                  <a:lnTo>
                    <a:pt x="1349" y="489"/>
                  </a:lnTo>
                  <a:lnTo>
                    <a:pt x="1349" y="514"/>
                  </a:lnTo>
                  <a:lnTo>
                    <a:pt x="1362" y="543"/>
                  </a:lnTo>
                  <a:lnTo>
                    <a:pt x="1399" y="551"/>
                  </a:lnTo>
                  <a:lnTo>
                    <a:pt x="1424" y="556"/>
                  </a:lnTo>
                  <a:lnTo>
                    <a:pt x="1408" y="564"/>
                  </a:lnTo>
                  <a:lnTo>
                    <a:pt x="1368" y="556"/>
                  </a:lnTo>
                  <a:lnTo>
                    <a:pt x="1343" y="551"/>
                  </a:lnTo>
                  <a:lnTo>
                    <a:pt x="1343" y="568"/>
                  </a:lnTo>
                  <a:lnTo>
                    <a:pt x="1318" y="560"/>
                  </a:lnTo>
                  <a:lnTo>
                    <a:pt x="1299" y="535"/>
                  </a:lnTo>
                  <a:lnTo>
                    <a:pt x="1293" y="560"/>
                  </a:lnTo>
                  <a:lnTo>
                    <a:pt x="1293" y="579"/>
                  </a:lnTo>
                  <a:lnTo>
                    <a:pt x="1276" y="579"/>
                  </a:lnTo>
                  <a:lnTo>
                    <a:pt x="1262" y="568"/>
                  </a:lnTo>
                  <a:lnTo>
                    <a:pt x="1251" y="589"/>
                  </a:lnTo>
                  <a:lnTo>
                    <a:pt x="1241" y="608"/>
                  </a:lnTo>
                  <a:lnTo>
                    <a:pt x="1216" y="633"/>
                  </a:lnTo>
                  <a:lnTo>
                    <a:pt x="1212" y="608"/>
                  </a:lnTo>
                  <a:lnTo>
                    <a:pt x="1222" y="589"/>
                  </a:lnTo>
                  <a:lnTo>
                    <a:pt x="1193" y="591"/>
                  </a:lnTo>
                  <a:lnTo>
                    <a:pt x="1159" y="593"/>
                  </a:lnTo>
                  <a:lnTo>
                    <a:pt x="1161" y="612"/>
                  </a:lnTo>
                  <a:lnTo>
                    <a:pt x="1128" y="591"/>
                  </a:lnTo>
                  <a:lnTo>
                    <a:pt x="1097" y="593"/>
                  </a:lnTo>
                  <a:lnTo>
                    <a:pt x="1071" y="593"/>
                  </a:lnTo>
                  <a:lnTo>
                    <a:pt x="1049" y="585"/>
                  </a:lnTo>
                  <a:lnTo>
                    <a:pt x="1038" y="593"/>
                  </a:lnTo>
                  <a:lnTo>
                    <a:pt x="1038" y="612"/>
                  </a:lnTo>
                  <a:lnTo>
                    <a:pt x="1021" y="622"/>
                  </a:lnTo>
                  <a:lnTo>
                    <a:pt x="1021" y="650"/>
                  </a:lnTo>
                  <a:lnTo>
                    <a:pt x="1005" y="629"/>
                  </a:lnTo>
                  <a:lnTo>
                    <a:pt x="1007" y="599"/>
                  </a:lnTo>
                  <a:lnTo>
                    <a:pt x="1003" y="583"/>
                  </a:lnTo>
                  <a:lnTo>
                    <a:pt x="1040" y="583"/>
                  </a:lnTo>
                  <a:lnTo>
                    <a:pt x="1072" y="574"/>
                  </a:lnTo>
                  <a:lnTo>
                    <a:pt x="1071" y="556"/>
                  </a:lnTo>
                  <a:lnTo>
                    <a:pt x="1047" y="533"/>
                  </a:lnTo>
                  <a:lnTo>
                    <a:pt x="1032" y="507"/>
                  </a:lnTo>
                  <a:lnTo>
                    <a:pt x="1017" y="485"/>
                  </a:lnTo>
                  <a:lnTo>
                    <a:pt x="990" y="489"/>
                  </a:lnTo>
                  <a:lnTo>
                    <a:pt x="973" y="507"/>
                  </a:lnTo>
                  <a:lnTo>
                    <a:pt x="934" y="516"/>
                  </a:lnTo>
                  <a:lnTo>
                    <a:pt x="915" y="533"/>
                  </a:lnTo>
                  <a:lnTo>
                    <a:pt x="896" y="543"/>
                  </a:lnTo>
                  <a:lnTo>
                    <a:pt x="882" y="514"/>
                  </a:lnTo>
                  <a:lnTo>
                    <a:pt x="882" y="508"/>
                  </a:lnTo>
                  <a:lnTo>
                    <a:pt x="882" y="499"/>
                  </a:lnTo>
                  <a:lnTo>
                    <a:pt x="881" y="499"/>
                  </a:lnTo>
                  <a:lnTo>
                    <a:pt x="869" y="491"/>
                  </a:lnTo>
                  <a:lnTo>
                    <a:pt x="863" y="480"/>
                  </a:lnTo>
                  <a:lnTo>
                    <a:pt x="852" y="474"/>
                  </a:lnTo>
                  <a:lnTo>
                    <a:pt x="842" y="462"/>
                  </a:lnTo>
                  <a:lnTo>
                    <a:pt x="831" y="459"/>
                  </a:lnTo>
                  <a:lnTo>
                    <a:pt x="823" y="457"/>
                  </a:lnTo>
                  <a:lnTo>
                    <a:pt x="823" y="445"/>
                  </a:lnTo>
                  <a:lnTo>
                    <a:pt x="815" y="437"/>
                  </a:lnTo>
                  <a:lnTo>
                    <a:pt x="806" y="437"/>
                  </a:lnTo>
                  <a:lnTo>
                    <a:pt x="798" y="426"/>
                  </a:lnTo>
                  <a:lnTo>
                    <a:pt x="798" y="411"/>
                  </a:lnTo>
                  <a:lnTo>
                    <a:pt x="798" y="395"/>
                  </a:lnTo>
                  <a:lnTo>
                    <a:pt x="788" y="386"/>
                  </a:lnTo>
                  <a:lnTo>
                    <a:pt x="781" y="376"/>
                  </a:lnTo>
                  <a:lnTo>
                    <a:pt x="775" y="368"/>
                  </a:lnTo>
                  <a:lnTo>
                    <a:pt x="775" y="357"/>
                  </a:lnTo>
                  <a:lnTo>
                    <a:pt x="769" y="347"/>
                  </a:lnTo>
                  <a:lnTo>
                    <a:pt x="760" y="343"/>
                  </a:lnTo>
                  <a:lnTo>
                    <a:pt x="760" y="330"/>
                  </a:lnTo>
                  <a:lnTo>
                    <a:pt x="756" y="322"/>
                  </a:lnTo>
                  <a:lnTo>
                    <a:pt x="756" y="307"/>
                  </a:lnTo>
                  <a:lnTo>
                    <a:pt x="756" y="294"/>
                  </a:lnTo>
                  <a:lnTo>
                    <a:pt x="746" y="290"/>
                  </a:lnTo>
                  <a:lnTo>
                    <a:pt x="744" y="276"/>
                  </a:lnTo>
                  <a:lnTo>
                    <a:pt x="746" y="269"/>
                  </a:lnTo>
                  <a:lnTo>
                    <a:pt x="742" y="253"/>
                  </a:lnTo>
                  <a:lnTo>
                    <a:pt x="731" y="247"/>
                  </a:lnTo>
                  <a:lnTo>
                    <a:pt x="723" y="242"/>
                  </a:lnTo>
                  <a:lnTo>
                    <a:pt x="712" y="236"/>
                  </a:lnTo>
                  <a:lnTo>
                    <a:pt x="710" y="224"/>
                  </a:lnTo>
                  <a:lnTo>
                    <a:pt x="706" y="215"/>
                  </a:lnTo>
                  <a:lnTo>
                    <a:pt x="700" y="203"/>
                  </a:lnTo>
                  <a:lnTo>
                    <a:pt x="693" y="199"/>
                  </a:lnTo>
                  <a:lnTo>
                    <a:pt x="685" y="190"/>
                  </a:lnTo>
                  <a:lnTo>
                    <a:pt x="685" y="176"/>
                  </a:lnTo>
                  <a:lnTo>
                    <a:pt x="681" y="165"/>
                  </a:lnTo>
                  <a:lnTo>
                    <a:pt x="671" y="157"/>
                  </a:lnTo>
                  <a:lnTo>
                    <a:pt x="658" y="157"/>
                  </a:lnTo>
                  <a:lnTo>
                    <a:pt x="646" y="157"/>
                  </a:lnTo>
                  <a:lnTo>
                    <a:pt x="639" y="150"/>
                  </a:lnTo>
                  <a:lnTo>
                    <a:pt x="633" y="140"/>
                  </a:lnTo>
                  <a:lnTo>
                    <a:pt x="625" y="134"/>
                  </a:lnTo>
                  <a:lnTo>
                    <a:pt x="616" y="130"/>
                  </a:lnTo>
                  <a:lnTo>
                    <a:pt x="606" y="127"/>
                  </a:lnTo>
                  <a:lnTo>
                    <a:pt x="599" y="119"/>
                  </a:lnTo>
                  <a:lnTo>
                    <a:pt x="587" y="111"/>
                  </a:lnTo>
                  <a:lnTo>
                    <a:pt x="574" y="109"/>
                  </a:lnTo>
                  <a:lnTo>
                    <a:pt x="564" y="109"/>
                  </a:lnTo>
                  <a:lnTo>
                    <a:pt x="551" y="107"/>
                  </a:lnTo>
                  <a:lnTo>
                    <a:pt x="537" y="98"/>
                  </a:lnTo>
                  <a:lnTo>
                    <a:pt x="526" y="84"/>
                  </a:lnTo>
                  <a:lnTo>
                    <a:pt x="524" y="65"/>
                  </a:lnTo>
                  <a:lnTo>
                    <a:pt x="526" y="52"/>
                  </a:lnTo>
                  <a:lnTo>
                    <a:pt x="529" y="40"/>
                  </a:lnTo>
                  <a:lnTo>
                    <a:pt x="535" y="33"/>
                  </a:lnTo>
                  <a:close/>
                  <a:moveTo>
                    <a:pt x="886" y="480"/>
                  </a:moveTo>
                  <a:lnTo>
                    <a:pt x="888" y="480"/>
                  </a:lnTo>
                  <a:lnTo>
                    <a:pt x="888" y="478"/>
                  </a:lnTo>
                  <a:lnTo>
                    <a:pt x="888" y="480"/>
                  </a:lnTo>
                  <a:lnTo>
                    <a:pt x="886" y="480"/>
                  </a:lnTo>
                  <a:close/>
                  <a:moveTo>
                    <a:pt x="888" y="478"/>
                  </a:moveTo>
                  <a:lnTo>
                    <a:pt x="888" y="478"/>
                  </a:lnTo>
                  <a:lnTo>
                    <a:pt x="888" y="478"/>
                  </a:lnTo>
                  <a:lnTo>
                    <a:pt x="888" y="478"/>
                  </a:lnTo>
                  <a:lnTo>
                    <a:pt x="888" y="478"/>
                  </a:lnTo>
                  <a:close/>
                  <a:moveTo>
                    <a:pt x="890" y="478"/>
                  </a:moveTo>
                  <a:lnTo>
                    <a:pt x="890" y="476"/>
                  </a:lnTo>
                  <a:lnTo>
                    <a:pt x="890" y="476"/>
                  </a:lnTo>
                  <a:lnTo>
                    <a:pt x="890" y="478"/>
                  </a:lnTo>
                  <a:close/>
                </a:path>
              </a:pathLst>
            </a:custGeom>
            <a:grpFill/>
            <a:ln w="6350" cmpd="sng">
              <a:solidFill>
                <a:schemeClr val="bg1"/>
              </a:solidFill>
              <a:round/>
              <a:headEnd/>
              <a:tailEnd/>
            </a:ln>
          </p:spPr>
          <p:txBody>
            <a:bodyPr/>
            <a:lstStyle/>
            <a:p>
              <a:endParaRPr lang="pt-BR"/>
            </a:p>
          </p:txBody>
        </p:sp>
        <p:sp>
          <p:nvSpPr>
            <p:cNvPr id="39" name="Freeform 20">
              <a:extLst>
                <a:ext uri="{FF2B5EF4-FFF2-40B4-BE49-F238E27FC236}">
                  <a16:creationId xmlns:a16="http://schemas.microsoft.com/office/drawing/2014/main" id="{8DF099B7-47CD-539E-ED0D-D9E917CD67C4}"/>
                </a:ext>
              </a:extLst>
            </p:cNvPr>
            <p:cNvSpPr>
              <a:spLocks noChangeAspect="1"/>
            </p:cNvSpPr>
            <p:nvPr/>
          </p:nvSpPr>
          <p:spPr bwMode="auto">
            <a:xfrm>
              <a:off x="1528056" y="2600906"/>
              <a:ext cx="504895" cy="591300"/>
            </a:xfrm>
            <a:custGeom>
              <a:avLst/>
              <a:gdLst/>
              <a:ahLst/>
              <a:cxnLst>
                <a:cxn ang="0">
                  <a:pos x="489" y="25"/>
                </a:cxn>
                <a:cxn ang="0">
                  <a:pos x="485" y="53"/>
                </a:cxn>
                <a:cxn ang="0">
                  <a:pos x="472" y="84"/>
                </a:cxn>
                <a:cxn ang="0">
                  <a:pos x="451" y="109"/>
                </a:cxn>
                <a:cxn ang="0">
                  <a:pos x="420" y="111"/>
                </a:cxn>
                <a:cxn ang="0">
                  <a:pos x="395" y="121"/>
                </a:cxn>
                <a:cxn ang="0">
                  <a:pos x="360" y="142"/>
                </a:cxn>
                <a:cxn ang="0">
                  <a:pos x="335" y="157"/>
                </a:cxn>
                <a:cxn ang="0">
                  <a:pos x="309" y="153"/>
                </a:cxn>
                <a:cxn ang="0">
                  <a:pos x="270" y="149"/>
                </a:cxn>
                <a:cxn ang="0">
                  <a:pos x="236" y="157"/>
                </a:cxn>
                <a:cxn ang="0">
                  <a:pos x="228" y="168"/>
                </a:cxn>
                <a:cxn ang="0">
                  <a:pos x="226" y="184"/>
                </a:cxn>
                <a:cxn ang="0">
                  <a:pos x="215" y="209"/>
                </a:cxn>
                <a:cxn ang="0">
                  <a:pos x="192" y="180"/>
                </a:cxn>
                <a:cxn ang="0">
                  <a:pos x="142" y="180"/>
                </a:cxn>
                <a:cxn ang="0">
                  <a:pos x="111" y="170"/>
                </a:cxn>
                <a:cxn ang="0">
                  <a:pos x="67" y="163"/>
                </a:cxn>
                <a:cxn ang="0">
                  <a:pos x="19" y="155"/>
                </a:cxn>
                <a:cxn ang="0">
                  <a:pos x="2" y="180"/>
                </a:cxn>
                <a:cxn ang="0">
                  <a:pos x="32" y="192"/>
                </a:cxn>
                <a:cxn ang="0">
                  <a:pos x="53" y="230"/>
                </a:cxn>
                <a:cxn ang="0">
                  <a:pos x="25" y="291"/>
                </a:cxn>
                <a:cxn ang="0">
                  <a:pos x="38" y="332"/>
                </a:cxn>
                <a:cxn ang="0">
                  <a:pos x="67" y="372"/>
                </a:cxn>
                <a:cxn ang="0">
                  <a:pos x="105" y="378"/>
                </a:cxn>
                <a:cxn ang="0">
                  <a:pos x="144" y="378"/>
                </a:cxn>
                <a:cxn ang="0">
                  <a:pos x="165" y="405"/>
                </a:cxn>
                <a:cxn ang="0">
                  <a:pos x="207" y="433"/>
                </a:cxn>
                <a:cxn ang="0">
                  <a:pos x="224" y="481"/>
                </a:cxn>
                <a:cxn ang="0">
                  <a:pos x="261" y="547"/>
                </a:cxn>
                <a:cxn ang="0">
                  <a:pos x="278" y="694"/>
                </a:cxn>
                <a:cxn ang="0">
                  <a:pos x="284" y="735"/>
                </a:cxn>
                <a:cxn ang="0">
                  <a:pos x="272" y="767"/>
                </a:cxn>
                <a:cxn ang="0">
                  <a:pos x="309" y="798"/>
                </a:cxn>
                <a:cxn ang="0">
                  <a:pos x="349" y="829"/>
                </a:cxn>
                <a:cxn ang="0">
                  <a:pos x="383" y="856"/>
                </a:cxn>
                <a:cxn ang="0">
                  <a:pos x="393" y="821"/>
                </a:cxn>
                <a:cxn ang="0">
                  <a:pos x="393" y="779"/>
                </a:cxn>
                <a:cxn ang="0">
                  <a:pos x="410" y="742"/>
                </a:cxn>
                <a:cxn ang="0">
                  <a:pos x="468" y="733"/>
                </a:cxn>
                <a:cxn ang="0">
                  <a:pos x="497" y="771"/>
                </a:cxn>
                <a:cxn ang="0">
                  <a:pos x="552" y="740"/>
                </a:cxn>
                <a:cxn ang="0">
                  <a:pos x="554" y="698"/>
                </a:cxn>
                <a:cxn ang="0">
                  <a:pos x="585" y="643"/>
                </a:cxn>
                <a:cxn ang="0">
                  <a:pos x="727" y="512"/>
                </a:cxn>
                <a:cxn ang="0">
                  <a:pos x="696" y="477"/>
                </a:cxn>
                <a:cxn ang="0">
                  <a:pos x="639" y="437"/>
                </a:cxn>
                <a:cxn ang="0">
                  <a:pos x="608" y="410"/>
                </a:cxn>
                <a:cxn ang="0">
                  <a:pos x="596" y="362"/>
                </a:cxn>
                <a:cxn ang="0">
                  <a:pos x="587" y="318"/>
                </a:cxn>
                <a:cxn ang="0">
                  <a:pos x="594" y="263"/>
                </a:cxn>
                <a:cxn ang="0">
                  <a:pos x="600" y="220"/>
                </a:cxn>
                <a:cxn ang="0">
                  <a:pos x="639" y="180"/>
                </a:cxn>
                <a:cxn ang="0">
                  <a:pos x="617" y="145"/>
                </a:cxn>
                <a:cxn ang="0">
                  <a:pos x="608" y="109"/>
                </a:cxn>
                <a:cxn ang="0">
                  <a:pos x="575" y="99"/>
                </a:cxn>
                <a:cxn ang="0">
                  <a:pos x="560" y="80"/>
                </a:cxn>
                <a:cxn ang="0">
                  <a:pos x="571" y="38"/>
                </a:cxn>
                <a:cxn ang="0">
                  <a:pos x="562" y="2"/>
                </a:cxn>
                <a:cxn ang="0">
                  <a:pos x="529" y="13"/>
                </a:cxn>
                <a:cxn ang="0">
                  <a:pos x="489" y="2"/>
                </a:cxn>
              </a:cxnLst>
              <a:rect l="0" t="0" r="r" b="b"/>
              <a:pathLst>
                <a:path w="731" h="856">
                  <a:moveTo>
                    <a:pt x="477" y="7"/>
                  </a:moveTo>
                  <a:lnTo>
                    <a:pt x="479" y="17"/>
                  </a:lnTo>
                  <a:lnTo>
                    <a:pt x="489" y="25"/>
                  </a:lnTo>
                  <a:lnTo>
                    <a:pt x="493" y="34"/>
                  </a:lnTo>
                  <a:lnTo>
                    <a:pt x="495" y="44"/>
                  </a:lnTo>
                  <a:lnTo>
                    <a:pt x="485" y="53"/>
                  </a:lnTo>
                  <a:lnTo>
                    <a:pt x="485" y="69"/>
                  </a:lnTo>
                  <a:lnTo>
                    <a:pt x="477" y="78"/>
                  </a:lnTo>
                  <a:lnTo>
                    <a:pt x="472" y="84"/>
                  </a:lnTo>
                  <a:lnTo>
                    <a:pt x="472" y="96"/>
                  </a:lnTo>
                  <a:lnTo>
                    <a:pt x="464" y="109"/>
                  </a:lnTo>
                  <a:lnTo>
                    <a:pt x="451" y="109"/>
                  </a:lnTo>
                  <a:lnTo>
                    <a:pt x="439" y="109"/>
                  </a:lnTo>
                  <a:lnTo>
                    <a:pt x="429" y="115"/>
                  </a:lnTo>
                  <a:lnTo>
                    <a:pt x="420" y="111"/>
                  </a:lnTo>
                  <a:lnTo>
                    <a:pt x="410" y="109"/>
                  </a:lnTo>
                  <a:lnTo>
                    <a:pt x="408" y="121"/>
                  </a:lnTo>
                  <a:lnTo>
                    <a:pt x="395" y="121"/>
                  </a:lnTo>
                  <a:lnTo>
                    <a:pt x="387" y="134"/>
                  </a:lnTo>
                  <a:lnTo>
                    <a:pt x="376" y="142"/>
                  </a:lnTo>
                  <a:lnTo>
                    <a:pt x="360" y="142"/>
                  </a:lnTo>
                  <a:lnTo>
                    <a:pt x="351" y="138"/>
                  </a:lnTo>
                  <a:lnTo>
                    <a:pt x="339" y="147"/>
                  </a:lnTo>
                  <a:lnTo>
                    <a:pt x="335" y="157"/>
                  </a:lnTo>
                  <a:lnTo>
                    <a:pt x="326" y="157"/>
                  </a:lnTo>
                  <a:lnTo>
                    <a:pt x="314" y="149"/>
                  </a:lnTo>
                  <a:lnTo>
                    <a:pt x="309" y="153"/>
                  </a:lnTo>
                  <a:lnTo>
                    <a:pt x="299" y="157"/>
                  </a:lnTo>
                  <a:lnTo>
                    <a:pt x="284" y="149"/>
                  </a:lnTo>
                  <a:lnTo>
                    <a:pt x="270" y="149"/>
                  </a:lnTo>
                  <a:lnTo>
                    <a:pt x="261" y="155"/>
                  </a:lnTo>
                  <a:lnTo>
                    <a:pt x="253" y="165"/>
                  </a:lnTo>
                  <a:lnTo>
                    <a:pt x="236" y="157"/>
                  </a:lnTo>
                  <a:lnTo>
                    <a:pt x="234" y="159"/>
                  </a:lnTo>
                  <a:lnTo>
                    <a:pt x="230" y="163"/>
                  </a:lnTo>
                  <a:lnTo>
                    <a:pt x="228" y="168"/>
                  </a:lnTo>
                  <a:lnTo>
                    <a:pt x="228" y="174"/>
                  </a:lnTo>
                  <a:lnTo>
                    <a:pt x="228" y="182"/>
                  </a:lnTo>
                  <a:lnTo>
                    <a:pt x="226" y="184"/>
                  </a:lnTo>
                  <a:lnTo>
                    <a:pt x="234" y="195"/>
                  </a:lnTo>
                  <a:lnTo>
                    <a:pt x="230" y="209"/>
                  </a:lnTo>
                  <a:lnTo>
                    <a:pt x="215" y="209"/>
                  </a:lnTo>
                  <a:lnTo>
                    <a:pt x="205" y="203"/>
                  </a:lnTo>
                  <a:lnTo>
                    <a:pt x="197" y="192"/>
                  </a:lnTo>
                  <a:lnTo>
                    <a:pt x="192" y="180"/>
                  </a:lnTo>
                  <a:lnTo>
                    <a:pt x="174" y="182"/>
                  </a:lnTo>
                  <a:lnTo>
                    <a:pt x="159" y="184"/>
                  </a:lnTo>
                  <a:lnTo>
                    <a:pt x="142" y="180"/>
                  </a:lnTo>
                  <a:lnTo>
                    <a:pt x="132" y="176"/>
                  </a:lnTo>
                  <a:lnTo>
                    <a:pt x="119" y="176"/>
                  </a:lnTo>
                  <a:lnTo>
                    <a:pt x="111" y="170"/>
                  </a:lnTo>
                  <a:lnTo>
                    <a:pt x="90" y="174"/>
                  </a:lnTo>
                  <a:lnTo>
                    <a:pt x="78" y="176"/>
                  </a:lnTo>
                  <a:lnTo>
                    <a:pt x="67" y="163"/>
                  </a:lnTo>
                  <a:lnTo>
                    <a:pt x="55" y="153"/>
                  </a:lnTo>
                  <a:lnTo>
                    <a:pt x="38" y="153"/>
                  </a:lnTo>
                  <a:lnTo>
                    <a:pt x="19" y="155"/>
                  </a:lnTo>
                  <a:lnTo>
                    <a:pt x="4" y="157"/>
                  </a:lnTo>
                  <a:lnTo>
                    <a:pt x="0" y="168"/>
                  </a:lnTo>
                  <a:lnTo>
                    <a:pt x="2" y="180"/>
                  </a:lnTo>
                  <a:lnTo>
                    <a:pt x="9" y="186"/>
                  </a:lnTo>
                  <a:lnTo>
                    <a:pt x="19" y="184"/>
                  </a:lnTo>
                  <a:lnTo>
                    <a:pt x="32" y="192"/>
                  </a:lnTo>
                  <a:lnTo>
                    <a:pt x="42" y="205"/>
                  </a:lnTo>
                  <a:lnTo>
                    <a:pt x="51" y="209"/>
                  </a:lnTo>
                  <a:lnTo>
                    <a:pt x="53" y="230"/>
                  </a:lnTo>
                  <a:lnTo>
                    <a:pt x="50" y="253"/>
                  </a:lnTo>
                  <a:lnTo>
                    <a:pt x="30" y="270"/>
                  </a:lnTo>
                  <a:lnTo>
                    <a:pt x="25" y="291"/>
                  </a:lnTo>
                  <a:lnTo>
                    <a:pt x="38" y="303"/>
                  </a:lnTo>
                  <a:lnTo>
                    <a:pt x="46" y="320"/>
                  </a:lnTo>
                  <a:lnTo>
                    <a:pt x="38" y="332"/>
                  </a:lnTo>
                  <a:lnTo>
                    <a:pt x="36" y="349"/>
                  </a:lnTo>
                  <a:lnTo>
                    <a:pt x="50" y="362"/>
                  </a:lnTo>
                  <a:lnTo>
                    <a:pt x="67" y="372"/>
                  </a:lnTo>
                  <a:lnTo>
                    <a:pt x="76" y="380"/>
                  </a:lnTo>
                  <a:lnTo>
                    <a:pt x="88" y="382"/>
                  </a:lnTo>
                  <a:lnTo>
                    <a:pt x="105" y="378"/>
                  </a:lnTo>
                  <a:lnTo>
                    <a:pt x="119" y="372"/>
                  </a:lnTo>
                  <a:lnTo>
                    <a:pt x="132" y="372"/>
                  </a:lnTo>
                  <a:lnTo>
                    <a:pt x="144" y="378"/>
                  </a:lnTo>
                  <a:lnTo>
                    <a:pt x="145" y="389"/>
                  </a:lnTo>
                  <a:lnTo>
                    <a:pt x="147" y="401"/>
                  </a:lnTo>
                  <a:lnTo>
                    <a:pt x="165" y="405"/>
                  </a:lnTo>
                  <a:lnTo>
                    <a:pt x="180" y="408"/>
                  </a:lnTo>
                  <a:lnTo>
                    <a:pt x="197" y="414"/>
                  </a:lnTo>
                  <a:lnTo>
                    <a:pt x="207" y="433"/>
                  </a:lnTo>
                  <a:lnTo>
                    <a:pt x="213" y="449"/>
                  </a:lnTo>
                  <a:lnTo>
                    <a:pt x="215" y="468"/>
                  </a:lnTo>
                  <a:lnTo>
                    <a:pt x="224" y="481"/>
                  </a:lnTo>
                  <a:lnTo>
                    <a:pt x="228" y="497"/>
                  </a:lnTo>
                  <a:lnTo>
                    <a:pt x="243" y="522"/>
                  </a:lnTo>
                  <a:lnTo>
                    <a:pt x="261" y="547"/>
                  </a:lnTo>
                  <a:lnTo>
                    <a:pt x="272" y="568"/>
                  </a:lnTo>
                  <a:lnTo>
                    <a:pt x="276" y="579"/>
                  </a:lnTo>
                  <a:lnTo>
                    <a:pt x="278" y="694"/>
                  </a:lnTo>
                  <a:lnTo>
                    <a:pt x="280" y="714"/>
                  </a:lnTo>
                  <a:lnTo>
                    <a:pt x="280" y="727"/>
                  </a:lnTo>
                  <a:lnTo>
                    <a:pt x="284" y="735"/>
                  </a:lnTo>
                  <a:lnTo>
                    <a:pt x="284" y="748"/>
                  </a:lnTo>
                  <a:lnTo>
                    <a:pt x="276" y="754"/>
                  </a:lnTo>
                  <a:lnTo>
                    <a:pt x="272" y="767"/>
                  </a:lnTo>
                  <a:lnTo>
                    <a:pt x="289" y="785"/>
                  </a:lnTo>
                  <a:lnTo>
                    <a:pt x="299" y="792"/>
                  </a:lnTo>
                  <a:lnTo>
                    <a:pt x="309" y="798"/>
                  </a:lnTo>
                  <a:lnTo>
                    <a:pt x="318" y="808"/>
                  </a:lnTo>
                  <a:lnTo>
                    <a:pt x="337" y="817"/>
                  </a:lnTo>
                  <a:lnTo>
                    <a:pt x="349" y="829"/>
                  </a:lnTo>
                  <a:lnTo>
                    <a:pt x="358" y="840"/>
                  </a:lnTo>
                  <a:lnTo>
                    <a:pt x="370" y="842"/>
                  </a:lnTo>
                  <a:lnTo>
                    <a:pt x="383" y="856"/>
                  </a:lnTo>
                  <a:lnTo>
                    <a:pt x="385" y="842"/>
                  </a:lnTo>
                  <a:lnTo>
                    <a:pt x="385" y="827"/>
                  </a:lnTo>
                  <a:lnTo>
                    <a:pt x="393" y="821"/>
                  </a:lnTo>
                  <a:lnTo>
                    <a:pt x="380" y="806"/>
                  </a:lnTo>
                  <a:lnTo>
                    <a:pt x="393" y="792"/>
                  </a:lnTo>
                  <a:lnTo>
                    <a:pt x="393" y="779"/>
                  </a:lnTo>
                  <a:lnTo>
                    <a:pt x="389" y="765"/>
                  </a:lnTo>
                  <a:lnTo>
                    <a:pt x="391" y="748"/>
                  </a:lnTo>
                  <a:lnTo>
                    <a:pt x="410" y="742"/>
                  </a:lnTo>
                  <a:lnTo>
                    <a:pt x="431" y="727"/>
                  </a:lnTo>
                  <a:lnTo>
                    <a:pt x="447" y="723"/>
                  </a:lnTo>
                  <a:lnTo>
                    <a:pt x="468" y="733"/>
                  </a:lnTo>
                  <a:lnTo>
                    <a:pt x="477" y="746"/>
                  </a:lnTo>
                  <a:lnTo>
                    <a:pt x="491" y="758"/>
                  </a:lnTo>
                  <a:lnTo>
                    <a:pt x="497" y="771"/>
                  </a:lnTo>
                  <a:lnTo>
                    <a:pt x="512" y="767"/>
                  </a:lnTo>
                  <a:lnTo>
                    <a:pt x="525" y="756"/>
                  </a:lnTo>
                  <a:lnTo>
                    <a:pt x="552" y="740"/>
                  </a:lnTo>
                  <a:lnTo>
                    <a:pt x="539" y="729"/>
                  </a:lnTo>
                  <a:lnTo>
                    <a:pt x="541" y="719"/>
                  </a:lnTo>
                  <a:lnTo>
                    <a:pt x="554" y="698"/>
                  </a:lnTo>
                  <a:lnTo>
                    <a:pt x="575" y="673"/>
                  </a:lnTo>
                  <a:lnTo>
                    <a:pt x="575" y="652"/>
                  </a:lnTo>
                  <a:lnTo>
                    <a:pt x="585" y="643"/>
                  </a:lnTo>
                  <a:lnTo>
                    <a:pt x="731" y="639"/>
                  </a:lnTo>
                  <a:lnTo>
                    <a:pt x="725" y="512"/>
                  </a:lnTo>
                  <a:lnTo>
                    <a:pt x="727" y="512"/>
                  </a:lnTo>
                  <a:lnTo>
                    <a:pt x="731" y="510"/>
                  </a:lnTo>
                  <a:lnTo>
                    <a:pt x="725" y="502"/>
                  </a:lnTo>
                  <a:lnTo>
                    <a:pt x="696" y="477"/>
                  </a:lnTo>
                  <a:lnTo>
                    <a:pt x="667" y="456"/>
                  </a:lnTo>
                  <a:lnTo>
                    <a:pt x="654" y="447"/>
                  </a:lnTo>
                  <a:lnTo>
                    <a:pt x="639" y="437"/>
                  </a:lnTo>
                  <a:lnTo>
                    <a:pt x="627" y="422"/>
                  </a:lnTo>
                  <a:lnTo>
                    <a:pt x="623" y="412"/>
                  </a:lnTo>
                  <a:lnTo>
                    <a:pt x="608" y="410"/>
                  </a:lnTo>
                  <a:lnTo>
                    <a:pt x="608" y="389"/>
                  </a:lnTo>
                  <a:lnTo>
                    <a:pt x="608" y="376"/>
                  </a:lnTo>
                  <a:lnTo>
                    <a:pt x="596" y="362"/>
                  </a:lnTo>
                  <a:lnTo>
                    <a:pt x="587" y="349"/>
                  </a:lnTo>
                  <a:lnTo>
                    <a:pt x="587" y="334"/>
                  </a:lnTo>
                  <a:lnTo>
                    <a:pt x="587" y="318"/>
                  </a:lnTo>
                  <a:lnTo>
                    <a:pt x="591" y="307"/>
                  </a:lnTo>
                  <a:lnTo>
                    <a:pt x="587" y="287"/>
                  </a:lnTo>
                  <a:lnTo>
                    <a:pt x="594" y="263"/>
                  </a:lnTo>
                  <a:lnTo>
                    <a:pt x="596" y="249"/>
                  </a:lnTo>
                  <a:lnTo>
                    <a:pt x="604" y="241"/>
                  </a:lnTo>
                  <a:lnTo>
                    <a:pt x="600" y="220"/>
                  </a:lnTo>
                  <a:lnTo>
                    <a:pt x="614" y="209"/>
                  </a:lnTo>
                  <a:lnTo>
                    <a:pt x="623" y="186"/>
                  </a:lnTo>
                  <a:lnTo>
                    <a:pt x="639" y="180"/>
                  </a:lnTo>
                  <a:lnTo>
                    <a:pt x="639" y="167"/>
                  </a:lnTo>
                  <a:lnTo>
                    <a:pt x="631" y="159"/>
                  </a:lnTo>
                  <a:lnTo>
                    <a:pt x="617" y="145"/>
                  </a:lnTo>
                  <a:lnTo>
                    <a:pt x="619" y="134"/>
                  </a:lnTo>
                  <a:lnTo>
                    <a:pt x="616" y="121"/>
                  </a:lnTo>
                  <a:lnTo>
                    <a:pt x="608" y="109"/>
                  </a:lnTo>
                  <a:lnTo>
                    <a:pt x="596" y="105"/>
                  </a:lnTo>
                  <a:lnTo>
                    <a:pt x="589" y="105"/>
                  </a:lnTo>
                  <a:lnTo>
                    <a:pt x="575" y="99"/>
                  </a:lnTo>
                  <a:lnTo>
                    <a:pt x="570" y="92"/>
                  </a:lnTo>
                  <a:lnTo>
                    <a:pt x="562" y="92"/>
                  </a:lnTo>
                  <a:lnTo>
                    <a:pt x="560" y="80"/>
                  </a:lnTo>
                  <a:lnTo>
                    <a:pt x="568" y="69"/>
                  </a:lnTo>
                  <a:lnTo>
                    <a:pt x="571" y="49"/>
                  </a:lnTo>
                  <a:lnTo>
                    <a:pt x="571" y="38"/>
                  </a:lnTo>
                  <a:lnTo>
                    <a:pt x="575" y="23"/>
                  </a:lnTo>
                  <a:lnTo>
                    <a:pt x="575" y="7"/>
                  </a:lnTo>
                  <a:lnTo>
                    <a:pt x="562" y="2"/>
                  </a:lnTo>
                  <a:lnTo>
                    <a:pt x="546" y="5"/>
                  </a:lnTo>
                  <a:lnTo>
                    <a:pt x="546" y="15"/>
                  </a:lnTo>
                  <a:lnTo>
                    <a:pt x="529" y="13"/>
                  </a:lnTo>
                  <a:lnTo>
                    <a:pt x="512" y="9"/>
                  </a:lnTo>
                  <a:lnTo>
                    <a:pt x="504" y="0"/>
                  </a:lnTo>
                  <a:lnTo>
                    <a:pt x="489" y="2"/>
                  </a:lnTo>
                  <a:lnTo>
                    <a:pt x="477" y="7"/>
                  </a:lnTo>
                  <a:close/>
                </a:path>
              </a:pathLst>
            </a:custGeom>
            <a:grpFill/>
            <a:ln w="6350" cmpd="sng">
              <a:solidFill>
                <a:schemeClr val="bg1"/>
              </a:solidFill>
              <a:round/>
              <a:headEnd/>
              <a:tailEnd/>
            </a:ln>
          </p:spPr>
          <p:txBody>
            <a:bodyPr/>
            <a:lstStyle/>
            <a:p>
              <a:endParaRPr lang="pt-BR"/>
            </a:p>
          </p:txBody>
        </p:sp>
        <p:sp>
          <p:nvSpPr>
            <p:cNvPr id="40" name="Freeform 21">
              <a:extLst>
                <a:ext uri="{FF2B5EF4-FFF2-40B4-BE49-F238E27FC236}">
                  <a16:creationId xmlns:a16="http://schemas.microsoft.com/office/drawing/2014/main" id="{E7D476FB-5862-1CB2-DBF4-5506487B4FE1}"/>
                </a:ext>
              </a:extLst>
            </p:cNvPr>
            <p:cNvSpPr>
              <a:spLocks noChangeAspect="1"/>
            </p:cNvSpPr>
            <p:nvPr/>
          </p:nvSpPr>
          <p:spPr bwMode="auto">
            <a:xfrm>
              <a:off x="740696" y="2876387"/>
              <a:ext cx="1544210" cy="1051747"/>
            </a:xfrm>
            <a:custGeom>
              <a:avLst/>
              <a:gdLst/>
              <a:ahLst/>
              <a:cxnLst>
                <a:cxn ang="0">
                  <a:pos x="507" y="169"/>
                </a:cxn>
                <a:cxn ang="0">
                  <a:pos x="564" y="192"/>
                </a:cxn>
                <a:cxn ang="0">
                  <a:pos x="501" y="222"/>
                </a:cxn>
                <a:cxn ang="0">
                  <a:pos x="436" y="276"/>
                </a:cxn>
                <a:cxn ang="0">
                  <a:pos x="460" y="351"/>
                </a:cxn>
                <a:cxn ang="0">
                  <a:pos x="516" y="403"/>
                </a:cxn>
                <a:cxn ang="0">
                  <a:pos x="531" y="485"/>
                </a:cxn>
                <a:cxn ang="0">
                  <a:pos x="432" y="850"/>
                </a:cxn>
                <a:cxn ang="0">
                  <a:pos x="359" y="837"/>
                </a:cxn>
                <a:cxn ang="0">
                  <a:pos x="315" y="865"/>
                </a:cxn>
                <a:cxn ang="0">
                  <a:pos x="251" y="873"/>
                </a:cxn>
                <a:cxn ang="0">
                  <a:pos x="177" y="909"/>
                </a:cxn>
                <a:cxn ang="0">
                  <a:pos x="102" y="979"/>
                </a:cxn>
                <a:cxn ang="0">
                  <a:pos x="69" y="1086"/>
                </a:cxn>
                <a:cxn ang="0">
                  <a:pos x="31" y="1165"/>
                </a:cxn>
                <a:cxn ang="0">
                  <a:pos x="10" y="1245"/>
                </a:cxn>
                <a:cxn ang="0">
                  <a:pos x="376" y="1326"/>
                </a:cxn>
                <a:cxn ang="0">
                  <a:pos x="706" y="1455"/>
                </a:cxn>
                <a:cxn ang="0">
                  <a:pos x="927" y="1497"/>
                </a:cxn>
                <a:cxn ang="0">
                  <a:pos x="973" y="1462"/>
                </a:cxn>
                <a:cxn ang="0">
                  <a:pos x="1055" y="1466"/>
                </a:cxn>
                <a:cxn ang="0">
                  <a:pos x="1097" y="1443"/>
                </a:cxn>
                <a:cxn ang="0">
                  <a:pos x="1170" y="1393"/>
                </a:cxn>
                <a:cxn ang="0">
                  <a:pos x="1236" y="1318"/>
                </a:cxn>
                <a:cxn ang="0">
                  <a:pos x="1368" y="1280"/>
                </a:cxn>
                <a:cxn ang="0">
                  <a:pos x="1571" y="1378"/>
                </a:cxn>
                <a:cxn ang="0">
                  <a:pos x="1930" y="1305"/>
                </a:cxn>
                <a:cxn ang="0">
                  <a:pos x="1963" y="1188"/>
                </a:cxn>
                <a:cxn ang="0">
                  <a:pos x="1947" y="1149"/>
                </a:cxn>
                <a:cxn ang="0">
                  <a:pos x="2206" y="558"/>
                </a:cxn>
                <a:cxn ang="0">
                  <a:pos x="2180" y="533"/>
                </a:cxn>
                <a:cxn ang="0">
                  <a:pos x="2124" y="514"/>
                </a:cxn>
                <a:cxn ang="0">
                  <a:pos x="2080" y="468"/>
                </a:cxn>
                <a:cxn ang="0">
                  <a:pos x="2016" y="474"/>
                </a:cxn>
                <a:cxn ang="0">
                  <a:pos x="1932" y="451"/>
                </a:cxn>
                <a:cxn ang="0">
                  <a:pos x="1917" y="384"/>
                </a:cxn>
                <a:cxn ang="0">
                  <a:pos x="1867" y="178"/>
                </a:cxn>
                <a:cxn ang="0">
                  <a:pos x="1715" y="274"/>
                </a:cxn>
                <a:cxn ang="0">
                  <a:pos x="1692" y="341"/>
                </a:cxn>
                <a:cxn ang="0">
                  <a:pos x="1631" y="359"/>
                </a:cxn>
                <a:cxn ang="0">
                  <a:pos x="1571" y="328"/>
                </a:cxn>
                <a:cxn ang="0">
                  <a:pos x="1533" y="380"/>
                </a:cxn>
                <a:cxn ang="0">
                  <a:pos x="1525" y="428"/>
                </a:cxn>
                <a:cxn ang="0">
                  <a:pos x="1498" y="441"/>
                </a:cxn>
                <a:cxn ang="0">
                  <a:pos x="1449" y="399"/>
                </a:cxn>
                <a:cxn ang="0">
                  <a:pos x="1416" y="355"/>
                </a:cxn>
                <a:cxn ang="0">
                  <a:pos x="1420" y="315"/>
                </a:cxn>
                <a:cxn ang="0">
                  <a:pos x="1401" y="148"/>
                </a:cxn>
                <a:cxn ang="0">
                  <a:pos x="1355" y="69"/>
                </a:cxn>
                <a:cxn ang="0">
                  <a:pos x="1320" y="9"/>
                </a:cxn>
                <a:cxn ang="0">
                  <a:pos x="1285" y="2"/>
                </a:cxn>
                <a:cxn ang="0">
                  <a:pos x="1205" y="21"/>
                </a:cxn>
                <a:cxn ang="0">
                  <a:pos x="1167" y="90"/>
                </a:cxn>
                <a:cxn ang="0">
                  <a:pos x="1076" y="130"/>
                </a:cxn>
                <a:cxn ang="0">
                  <a:pos x="988" y="178"/>
                </a:cxn>
                <a:cxn ang="0">
                  <a:pos x="948" y="182"/>
                </a:cxn>
                <a:cxn ang="0">
                  <a:pos x="821" y="146"/>
                </a:cxn>
                <a:cxn ang="0">
                  <a:pos x="792" y="71"/>
                </a:cxn>
                <a:cxn ang="0">
                  <a:pos x="750" y="44"/>
                </a:cxn>
                <a:cxn ang="0">
                  <a:pos x="693" y="63"/>
                </a:cxn>
                <a:cxn ang="0">
                  <a:pos x="660" y="59"/>
                </a:cxn>
              </a:cxnLst>
              <a:rect l="0" t="0" r="r" b="b"/>
              <a:pathLst>
                <a:path w="2235" h="1522">
                  <a:moveTo>
                    <a:pt x="472" y="75"/>
                  </a:moveTo>
                  <a:lnTo>
                    <a:pt x="472" y="169"/>
                  </a:lnTo>
                  <a:lnTo>
                    <a:pt x="489" y="169"/>
                  </a:lnTo>
                  <a:lnTo>
                    <a:pt x="507" y="169"/>
                  </a:lnTo>
                  <a:lnTo>
                    <a:pt x="520" y="171"/>
                  </a:lnTo>
                  <a:lnTo>
                    <a:pt x="537" y="174"/>
                  </a:lnTo>
                  <a:lnTo>
                    <a:pt x="551" y="174"/>
                  </a:lnTo>
                  <a:lnTo>
                    <a:pt x="564" y="192"/>
                  </a:lnTo>
                  <a:lnTo>
                    <a:pt x="564" y="242"/>
                  </a:lnTo>
                  <a:lnTo>
                    <a:pt x="543" y="226"/>
                  </a:lnTo>
                  <a:lnTo>
                    <a:pt x="520" y="217"/>
                  </a:lnTo>
                  <a:lnTo>
                    <a:pt x="501" y="222"/>
                  </a:lnTo>
                  <a:lnTo>
                    <a:pt x="476" y="230"/>
                  </a:lnTo>
                  <a:lnTo>
                    <a:pt x="455" y="238"/>
                  </a:lnTo>
                  <a:lnTo>
                    <a:pt x="443" y="253"/>
                  </a:lnTo>
                  <a:lnTo>
                    <a:pt x="436" y="276"/>
                  </a:lnTo>
                  <a:lnTo>
                    <a:pt x="436" y="303"/>
                  </a:lnTo>
                  <a:lnTo>
                    <a:pt x="441" y="315"/>
                  </a:lnTo>
                  <a:lnTo>
                    <a:pt x="451" y="336"/>
                  </a:lnTo>
                  <a:lnTo>
                    <a:pt x="460" y="351"/>
                  </a:lnTo>
                  <a:lnTo>
                    <a:pt x="476" y="364"/>
                  </a:lnTo>
                  <a:lnTo>
                    <a:pt x="495" y="364"/>
                  </a:lnTo>
                  <a:lnTo>
                    <a:pt x="507" y="378"/>
                  </a:lnTo>
                  <a:lnTo>
                    <a:pt x="516" y="403"/>
                  </a:lnTo>
                  <a:lnTo>
                    <a:pt x="528" y="428"/>
                  </a:lnTo>
                  <a:lnTo>
                    <a:pt x="530" y="443"/>
                  </a:lnTo>
                  <a:lnTo>
                    <a:pt x="531" y="458"/>
                  </a:lnTo>
                  <a:lnTo>
                    <a:pt x="531" y="485"/>
                  </a:lnTo>
                  <a:lnTo>
                    <a:pt x="472" y="821"/>
                  </a:lnTo>
                  <a:lnTo>
                    <a:pt x="470" y="844"/>
                  </a:lnTo>
                  <a:lnTo>
                    <a:pt x="451" y="848"/>
                  </a:lnTo>
                  <a:lnTo>
                    <a:pt x="432" y="850"/>
                  </a:lnTo>
                  <a:lnTo>
                    <a:pt x="424" y="838"/>
                  </a:lnTo>
                  <a:lnTo>
                    <a:pt x="403" y="823"/>
                  </a:lnTo>
                  <a:lnTo>
                    <a:pt x="372" y="825"/>
                  </a:lnTo>
                  <a:lnTo>
                    <a:pt x="359" y="837"/>
                  </a:lnTo>
                  <a:lnTo>
                    <a:pt x="343" y="844"/>
                  </a:lnTo>
                  <a:lnTo>
                    <a:pt x="332" y="862"/>
                  </a:lnTo>
                  <a:lnTo>
                    <a:pt x="320" y="862"/>
                  </a:lnTo>
                  <a:lnTo>
                    <a:pt x="315" y="865"/>
                  </a:lnTo>
                  <a:lnTo>
                    <a:pt x="311" y="867"/>
                  </a:lnTo>
                  <a:lnTo>
                    <a:pt x="309" y="869"/>
                  </a:lnTo>
                  <a:lnTo>
                    <a:pt x="297" y="873"/>
                  </a:lnTo>
                  <a:lnTo>
                    <a:pt x="251" y="873"/>
                  </a:lnTo>
                  <a:lnTo>
                    <a:pt x="249" y="862"/>
                  </a:lnTo>
                  <a:lnTo>
                    <a:pt x="228" y="879"/>
                  </a:lnTo>
                  <a:lnTo>
                    <a:pt x="198" y="892"/>
                  </a:lnTo>
                  <a:lnTo>
                    <a:pt x="177" y="909"/>
                  </a:lnTo>
                  <a:lnTo>
                    <a:pt x="155" y="919"/>
                  </a:lnTo>
                  <a:lnTo>
                    <a:pt x="138" y="934"/>
                  </a:lnTo>
                  <a:lnTo>
                    <a:pt x="119" y="967"/>
                  </a:lnTo>
                  <a:lnTo>
                    <a:pt x="102" y="979"/>
                  </a:lnTo>
                  <a:lnTo>
                    <a:pt x="96" y="1013"/>
                  </a:lnTo>
                  <a:lnTo>
                    <a:pt x="84" y="1036"/>
                  </a:lnTo>
                  <a:lnTo>
                    <a:pt x="67" y="1057"/>
                  </a:lnTo>
                  <a:lnTo>
                    <a:pt x="69" y="1086"/>
                  </a:lnTo>
                  <a:lnTo>
                    <a:pt x="69" y="1115"/>
                  </a:lnTo>
                  <a:lnTo>
                    <a:pt x="67" y="1146"/>
                  </a:lnTo>
                  <a:lnTo>
                    <a:pt x="50" y="1153"/>
                  </a:lnTo>
                  <a:lnTo>
                    <a:pt x="31" y="1165"/>
                  </a:lnTo>
                  <a:lnTo>
                    <a:pt x="19" y="1188"/>
                  </a:lnTo>
                  <a:lnTo>
                    <a:pt x="8" y="1207"/>
                  </a:lnTo>
                  <a:lnTo>
                    <a:pt x="0" y="1230"/>
                  </a:lnTo>
                  <a:lnTo>
                    <a:pt x="10" y="1245"/>
                  </a:lnTo>
                  <a:lnTo>
                    <a:pt x="192" y="1295"/>
                  </a:lnTo>
                  <a:lnTo>
                    <a:pt x="240" y="1303"/>
                  </a:lnTo>
                  <a:lnTo>
                    <a:pt x="303" y="1307"/>
                  </a:lnTo>
                  <a:lnTo>
                    <a:pt x="376" y="1326"/>
                  </a:lnTo>
                  <a:lnTo>
                    <a:pt x="466" y="1353"/>
                  </a:lnTo>
                  <a:lnTo>
                    <a:pt x="549" y="1391"/>
                  </a:lnTo>
                  <a:lnTo>
                    <a:pt x="614" y="1426"/>
                  </a:lnTo>
                  <a:lnTo>
                    <a:pt x="706" y="1455"/>
                  </a:lnTo>
                  <a:lnTo>
                    <a:pt x="892" y="1522"/>
                  </a:lnTo>
                  <a:lnTo>
                    <a:pt x="898" y="1508"/>
                  </a:lnTo>
                  <a:lnTo>
                    <a:pt x="911" y="1497"/>
                  </a:lnTo>
                  <a:lnTo>
                    <a:pt x="927" y="1497"/>
                  </a:lnTo>
                  <a:lnTo>
                    <a:pt x="929" y="1478"/>
                  </a:lnTo>
                  <a:lnTo>
                    <a:pt x="950" y="1478"/>
                  </a:lnTo>
                  <a:lnTo>
                    <a:pt x="967" y="1474"/>
                  </a:lnTo>
                  <a:lnTo>
                    <a:pt x="973" y="1462"/>
                  </a:lnTo>
                  <a:lnTo>
                    <a:pt x="986" y="1466"/>
                  </a:lnTo>
                  <a:lnTo>
                    <a:pt x="1003" y="1472"/>
                  </a:lnTo>
                  <a:lnTo>
                    <a:pt x="1034" y="1468"/>
                  </a:lnTo>
                  <a:lnTo>
                    <a:pt x="1055" y="1466"/>
                  </a:lnTo>
                  <a:lnTo>
                    <a:pt x="1082" y="1462"/>
                  </a:lnTo>
                  <a:lnTo>
                    <a:pt x="1097" y="1474"/>
                  </a:lnTo>
                  <a:lnTo>
                    <a:pt x="1105" y="1456"/>
                  </a:lnTo>
                  <a:lnTo>
                    <a:pt x="1097" y="1443"/>
                  </a:lnTo>
                  <a:lnTo>
                    <a:pt x="1117" y="1437"/>
                  </a:lnTo>
                  <a:lnTo>
                    <a:pt x="1119" y="1414"/>
                  </a:lnTo>
                  <a:lnTo>
                    <a:pt x="1153" y="1407"/>
                  </a:lnTo>
                  <a:lnTo>
                    <a:pt x="1170" y="1393"/>
                  </a:lnTo>
                  <a:lnTo>
                    <a:pt x="1188" y="1387"/>
                  </a:lnTo>
                  <a:lnTo>
                    <a:pt x="1207" y="1378"/>
                  </a:lnTo>
                  <a:lnTo>
                    <a:pt x="1226" y="1355"/>
                  </a:lnTo>
                  <a:lnTo>
                    <a:pt x="1236" y="1318"/>
                  </a:lnTo>
                  <a:lnTo>
                    <a:pt x="1251" y="1297"/>
                  </a:lnTo>
                  <a:lnTo>
                    <a:pt x="1268" y="1297"/>
                  </a:lnTo>
                  <a:lnTo>
                    <a:pt x="1278" y="1282"/>
                  </a:lnTo>
                  <a:lnTo>
                    <a:pt x="1368" y="1280"/>
                  </a:lnTo>
                  <a:lnTo>
                    <a:pt x="1429" y="1345"/>
                  </a:lnTo>
                  <a:lnTo>
                    <a:pt x="1498" y="1366"/>
                  </a:lnTo>
                  <a:lnTo>
                    <a:pt x="1550" y="1368"/>
                  </a:lnTo>
                  <a:lnTo>
                    <a:pt x="1571" y="1378"/>
                  </a:lnTo>
                  <a:lnTo>
                    <a:pt x="1913" y="1372"/>
                  </a:lnTo>
                  <a:lnTo>
                    <a:pt x="1917" y="1341"/>
                  </a:lnTo>
                  <a:lnTo>
                    <a:pt x="1932" y="1336"/>
                  </a:lnTo>
                  <a:lnTo>
                    <a:pt x="1930" y="1305"/>
                  </a:lnTo>
                  <a:lnTo>
                    <a:pt x="1938" y="1272"/>
                  </a:lnTo>
                  <a:lnTo>
                    <a:pt x="1945" y="1251"/>
                  </a:lnTo>
                  <a:lnTo>
                    <a:pt x="1957" y="1222"/>
                  </a:lnTo>
                  <a:lnTo>
                    <a:pt x="1963" y="1188"/>
                  </a:lnTo>
                  <a:lnTo>
                    <a:pt x="1963" y="1188"/>
                  </a:lnTo>
                  <a:lnTo>
                    <a:pt x="1961" y="1182"/>
                  </a:lnTo>
                  <a:lnTo>
                    <a:pt x="1961" y="1159"/>
                  </a:lnTo>
                  <a:lnTo>
                    <a:pt x="1947" y="1149"/>
                  </a:lnTo>
                  <a:lnTo>
                    <a:pt x="1940" y="1126"/>
                  </a:lnTo>
                  <a:lnTo>
                    <a:pt x="1936" y="1105"/>
                  </a:lnTo>
                  <a:lnTo>
                    <a:pt x="2153" y="616"/>
                  </a:lnTo>
                  <a:lnTo>
                    <a:pt x="2206" y="558"/>
                  </a:lnTo>
                  <a:lnTo>
                    <a:pt x="2235" y="522"/>
                  </a:lnTo>
                  <a:lnTo>
                    <a:pt x="2216" y="516"/>
                  </a:lnTo>
                  <a:lnTo>
                    <a:pt x="2195" y="529"/>
                  </a:lnTo>
                  <a:lnTo>
                    <a:pt x="2180" y="533"/>
                  </a:lnTo>
                  <a:lnTo>
                    <a:pt x="2162" y="539"/>
                  </a:lnTo>
                  <a:lnTo>
                    <a:pt x="2147" y="541"/>
                  </a:lnTo>
                  <a:lnTo>
                    <a:pt x="2139" y="526"/>
                  </a:lnTo>
                  <a:lnTo>
                    <a:pt x="2124" y="514"/>
                  </a:lnTo>
                  <a:lnTo>
                    <a:pt x="2109" y="510"/>
                  </a:lnTo>
                  <a:lnTo>
                    <a:pt x="2089" y="510"/>
                  </a:lnTo>
                  <a:lnTo>
                    <a:pt x="2087" y="491"/>
                  </a:lnTo>
                  <a:lnTo>
                    <a:pt x="2080" y="468"/>
                  </a:lnTo>
                  <a:lnTo>
                    <a:pt x="2068" y="466"/>
                  </a:lnTo>
                  <a:lnTo>
                    <a:pt x="2047" y="468"/>
                  </a:lnTo>
                  <a:lnTo>
                    <a:pt x="2034" y="476"/>
                  </a:lnTo>
                  <a:lnTo>
                    <a:pt x="2016" y="474"/>
                  </a:lnTo>
                  <a:lnTo>
                    <a:pt x="1990" y="474"/>
                  </a:lnTo>
                  <a:lnTo>
                    <a:pt x="1965" y="474"/>
                  </a:lnTo>
                  <a:lnTo>
                    <a:pt x="1949" y="464"/>
                  </a:lnTo>
                  <a:lnTo>
                    <a:pt x="1932" y="451"/>
                  </a:lnTo>
                  <a:lnTo>
                    <a:pt x="1917" y="426"/>
                  </a:lnTo>
                  <a:lnTo>
                    <a:pt x="1922" y="410"/>
                  </a:lnTo>
                  <a:lnTo>
                    <a:pt x="1932" y="399"/>
                  </a:lnTo>
                  <a:lnTo>
                    <a:pt x="1917" y="384"/>
                  </a:lnTo>
                  <a:lnTo>
                    <a:pt x="1901" y="370"/>
                  </a:lnTo>
                  <a:lnTo>
                    <a:pt x="1892" y="349"/>
                  </a:lnTo>
                  <a:lnTo>
                    <a:pt x="1875" y="326"/>
                  </a:lnTo>
                  <a:lnTo>
                    <a:pt x="1867" y="178"/>
                  </a:lnTo>
                  <a:lnTo>
                    <a:pt x="1871" y="240"/>
                  </a:lnTo>
                  <a:lnTo>
                    <a:pt x="1725" y="244"/>
                  </a:lnTo>
                  <a:lnTo>
                    <a:pt x="1715" y="253"/>
                  </a:lnTo>
                  <a:lnTo>
                    <a:pt x="1715" y="274"/>
                  </a:lnTo>
                  <a:lnTo>
                    <a:pt x="1694" y="299"/>
                  </a:lnTo>
                  <a:lnTo>
                    <a:pt x="1681" y="320"/>
                  </a:lnTo>
                  <a:lnTo>
                    <a:pt x="1679" y="330"/>
                  </a:lnTo>
                  <a:lnTo>
                    <a:pt x="1692" y="341"/>
                  </a:lnTo>
                  <a:lnTo>
                    <a:pt x="1665" y="357"/>
                  </a:lnTo>
                  <a:lnTo>
                    <a:pt x="1652" y="368"/>
                  </a:lnTo>
                  <a:lnTo>
                    <a:pt x="1637" y="372"/>
                  </a:lnTo>
                  <a:lnTo>
                    <a:pt x="1631" y="359"/>
                  </a:lnTo>
                  <a:lnTo>
                    <a:pt x="1617" y="347"/>
                  </a:lnTo>
                  <a:lnTo>
                    <a:pt x="1608" y="334"/>
                  </a:lnTo>
                  <a:lnTo>
                    <a:pt x="1587" y="324"/>
                  </a:lnTo>
                  <a:lnTo>
                    <a:pt x="1571" y="328"/>
                  </a:lnTo>
                  <a:lnTo>
                    <a:pt x="1550" y="343"/>
                  </a:lnTo>
                  <a:lnTo>
                    <a:pt x="1531" y="349"/>
                  </a:lnTo>
                  <a:lnTo>
                    <a:pt x="1529" y="366"/>
                  </a:lnTo>
                  <a:lnTo>
                    <a:pt x="1533" y="380"/>
                  </a:lnTo>
                  <a:lnTo>
                    <a:pt x="1533" y="393"/>
                  </a:lnTo>
                  <a:lnTo>
                    <a:pt x="1520" y="407"/>
                  </a:lnTo>
                  <a:lnTo>
                    <a:pt x="1533" y="422"/>
                  </a:lnTo>
                  <a:lnTo>
                    <a:pt x="1525" y="428"/>
                  </a:lnTo>
                  <a:lnTo>
                    <a:pt x="1525" y="443"/>
                  </a:lnTo>
                  <a:lnTo>
                    <a:pt x="1523" y="457"/>
                  </a:lnTo>
                  <a:lnTo>
                    <a:pt x="1510" y="443"/>
                  </a:lnTo>
                  <a:lnTo>
                    <a:pt x="1498" y="441"/>
                  </a:lnTo>
                  <a:lnTo>
                    <a:pt x="1489" y="430"/>
                  </a:lnTo>
                  <a:lnTo>
                    <a:pt x="1477" y="418"/>
                  </a:lnTo>
                  <a:lnTo>
                    <a:pt x="1458" y="409"/>
                  </a:lnTo>
                  <a:lnTo>
                    <a:pt x="1449" y="399"/>
                  </a:lnTo>
                  <a:lnTo>
                    <a:pt x="1439" y="393"/>
                  </a:lnTo>
                  <a:lnTo>
                    <a:pt x="1429" y="386"/>
                  </a:lnTo>
                  <a:lnTo>
                    <a:pt x="1412" y="368"/>
                  </a:lnTo>
                  <a:lnTo>
                    <a:pt x="1416" y="355"/>
                  </a:lnTo>
                  <a:lnTo>
                    <a:pt x="1424" y="349"/>
                  </a:lnTo>
                  <a:lnTo>
                    <a:pt x="1424" y="336"/>
                  </a:lnTo>
                  <a:lnTo>
                    <a:pt x="1420" y="328"/>
                  </a:lnTo>
                  <a:lnTo>
                    <a:pt x="1420" y="315"/>
                  </a:lnTo>
                  <a:lnTo>
                    <a:pt x="1418" y="295"/>
                  </a:lnTo>
                  <a:lnTo>
                    <a:pt x="1416" y="180"/>
                  </a:lnTo>
                  <a:lnTo>
                    <a:pt x="1412" y="169"/>
                  </a:lnTo>
                  <a:lnTo>
                    <a:pt x="1401" y="148"/>
                  </a:lnTo>
                  <a:lnTo>
                    <a:pt x="1383" y="123"/>
                  </a:lnTo>
                  <a:lnTo>
                    <a:pt x="1368" y="98"/>
                  </a:lnTo>
                  <a:lnTo>
                    <a:pt x="1364" y="82"/>
                  </a:lnTo>
                  <a:lnTo>
                    <a:pt x="1355" y="69"/>
                  </a:lnTo>
                  <a:lnTo>
                    <a:pt x="1353" y="50"/>
                  </a:lnTo>
                  <a:lnTo>
                    <a:pt x="1347" y="34"/>
                  </a:lnTo>
                  <a:lnTo>
                    <a:pt x="1337" y="15"/>
                  </a:lnTo>
                  <a:lnTo>
                    <a:pt x="1320" y="9"/>
                  </a:lnTo>
                  <a:lnTo>
                    <a:pt x="1305" y="6"/>
                  </a:lnTo>
                  <a:lnTo>
                    <a:pt x="1287" y="2"/>
                  </a:lnTo>
                  <a:lnTo>
                    <a:pt x="1287" y="0"/>
                  </a:lnTo>
                  <a:lnTo>
                    <a:pt x="1285" y="2"/>
                  </a:lnTo>
                  <a:lnTo>
                    <a:pt x="1268" y="4"/>
                  </a:lnTo>
                  <a:lnTo>
                    <a:pt x="1257" y="11"/>
                  </a:lnTo>
                  <a:lnTo>
                    <a:pt x="1243" y="21"/>
                  </a:lnTo>
                  <a:lnTo>
                    <a:pt x="1205" y="21"/>
                  </a:lnTo>
                  <a:lnTo>
                    <a:pt x="1207" y="40"/>
                  </a:lnTo>
                  <a:lnTo>
                    <a:pt x="1203" y="59"/>
                  </a:lnTo>
                  <a:lnTo>
                    <a:pt x="1184" y="82"/>
                  </a:lnTo>
                  <a:lnTo>
                    <a:pt x="1167" y="90"/>
                  </a:lnTo>
                  <a:lnTo>
                    <a:pt x="1144" y="98"/>
                  </a:lnTo>
                  <a:lnTo>
                    <a:pt x="1122" y="113"/>
                  </a:lnTo>
                  <a:lnTo>
                    <a:pt x="1103" y="125"/>
                  </a:lnTo>
                  <a:lnTo>
                    <a:pt x="1076" y="130"/>
                  </a:lnTo>
                  <a:lnTo>
                    <a:pt x="1067" y="146"/>
                  </a:lnTo>
                  <a:lnTo>
                    <a:pt x="1034" y="165"/>
                  </a:lnTo>
                  <a:lnTo>
                    <a:pt x="998" y="190"/>
                  </a:lnTo>
                  <a:lnTo>
                    <a:pt x="988" y="178"/>
                  </a:lnTo>
                  <a:lnTo>
                    <a:pt x="992" y="161"/>
                  </a:lnTo>
                  <a:lnTo>
                    <a:pt x="971" y="153"/>
                  </a:lnTo>
                  <a:lnTo>
                    <a:pt x="952" y="167"/>
                  </a:lnTo>
                  <a:lnTo>
                    <a:pt x="948" y="182"/>
                  </a:lnTo>
                  <a:lnTo>
                    <a:pt x="919" y="190"/>
                  </a:lnTo>
                  <a:lnTo>
                    <a:pt x="894" y="169"/>
                  </a:lnTo>
                  <a:lnTo>
                    <a:pt x="850" y="138"/>
                  </a:lnTo>
                  <a:lnTo>
                    <a:pt x="821" y="146"/>
                  </a:lnTo>
                  <a:lnTo>
                    <a:pt x="810" y="132"/>
                  </a:lnTo>
                  <a:lnTo>
                    <a:pt x="810" y="113"/>
                  </a:lnTo>
                  <a:lnTo>
                    <a:pt x="810" y="94"/>
                  </a:lnTo>
                  <a:lnTo>
                    <a:pt x="792" y="71"/>
                  </a:lnTo>
                  <a:lnTo>
                    <a:pt x="794" y="57"/>
                  </a:lnTo>
                  <a:lnTo>
                    <a:pt x="777" y="38"/>
                  </a:lnTo>
                  <a:lnTo>
                    <a:pt x="758" y="29"/>
                  </a:lnTo>
                  <a:lnTo>
                    <a:pt x="750" y="44"/>
                  </a:lnTo>
                  <a:lnTo>
                    <a:pt x="741" y="63"/>
                  </a:lnTo>
                  <a:lnTo>
                    <a:pt x="725" y="73"/>
                  </a:lnTo>
                  <a:lnTo>
                    <a:pt x="708" y="80"/>
                  </a:lnTo>
                  <a:lnTo>
                    <a:pt x="693" y="63"/>
                  </a:lnTo>
                  <a:lnTo>
                    <a:pt x="687" y="48"/>
                  </a:lnTo>
                  <a:lnTo>
                    <a:pt x="672" y="34"/>
                  </a:lnTo>
                  <a:lnTo>
                    <a:pt x="664" y="52"/>
                  </a:lnTo>
                  <a:lnTo>
                    <a:pt x="660" y="59"/>
                  </a:lnTo>
                  <a:lnTo>
                    <a:pt x="662" y="73"/>
                  </a:lnTo>
                  <a:lnTo>
                    <a:pt x="472" y="75"/>
                  </a:lnTo>
                  <a:close/>
                </a:path>
              </a:pathLst>
            </a:custGeom>
            <a:grpFill/>
            <a:ln w="6350" cmpd="sng">
              <a:solidFill>
                <a:schemeClr val="bg1"/>
              </a:solidFill>
              <a:round/>
              <a:headEnd/>
              <a:tailEnd/>
            </a:ln>
          </p:spPr>
          <p:txBody>
            <a:bodyPr/>
            <a:lstStyle/>
            <a:p>
              <a:endParaRPr lang="pt-BR"/>
            </a:p>
          </p:txBody>
        </p:sp>
        <p:sp>
          <p:nvSpPr>
            <p:cNvPr id="41" name="Freeform 22">
              <a:extLst>
                <a:ext uri="{FF2B5EF4-FFF2-40B4-BE49-F238E27FC236}">
                  <a16:creationId xmlns:a16="http://schemas.microsoft.com/office/drawing/2014/main" id="{F59E75A6-ECF1-EAB0-5237-E0C30AE9CDA7}"/>
                </a:ext>
              </a:extLst>
            </p:cNvPr>
            <p:cNvSpPr>
              <a:spLocks noChangeAspect="1"/>
            </p:cNvSpPr>
            <p:nvPr/>
          </p:nvSpPr>
          <p:spPr bwMode="auto">
            <a:xfrm>
              <a:off x="731838" y="3736281"/>
              <a:ext cx="631856" cy="312868"/>
            </a:xfrm>
            <a:custGeom>
              <a:avLst/>
              <a:gdLst/>
              <a:ahLst/>
              <a:cxnLst>
                <a:cxn ang="0">
                  <a:pos x="191" y="273"/>
                </a:cxn>
                <a:cxn ang="0">
                  <a:pos x="205" y="302"/>
                </a:cxn>
                <a:cxn ang="0">
                  <a:pos x="224" y="327"/>
                </a:cxn>
                <a:cxn ang="0">
                  <a:pos x="297" y="329"/>
                </a:cxn>
                <a:cxn ang="0">
                  <a:pos x="404" y="261"/>
                </a:cxn>
                <a:cxn ang="0">
                  <a:pos x="433" y="275"/>
                </a:cxn>
                <a:cxn ang="0">
                  <a:pos x="426" y="444"/>
                </a:cxn>
                <a:cxn ang="0">
                  <a:pos x="483" y="453"/>
                </a:cxn>
                <a:cxn ang="0">
                  <a:pos x="525" y="434"/>
                </a:cxn>
                <a:cxn ang="0">
                  <a:pos x="556" y="430"/>
                </a:cxn>
                <a:cxn ang="0">
                  <a:pos x="650" y="432"/>
                </a:cxn>
                <a:cxn ang="0">
                  <a:pos x="681" y="436"/>
                </a:cxn>
                <a:cxn ang="0">
                  <a:pos x="713" y="448"/>
                </a:cxn>
                <a:cxn ang="0">
                  <a:pos x="731" y="419"/>
                </a:cxn>
                <a:cxn ang="0">
                  <a:pos x="756" y="400"/>
                </a:cxn>
                <a:cxn ang="0">
                  <a:pos x="782" y="390"/>
                </a:cxn>
                <a:cxn ang="0">
                  <a:pos x="807" y="401"/>
                </a:cxn>
                <a:cxn ang="0">
                  <a:pos x="851" y="375"/>
                </a:cxn>
                <a:cxn ang="0">
                  <a:pos x="876" y="340"/>
                </a:cxn>
                <a:cxn ang="0">
                  <a:pos x="907" y="307"/>
                </a:cxn>
                <a:cxn ang="0">
                  <a:pos x="911" y="284"/>
                </a:cxn>
                <a:cxn ang="0">
                  <a:pos x="905" y="277"/>
                </a:cxn>
                <a:cxn ang="0">
                  <a:pos x="627" y="181"/>
                </a:cxn>
                <a:cxn ang="0">
                  <a:pos x="479" y="108"/>
                </a:cxn>
                <a:cxn ang="0">
                  <a:pos x="316" y="62"/>
                </a:cxn>
                <a:cxn ang="0">
                  <a:pos x="205" y="50"/>
                </a:cxn>
                <a:cxn ang="0">
                  <a:pos x="21" y="0"/>
                </a:cxn>
                <a:cxn ang="0">
                  <a:pos x="23" y="10"/>
                </a:cxn>
                <a:cxn ang="0">
                  <a:pos x="0" y="31"/>
                </a:cxn>
                <a:cxn ang="0">
                  <a:pos x="3" y="69"/>
                </a:cxn>
                <a:cxn ang="0">
                  <a:pos x="17" y="87"/>
                </a:cxn>
                <a:cxn ang="0">
                  <a:pos x="28" y="114"/>
                </a:cxn>
                <a:cxn ang="0">
                  <a:pos x="65" y="146"/>
                </a:cxn>
                <a:cxn ang="0">
                  <a:pos x="101" y="169"/>
                </a:cxn>
                <a:cxn ang="0">
                  <a:pos x="117" y="217"/>
                </a:cxn>
                <a:cxn ang="0">
                  <a:pos x="101" y="254"/>
                </a:cxn>
              </a:cxnLst>
              <a:rect l="0" t="0" r="r" b="b"/>
              <a:pathLst>
                <a:path w="915" h="453">
                  <a:moveTo>
                    <a:pt x="99" y="269"/>
                  </a:moveTo>
                  <a:lnTo>
                    <a:pt x="191" y="273"/>
                  </a:lnTo>
                  <a:lnTo>
                    <a:pt x="199" y="284"/>
                  </a:lnTo>
                  <a:lnTo>
                    <a:pt x="205" y="302"/>
                  </a:lnTo>
                  <a:lnTo>
                    <a:pt x="224" y="307"/>
                  </a:lnTo>
                  <a:lnTo>
                    <a:pt x="224" y="327"/>
                  </a:lnTo>
                  <a:lnTo>
                    <a:pt x="270" y="334"/>
                  </a:lnTo>
                  <a:lnTo>
                    <a:pt x="297" y="329"/>
                  </a:lnTo>
                  <a:lnTo>
                    <a:pt x="339" y="325"/>
                  </a:lnTo>
                  <a:lnTo>
                    <a:pt x="404" y="261"/>
                  </a:lnTo>
                  <a:lnTo>
                    <a:pt x="422" y="256"/>
                  </a:lnTo>
                  <a:lnTo>
                    <a:pt x="433" y="275"/>
                  </a:lnTo>
                  <a:lnTo>
                    <a:pt x="427" y="290"/>
                  </a:lnTo>
                  <a:lnTo>
                    <a:pt x="426" y="444"/>
                  </a:lnTo>
                  <a:lnTo>
                    <a:pt x="470" y="444"/>
                  </a:lnTo>
                  <a:lnTo>
                    <a:pt x="483" y="453"/>
                  </a:lnTo>
                  <a:lnTo>
                    <a:pt x="498" y="449"/>
                  </a:lnTo>
                  <a:lnTo>
                    <a:pt x="525" y="434"/>
                  </a:lnTo>
                  <a:lnTo>
                    <a:pt x="543" y="423"/>
                  </a:lnTo>
                  <a:lnTo>
                    <a:pt x="556" y="430"/>
                  </a:lnTo>
                  <a:lnTo>
                    <a:pt x="568" y="436"/>
                  </a:lnTo>
                  <a:lnTo>
                    <a:pt x="650" y="432"/>
                  </a:lnTo>
                  <a:lnTo>
                    <a:pt x="665" y="424"/>
                  </a:lnTo>
                  <a:lnTo>
                    <a:pt x="681" y="436"/>
                  </a:lnTo>
                  <a:lnTo>
                    <a:pt x="690" y="448"/>
                  </a:lnTo>
                  <a:lnTo>
                    <a:pt x="713" y="448"/>
                  </a:lnTo>
                  <a:lnTo>
                    <a:pt x="717" y="432"/>
                  </a:lnTo>
                  <a:lnTo>
                    <a:pt x="731" y="419"/>
                  </a:lnTo>
                  <a:lnTo>
                    <a:pt x="738" y="403"/>
                  </a:lnTo>
                  <a:lnTo>
                    <a:pt x="756" y="400"/>
                  </a:lnTo>
                  <a:lnTo>
                    <a:pt x="769" y="390"/>
                  </a:lnTo>
                  <a:lnTo>
                    <a:pt x="782" y="390"/>
                  </a:lnTo>
                  <a:lnTo>
                    <a:pt x="798" y="403"/>
                  </a:lnTo>
                  <a:lnTo>
                    <a:pt x="807" y="401"/>
                  </a:lnTo>
                  <a:lnTo>
                    <a:pt x="832" y="375"/>
                  </a:lnTo>
                  <a:lnTo>
                    <a:pt x="851" y="375"/>
                  </a:lnTo>
                  <a:lnTo>
                    <a:pt x="863" y="363"/>
                  </a:lnTo>
                  <a:lnTo>
                    <a:pt x="876" y="340"/>
                  </a:lnTo>
                  <a:lnTo>
                    <a:pt x="890" y="329"/>
                  </a:lnTo>
                  <a:lnTo>
                    <a:pt x="907" y="307"/>
                  </a:lnTo>
                  <a:lnTo>
                    <a:pt x="915" y="294"/>
                  </a:lnTo>
                  <a:lnTo>
                    <a:pt x="911" y="284"/>
                  </a:lnTo>
                  <a:lnTo>
                    <a:pt x="905" y="277"/>
                  </a:lnTo>
                  <a:lnTo>
                    <a:pt x="905" y="277"/>
                  </a:lnTo>
                  <a:lnTo>
                    <a:pt x="719" y="210"/>
                  </a:lnTo>
                  <a:lnTo>
                    <a:pt x="627" y="181"/>
                  </a:lnTo>
                  <a:lnTo>
                    <a:pt x="562" y="146"/>
                  </a:lnTo>
                  <a:lnTo>
                    <a:pt x="479" y="108"/>
                  </a:lnTo>
                  <a:lnTo>
                    <a:pt x="389" y="81"/>
                  </a:lnTo>
                  <a:lnTo>
                    <a:pt x="316" y="62"/>
                  </a:lnTo>
                  <a:lnTo>
                    <a:pt x="253" y="58"/>
                  </a:lnTo>
                  <a:lnTo>
                    <a:pt x="205" y="50"/>
                  </a:lnTo>
                  <a:lnTo>
                    <a:pt x="23" y="0"/>
                  </a:lnTo>
                  <a:lnTo>
                    <a:pt x="21" y="0"/>
                  </a:lnTo>
                  <a:lnTo>
                    <a:pt x="21" y="0"/>
                  </a:lnTo>
                  <a:lnTo>
                    <a:pt x="23" y="10"/>
                  </a:lnTo>
                  <a:lnTo>
                    <a:pt x="11" y="20"/>
                  </a:lnTo>
                  <a:lnTo>
                    <a:pt x="0" y="31"/>
                  </a:lnTo>
                  <a:lnTo>
                    <a:pt x="3" y="48"/>
                  </a:lnTo>
                  <a:lnTo>
                    <a:pt x="3" y="69"/>
                  </a:lnTo>
                  <a:lnTo>
                    <a:pt x="15" y="71"/>
                  </a:lnTo>
                  <a:lnTo>
                    <a:pt x="17" y="87"/>
                  </a:lnTo>
                  <a:lnTo>
                    <a:pt x="15" y="102"/>
                  </a:lnTo>
                  <a:lnTo>
                    <a:pt x="28" y="114"/>
                  </a:lnTo>
                  <a:lnTo>
                    <a:pt x="46" y="133"/>
                  </a:lnTo>
                  <a:lnTo>
                    <a:pt x="65" y="146"/>
                  </a:lnTo>
                  <a:lnTo>
                    <a:pt x="76" y="165"/>
                  </a:lnTo>
                  <a:lnTo>
                    <a:pt x="101" y="169"/>
                  </a:lnTo>
                  <a:lnTo>
                    <a:pt x="101" y="192"/>
                  </a:lnTo>
                  <a:lnTo>
                    <a:pt x="117" y="217"/>
                  </a:lnTo>
                  <a:lnTo>
                    <a:pt x="122" y="233"/>
                  </a:lnTo>
                  <a:lnTo>
                    <a:pt x="101" y="254"/>
                  </a:lnTo>
                  <a:lnTo>
                    <a:pt x="99" y="269"/>
                  </a:lnTo>
                  <a:close/>
                </a:path>
              </a:pathLst>
            </a:custGeom>
            <a:grpFill/>
            <a:ln w="6350" cmpd="sng">
              <a:solidFill>
                <a:schemeClr val="bg1"/>
              </a:solidFill>
              <a:round/>
              <a:headEnd/>
              <a:tailEnd/>
            </a:ln>
          </p:spPr>
          <p:txBody>
            <a:bodyPr/>
            <a:lstStyle/>
            <a:p>
              <a:endParaRPr lang="pt-BR"/>
            </a:p>
          </p:txBody>
        </p:sp>
        <p:sp>
          <p:nvSpPr>
            <p:cNvPr id="42" name="Freeform 23">
              <a:extLst>
                <a:ext uri="{FF2B5EF4-FFF2-40B4-BE49-F238E27FC236}">
                  <a16:creationId xmlns:a16="http://schemas.microsoft.com/office/drawing/2014/main" id="{D2E08143-B0A2-4085-486B-C1EB82C93B15}"/>
                </a:ext>
              </a:extLst>
            </p:cNvPr>
            <p:cNvSpPr>
              <a:spLocks noChangeAspect="1"/>
            </p:cNvSpPr>
            <p:nvPr/>
          </p:nvSpPr>
          <p:spPr bwMode="auto">
            <a:xfrm>
              <a:off x="1356805" y="3760878"/>
              <a:ext cx="587567" cy="501769"/>
            </a:xfrm>
            <a:custGeom>
              <a:avLst/>
              <a:gdLst/>
              <a:ahLst/>
              <a:cxnLst>
                <a:cxn ang="0">
                  <a:pos x="284" y="547"/>
                </a:cxn>
                <a:cxn ang="0">
                  <a:pos x="225" y="516"/>
                </a:cxn>
                <a:cxn ang="0">
                  <a:pos x="200" y="468"/>
                </a:cxn>
                <a:cxn ang="0">
                  <a:pos x="167" y="365"/>
                </a:cxn>
                <a:cxn ang="0">
                  <a:pos x="163" y="313"/>
                </a:cxn>
                <a:cxn ang="0">
                  <a:pos x="173" y="234"/>
                </a:cxn>
                <a:cxn ang="0">
                  <a:pos x="152" y="223"/>
                </a:cxn>
                <a:cxn ang="0">
                  <a:pos x="125" y="223"/>
                </a:cxn>
                <a:cxn ang="0">
                  <a:pos x="79" y="236"/>
                </a:cxn>
                <a:cxn ang="0">
                  <a:pos x="35" y="246"/>
                </a:cxn>
                <a:cxn ang="0">
                  <a:pos x="6" y="249"/>
                </a:cxn>
                <a:cxn ang="0">
                  <a:pos x="19" y="217"/>
                </a:cxn>
                <a:cxn ang="0">
                  <a:pos x="58" y="198"/>
                </a:cxn>
                <a:cxn ang="0">
                  <a:pos x="94" y="186"/>
                </a:cxn>
                <a:cxn ang="0">
                  <a:pos x="163" y="186"/>
                </a:cxn>
                <a:cxn ang="0">
                  <a:pos x="213" y="176"/>
                </a:cxn>
                <a:cxn ang="0">
                  <a:pos x="227" y="134"/>
                </a:cxn>
                <a:cxn ang="0">
                  <a:pos x="296" y="107"/>
                </a:cxn>
                <a:cxn ang="0">
                  <a:pos x="344" y="38"/>
                </a:cxn>
                <a:cxn ang="0">
                  <a:pos x="386" y="2"/>
                </a:cxn>
                <a:cxn ang="0">
                  <a:pos x="606" y="86"/>
                </a:cxn>
                <a:cxn ang="0">
                  <a:pos x="674" y="102"/>
                </a:cxn>
                <a:cxn ang="0">
                  <a:pos x="656" y="132"/>
                </a:cxn>
                <a:cxn ang="0">
                  <a:pos x="677" y="163"/>
                </a:cxn>
                <a:cxn ang="0">
                  <a:pos x="683" y="211"/>
                </a:cxn>
                <a:cxn ang="0">
                  <a:pos x="664" y="251"/>
                </a:cxn>
                <a:cxn ang="0">
                  <a:pos x="654" y="297"/>
                </a:cxn>
                <a:cxn ang="0">
                  <a:pos x="700" y="345"/>
                </a:cxn>
                <a:cxn ang="0">
                  <a:pos x="743" y="374"/>
                </a:cxn>
                <a:cxn ang="0">
                  <a:pos x="775" y="357"/>
                </a:cxn>
                <a:cxn ang="0">
                  <a:pos x="816" y="395"/>
                </a:cxn>
                <a:cxn ang="0">
                  <a:pos x="848" y="413"/>
                </a:cxn>
                <a:cxn ang="0">
                  <a:pos x="833" y="449"/>
                </a:cxn>
                <a:cxn ang="0">
                  <a:pos x="850" y="493"/>
                </a:cxn>
                <a:cxn ang="0">
                  <a:pos x="842" y="539"/>
                </a:cxn>
                <a:cxn ang="0">
                  <a:pos x="831" y="583"/>
                </a:cxn>
                <a:cxn ang="0">
                  <a:pos x="818" y="627"/>
                </a:cxn>
                <a:cxn ang="0">
                  <a:pos x="800" y="668"/>
                </a:cxn>
                <a:cxn ang="0">
                  <a:pos x="768" y="702"/>
                </a:cxn>
                <a:cxn ang="0">
                  <a:pos x="745" y="714"/>
                </a:cxn>
                <a:cxn ang="0">
                  <a:pos x="704" y="695"/>
                </a:cxn>
                <a:cxn ang="0">
                  <a:pos x="595" y="672"/>
                </a:cxn>
                <a:cxn ang="0">
                  <a:pos x="553" y="643"/>
                </a:cxn>
                <a:cxn ang="0">
                  <a:pos x="522" y="622"/>
                </a:cxn>
                <a:cxn ang="0">
                  <a:pos x="488" y="610"/>
                </a:cxn>
                <a:cxn ang="0">
                  <a:pos x="451" y="581"/>
                </a:cxn>
                <a:cxn ang="0">
                  <a:pos x="420" y="589"/>
                </a:cxn>
                <a:cxn ang="0">
                  <a:pos x="392" y="562"/>
                </a:cxn>
                <a:cxn ang="0">
                  <a:pos x="353" y="568"/>
                </a:cxn>
              </a:cxnLst>
              <a:rect l="0" t="0" r="r" b="b"/>
              <a:pathLst>
                <a:path w="850" h="727">
                  <a:moveTo>
                    <a:pt x="309" y="576"/>
                  </a:moveTo>
                  <a:lnTo>
                    <a:pt x="294" y="564"/>
                  </a:lnTo>
                  <a:lnTo>
                    <a:pt x="284" y="547"/>
                  </a:lnTo>
                  <a:lnTo>
                    <a:pt x="269" y="539"/>
                  </a:lnTo>
                  <a:lnTo>
                    <a:pt x="257" y="524"/>
                  </a:lnTo>
                  <a:lnTo>
                    <a:pt x="225" y="516"/>
                  </a:lnTo>
                  <a:lnTo>
                    <a:pt x="219" y="501"/>
                  </a:lnTo>
                  <a:lnTo>
                    <a:pt x="198" y="480"/>
                  </a:lnTo>
                  <a:lnTo>
                    <a:pt x="200" y="468"/>
                  </a:lnTo>
                  <a:lnTo>
                    <a:pt x="179" y="449"/>
                  </a:lnTo>
                  <a:lnTo>
                    <a:pt x="179" y="378"/>
                  </a:lnTo>
                  <a:lnTo>
                    <a:pt x="167" y="365"/>
                  </a:lnTo>
                  <a:lnTo>
                    <a:pt x="165" y="336"/>
                  </a:lnTo>
                  <a:lnTo>
                    <a:pt x="154" y="326"/>
                  </a:lnTo>
                  <a:lnTo>
                    <a:pt x="163" y="313"/>
                  </a:lnTo>
                  <a:lnTo>
                    <a:pt x="175" y="297"/>
                  </a:lnTo>
                  <a:lnTo>
                    <a:pt x="171" y="251"/>
                  </a:lnTo>
                  <a:lnTo>
                    <a:pt x="173" y="234"/>
                  </a:lnTo>
                  <a:lnTo>
                    <a:pt x="177" y="223"/>
                  </a:lnTo>
                  <a:lnTo>
                    <a:pt x="163" y="213"/>
                  </a:lnTo>
                  <a:lnTo>
                    <a:pt x="152" y="223"/>
                  </a:lnTo>
                  <a:lnTo>
                    <a:pt x="150" y="236"/>
                  </a:lnTo>
                  <a:lnTo>
                    <a:pt x="136" y="236"/>
                  </a:lnTo>
                  <a:lnTo>
                    <a:pt x="125" y="223"/>
                  </a:lnTo>
                  <a:lnTo>
                    <a:pt x="113" y="230"/>
                  </a:lnTo>
                  <a:lnTo>
                    <a:pt x="94" y="230"/>
                  </a:lnTo>
                  <a:lnTo>
                    <a:pt x="79" y="236"/>
                  </a:lnTo>
                  <a:lnTo>
                    <a:pt x="60" y="236"/>
                  </a:lnTo>
                  <a:lnTo>
                    <a:pt x="50" y="246"/>
                  </a:lnTo>
                  <a:lnTo>
                    <a:pt x="35" y="246"/>
                  </a:lnTo>
                  <a:lnTo>
                    <a:pt x="25" y="257"/>
                  </a:lnTo>
                  <a:lnTo>
                    <a:pt x="10" y="257"/>
                  </a:lnTo>
                  <a:lnTo>
                    <a:pt x="6" y="249"/>
                  </a:lnTo>
                  <a:lnTo>
                    <a:pt x="0" y="242"/>
                  </a:lnTo>
                  <a:lnTo>
                    <a:pt x="6" y="228"/>
                  </a:lnTo>
                  <a:lnTo>
                    <a:pt x="19" y="217"/>
                  </a:lnTo>
                  <a:lnTo>
                    <a:pt x="35" y="217"/>
                  </a:lnTo>
                  <a:lnTo>
                    <a:pt x="37" y="198"/>
                  </a:lnTo>
                  <a:lnTo>
                    <a:pt x="58" y="198"/>
                  </a:lnTo>
                  <a:lnTo>
                    <a:pt x="75" y="194"/>
                  </a:lnTo>
                  <a:lnTo>
                    <a:pt x="81" y="182"/>
                  </a:lnTo>
                  <a:lnTo>
                    <a:pt x="94" y="186"/>
                  </a:lnTo>
                  <a:lnTo>
                    <a:pt x="111" y="192"/>
                  </a:lnTo>
                  <a:lnTo>
                    <a:pt x="142" y="188"/>
                  </a:lnTo>
                  <a:lnTo>
                    <a:pt x="163" y="186"/>
                  </a:lnTo>
                  <a:lnTo>
                    <a:pt x="190" y="182"/>
                  </a:lnTo>
                  <a:lnTo>
                    <a:pt x="205" y="194"/>
                  </a:lnTo>
                  <a:lnTo>
                    <a:pt x="213" y="176"/>
                  </a:lnTo>
                  <a:lnTo>
                    <a:pt x="205" y="163"/>
                  </a:lnTo>
                  <a:lnTo>
                    <a:pt x="225" y="157"/>
                  </a:lnTo>
                  <a:lnTo>
                    <a:pt x="227" y="134"/>
                  </a:lnTo>
                  <a:lnTo>
                    <a:pt x="261" y="127"/>
                  </a:lnTo>
                  <a:lnTo>
                    <a:pt x="278" y="113"/>
                  </a:lnTo>
                  <a:lnTo>
                    <a:pt x="296" y="107"/>
                  </a:lnTo>
                  <a:lnTo>
                    <a:pt x="315" y="98"/>
                  </a:lnTo>
                  <a:lnTo>
                    <a:pt x="334" y="75"/>
                  </a:lnTo>
                  <a:lnTo>
                    <a:pt x="344" y="38"/>
                  </a:lnTo>
                  <a:lnTo>
                    <a:pt x="359" y="17"/>
                  </a:lnTo>
                  <a:lnTo>
                    <a:pt x="376" y="17"/>
                  </a:lnTo>
                  <a:lnTo>
                    <a:pt x="386" y="2"/>
                  </a:lnTo>
                  <a:lnTo>
                    <a:pt x="476" y="0"/>
                  </a:lnTo>
                  <a:lnTo>
                    <a:pt x="537" y="65"/>
                  </a:lnTo>
                  <a:lnTo>
                    <a:pt x="606" y="86"/>
                  </a:lnTo>
                  <a:lnTo>
                    <a:pt x="658" y="88"/>
                  </a:lnTo>
                  <a:lnTo>
                    <a:pt x="676" y="96"/>
                  </a:lnTo>
                  <a:lnTo>
                    <a:pt x="674" y="102"/>
                  </a:lnTo>
                  <a:lnTo>
                    <a:pt x="674" y="113"/>
                  </a:lnTo>
                  <a:lnTo>
                    <a:pt x="664" y="121"/>
                  </a:lnTo>
                  <a:lnTo>
                    <a:pt x="656" y="132"/>
                  </a:lnTo>
                  <a:lnTo>
                    <a:pt x="660" y="142"/>
                  </a:lnTo>
                  <a:lnTo>
                    <a:pt x="668" y="152"/>
                  </a:lnTo>
                  <a:lnTo>
                    <a:pt x="677" y="163"/>
                  </a:lnTo>
                  <a:lnTo>
                    <a:pt x="677" y="180"/>
                  </a:lnTo>
                  <a:lnTo>
                    <a:pt x="683" y="190"/>
                  </a:lnTo>
                  <a:lnTo>
                    <a:pt x="683" y="211"/>
                  </a:lnTo>
                  <a:lnTo>
                    <a:pt x="677" y="224"/>
                  </a:lnTo>
                  <a:lnTo>
                    <a:pt x="668" y="238"/>
                  </a:lnTo>
                  <a:lnTo>
                    <a:pt x="664" y="251"/>
                  </a:lnTo>
                  <a:lnTo>
                    <a:pt x="656" y="265"/>
                  </a:lnTo>
                  <a:lnTo>
                    <a:pt x="654" y="278"/>
                  </a:lnTo>
                  <a:lnTo>
                    <a:pt x="654" y="297"/>
                  </a:lnTo>
                  <a:lnTo>
                    <a:pt x="662" y="313"/>
                  </a:lnTo>
                  <a:lnTo>
                    <a:pt x="681" y="328"/>
                  </a:lnTo>
                  <a:lnTo>
                    <a:pt x="700" y="345"/>
                  </a:lnTo>
                  <a:lnTo>
                    <a:pt x="714" y="359"/>
                  </a:lnTo>
                  <a:lnTo>
                    <a:pt x="729" y="370"/>
                  </a:lnTo>
                  <a:lnTo>
                    <a:pt x="743" y="374"/>
                  </a:lnTo>
                  <a:lnTo>
                    <a:pt x="752" y="366"/>
                  </a:lnTo>
                  <a:lnTo>
                    <a:pt x="762" y="357"/>
                  </a:lnTo>
                  <a:lnTo>
                    <a:pt x="775" y="357"/>
                  </a:lnTo>
                  <a:lnTo>
                    <a:pt x="789" y="370"/>
                  </a:lnTo>
                  <a:lnTo>
                    <a:pt x="804" y="384"/>
                  </a:lnTo>
                  <a:lnTo>
                    <a:pt x="816" y="395"/>
                  </a:lnTo>
                  <a:lnTo>
                    <a:pt x="831" y="399"/>
                  </a:lnTo>
                  <a:lnTo>
                    <a:pt x="844" y="401"/>
                  </a:lnTo>
                  <a:lnTo>
                    <a:pt x="848" y="413"/>
                  </a:lnTo>
                  <a:lnTo>
                    <a:pt x="848" y="428"/>
                  </a:lnTo>
                  <a:lnTo>
                    <a:pt x="839" y="437"/>
                  </a:lnTo>
                  <a:lnTo>
                    <a:pt x="833" y="449"/>
                  </a:lnTo>
                  <a:lnTo>
                    <a:pt x="841" y="464"/>
                  </a:lnTo>
                  <a:lnTo>
                    <a:pt x="848" y="478"/>
                  </a:lnTo>
                  <a:lnTo>
                    <a:pt x="850" y="493"/>
                  </a:lnTo>
                  <a:lnTo>
                    <a:pt x="848" y="510"/>
                  </a:lnTo>
                  <a:lnTo>
                    <a:pt x="842" y="522"/>
                  </a:lnTo>
                  <a:lnTo>
                    <a:pt x="842" y="539"/>
                  </a:lnTo>
                  <a:lnTo>
                    <a:pt x="841" y="555"/>
                  </a:lnTo>
                  <a:lnTo>
                    <a:pt x="839" y="570"/>
                  </a:lnTo>
                  <a:lnTo>
                    <a:pt x="831" y="583"/>
                  </a:lnTo>
                  <a:lnTo>
                    <a:pt x="827" y="601"/>
                  </a:lnTo>
                  <a:lnTo>
                    <a:pt x="825" y="618"/>
                  </a:lnTo>
                  <a:lnTo>
                    <a:pt x="818" y="627"/>
                  </a:lnTo>
                  <a:lnTo>
                    <a:pt x="818" y="645"/>
                  </a:lnTo>
                  <a:lnTo>
                    <a:pt x="812" y="658"/>
                  </a:lnTo>
                  <a:lnTo>
                    <a:pt x="800" y="668"/>
                  </a:lnTo>
                  <a:lnTo>
                    <a:pt x="791" y="685"/>
                  </a:lnTo>
                  <a:lnTo>
                    <a:pt x="779" y="691"/>
                  </a:lnTo>
                  <a:lnTo>
                    <a:pt x="768" y="702"/>
                  </a:lnTo>
                  <a:lnTo>
                    <a:pt x="758" y="716"/>
                  </a:lnTo>
                  <a:lnTo>
                    <a:pt x="754" y="727"/>
                  </a:lnTo>
                  <a:lnTo>
                    <a:pt x="745" y="714"/>
                  </a:lnTo>
                  <a:lnTo>
                    <a:pt x="733" y="708"/>
                  </a:lnTo>
                  <a:lnTo>
                    <a:pt x="714" y="704"/>
                  </a:lnTo>
                  <a:lnTo>
                    <a:pt x="704" y="695"/>
                  </a:lnTo>
                  <a:lnTo>
                    <a:pt x="614" y="695"/>
                  </a:lnTo>
                  <a:lnTo>
                    <a:pt x="606" y="685"/>
                  </a:lnTo>
                  <a:lnTo>
                    <a:pt x="595" y="672"/>
                  </a:lnTo>
                  <a:lnTo>
                    <a:pt x="589" y="662"/>
                  </a:lnTo>
                  <a:lnTo>
                    <a:pt x="583" y="647"/>
                  </a:lnTo>
                  <a:lnTo>
                    <a:pt x="553" y="643"/>
                  </a:lnTo>
                  <a:lnTo>
                    <a:pt x="545" y="631"/>
                  </a:lnTo>
                  <a:lnTo>
                    <a:pt x="535" y="626"/>
                  </a:lnTo>
                  <a:lnTo>
                    <a:pt x="522" y="622"/>
                  </a:lnTo>
                  <a:lnTo>
                    <a:pt x="509" y="620"/>
                  </a:lnTo>
                  <a:lnTo>
                    <a:pt x="493" y="620"/>
                  </a:lnTo>
                  <a:lnTo>
                    <a:pt x="488" y="610"/>
                  </a:lnTo>
                  <a:lnTo>
                    <a:pt x="472" y="604"/>
                  </a:lnTo>
                  <a:lnTo>
                    <a:pt x="461" y="593"/>
                  </a:lnTo>
                  <a:lnTo>
                    <a:pt x="451" y="581"/>
                  </a:lnTo>
                  <a:lnTo>
                    <a:pt x="440" y="578"/>
                  </a:lnTo>
                  <a:lnTo>
                    <a:pt x="428" y="583"/>
                  </a:lnTo>
                  <a:lnTo>
                    <a:pt x="420" y="589"/>
                  </a:lnTo>
                  <a:lnTo>
                    <a:pt x="409" y="583"/>
                  </a:lnTo>
                  <a:lnTo>
                    <a:pt x="409" y="570"/>
                  </a:lnTo>
                  <a:lnTo>
                    <a:pt x="392" y="562"/>
                  </a:lnTo>
                  <a:lnTo>
                    <a:pt x="380" y="556"/>
                  </a:lnTo>
                  <a:lnTo>
                    <a:pt x="365" y="562"/>
                  </a:lnTo>
                  <a:lnTo>
                    <a:pt x="353" y="568"/>
                  </a:lnTo>
                  <a:lnTo>
                    <a:pt x="351" y="578"/>
                  </a:lnTo>
                  <a:lnTo>
                    <a:pt x="309" y="576"/>
                  </a:lnTo>
                  <a:close/>
                </a:path>
              </a:pathLst>
            </a:custGeom>
            <a:grpFill/>
            <a:ln w="6350" cmpd="sng">
              <a:solidFill>
                <a:schemeClr val="bg1"/>
              </a:solidFill>
              <a:round/>
              <a:headEnd/>
              <a:tailEnd/>
            </a:ln>
          </p:spPr>
          <p:txBody>
            <a:bodyPr/>
            <a:lstStyle/>
            <a:p>
              <a:endParaRPr lang="pt-BR"/>
            </a:p>
          </p:txBody>
        </p:sp>
        <p:sp>
          <p:nvSpPr>
            <p:cNvPr id="43" name="Freeform 24">
              <a:extLst>
                <a:ext uri="{FF2B5EF4-FFF2-40B4-BE49-F238E27FC236}">
                  <a16:creationId xmlns:a16="http://schemas.microsoft.com/office/drawing/2014/main" id="{A38FA61C-0C52-E869-42BF-B708D149CE3A}"/>
                </a:ext>
              </a:extLst>
            </p:cNvPr>
            <p:cNvSpPr>
              <a:spLocks noChangeAspect="1"/>
            </p:cNvSpPr>
            <p:nvPr/>
          </p:nvSpPr>
          <p:spPr bwMode="auto">
            <a:xfrm>
              <a:off x="1808553" y="3692991"/>
              <a:ext cx="973374" cy="934668"/>
            </a:xfrm>
            <a:custGeom>
              <a:avLst/>
              <a:gdLst/>
              <a:ahLst/>
              <a:cxnLst>
                <a:cxn ang="0">
                  <a:pos x="156" y="1042"/>
                </a:cxn>
                <a:cxn ang="0">
                  <a:pos x="140" y="921"/>
                </a:cxn>
                <a:cxn ang="0">
                  <a:pos x="127" y="844"/>
                </a:cxn>
                <a:cxn ang="0">
                  <a:pos x="114" y="800"/>
                </a:cxn>
                <a:cxn ang="0">
                  <a:pos x="158" y="756"/>
                </a:cxn>
                <a:cxn ang="0">
                  <a:pos x="173" y="699"/>
                </a:cxn>
                <a:cxn ang="0">
                  <a:pos x="188" y="637"/>
                </a:cxn>
                <a:cxn ang="0">
                  <a:pos x="194" y="576"/>
                </a:cxn>
                <a:cxn ang="0">
                  <a:pos x="194" y="526"/>
                </a:cxn>
                <a:cxn ang="0">
                  <a:pos x="162" y="493"/>
                </a:cxn>
                <a:cxn ang="0">
                  <a:pos x="108" y="455"/>
                </a:cxn>
                <a:cxn ang="0">
                  <a:pos x="60" y="457"/>
                </a:cxn>
                <a:cxn ang="0">
                  <a:pos x="0" y="395"/>
                </a:cxn>
                <a:cxn ang="0">
                  <a:pos x="14" y="336"/>
                </a:cxn>
                <a:cxn ang="0">
                  <a:pos x="23" y="278"/>
                </a:cxn>
                <a:cxn ang="0">
                  <a:pos x="2" y="230"/>
                </a:cxn>
                <a:cxn ang="0">
                  <a:pos x="22" y="194"/>
                </a:cxn>
                <a:cxn ang="0">
                  <a:pos x="386" y="154"/>
                </a:cxn>
                <a:cxn ang="0">
                  <a:pos x="411" y="40"/>
                </a:cxn>
                <a:cxn ang="0">
                  <a:pos x="421" y="25"/>
                </a:cxn>
                <a:cxn ang="0">
                  <a:pos x="463" y="92"/>
                </a:cxn>
                <a:cxn ang="0">
                  <a:pos x="480" y="175"/>
                </a:cxn>
                <a:cxn ang="0">
                  <a:pos x="534" y="213"/>
                </a:cxn>
                <a:cxn ang="0">
                  <a:pos x="639" y="265"/>
                </a:cxn>
                <a:cxn ang="0">
                  <a:pos x="1397" y="393"/>
                </a:cxn>
                <a:cxn ang="0">
                  <a:pos x="1368" y="461"/>
                </a:cxn>
                <a:cxn ang="0">
                  <a:pos x="1368" y="526"/>
                </a:cxn>
                <a:cxn ang="0">
                  <a:pos x="1359" y="591"/>
                </a:cxn>
                <a:cxn ang="0">
                  <a:pos x="1343" y="677"/>
                </a:cxn>
                <a:cxn ang="0">
                  <a:pos x="1332" y="798"/>
                </a:cxn>
                <a:cxn ang="0">
                  <a:pos x="1297" y="906"/>
                </a:cxn>
                <a:cxn ang="0">
                  <a:pos x="1282" y="969"/>
                </a:cxn>
                <a:cxn ang="0">
                  <a:pos x="1217" y="1010"/>
                </a:cxn>
                <a:cxn ang="0">
                  <a:pos x="1167" y="1096"/>
                </a:cxn>
                <a:cxn ang="0">
                  <a:pos x="1096" y="1144"/>
                </a:cxn>
                <a:cxn ang="0">
                  <a:pos x="1067" y="1207"/>
                </a:cxn>
                <a:cxn ang="0">
                  <a:pos x="1015" y="1257"/>
                </a:cxn>
                <a:cxn ang="0">
                  <a:pos x="1010" y="1338"/>
                </a:cxn>
                <a:cxn ang="0">
                  <a:pos x="977" y="1284"/>
                </a:cxn>
                <a:cxn ang="0">
                  <a:pos x="921" y="1297"/>
                </a:cxn>
                <a:cxn ang="0">
                  <a:pos x="710" y="1282"/>
                </a:cxn>
                <a:cxn ang="0">
                  <a:pos x="649" y="1247"/>
                </a:cxn>
                <a:cxn ang="0">
                  <a:pos x="563" y="1271"/>
                </a:cxn>
                <a:cxn ang="0">
                  <a:pos x="524" y="1322"/>
                </a:cxn>
                <a:cxn ang="0">
                  <a:pos x="463" y="1301"/>
                </a:cxn>
                <a:cxn ang="0">
                  <a:pos x="398" y="1272"/>
                </a:cxn>
                <a:cxn ang="0">
                  <a:pos x="369" y="1188"/>
                </a:cxn>
                <a:cxn ang="0">
                  <a:pos x="353" y="1144"/>
                </a:cxn>
                <a:cxn ang="0">
                  <a:pos x="162" y="1138"/>
                </a:cxn>
              </a:cxnLst>
              <a:rect l="0" t="0" r="r" b="b"/>
              <a:pathLst>
                <a:path w="1409" h="1353">
                  <a:moveTo>
                    <a:pt x="162" y="1138"/>
                  </a:moveTo>
                  <a:lnTo>
                    <a:pt x="162" y="1105"/>
                  </a:lnTo>
                  <a:lnTo>
                    <a:pt x="152" y="1079"/>
                  </a:lnTo>
                  <a:lnTo>
                    <a:pt x="156" y="1042"/>
                  </a:lnTo>
                  <a:lnTo>
                    <a:pt x="119" y="988"/>
                  </a:lnTo>
                  <a:lnTo>
                    <a:pt x="129" y="965"/>
                  </a:lnTo>
                  <a:lnTo>
                    <a:pt x="137" y="940"/>
                  </a:lnTo>
                  <a:lnTo>
                    <a:pt x="140" y="921"/>
                  </a:lnTo>
                  <a:lnTo>
                    <a:pt x="117" y="891"/>
                  </a:lnTo>
                  <a:lnTo>
                    <a:pt x="108" y="871"/>
                  </a:lnTo>
                  <a:lnTo>
                    <a:pt x="119" y="856"/>
                  </a:lnTo>
                  <a:lnTo>
                    <a:pt x="127" y="844"/>
                  </a:lnTo>
                  <a:lnTo>
                    <a:pt x="106" y="835"/>
                  </a:lnTo>
                  <a:lnTo>
                    <a:pt x="100" y="821"/>
                  </a:lnTo>
                  <a:lnTo>
                    <a:pt x="104" y="814"/>
                  </a:lnTo>
                  <a:lnTo>
                    <a:pt x="114" y="800"/>
                  </a:lnTo>
                  <a:lnTo>
                    <a:pt x="125" y="789"/>
                  </a:lnTo>
                  <a:lnTo>
                    <a:pt x="137" y="783"/>
                  </a:lnTo>
                  <a:lnTo>
                    <a:pt x="146" y="766"/>
                  </a:lnTo>
                  <a:lnTo>
                    <a:pt x="158" y="756"/>
                  </a:lnTo>
                  <a:lnTo>
                    <a:pt x="164" y="743"/>
                  </a:lnTo>
                  <a:lnTo>
                    <a:pt x="164" y="725"/>
                  </a:lnTo>
                  <a:lnTo>
                    <a:pt x="171" y="716"/>
                  </a:lnTo>
                  <a:lnTo>
                    <a:pt x="173" y="699"/>
                  </a:lnTo>
                  <a:lnTo>
                    <a:pt x="177" y="681"/>
                  </a:lnTo>
                  <a:lnTo>
                    <a:pt x="185" y="668"/>
                  </a:lnTo>
                  <a:lnTo>
                    <a:pt x="187" y="653"/>
                  </a:lnTo>
                  <a:lnTo>
                    <a:pt x="188" y="637"/>
                  </a:lnTo>
                  <a:lnTo>
                    <a:pt x="188" y="620"/>
                  </a:lnTo>
                  <a:lnTo>
                    <a:pt x="194" y="608"/>
                  </a:lnTo>
                  <a:lnTo>
                    <a:pt x="196" y="591"/>
                  </a:lnTo>
                  <a:lnTo>
                    <a:pt x="194" y="576"/>
                  </a:lnTo>
                  <a:lnTo>
                    <a:pt x="187" y="562"/>
                  </a:lnTo>
                  <a:lnTo>
                    <a:pt x="179" y="547"/>
                  </a:lnTo>
                  <a:lnTo>
                    <a:pt x="185" y="535"/>
                  </a:lnTo>
                  <a:lnTo>
                    <a:pt x="194" y="526"/>
                  </a:lnTo>
                  <a:lnTo>
                    <a:pt x="194" y="511"/>
                  </a:lnTo>
                  <a:lnTo>
                    <a:pt x="190" y="499"/>
                  </a:lnTo>
                  <a:lnTo>
                    <a:pt x="177" y="497"/>
                  </a:lnTo>
                  <a:lnTo>
                    <a:pt x="162" y="493"/>
                  </a:lnTo>
                  <a:lnTo>
                    <a:pt x="150" y="482"/>
                  </a:lnTo>
                  <a:lnTo>
                    <a:pt x="135" y="468"/>
                  </a:lnTo>
                  <a:lnTo>
                    <a:pt x="121" y="455"/>
                  </a:lnTo>
                  <a:lnTo>
                    <a:pt x="108" y="455"/>
                  </a:lnTo>
                  <a:lnTo>
                    <a:pt x="98" y="464"/>
                  </a:lnTo>
                  <a:lnTo>
                    <a:pt x="89" y="472"/>
                  </a:lnTo>
                  <a:lnTo>
                    <a:pt x="75" y="468"/>
                  </a:lnTo>
                  <a:lnTo>
                    <a:pt x="60" y="457"/>
                  </a:lnTo>
                  <a:lnTo>
                    <a:pt x="46" y="443"/>
                  </a:lnTo>
                  <a:lnTo>
                    <a:pt x="27" y="426"/>
                  </a:lnTo>
                  <a:lnTo>
                    <a:pt x="8" y="411"/>
                  </a:lnTo>
                  <a:lnTo>
                    <a:pt x="0" y="395"/>
                  </a:lnTo>
                  <a:lnTo>
                    <a:pt x="0" y="376"/>
                  </a:lnTo>
                  <a:lnTo>
                    <a:pt x="2" y="363"/>
                  </a:lnTo>
                  <a:lnTo>
                    <a:pt x="10" y="349"/>
                  </a:lnTo>
                  <a:lnTo>
                    <a:pt x="14" y="336"/>
                  </a:lnTo>
                  <a:lnTo>
                    <a:pt x="23" y="322"/>
                  </a:lnTo>
                  <a:lnTo>
                    <a:pt x="29" y="309"/>
                  </a:lnTo>
                  <a:lnTo>
                    <a:pt x="29" y="288"/>
                  </a:lnTo>
                  <a:lnTo>
                    <a:pt x="23" y="278"/>
                  </a:lnTo>
                  <a:lnTo>
                    <a:pt x="23" y="261"/>
                  </a:lnTo>
                  <a:lnTo>
                    <a:pt x="14" y="250"/>
                  </a:lnTo>
                  <a:lnTo>
                    <a:pt x="6" y="240"/>
                  </a:lnTo>
                  <a:lnTo>
                    <a:pt x="2" y="230"/>
                  </a:lnTo>
                  <a:lnTo>
                    <a:pt x="10" y="219"/>
                  </a:lnTo>
                  <a:lnTo>
                    <a:pt x="20" y="211"/>
                  </a:lnTo>
                  <a:lnTo>
                    <a:pt x="20" y="200"/>
                  </a:lnTo>
                  <a:lnTo>
                    <a:pt x="22" y="194"/>
                  </a:lnTo>
                  <a:lnTo>
                    <a:pt x="25" y="196"/>
                  </a:lnTo>
                  <a:lnTo>
                    <a:pt x="367" y="190"/>
                  </a:lnTo>
                  <a:lnTo>
                    <a:pt x="371" y="159"/>
                  </a:lnTo>
                  <a:lnTo>
                    <a:pt x="386" y="154"/>
                  </a:lnTo>
                  <a:lnTo>
                    <a:pt x="384" y="123"/>
                  </a:lnTo>
                  <a:lnTo>
                    <a:pt x="392" y="90"/>
                  </a:lnTo>
                  <a:lnTo>
                    <a:pt x="399" y="69"/>
                  </a:lnTo>
                  <a:lnTo>
                    <a:pt x="411" y="40"/>
                  </a:lnTo>
                  <a:lnTo>
                    <a:pt x="417" y="6"/>
                  </a:lnTo>
                  <a:lnTo>
                    <a:pt x="417" y="6"/>
                  </a:lnTo>
                  <a:lnTo>
                    <a:pt x="415" y="0"/>
                  </a:lnTo>
                  <a:lnTo>
                    <a:pt x="421" y="25"/>
                  </a:lnTo>
                  <a:lnTo>
                    <a:pt x="436" y="25"/>
                  </a:lnTo>
                  <a:lnTo>
                    <a:pt x="438" y="44"/>
                  </a:lnTo>
                  <a:lnTo>
                    <a:pt x="451" y="73"/>
                  </a:lnTo>
                  <a:lnTo>
                    <a:pt x="463" y="92"/>
                  </a:lnTo>
                  <a:lnTo>
                    <a:pt x="470" y="115"/>
                  </a:lnTo>
                  <a:lnTo>
                    <a:pt x="470" y="134"/>
                  </a:lnTo>
                  <a:lnTo>
                    <a:pt x="480" y="154"/>
                  </a:lnTo>
                  <a:lnTo>
                    <a:pt x="480" y="175"/>
                  </a:lnTo>
                  <a:lnTo>
                    <a:pt x="501" y="190"/>
                  </a:lnTo>
                  <a:lnTo>
                    <a:pt x="513" y="196"/>
                  </a:lnTo>
                  <a:lnTo>
                    <a:pt x="520" y="213"/>
                  </a:lnTo>
                  <a:lnTo>
                    <a:pt x="534" y="213"/>
                  </a:lnTo>
                  <a:lnTo>
                    <a:pt x="543" y="232"/>
                  </a:lnTo>
                  <a:lnTo>
                    <a:pt x="563" y="250"/>
                  </a:lnTo>
                  <a:lnTo>
                    <a:pt x="593" y="261"/>
                  </a:lnTo>
                  <a:lnTo>
                    <a:pt x="639" y="265"/>
                  </a:lnTo>
                  <a:lnTo>
                    <a:pt x="1405" y="342"/>
                  </a:lnTo>
                  <a:lnTo>
                    <a:pt x="1409" y="349"/>
                  </a:lnTo>
                  <a:lnTo>
                    <a:pt x="1397" y="372"/>
                  </a:lnTo>
                  <a:lnTo>
                    <a:pt x="1397" y="393"/>
                  </a:lnTo>
                  <a:lnTo>
                    <a:pt x="1393" y="411"/>
                  </a:lnTo>
                  <a:lnTo>
                    <a:pt x="1380" y="426"/>
                  </a:lnTo>
                  <a:lnTo>
                    <a:pt x="1380" y="445"/>
                  </a:lnTo>
                  <a:lnTo>
                    <a:pt x="1368" y="461"/>
                  </a:lnTo>
                  <a:lnTo>
                    <a:pt x="1361" y="472"/>
                  </a:lnTo>
                  <a:lnTo>
                    <a:pt x="1366" y="489"/>
                  </a:lnTo>
                  <a:lnTo>
                    <a:pt x="1368" y="507"/>
                  </a:lnTo>
                  <a:lnTo>
                    <a:pt x="1368" y="526"/>
                  </a:lnTo>
                  <a:lnTo>
                    <a:pt x="1355" y="543"/>
                  </a:lnTo>
                  <a:lnTo>
                    <a:pt x="1336" y="562"/>
                  </a:lnTo>
                  <a:lnTo>
                    <a:pt x="1353" y="580"/>
                  </a:lnTo>
                  <a:lnTo>
                    <a:pt x="1359" y="591"/>
                  </a:lnTo>
                  <a:lnTo>
                    <a:pt x="1353" y="612"/>
                  </a:lnTo>
                  <a:lnTo>
                    <a:pt x="1353" y="635"/>
                  </a:lnTo>
                  <a:lnTo>
                    <a:pt x="1343" y="656"/>
                  </a:lnTo>
                  <a:lnTo>
                    <a:pt x="1343" y="677"/>
                  </a:lnTo>
                  <a:lnTo>
                    <a:pt x="1351" y="697"/>
                  </a:lnTo>
                  <a:lnTo>
                    <a:pt x="1353" y="716"/>
                  </a:lnTo>
                  <a:lnTo>
                    <a:pt x="1342" y="768"/>
                  </a:lnTo>
                  <a:lnTo>
                    <a:pt x="1332" y="798"/>
                  </a:lnTo>
                  <a:lnTo>
                    <a:pt x="1320" y="833"/>
                  </a:lnTo>
                  <a:lnTo>
                    <a:pt x="1303" y="858"/>
                  </a:lnTo>
                  <a:lnTo>
                    <a:pt x="1303" y="887"/>
                  </a:lnTo>
                  <a:lnTo>
                    <a:pt x="1297" y="906"/>
                  </a:lnTo>
                  <a:lnTo>
                    <a:pt x="1297" y="931"/>
                  </a:lnTo>
                  <a:lnTo>
                    <a:pt x="1299" y="952"/>
                  </a:lnTo>
                  <a:lnTo>
                    <a:pt x="1299" y="967"/>
                  </a:lnTo>
                  <a:lnTo>
                    <a:pt x="1282" y="969"/>
                  </a:lnTo>
                  <a:lnTo>
                    <a:pt x="1269" y="979"/>
                  </a:lnTo>
                  <a:lnTo>
                    <a:pt x="1269" y="996"/>
                  </a:lnTo>
                  <a:lnTo>
                    <a:pt x="1242" y="996"/>
                  </a:lnTo>
                  <a:lnTo>
                    <a:pt x="1217" y="1010"/>
                  </a:lnTo>
                  <a:lnTo>
                    <a:pt x="1203" y="1031"/>
                  </a:lnTo>
                  <a:lnTo>
                    <a:pt x="1198" y="1059"/>
                  </a:lnTo>
                  <a:lnTo>
                    <a:pt x="1186" y="1081"/>
                  </a:lnTo>
                  <a:lnTo>
                    <a:pt x="1167" y="1096"/>
                  </a:lnTo>
                  <a:lnTo>
                    <a:pt x="1152" y="1100"/>
                  </a:lnTo>
                  <a:lnTo>
                    <a:pt x="1130" y="1105"/>
                  </a:lnTo>
                  <a:lnTo>
                    <a:pt x="1115" y="1121"/>
                  </a:lnTo>
                  <a:lnTo>
                    <a:pt x="1096" y="1144"/>
                  </a:lnTo>
                  <a:lnTo>
                    <a:pt x="1094" y="1167"/>
                  </a:lnTo>
                  <a:lnTo>
                    <a:pt x="1094" y="1186"/>
                  </a:lnTo>
                  <a:lnTo>
                    <a:pt x="1077" y="1188"/>
                  </a:lnTo>
                  <a:lnTo>
                    <a:pt x="1067" y="1207"/>
                  </a:lnTo>
                  <a:lnTo>
                    <a:pt x="1048" y="1224"/>
                  </a:lnTo>
                  <a:lnTo>
                    <a:pt x="1042" y="1244"/>
                  </a:lnTo>
                  <a:lnTo>
                    <a:pt x="1027" y="1244"/>
                  </a:lnTo>
                  <a:lnTo>
                    <a:pt x="1015" y="1257"/>
                  </a:lnTo>
                  <a:lnTo>
                    <a:pt x="1010" y="1278"/>
                  </a:lnTo>
                  <a:lnTo>
                    <a:pt x="1004" y="1294"/>
                  </a:lnTo>
                  <a:lnTo>
                    <a:pt x="1004" y="1313"/>
                  </a:lnTo>
                  <a:lnTo>
                    <a:pt x="1010" y="1338"/>
                  </a:lnTo>
                  <a:lnTo>
                    <a:pt x="1008" y="1353"/>
                  </a:lnTo>
                  <a:lnTo>
                    <a:pt x="992" y="1342"/>
                  </a:lnTo>
                  <a:lnTo>
                    <a:pt x="981" y="1336"/>
                  </a:lnTo>
                  <a:lnTo>
                    <a:pt x="977" y="1284"/>
                  </a:lnTo>
                  <a:lnTo>
                    <a:pt x="967" y="1272"/>
                  </a:lnTo>
                  <a:lnTo>
                    <a:pt x="950" y="1269"/>
                  </a:lnTo>
                  <a:lnTo>
                    <a:pt x="939" y="1280"/>
                  </a:lnTo>
                  <a:lnTo>
                    <a:pt x="921" y="1297"/>
                  </a:lnTo>
                  <a:lnTo>
                    <a:pt x="797" y="1299"/>
                  </a:lnTo>
                  <a:lnTo>
                    <a:pt x="783" y="1305"/>
                  </a:lnTo>
                  <a:lnTo>
                    <a:pt x="733" y="1303"/>
                  </a:lnTo>
                  <a:lnTo>
                    <a:pt x="710" y="1282"/>
                  </a:lnTo>
                  <a:lnTo>
                    <a:pt x="699" y="1271"/>
                  </a:lnTo>
                  <a:lnTo>
                    <a:pt x="683" y="1272"/>
                  </a:lnTo>
                  <a:lnTo>
                    <a:pt x="670" y="1259"/>
                  </a:lnTo>
                  <a:lnTo>
                    <a:pt x="649" y="1247"/>
                  </a:lnTo>
                  <a:lnTo>
                    <a:pt x="624" y="1249"/>
                  </a:lnTo>
                  <a:lnTo>
                    <a:pt x="611" y="1261"/>
                  </a:lnTo>
                  <a:lnTo>
                    <a:pt x="595" y="1272"/>
                  </a:lnTo>
                  <a:lnTo>
                    <a:pt x="563" y="1271"/>
                  </a:lnTo>
                  <a:lnTo>
                    <a:pt x="561" y="1297"/>
                  </a:lnTo>
                  <a:lnTo>
                    <a:pt x="540" y="1297"/>
                  </a:lnTo>
                  <a:lnTo>
                    <a:pt x="538" y="1313"/>
                  </a:lnTo>
                  <a:lnTo>
                    <a:pt x="524" y="1322"/>
                  </a:lnTo>
                  <a:lnTo>
                    <a:pt x="501" y="1322"/>
                  </a:lnTo>
                  <a:lnTo>
                    <a:pt x="472" y="1322"/>
                  </a:lnTo>
                  <a:lnTo>
                    <a:pt x="463" y="1320"/>
                  </a:lnTo>
                  <a:lnTo>
                    <a:pt x="463" y="1301"/>
                  </a:lnTo>
                  <a:lnTo>
                    <a:pt x="442" y="1290"/>
                  </a:lnTo>
                  <a:lnTo>
                    <a:pt x="423" y="1290"/>
                  </a:lnTo>
                  <a:lnTo>
                    <a:pt x="413" y="1272"/>
                  </a:lnTo>
                  <a:lnTo>
                    <a:pt x="398" y="1272"/>
                  </a:lnTo>
                  <a:lnTo>
                    <a:pt x="392" y="1247"/>
                  </a:lnTo>
                  <a:lnTo>
                    <a:pt x="376" y="1221"/>
                  </a:lnTo>
                  <a:lnTo>
                    <a:pt x="380" y="1200"/>
                  </a:lnTo>
                  <a:lnTo>
                    <a:pt x="369" y="1188"/>
                  </a:lnTo>
                  <a:lnTo>
                    <a:pt x="382" y="1173"/>
                  </a:lnTo>
                  <a:lnTo>
                    <a:pt x="396" y="1150"/>
                  </a:lnTo>
                  <a:lnTo>
                    <a:pt x="376" y="1138"/>
                  </a:lnTo>
                  <a:lnTo>
                    <a:pt x="353" y="1144"/>
                  </a:lnTo>
                  <a:lnTo>
                    <a:pt x="330" y="1144"/>
                  </a:lnTo>
                  <a:lnTo>
                    <a:pt x="309" y="1132"/>
                  </a:lnTo>
                  <a:lnTo>
                    <a:pt x="290" y="1138"/>
                  </a:lnTo>
                  <a:lnTo>
                    <a:pt x="162" y="1138"/>
                  </a:lnTo>
                  <a:close/>
                </a:path>
              </a:pathLst>
            </a:custGeom>
            <a:grpFill/>
            <a:ln w="6350" cmpd="sng">
              <a:solidFill>
                <a:schemeClr val="bg1"/>
              </a:solidFill>
              <a:round/>
              <a:headEnd/>
              <a:tailEnd/>
            </a:ln>
          </p:spPr>
          <p:txBody>
            <a:bodyPr/>
            <a:lstStyle/>
            <a:p>
              <a:endParaRPr lang="pt-BR"/>
            </a:p>
          </p:txBody>
        </p:sp>
        <p:sp>
          <p:nvSpPr>
            <p:cNvPr id="44" name="Freeform 25">
              <a:extLst>
                <a:ext uri="{FF2B5EF4-FFF2-40B4-BE49-F238E27FC236}">
                  <a16:creationId xmlns:a16="http://schemas.microsoft.com/office/drawing/2014/main" id="{553B99CC-8A33-3B0D-7C66-F8A869A173D8}"/>
                </a:ext>
              </a:extLst>
            </p:cNvPr>
            <p:cNvSpPr>
              <a:spLocks noChangeAspect="1"/>
            </p:cNvSpPr>
            <p:nvPr/>
          </p:nvSpPr>
          <p:spPr bwMode="auto">
            <a:xfrm>
              <a:off x="2084129" y="4553870"/>
              <a:ext cx="598394" cy="612945"/>
            </a:xfrm>
            <a:custGeom>
              <a:avLst/>
              <a:gdLst/>
              <a:ahLst/>
              <a:cxnLst>
                <a:cxn ang="0">
                  <a:pos x="25" y="603"/>
                </a:cxn>
                <a:cxn ang="0">
                  <a:pos x="27" y="524"/>
                </a:cxn>
                <a:cxn ang="0">
                  <a:pos x="39" y="467"/>
                </a:cxn>
                <a:cxn ang="0">
                  <a:pos x="0" y="388"/>
                </a:cxn>
                <a:cxn ang="0">
                  <a:pos x="10" y="348"/>
                </a:cxn>
                <a:cxn ang="0">
                  <a:pos x="24" y="260"/>
                </a:cxn>
                <a:cxn ang="0">
                  <a:pos x="60" y="175"/>
                </a:cxn>
                <a:cxn ang="0">
                  <a:pos x="75" y="116"/>
                </a:cxn>
                <a:cxn ang="0">
                  <a:pos x="68" y="73"/>
                </a:cxn>
                <a:cxn ang="0">
                  <a:pos x="125" y="75"/>
                </a:cxn>
                <a:cxn ang="0">
                  <a:pos x="162" y="50"/>
                </a:cxn>
                <a:cxn ang="0">
                  <a:pos x="212" y="14"/>
                </a:cxn>
                <a:cxn ang="0">
                  <a:pos x="271" y="12"/>
                </a:cxn>
                <a:cxn ang="0">
                  <a:pos x="311" y="35"/>
                </a:cxn>
                <a:cxn ang="0">
                  <a:pos x="398" y="52"/>
                </a:cxn>
                <a:cxn ang="0">
                  <a:pos x="551" y="22"/>
                </a:cxn>
                <a:cxn ang="0">
                  <a:pos x="582" y="89"/>
                </a:cxn>
                <a:cxn ang="0">
                  <a:pos x="611" y="110"/>
                </a:cxn>
                <a:cxn ang="0">
                  <a:pos x="641" y="144"/>
                </a:cxn>
                <a:cxn ang="0">
                  <a:pos x="643" y="179"/>
                </a:cxn>
                <a:cxn ang="0">
                  <a:pos x="680" y="206"/>
                </a:cxn>
                <a:cxn ang="0">
                  <a:pos x="749" y="248"/>
                </a:cxn>
                <a:cxn ang="0">
                  <a:pos x="833" y="300"/>
                </a:cxn>
                <a:cxn ang="0">
                  <a:pos x="858" y="338"/>
                </a:cxn>
                <a:cxn ang="0">
                  <a:pos x="858" y="379"/>
                </a:cxn>
                <a:cxn ang="0">
                  <a:pos x="831" y="409"/>
                </a:cxn>
                <a:cxn ang="0">
                  <a:pos x="808" y="440"/>
                </a:cxn>
                <a:cxn ang="0">
                  <a:pos x="793" y="471"/>
                </a:cxn>
                <a:cxn ang="0">
                  <a:pos x="762" y="507"/>
                </a:cxn>
                <a:cxn ang="0">
                  <a:pos x="747" y="540"/>
                </a:cxn>
                <a:cxn ang="0">
                  <a:pos x="708" y="590"/>
                </a:cxn>
                <a:cxn ang="0">
                  <a:pos x="666" y="640"/>
                </a:cxn>
                <a:cxn ang="0">
                  <a:pos x="613" y="680"/>
                </a:cxn>
                <a:cxn ang="0">
                  <a:pos x="591" y="695"/>
                </a:cxn>
                <a:cxn ang="0">
                  <a:pos x="542" y="720"/>
                </a:cxn>
                <a:cxn ang="0">
                  <a:pos x="513" y="780"/>
                </a:cxn>
                <a:cxn ang="0">
                  <a:pos x="484" y="833"/>
                </a:cxn>
                <a:cxn ang="0">
                  <a:pos x="457" y="887"/>
                </a:cxn>
                <a:cxn ang="0">
                  <a:pos x="421" y="853"/>
                </a:cxn>
                <a:cxn ang="0">
                  <a:pos x="361" y="858"/>
                </a:cxn>
                <a:cxn ang="0">
                  <a:pos x="309" y="822"/>
                </a:cxn>
                <a:cxn ang="0">
                  <a:pos x="294" y="749"/>
                </a:cxn>
                <a:cxn ang="0">
                  <a:pos x="286" y="695"/>
                </a:cxn>
                <a:cxn ang="0">
                  <a:pos x="279" y="649"/>
                </a:cxn>
                <a:cxn ang="0">
                  <a:pos x="229" y="636"/>
                </a:cxn>
                <a:cxn ang="0">
                  <a:pos x="169" y="638"/>
                </a:cxn>
                <a:cxn ang="0">
                  <a:pos x="110" y="634"/>
                </a:cxn>
                <a:cxn ang="0">
                  <a:pos x="70" y="626"/>
                </a:cxn>
                <a:cxn ang="0">
                  <a:pos x="35" y="634"/>
                </a:cxn>
              </a:cxnLst>
              <a:rect l="0" t="0" r="r" b="b"/>
              <a:pathLst>
                <a:path w="866" h="887">
                  <a:moveTo>
                    <a:pt x="35" y="634"/>
                  </a:moveTo>
                  <a:lnTo>
                    <a:pt x="37" y="615"/>
                  </a:lnTo>
                  <a:lnTo>
                    <a:pt x="25" y="603"/>
                  </a:lnTo>
                  <a:lnTo>
                    <a:pt x="41" y="594"/>
                  </a:lnTo>
                  <a:lnTo>
                    <a:pt x="45" y="538"/>
                  </a:lnTo>
                  <a:lnTo>
                    <a:pt x="27" y="524"/>
                  </a:lnTo>
                  <a:lnTo>
                    <a:pt x="43" y="511"/>
                  </a:lnTo>
                  <a:lnTo>
                    <a:pt x="43" y="490"/>
                  </a:lnTo>
                  <a:lnTo>
                    <a:pt x="39" y="467"/>
                  </a:lnTo>
                  <a:lnTo>
                    <a:pt x="22" y="448"/>
                  </a:lnTo>
                  <a:lnTo>
                    <a:pt x="22" y="421"/>
                  </a:lnTo>
                  <a:lnTo>
                    <a:pt x="0" y="388"/>
                  </a:lnTo>
                  <a:lnTo>
                    <a:pt x="18" y="380"/>
                  </a:lnTo>
                  <a:lnTo>
                    <a:pt x="31" y="361"/>
                  </a:lnTo>
                  <a:lnTo>
                    <a:pt x="10" y="348"/>
                  </a:lnTo>
                  <a:lnTo>
                    <a:pt x="6" y="327"/>
                  </a:lnTo>
                  <a:lnTo>
                    <a:pt x="8" y="308"/>
                  </a:lnTo>
                  <a:lnTo>
                    <a:pt x="24" y="260"/>
                  </a:lnTo>
                  <a:lnTo>
                    <a:pt x="48" y="227"/>
                  </a:lnTo>
                  <a:lnTo>
                    <a:pt x="56" y="198"/>
                  </a:lnTo>
                  <a:lnTo>
                    <a:pt x="60" y="175"/>
                  </a:lnTo>
                  <a:lnTo>
                    <a:pt x="73" y="154"/>
                  </a:lnTo>
                  <a:lnTo>
                    <a:pt x="81" y="133"/>
                  </a:lnTo>
                  <a:lnTo>
                    <a:pt x="75" y="116"/>
                  </a:lnTo>
                  <a:lnTo>
                    <a:pt x="70" y="95"/>
                  </a:lnTo>
                  <a:lnTo>
                    <a:pt x="66" y="79"/>
                  </a:lnTo>
                  <a:lnTo>
                    <a:pt x="68" y="73"/>
                  </a:lnTo>
                  <a:lnTo>
                    <a:pt x="73" y="75"/>
                  </a:lnTo>
                  <a:lnTo>
                    <a:pt x="102" y="75"/>
                  </a:lnTo>
                  <a:lnTo>
                    <a:pt x="125" y="75"/>
                  </a:lnTo>
                  <a:lnTo>
                    <a:pt x="139" y="66"/>
                  </a:lnTo>
                  <a:lnTo>
                    <a:pt x="141" y="50"/>
                  </a:lnTo>
                  <a:lnTo>
                    <a:pt x="162" y="50"/>
                  </a:lnTo>
                  <a:lnTo>
                    <a:pt x="164" y="24"/>
                  </a:lnTo>
                  <a:lnTo>
                    <a:pt x="196" y="25"/>
                  </a:lnTo>
                  <a:lnTo>
                    <a:pt x="212" y="14"/>
                  </a:lnTo>
                  <a:lnTo>
                    <a:pt x="225" y="2"/>
                  </a:lnTo>
                  <a:lnTo>
                    <a:pt x="250" y="0"/>
                  </a:lnTo>
                  <a:lnTo>
                    <a:pt x="271" y="12"/>
                  </a:lnTo>
                  <a:lnTo>
                    <a:pt x="284" y="25"/>
                  </a:lnTo>
                  <a:lnTo>
                    <a:pt x="300" y="24"/>
                  </a:lnTo>
                  <a:lnTo>
                    <a:pt x="311" y="35"/>
                  </a:lnTo>
                  <a:lnTo>
                    <a:pt x="334" y="56"/>
                  </a:lnTo>
                  <a:lnTo>
                    <a:pt x="384" y="58"/>
                  </a:lnTo>
                  <a:lnTo>
                    <a:pt x="398" y="52"/>
                  </a:lnTo>
                  <a:lnTo>
                    <a:pt x="522" y="50"/>
                  </a:lnTo>
                  <a:lnTo>
                    <a:pt x="540" y="33"/>
                  </a:lnTo>
                  <a:lnTo>
                    <a:pt x="551" y="22"/>
                  </a:lnTo>
                  <a:lnTo>
                    <a:pt x="568" y="25"/>
                  </a:lnTo>
                  <a:lnTo>
                    <a:pt x="578" y="37"/>
                  </a:lnTo>
                  <a:lnTo>
                    <a:pt x="582" y="89"/>
                  </a:lnTo>
                  <a:lnTo>
                    <a:pt x="593" y="95"/>
                  </a:lnTo>
                  <a:lnTo>
                    <a:pt x="609" y="106"/>
                  </a:lnTo>
                  <a:lnTo>
                    <a:pt x="611" y="110"/>
                  </a:lnTo>
                  <a:lnTo>
                    <a:pt x="616" y="119"/>
                  </a:lnTo>
                  <a:lnTo>
                    <a:pt x="616" y="141"/>
                  </a:lnTo>
                  <a:lnTo>
                    <a:pt x="641" y="144"/>
                  </a:lnTo>
                  <a:lnTo>
                    <a:pt x="662" y="152"/>
                  </a:lnTo>
                  <a:lnTo>
                    <a:pt x="659" y="167"/>
                  </a:lnTo>
                  <a:lnTo>
                    <a:pt x="643" y="179"/>
                  </a:lnTo>
                  <a:lnTo>
                    <a:pt x="645" y="198"/>
                  </a:lnTo>
                  <a:lnTo>
                    <a:pt x="668" y="198"/>
                  </a:lnTo>
                  <a:lnTo>
                    <a:pt x="680" y="206"/>
                  </a:lnTo>
                  <a:lnTo>
                    <a:pt x="710" y="215"/>
                  </a:lnTo>
                  <a:lnTo>
                    <a:pt x="735" y="237"/>
                  </a:lnTo>
                  <a:lnTo>
                    <a:pt x="749" y="248"/>
                  </a:lnTo>
                  <a:lnTo>
                    <a:pt x="774" y="273"/>
                  </a:lnTo>
                  <a:lnTo>
                    <a:pt x="799" y="283"/>
                  </a:lnTo>
                  <a:lnTo>
                    <a:pt x="833" y="300"/>
                  </a:lnTo>
                  <a:lnTo>
                    <a:pt x="850" y="308"/>
                  </a:lnTo>
                  <a:lnTo>
                    <a:pt x="866" y="325"/>
                  </a:lnTo>
                  <a:lnTo>
                    <a:pt x="858" y="338"/>
                  </a:lnTo>
                  <a:lnTo>
                    <a:pt x="858" y="357"/>
                  </a:lnTo>
                  <a:lnTo>
                    <a:pt x="860" y="379"/>
                  </a:lnTo>
                  <a:lnTo>
                    <a:pt x="858" y="379"/>
                  </a:lnTo>
                  <a:lnTo>
                    <a:pt x="847" y="390"/>
                  </a:lnTo>
                  <a:lnTo>
                    <a:pt x="847" y="402"/>
                  </a:lnTo>
                  <a:lnTo>
                    <a:pt x="831" y="409"/>
                  </a:lnTo>
                  <a:lnTo>
                    <a:pt x="822" y="415"/>
                  </a:lnTo>
                  <a:lnTo>
                    <a:pt x="814" y="428"/>
                  </a:lnTo>
                  <a:lnTo>
                    <a:pt x="808" y="440"/>
                  </a:lnTo>
                  <a:lnTo>
                    <a:pt x="806" y="453"/>
                  </a:lnTo>
                  <a:lnTo>
                    <a:pt x="802" y="461"/>
                  </a:lnTo>
                  <a:lnTo>
                    <a:pt x="793" y="471"/>
                  </a:lnTo>
                  <a:lnTo>
                    <a:pt x="783" y="480"/>
                  </a:lnTo>
                  <a:lnTo>
                    <a:pt x="768" y="492"/>
                  </a:lnTo>
                  <a:lnTo>
                    <a:pt x="762" y="507"/>
                  </a:lnTo>
                  <a:lnTo>
                    <a:pt x="755" y="521"/>
                  </a:lnTo>
                  <a:lnTo>
                    <a:pt x="747" y="523"/>
                  </a:lnTo>
                  <a:lnTo>
                    <a:pt x="747" y="540"/>
                  </a:lnTo>
                  <a:lnTo>
                    <a:pt x="737" y="557"/>
                  </a:lnTo>
                  <a:lnTo>
                    <a:pt x="724" y="574"/>
                  </a:lnTo>
                  <a:lnTo>
                    <a:pt x="708" y="590"/>
                  </a:lnTo>
                  <a:lnTo>
                    <a:pt x="699" y="607"/>
                  </a:lnTo>
                  <a:lnTo>
                    <a:pt x="685" y="624"/>
                  </a:lnTo>
                  <a:lnTo>
                    <a:pt x="666" y="640"/>
                  </a:lnTo>
                  <a:lnTo>
                    <a:pt x="649" y="657"/>
                  </a:lnTo>
                  <a:lnTo>
                    <a:pt x="626" y="665"/>
                  </a:lnTo>
                  <a:lnTo>
                    <a:pt x="613" y="680"/>
                  </a:lnTo>
                  <a:lnTo>
                    <a:pt x="591" y="691"/>
                  </a:lnTo>
                  <a:lnTo>
                    <a:pt x="591" y="695"/>
                  </a:lnTo>
                  <a:lnTo>
                    <a:pt x="591" y="695"/>
                  </a:lnTo>
                  <a:lnTo>
                    <a:pt x="572" y="701"/>
                  </a:lnTo>
                  <a:lnTo>
                    <a:pt x="559" y="718"/>
                  </a:lnTo>
                  <a:lnTo>
                    <a:pt x="542" y="720"/>
                  </a:lnTo>
                  <a:lnTo>
                    <a:pt x="528" y="736"/>
                  </a:lnTo>
                  <a:lnTo>
                    <a:pt x="517" y="760"/>
                  </a:lnTo>
                  <a:lnTo>
                    <a:pt x="513" y="780"/>
                  </a:lnTo>
                  <a:lnTo>
                    <a:pt x="499" y="795"/>
                  </a:lnTo>
                  <a:lnTo>
                    <a:pt x="494" y="812"/>
                  </a:lnTo>
                  <a:lnTo>
                    <a:pt x="484" y="833"/>
                  </a:lnTo>
                  <a:lnTo>
                    <a:pt x="471" y="841"/>
                  </a:lnTo>
                  <a:lnTo>
                    <a:pt x="459" y="866"/>
                  </a:lnTo>
                  <a:lnTo>
                    <a:pt x="457" y="887"/>
                  </a:lnTo>
                  <a:lnTo>
                    <a:pt x="449" y="881"/>
                  </a:lnTo>
                  <a:lnTo>
                    <a:pt x="434" y="868"/>
                  </a:lnTo>
                  <a:lnTo>
                    <a:pt x="421" y="853"/>
                  </a:lnTo>
                  <a:lnTo>
                    <a:pt x="403" y="843"/>
                  </a:lnTo>
                  <a:lnTo>
                    <a:pt x="380" y="847"/>
                  </a:lnTo>
                  <a:lnTo>
                    <a:pt x="361" y="858"/>
                  </a:lnTo>
                  <a:lnTo>
                    <a:pt x="330" y="855"/>
                  </a:lnTo>
                  <a:lnTo>
                    <a:pt x="315" y="843"/>
                  </a:lnTo>
                  <a:lnTo>
                    <a:pt x="309" y="822"/>
                  </a:lnTo>
                  <a:lnTo>
                    <a:pt x="307" y="797"/>
                  </a:lnTo>
                  <a:lnTo>
                    <a:pt x="294" y="774"/>
                  </a:lnTo>
                  <a:lnTo>
                    <a:pt x="294" y="749"/>
                  </a:lnTo>
                  <a:lnTo>
                    <a:pt x="294" y="728"/>
                  </a:lnTo>
                  <a:lnTo>
                    <a:pt x="286" y="714"/>
                  </a:lnTo>
                  <a:lnTo>
                    <a:pt x="286" y="695"/>
                  </a:lnTo>
                  <a:lnTo>
                    <a:pt x="286" y="672"/>
                  </a:lnTo>
                  <a:lnTo>
                    <a:pt x="279" y="670"/>
                  </a:lnTo>
                  <a:lnTo>
                    <a:pt x="279" y="649"/>
                  </a:lnTo>
                  <a:lnTo>
                    <a:pt x="261" y="634"/>
                  </a:lnTo>
                  <a:lnTo>
                    <a:pt x="246" y="641"/>
                  </a:lnTo>
                  <a:lnTo>
                    <a:pt x="229" y="636"/>
                  </a:lnTo>
                  <a:lnTo>
                    <a:pt x="213" y="618"/>
                  </a:lnTo>
                  <a:lnTo>
                    <a:pt x="198" y="624"/>
                  </a:lnTo>
                  <a:lnTo>
                    <a:pt x="169" y="638"/>
                  </a:lnTo>
                  <a:lnTo>
                    <a:pt x="148" y="657"/>
                  </a:lnTo>
                  <a:lnTo>
                    <a:pt x="127" y="645"/>
                  </a:lnTo>
                  <a:lnTo>
                    <a:pt x="110" y="634"/>
                  </a:lnTo>
                  <a:lnTo>
                    <a:pt x="96" y="640"/>
                  </a:lnTo>
                  <a:lnTo>
                    <a:pt x="79" y="640"/>
                  </a:lnTo>
                  <a:lnTo>
                    <a:pt x="70" y="626"/>
                  </a:lnTo>
                  <a:lnTo>
                    <a:pt x="54" y="628"/>
                  </a:lnTo>
                  <a:lnTo>
                    <a:pt x="43" y="628"/>
                  </a:lnTo>
                  <a:lnTo>
                    <a:pt x="35" y="634"/>
                  </a:lnTo>
                  <a:close/>
                </a:path>
              </a:pathLst>
            </a:custGeom>
            <a:grpFill/>
            <a:ln w="6350" cmpd="sng">
              <a:solidFill>
                <a:schemeClr val="bg1"/>
              </a:solidFill>
              <a:round/>
              <a:headEnd/>
              <a:tailEnd/>
            </a:ln>
          </p:spPr>
          <p:txBody>
            <a:bodyPr/>
            <a:lstStyle/>
            <a:p>
              <a:endParaRPr lang="pt-BR"/>
            </a:p>
          </p:txBody>
        </p:sp>
        <p:sp>
          <p:nvSpPr>
            <p:cNvPr id="47" name="Freeform 26">
              <a:extLst>
                <a:ext uri="{FF2B5EF4-FFF2-40B4-BE49-F238E27FC236}">
                  <a16:creationId xmlns:a16="http://schemas.microsoft.com/office/drawing/2014/main" id="{7BBC6CA2-BE2E-1C16-AB27-8A1F9256A864}"/>
                </a:ext>
              </a:extLst>
            </p:cNvPr>
            <p:cNvSpPr>
              <a:spLocks noChangeAspect="1"/>
            </p:cNvSpPr>
            <p:nvPr/>
          </p:nvSpPr>
          <p:spPr bwMode="auto">
            <a:xfrm>
              <a:off x="2702207" y="3538525"/>
              <a:ext cx="458637" cy="728057"/>
            </a:xfrm>
            <a:custGeom>
              <a:avLst/>
              <a:gdLst/>
              <a:ahLst/>
              <a:cxnLst>
                <a:cxn ang="0">
                  <a:pos x="197" y="908"/>
                </a:cxn>
                <a:cxn ang="0">
                  <a:pos x="147" y="868"/>
                </a:cxn>
                <a:cxn ang="0">
                  <a:pos x="90" y="891"/>
                </a:cxn>
                <a:cxn ang="0">
                  <a:pos x="57" y="920"/>
                </a:cxn>
                <a:cxn ang="0">
                  <a:pos x="59" y="835"/>
                </a:cxn>
                <a:cxn ang="0">
                  <a:pos x="61" y="766"/>
                </a:cxn>
                <a:cxn ang="0">
                  <a:pos x="67" y="695"/>
                </a:cxn>
                <a:cxn ang="0">
                  <a:pos x="99" y="634"/>
                </a:cxn>
                <a:cxn ang="0">
                  <a:pos x="111" y="565"/>
                </a:cxn>
                <a:cxn ang="0">
                  <a:pos x="126" y="526"/>
                </a:cxn>
                <a:cxn ang="0">
                  <a:pos x="170" y="476"/>
                </a:cxn>
                <a:cxn ang="0">
                  <a:pos x="213" y="413"/>
                </a:cxn>
                <a:cxn ang="0">
                  <a:pos x="241" y="332"/>
                </a:cxn>
                <a:cxn ang="0">
                  <a:pos x="245" y="256"/>
                </a:cxn>
                <a:cxn ang="0">
                  <a:pos x="291" y="206"/>
                </a:cxn>
                <a:cxn ang="0">
                  <a:pos x="337" y="171"/>
                </a:cxn>
                <a:cxn ang="0">
                  <a:pos x="362" y="108"/>
                </a:cxn>
                <a:cxn ang="0">
                  <a:pos x="328" y="8"/>
                </a:cxn>
                <a:cxn ang="0">
                  <a:pos x="364" y="0"/>
                </a:cxn>
                <a:cxn ang="0">
                  <a:pos x="420" y="10"/>
                </a:cxn>
                <a:cxn ang="0">
                  <a:pos x="458" y="46"/>
                </a:cxn>
                <a:cxn ang="0">
                  <a:pos x="479" y="123"/>
                </a:cxn>
                <a:cxn ang="0">
                  <a:pos x="464" y="181"/>
                </a:cxn>
                <a:cxn ang="0">
                  <a:pos x="449" y="227"/>
                </a:cxn>
                <a:cxn ang="0">
                  <a:pos x="452" y="265"/>
                </a:cxn>
                <a:cxn ang="0">
                  <a:pos x="495" y="311"/>
                </a:cxn>
                <a:cxn ang="0">
                  <a:pos x="516" y="348"/>
                </a:cxn>
                <a:cxn ang="0">
                  <a:pos x="541" y="369"/>
                </a:cxn>
                <a:cxn ang="0">
                  <a:pos x="585" y="407"/>
                </a:cxn>
                <a:cxn ang="0">
                  <a:pos x="539" y="434"/>
                </a:cxn>
                <a:cxn ang="0">
                  <a:pos x="516" y="484"/>
                </a:cxn>
                <a:cxn ang="0">
                  <a:pos x="535" y="520"/>
                </a:cxn>
                <a:cxn ang="0">
                  <a:pos x="556" y="555"/>
                </a:cxn>
                <a:cxn ang="0">
                  <a:pos x="564" y="588"/>
                </a:cxn>
                <a:cxn ang="0">
                  <a:pos x="596" y="639"/>
                </a:cxn>
                <a:cxn ang="0">
                  <a:pos x="633" y="655"/>
                </a:cxn>
                <a:cxn ang="0">
                  <a:pos x="661" y="676"/>
                </a:cxn>
                <a:cxn ang="0">
                  <a:pos x="612" y="697"/>
                </a:cxn>
                <a:cxn ang="0">
                  <a:pos x="589" y="751"/>
                </a:cxn>
                <a:cxn ang="0">
                  <a:pos x="562" y="806"/>
                </a:cxn>
                <a:cxn ang="0">
                  <a:pos x="615" y="826"/>
                </a:cxn>
                <a:cxn ang="0">
                  <a:pos x="594" y="858"/>
                </a:cxn>
                <a:cxn ang="0">
                  <a:pos x="581" y="897"/>
                </a:cxn>
                <a:cxn ang="0">
                  <a:pos x="583" y="954"/>
                </a:cxn>
                <a:cxn ang="0">
                  <a:pos x="602" y="1002"/>
                </a:cxn>
                <a:cxn ang="0">
                  <a:pos x="564" y="1012"/>
                </a:cxn>
                <a:cxn ang="0">
                  <a:pos x="512" y="1052"/>
                </a:cxn>
                <a:cxn ang="0">
                  <a:pos x="452" y="1050"/>
                </a:cxn>
                <a:cxn ang="0">
                  <a:pos x="404" y="1029"/>
                </a:cxn>
                <a:cxn ang="0">
                  <a:pos x="358" y="1027"/>
                </a:cxn>
                <a:cxn ang="0">
                  <a:pos x="307" y="1014"/>
                </a:cxn>
                <a:cxn ang="0">
                  <a:pos x="287" y="973"/>
                </a:cxn>
                <a:cxn ang="0">
                  <a:pos x="251" y="931"/>
                </a:cxn>
              </a:cxnLst>
              <a:rect l="0" t="0" r="r" b="b"/>
              <a:pathLst>
                <a:path w="663" h="1054">
                  <a:moveTo>
                    <a:pt x="211" y="977"/>
                  </a:moveTo>
                  <a:lnTo>
                    <a:pt x="205" y="964"/>
                  </a:lnTo>
                  <a:lnTo>
                    <a:pt x="205" y="933"/>
                  </a:lnTo>
                  <a:lnTo>
                    <a:pt x="197" y="908"/>
                  </a:lnTo>
                  <a:lnTo>
                    <a:pt x="184" y="893"/>
                  </a:lnTo>
                  <a:lnTo>
                    <a:pt x="182" y="881"/>
                  </a:lnTo>
                  <a:lnTo>
                    <a:pt x="165" y="874"/>
                  </a:lnTo>
                  <a:lnTo>
                    <a:pt x="147" y="868"/>
                  </a:lnTo>
                  <a:lnTo>
                    <a:pt x="130" y="854"/>
                  </a:lnTo>
                  <a:lnTo>
                    <a:pt x="117" y="866"/>
                  </a:lnTo>
                  <a:lnTo>
                    <a:pt x="105" y="883"/>
                  </a:lnTo>
                  <a:lnTo>
                    <a:pt x="90" y="891"/>
                  </a:lnTo>
                  <a:lnTo>
                    <a:pt x="82" y="912"/>
                  </a:lnTo>
                  <a:lnTo>
                    <a:pt x="65" y="925"/>
                  </a:lnTo>
                  <a:lnTo>
                    <a:pt x="57" y="925"/>
                  </a:lnTo>
                  <a:lnTo>
                    <a:pt x="57" y="920"/>
                  </a:lnTo>
                  <a:lnTo>
                    <a:pt x="49" y="900"/>
                  </a:lnTo>
                  <a:lnTo>
                    <a:pt x="49" y="879"/>
                  </a:lnTo>
                  <a:lnTo>
                    <a:pt x="59" y="858"/>
                  </a:lnTo>
                  <a:lnTo>
                    <a:pt x="59" y="835"/>
                  </a:lnTo>
                  <a:lnTo>
                    <a:pt x="65" y="814"/>
                  </a:lnTo>
                  <a:lnTo>
                    <a:pt x="59" y="803"/>
                  </a:lnTo>
                  <a:lnTo>
                    <a:pt x="42" y="785"/>
                  </a:lnTo>
                  <a:lnTo>
                    <a:pt x="61" y="766"/>
                  </a:lnTo>
                  <a:lnTo>
                    <a:pt x="74" y="749"/>
                  </a:lnTo>
                  <a:lnTo>
                    <a:pt x="74" y="730"/>
                  </a:lnTo>
                  <a:lnTo>
                    <a:pt x="72" y="712"/>
                  </a:lnTo>
                  <a:lnTo>
                    <a:pt x="67" y="695"/>
                  </a:lnTo>
                  <a:lnTo>
                    <a:pt x="74" y="684"/>
                  </a:lnTo>
                  <a:lnTo>
                    <a:pt x="86" y="668"/>
                  </a:lnTo>
                  <a:lnTo>
                    <a:pt x="86" y="649"/>
                  </a:lnTo>
                  <a:lnTo>
                    <a:pt x="99" y="634"/>
                  </a:lnTo>
                  <a:lnTo>
                    <a:pt x="103" y="616"/>
                  </a:lnTo>
                  <a:lnTo>
                    <a:pt x="103" y="595"/>
                  </a:lnTo>
                  <a:lnTo>
                    <a:pt x="115" y="572"/>
                  </a:lnTo>
                  <a:lnTo>
                    <a:pt x="111" y="565"/>
                  </a:lnTo>
                  <a:lnTo>
                    <a:pt x="0" y="553"/>
                  </a:lnTo>
                  <a:lnTo>
                    <a:pt x="115" y="567"/>
                  </a:lnTo>
                  <a:lnTo>
                    <a:pt x="119" y="544"/>
                  </a:lnTo>
                  <a:lnTo>
                    <a:pt x="126" y="526"/>
                  </a:lnTo>
                  <a:lnTo>
                    <a:pt x="140" y="517"/>
                  </a:lnTo>
                  <a:lnTo>
                    <a:pt x="161" y="511"/>
                  </a:lnTo>
                  <a:lnTo>
                    <a:pt x="161" y="496"/>
                  </a:lnTo>
                  <a:lnTo>
                    <a:pt x="170" y="476"/>
                  </a:lnTo>
                  <a:lnTo>
                    <a:pt x="184" y="471"/>
                  </a:lnTo>
                  <a:lnTo>
                    <a:pt x="186" y="446"/>
                  </a:lnTo>
                  <a:lnTo>
                    <a:pt x="201" y="432"/>
                  </a:lnTo>
                  <a:lnTo>
                    <a:pt x="213" y="413"/>
                  </a:lnTo>
                  <a:lnTo>
                    <a:pt x="222" y="388"/>
                  </a:lnTo>
                  <a:lnTo>
                    <a:pt x="241" y="382"/>
                  </a:lnTo>
                  <a:lnTo>
                    <a:pt x="247" y="354"/>
                  </a:lnTo>
                  <a:lnTo>
                    <a:pt x="241" y="332"/>
                  </a:lnTo>
                  <a:lnTo>
                    <a:pt x="228" y="321"/>
                  </a:lnTo>
                  <a:lnTo>
                    <a:pt x="228" y="300"/>
                  </a:lnTo>
                  <a:lnTo>
                    <a:pt x="236" y="279"/>
                  </a:lnTo>
                  <a:lnTo>
                    <a:pt x="245" y="256"/>
                  </a:lnTo>
                  <a:lnTo>
                    <a:pt x="255" y="238"/>
                  </a:lnTo>
                  <a:lnTo>
                    <a:pt x="259" y="223"/>
                  </a:lnTo>
                  <a:lnTo>
                    <a:pt x="276" y="215"/>
                  </a:lnTo>
                  <a:lnTo>
                    <a:pt x="291" y="206"/>
                  </a:lnTo>
                  <a:lnTo>
                    <a:pt x="308" y="206"/>
                  </a:lnTo>
                  <a:lnTo>
                    <a:pt x="308" y="188"/>
                  </a:lnTo>
                  <a:lnTo>
                    <a:pt x="320" y="177"/>
                  </a:lnTo>
                  <a:lnTo>
                    <a:pt x="337" y="171"/>
                  </a:lnTo>
                  <a:lnTo>
                    <a:pt x="345" y="158"/>
                  </a:lnTo>
                  <a:lnTo>
                    <a:pt x="345" y="140"/>
                  </a:lnTo>
                  <a:lnTo>
                    <a:pt x="353" y="127"/>
                  </a:lnTo>
                  <a:lnTo>
                    <a:pt x="362" y="108"/>
                  </a:lnTo>
                  <a:lnTo>
                    <a:pt x="360" y="83"/>
                  </a:lnTo>
                  <a:lnTo>
                    <a:pt x="360" y="60"/>
                  </a:lnTo>
                  <a:lnTo>
                    <a:pt x="345" y="35"/>
                  </a:lnTo>
                  <a:lnTo>
                    <a:pt x="328" y="8"/>
                  </a:lnTo>
                  <a:lnTo>
                    <a:pt x="333" y="4"/>
                  </a:lnTo>
                  <a:lnTo>
                    <a:pt x="333" y="4"/>
                  </a:lnTo>
                  <a:lnTo>
                    <a:pt x="351" y="6"/>
                  </a:lnTo>
                  <a:lnTo>
                    <a:pt x="364" y="0"/>
                  </a:lnTo>
                  <a:lnTo>
                    <a:pt x="378" y="6"/>
                  </a:lnTo>
                  <a:lnTo>
                    <a:pt x="393" y="10"/>
                  </a:lnTo>
                  <a:lnTo>
                    <a:pt x="402" y="10"/>
                  </a:lnTo>
                  <a:lnTo>
                    <a:pt x="420" y="10"/>
                  </a:lnTo>
                  <a:lnTo>
                    <a:pt x="427" y="25"/>
                  </a:lnTo>
                  <a:lnTo>
                    <a:pt x="439" y="27"/>
                  </a:lnTo>
                  <a:lnTo>
                    <a:pt x="450" y="37"/>
                  </a:lnTo>
                  <a:lnTo>
                    <a:pt x="458" y="46"/>
                  </a:lnTo>
                  <a:lnTo>
                    <a:pt x="470" y="50"/>
                  </a:lnTo>
                  <a:lnTo>
                    <a:pt x="479" y="69"/>
                  </a:lnTo>
                  <a:lnTo>
                    <a:pt x="472" y="100"/>
                  </a:lnTo>
                  <a:lnTo>
                    <a:pt x="479" y="123"/>
                  </a:lnTo>
                  <a:lnTo>
                    <a:pt x="472" y="139"/>
                  </a:lnTo>
                  <a:lnTo>
                    <a:pt x="472" y="156"/>
                  </a:lnTo>
                  <a:lnTo>
                    <a:pt x="464" y="164"/>
                  </a:lnTo>
                  <a:lnTo>
                    <a:pt x="464" y="181"/>
                  </a:lnTo>
                  <a:lnTo>
                    <a:pt x="466" y="190"/>
                  </a:lnTo>
                  <a:lnTo>
                    <a:pt x="460" y="204"/>
                  </a:lnTo>
                  <a:lnTo>
                    <a:pt x="454" y="217"/>
                  </a:lnTo>
                  <a:lnTo>
                    <a:pt x="449" y="227"/>
                  </a:lnTo>
                  <a:lnTo>
                    <a:pt x="439" y="235"/>
                  </a:lnTo>
                  <a:lnTo>
                    <a:pt x="433" y="246"/>
                  </a:lnTo>
                  <a:lnTo>
                    <a:pt x="439" y="261"/>
                  </a:lnTo>
                  <a:lnTo>
                    <a:pt x="452" y="265"/>
                  </a:lnTo>
                  <a:lnTo>
                    <a:pt x="460" y="279"/>
                  </a:lnTo>
                  <a:lnTo>
                    <a:pt x="472" y="286"/>
                  </a:lnTo>
                  <a:lnTo>
                    <a:pt x="481" y="302"/>
                  </a:lnTo>
                  <a:lnTo>
                    <a:pt x="495" y="311"/>
                  </a:lnTo>
                  <a:lnTo>
                    <a:pt x="498" y="321"/>
                  </a:lnTo>
                  <a:lnTo>
                    <a:pt x="500" y="334"/>
                  </a:lnTo>
                  <a:lnTo>
                    <a:pt x="510" y="336"/>
                  </a:lnTo>
                  <a:lnTo>
                    <a:pt x="516" y="348"/>
                  </a:lnTo>
                  <a:lnTo>
                    <a:pt x="518" y="354"/>
                  </a:lnTo>
                  <a:lnTo>
                    <a:pt x="525" y="357"/>
                  </a:lnTo>
                  <a:lnTo>
                    <a:pt x="539" y="357"/>
                  </a:lnTo>
                  <a:lnTo>
                    <a:pt x="541" y="369"/>
                  </a:lnTo>
                  <a:lnTo>
                    <a:pt x="558" y="369"/>
                  </a:lnTo>
                  <a:lnTo>
                    <a:pt x="587" y="369"/>
                  </a:lnTo>
                  <a:lnTo>
                    <a:pt x="587" y="386"/>
                  </a:lnTo>
                  <a:lnTo>
                    <a:pt x="585" y="407"/>
                  </a:lnTo>
                  <a:lnTo>
                    <a:pt x="573" y="415"/>
                  </a:lnTo>
                  <a:lnTo>
                    <a:pt x="560" y="419"/>
                  </a:lnTo>
                  <a:lnTo>
                    <a:pt x="554" y="432"/>
                  </a:lnTo>
                  <a:lnTo>
                    <a:pt x="539" y="434"/>
                  </a:lnTo>
                  <a:lnTo>
                    <a:pt x="537" y="449"/>
                  </a:lnTo>
                  <a:lnTo>
                    <a:pt x="535" y="467"/>
                  </a:lnTo>
                  <a:lnTo>
                    <a:pt x="529" y="476"/>
                  </a:lnTo>
                  <a:lnTo>
                    <a:pt x="516" y="484"/>
                  </a:lnTo>
                  <a:lnTo>
                    <a:pt x="506" y="496"/>
                  </a:lnTo>
                  <a:lnTo>
                    <a:pt x="520" y="503"/>
                  </a:lnTo>
                  <a:lnTo>
                    <a:pt x="525" y="517"/>
                  </a:lnTo>
                  <a:lnTo>
                    <a:pt x="535" y="520"/>
                  </a:lnTo>
                  <a:lnTo>
                    <a:pt x="537" y="532"/>
                  </a:lnTo>
                  <a:lnTo>
                    <a:pt x="546" y="540"/>
                  </a:lnTo>
                  <a:lnTo>
                    <a:pt x="554" y="549"/>
                  </a:lnTo>
                  <a:lnTo>
                    <a:pt x="556" y="555"/>
                  </a:lnTo>
                  <a:lnTo>
                    <a:pt x="571" y="555"/>
                  </a:lnTo>
                  <a:lnTo>
                    <a:pt x="573" y="567"/>
                  </a:lnTo>
                  <a:lnTo>
                    <a:pt x="566" y="572"/>
                  </a:lnTo>
                  <a:lnTo>
                    <a:pt x="564" y="588"/>
                  </a:lnTo>
                  <a:lnTo>
                    <a:pt x="573" y="605"/>
                  </a:lnTo>
                  <a:lnTo>
                    <a:pt x="583" y="615"/>
                  </a:lnTo>
                  <a:lnTo>
                    <a:pt x="587" y="628"/>
                  </a:lnTo>
                  <a:lnTo>
                    <a:pt x="596" y="639"/>
                  </a:lnTo>
                  <a:lnTo>
                    <a:pt x="604" y="647"/>
                  </a:lnTo>
                  <a:lnTo>
                    <a:pt x="615" y="649"/>
                  </a:lnTo>
                  <a:lnTo>
                    <a:pt x="633" y="649"/>
                  </a:lnTo>
                  <a:lnTo>
                    <a:pt x="633" y="655"/>
                  </a:lnTo>
                  <a:lnTo>
                    <a:pt x="646" y="661"/>
                  </a:lnTo>
                  <a:lnTo>
                    <a:pt x="652" y="661"/>
                  </a:lnTo>
                  <a:lnTo>
                    <a:pt x="661" y="674"/>
                  </a:lnTo>
                  <a:lnTo>
                    <a:pt x="661" y="676"/>
                  </a:lnTo>
                  <a:lnTo>
                    <a:pt x="663" y="674"/>
                  </a:lnTo>
                  <a:lnTo>
                    <a:pt x="644" y="686"/>
                  </a:lnTo>
                  <a:lnTo>
                    <a:pt x="627" y="697"/>
                  </a:lnTo>
                  <a:lnTo>
                    <a:pt x="612" y="697"/>
                  </a:lnTo>
                  <a:lnTo>
                    <a:pt x="602" y="709"/>
                  </a:lnTo>
                  <a:lnTo>
                    <a:pt x="598" y="724"/>
                  </a:lnTo>
                  <a:lnTo>
                    <a:pt x="600" y="739"/>
                  </a:lnTo>
                  <a:lnTo>
                    <a:pt x="589" y="751"/>
                  </a:lnTo>
                  <a:lnTo>
                    <a:pt x="573" y="758"/>
                  </a:lnTo>
                  <a:lnTo>
                    <a:pt x="566" y="774"/>
                  </a:lnTo>
                  <a:lnTo>
                    <a:pt x="562" y="791"/>
                  </a:lnTo>
                  <a:lnTo>
                    <a:pt x="562" y="806"/>
                  </a:lnTo>
                  <a:lnTo>
                    <a:pt x="581" y="818"/>
                  </a:lnTo>
                  <a:lnTo>
                    <a:pt x="602" y="810"/>
                  </a:lnTo>
                  <a:lnTo>
                    <a:pt x="614" y="814"/>
                  </a:lnTo>
                  <a:lnTo>
                    <a:pt x="615" y="826"/>
                  </a:lnTo>
                  <a:lnTo>
                    <a:pt x="604" y="837"/>
                  </a:lnTo>
                  <a:lnTo>
                    <a:pt x="589" y="837"/>
                  </a:lnTo>
                  <a:lnTo>
                    <a:pt x="583" y="847"/>
                  </a:lnTo>
                  <a:lnTo>
                    <a:pt x="594" y="858"/>
                  </a:lnTo>
                  <a:lnTo>
                    <a:pt x="604" y="868"/>
                  </a:lnTo>
                  <a:lnTo>
                    <a:pt x="598" y="877"/>
                  </a:lnTo>
                  <a:lnTo>
                    <a:pt x="583" y="879"/>
                  </a:lnTo>
                  <a:lnTo>
                    <a:pt x="581" y="897"/>
                  </a:lnTo>
                  <a:lnTo>
                    <a:pt x="587" y="914"/>
                  </a:lnTo>
                  <a:lnTo>
                    <a:pt x="596" y="927"/>
                  </a:lnTo>
                  <a:lnTo>
                    <a:pt x="594" y="948"/>
                  </a:lnTo>
                  <a:lnTo>
                    <a:pt x="583" y="954"/>
                  </a:lnTo>
                  <a:lnTo>
                    <a:pt x="583" y="968"/>
                  </a:lnTo>
                  <a:lnTo>
                    <a:pt x="589" y="979"/>
                  </a:lnTo>
                  <a:lnTo>
                    <a:pt x="602" y="987"/>
                  </a:lnTo>
                  <a:lnTo>
                    <a:pt x="602" y="1002"/>
                  </a:lnTo>
                  <a:lnTo>
                    <a:pt x="583" y="1014"/>
                  </a:lnTo>
                  <a:lnTo>
                    <a:pt x="581" y="1016"/>
                  </a:lnTo>
                  <a:lnTo>
                    <a:pt x="577" y="1014"/>
                  </a:lnTo>
                  <a:lnTo>
                    <a:pt x="564" y="1012"/>
                  </a:lnTo>
                  <a:lnTo>
                    <a:pt x="550" y="1018"/>
                  </a:lnTo>
                  <a:lnTo>
                    <a:pt x="537" y="1029"/>
                  </a:lnTo>
                  <a:lnTo>
                    <a:pt x="529" y="1043"/>
                  </a:lnTo>
                  <a:lnTo>
                    <a:pt x="512" y="1052"/>
                  </a:lnTo>
                  <a:lnTo>
                    <a:pt x="493" y="1052"/>
                  </a:lnTo>
                  <a:lnTo>
                    <a:pt x="483" y="1041"/>
                  </a:lnTo>
                  <a:lnTo>
                    <a:pt x="466" y="1054"/>
                  </a:lnTo>
                  <a:lnTo>
                    <a:pt x="452" y="1050"/>
                  </a:lnTo>
                  <a:lnTo>
                    <a:pt x="435" y="1041"/>
                  </a:lnTo>
                  <a:lnTo>
                    <a:pt x="420" y="1021"/>
                  </a:lnTo>
                  <a:lnTo>
                    <a:pt x="406" y="1014"/>
                  </a:lnTo>
                  <a:lnTo>
                    <a:pt x="404" y="1029"/>
                  </a:lnTo>
                  <a:lnTo>
                    <a:pt x="402" y="1048"/>
                  </a:lnTo>
                  <a:lnTo>
                    <a:pt x="385" y="1046"/>
                  </a:lnTo>
                  <a:lnTo>
                    <a:pt x="374" y="1033"/>
                  </a:lnTo>
                  <a:lnTo>
                    <a:pt x="358" y="1027"/>
                  </a:lnTo>
                  <a:lnTo>
                    <a:pt x="356" y="1008"/>
                  </a:lnTo>
                  <a:lnTo>
                    <a:pt x="339" y="1004"/>
                  </a:lnTo>
                  <a:lnTo>
                    <a:pt x="322" y="1006"/>
                  </a:lnTo>
                  <a:lnTo>
                    <a:pt x="307" y="1014"/>
                  </a:lnTo>
                  <a:lnTo>
                    <a:pt x="299" y="1029"/>
                  </a:lnTo>
                  <a:lnTo>
                    <a:pt x="282" y="1018"/>
                  </a:lnTo>
                  <a:lnTo>
                    <a:pt x="285" y="996"/>
                  </a:lnTo>
                  <a:lnTo>
                    <a:pt x="287" y="973"/>
                  </a:lnTo>
                  <a:lnTo>
                    <a:pt x="278" y="958"/>
                  </a:lnTo>
                  <a:lnTo>
                    <a:pt x="266" y="947"/>
                  </a:lnTo>
                  <a:lnTo>
                    <a:pt x="264" y="922"/>
                  </a:lnTo>
                  <a:lnTo>
                    <a:pt x="251" y="931"/>
                  </a:lnTo>
                  <a:lnTo>
                    <a:pt x="226" y="941"/>
                  </a:lnTo>
                  <a:lnTo>
                    <a:pt x="224" y="956"/>
                  </a:lnTo>
                  <a:lnTo>
                    <a:pt x="211" y="977"/>
                  </a:lnTo>
                  <a:close/>
                </a:path>
              </a:pathLst>
            </a:custGeom>
            <a:grpFill/>
            <a:ln w="6350" cmpd="sng">
              <a:solidFill>
                <a:schemeClr val="bg1"/>
              </a:solidFill>
              <a:round/>
              <a:headEnd/>
              <a:tailEnd/>
            </a:ln>
          </p:spPr>
          <p:txBody>
            <a:bodyPr/>
            <a:lstStyle/>
            <a:p>
              <a:endParaRPr lang="pt-BR"/>
            </a:p>
          </p:txBody>
        </p:sp>
        <p:sp>
          <p:nvSpPr>
            <p:cNvPr id="48" name="Freeform 27">
              <a:extLst>
                <a:ext uri="{FF2B5EF4-FFF2-40B4-BE49-F238E27FC236}">
                  <a16:creationId xmlns:a16="http://schemas.microsoft.com/office/drawing/2014/main" id="{7CC9C696-D72A-785C-430F-55768FCD0818}"/>
                </a:ext>
              </a:extLst>
            </p:cNvPr>
            <p:cNvSpPr>
              <a:spLocks noChangeAspect="1"/>
            </p:cNvSpPr>
            <p:nvPr/>
          </p:nvSpPr>
          <p:spPr bwMode="auto">
            <a:xfrm>
              <a:off x="2502414" y="4128842"/>
              <a:ext cx="622999" cy="650332"/>
            </a:xfrm>
            <a:custGeom>
              <a:avLst/>
              <a:gdLst/>
              <a:ahLst/>
              <a:cxnLst>
                <a:cxn ang="0">
                  <a:pos x="412" y="830"/>
                </a:cxn>
                <a:cxn ang="0">
                  <a:pos x="476" y="828"/>
                </a:cxn>
                <a:cxn ang="0">
                  <a:pos x="527" y="812"/>
                </a:cxn>
                <a:cxn ang="0">
                  <a:pos x="600" y="820"/>
                </a:cxn>
                <a:cxn ang="0">
                  <a:pos x="637" y="812"/>
                </a:cxn>
                <a:cxn ang="0">
                  <a:pos x="689" y="791"/>
                </a:cxn>
                <a:cxn ang="0">
                  <a:pos x="687" y="759"/>
                </a:cxn>
                <a:cxn ang="0">
                  <a:pos x="698" y="711"/>
                </a:cxn>
                <a:cxn ang="0">
                  <a:pos x="691" y="663"/>
                </a:cxn>
                <a:cxn ang="0">
                  <a:pos x="717" y="616"/>
                </a:cxn>
                <a:cxn ang="0">
                  <a:pos x="708" y="561"/>
                </a:cxn>
                <a:cxn ang="0">
                  <a:pos x="756" y="521"/>
                </a:cxn>
                <a:cxn ang="0">
                  <a:pos x="785" y="488"/>
                </a:cxn>
                <a:cxn ang="0">
                  <a:pos x="785" y="411"/>
                </a:cxn>
                <a:cxn ang="0">
                  <a:pos x="819" y="398"/>
                </a:cxn>
                <a:cxn ang="0">
                  <a:pos x="838" y="373"/>
                </a:cxn>
                <a:cxn ang="0">
                  <a:pos x="871" y="392"/>
                </a:cxn>
                <a:cxn ang="0">
                  <a:pos x="902" y="355"/>
                </a:cxn>
                <a:cxn ang="0">
                  <a:pos x="890" y="315"/>
                </a:cxn>
                <a:cxn ang="0">
                  <a:pos x="867" y="269"/>
                </a:cxn>
                <a:cxn ang="0">
                  <a:pos x="877" y="227"/>
                </a:cxn>
                <a:cxn ang="0">
                  <a:pos x="875" y="187"/>
                </a:cxn>
                <a:cxn ang="0">
                  <a:pos x="867" y="160"/>
                </a:cxn>
                <a:cxn ang="0">
                  <a:pos x="827" y="175"/>
                </a:cxn>
                <a:cxn ang="0">
                  <a:pos x="783" y="198"/>
                </a:cxn>
                <a:cxn ang="0">
                  <a:pos x="742" y="196"/>
                </a:cxn>
                <a:cxn ang="0">
                  <a:pos x="696" y="160"/>
                </a:cxn>
                <a:cxn ang="0">
                  <a:pos x="675" y="192"/>
                </a:cxn>
                <a:cxn ang="0">
                  <a:pos x="646" y="154"/>
                </a:cxn>
                <a:cxn ang="0">
                  <a:pos x="597" y="160"/>
                </a:cxn>
                <a:cxn ang="0">
                  <a:pos x="575" y="142"/>
                </a:cxn>
                <a:cxn ang="0">
                  <a:pos x="556" y="93"/>
                </a:cxn>
                <a:cxn ang="0">
                  <a:pos x="516" y="87"/>
                </a:cxn>
                <a:cxn ang="0">
                  <a:pos x="495" y="110"/>
                </a:cxn>
                <a:cxn ang="0">
                  <a:pos x="474" y="39"/>
                </a:cxn>
                <a:cxn ang="0">
                  <a:pos x="437" y="14"/>
                </a:cxn>
                <a:cxn ang="0">
                  <a:pos x="395" y="29"/>
                </a:cxn>
                <a:cxn ang="0">
                  <a:pos x="355" y="71"/>
                </a:cxn>
                <a:cxn ang="0">
                  <a:pos x="349" y="85"/>
                </a:cxn>
                <a:cxn ang="0">
                  <a:pos x="316" y="202"/>
                </a:cxn>
                <a:cxn ang="0">
                  <a:pos x="293" y="275"/>
                </a:cxn>
                <a:cxn ang="0">
                  <a:pos x="295" y="336"/>
                </a:cxn>
                <a:cxn ang="0">
                  <a:pos x="265" y="365"/>
                </a:cxn>
                <a:cxn ang="0">
                  <a:pos x="199" y="400"/>
                </a:cxn>
                <a:cxn ang="0">
                  <a:pos x="163" y="465"/>
                </a:cxn>
                <a:cxn ang="0">
                  <a:pos x="111" y="490"/>
                </a:cxn>
                <a:cxn ang="0">
                  <a:pos x="90" y="555"/>
                </a:cxn>
                <a:cxn ang="0">
                  <a:pos x="44" y="593"/>
                </a:cxn>
                <a:cxn ang="0">
                  <a:pos x="11" y="626"/>
                </a:cxn>
                <a:cxn ang="0">
                  <a:pos x="0" y="682"/>
                </a:cxn>
                <a:cxn ang="0">
                  <a:pos x="6" y="726"/>
                </a:cxn>
                <a:cxn ang="0">
                  <a:pos x="36" y="760"/>
                </a:cxn>
                <a:cxn ang="0">
                  <a:pos x="38" y="795"/>
                </a:cxn>
                <a:cxn ang="0">
                  <a:pos x="75" y="822"/>
                </a:cxn>
                <a:cxn ang="0">
                  <a:pos x="144" y="864"/>
                </a:cxn>
                <a:cxn ang="0">
                  <a:pos x="228" y="916"/>
                </a:cxn>
                <a:cxn ang="0">
                  <a:pos x="272" y="935"/>
                </a:cxn>
                <a:cxn ang="0">
                  <a:pos x="295" y="897"/>
                </a:cxn>
                <a:cxn ang="0">
                  <a:pos x="345" y="854"/>
                </a:cxn>
              </a:cxnLst>
              <a:rect l="0" t="0" r="r" b="b"/>
              <a:pathLst>
                <a:path w="902" h="941">
                  <a:moveTo>
                    <a:pt x="370" y="831"/>
                  </a:moveTo>
                  <a:lnTo>
                    <a:pt x="393" y="830"/>
                  </a:lnTo>
                  <a:lnTo>
                    <a:pt x="412" y="830"/>
                  </a:lnTo>
                  <a:lnTo>
                    <a:pt x="437" y="826"/>
                  </a:lnTo>
                  <a:lnTo>
                    <a:pt x="455" y="830"/>
                  </a:lnTo>
                  <a:lnTo>
                    <a:pt x="476" y="828"/>
                  </a:lnTo>
                  <a:lnTo>
                    <a:pt x="495" y="818"/>
                  </a:lnTo>
                  <a:lnTo>
                    <a:pt x="514" y="808"/>
                  </a:lnTo>
                  <a:lnTo>
                    <a:pt x="527" y="812"/>
                  </a:lnTo>
                  <a:lnTo>
                    <a:pt x="552" y="812"/>
                  </a:lnTo>
                  <a:lnTo>
                    <a:pt x="587" y="812"/>
                  </a:lnTo>
                  <a:lnTo>
                    <a:pt x="600" y="820"/>
                  </a:lnTo>
                  <a:lnTo>
                    <a:pt x="612" y="828"/>
                  </a:lnTo>
                  <a:lnTo>
                    <a:pt x="631" y="828"/>
                  </a:lnTo>
                  <a:lnTo>
                    <a:pt x="637" y="812"/>
                  </a:lnTo>
                  <a:lnTo>
                    <a:pt x="656" y="812"/>
                  </a:lnTo>
                  <a:lnTo>
                    <a:pt x="669" y="803"/>
                  </a:lnTo>
                  <a:lnTo>
                    <a:pt x="689" y="791"/>
                  </a:lnTo>
                  <a:lnTo>
                    <a:pt x="700" y="782"/>
                  </a:lnTo>
                  <a:lnTo>
                    <a:pt x="698" y="768"/>
                  </a:lnTo>
                  <a:lnTo>
                    <a:pt x="687" y="759"/>
                  </a:lnTo>
                  <a:lnTo>
                    <a:pt x="691" y="743"/>
                  </a:lnTo>
                  <a:lnTo>
                    <a:pt x="706" y="724"/>
                  </a:lnTo>
                  <a:lnTo>
                    <a:pt x="698" y="711"/>
                  </a:lnTo>
                  <a:lnTo>
                    <a:pt x="681" y="699"/>
                  </a:lnTo>
                  <a:lnTo>
                    <a:pt x="681" y="676"/>
                  </a:lnTo>
                  <a:lnTo>
                    <a:pt x="691" y="663"/>
                  </a:lnTo>
                  <a:lnTo>
                    <a:pt x="710" y="653"/>
                  </a:lnTo>
                  <a:lnTo>
                    <a:pt x="717" y="636"/>
                  </a:lnTo>
                  <a:lnTo>
                    <a:pt x="717" y="616"/>
                  </a:lnTo>
                  <a:lnTo>
                    <a:pt x="710" y="599"/>
                  </a:lnTo>
                  <a:lnTo>
                    <a:pt x="704" y="580"/>
                  </a:lnTo>
                  <a:lnTo>
                    <a:pt x="708" y="561"/>
                  </a:lnTo>
                  <a:lnTo>
                    <a:pt x="721" y="538"/>
                  </a:lnTo>
                  <a:lnTo>
                    <a:pt x="740" y="536"/>
                  </a:lnTo>
                  <a:lnTo>
                    <a:pt x="756" y="521"/>
                  </a:lnTo>
                  <a:lnTo>
                    <a:pt x="775" y="515"/>
                  </a:lnTo>
                  <a:lnTo>
                    <a:pt x="794" y="501"/>
                  </a:lnTo>
                  <a:lnTo>
                    <a:pt x="785" y="488"/>
                  </a:lnTo>
                  <a:lnTo>
                    <a:pt x="788" y="436"/>
                  </a:lnTo>
                  <a:lnTo>
                    <a:pt x="796" y="423"/>
                  </a:lnTo>
                  <a:lnTo>
                    <a:pt x="785" y="411"/>
                  </a:lnTo>
                  <a:lnTo>
                    <a:pt x="786" y="398"/>
                  </a:lnTo>
                  <a:lnTo>
                    <a:pt x="802" y="400"/>
                  </a:lnTo>
                  <a:lnTo>
                    <a:pt x="819" y="398"/>
                  </a:lnTo>
                  <a:lnTo>
                    <a:pt x="823" y="380"/>
                  </a:lnTo>
                  <a:lnTo>
                    <a:pt x="829" y="365"/>
                  </a:lnTo>
                  <a:lnTo>
                    <a:pt x="838" y="373"/>
                  </a:lnTo>
                  <a:lnTo>
                    <a:pt x="844" y="380"/>
                  </a:lnTo>
                  <a:lnTo>
                    <a:pt x="857" y="390"/>
                  </a:lnTo>
                  <a:lnTo>
                    <a:pt x="871" y="392"/>
                  </a:lnTo>
                  <a:lnTo>
                    <a:pt x="882" y="386"/>
                  </a:lnTo>
                  <a:lnTo>
                    <a:pt x="894" y="373"/>
                  </a:lnTo>
                  <a:lnTo>
                    <a:pt x="902" y="355"/>
                  </a:lnTo>
                  <a:lnTo>
                    <a:pt x="902" y="340"/>
                  </a:lnTo>
                  <a:lnTo>
                    <a:pt x="902" y="329"/>
                  </a:lnTo>
                  <a:lnTo>
                    <a:pt x="890" y="315"/>
                  </a:lnTo>
                  <a:lnTo>
                    <a:pt x="879" y="300"/>
                  </a:lnTo>
                  <a:lnTo>
                    <a:pt x="867" y="284"/>
                  </a:lnTo>
                  <a:lnTo>
                    <a:pt x="867" y="269"/>
                  </a:lnTo>
                  <a:lnTo>
                    <a:pt x="865" y="254"/>
                  </a:lnTo>
                  <a:lnTo>
                    <a:pt x="867" y="236"/>
                  </a:lnTo>
                  <a:lnTo>
                    <a:pt x="877" y="227"/>
                  </a:lnTo>
                  <a:lnTo>
                    <a:pt x="877" y="215"/>
                  </a:lnTo>
                  <a:lnTo>
                    <a:pt x="869" y="202"/>
                  </a:lnTo>
                  <a:lnTo>
                    <a:pt x="875" y="187"/>
                  </a:lnTo>
                  <a:lnTo>
                    <a:pt x="863" y="175"/>
                  </a:lnTo>
                  <a:lnTo>
                    <a:pt x="871" y="162"/>
                  </a:lnTo>
                  <a:lnTo>
                    <a:pt x="867" y="160"/>
                  </a:lnTo>
                  <a:lnTo>
                    <a:pt x="854" y="158"/>
                  </a:lnTo>
                  <a:lnTo>
                    <a:pt x="840" y="164"/>
                  </a:lnTo>
                  <a:lnTo>
                    <a:pt x="827" y="175"/>
                  </a:lnTo>
                  <a:lnTo>
                    <a:pt x="819" y="189"/>
                  </a:lnTo>
                  <a:lnTo>
                    <a:pt x="802" y="198"/>
                  </a:lnTo>
                  <a:lnTo>
                    <a:pt x="783" y="198"/>
                  </a:lnTo>
                  <a:lnTo>
                    <a:pt x="773" y="187"/>
                  </a:lnTo>
                  <a:lnTo>
                    <a:pt x="756" y="200"/>
                  </a:lnTo>
                  <a:lnTo>
                    <a:pt x="742" y="196"/>
                  </a:lnTo>
                  <a:lnTo>
                    <a:pt x="725" y="187"/>
                  </a:lnTo>
                  <a:lnTo>
                    <a:pt x="710" y="167"/>
                  </a:lnTo>
                  <a:lnTo>
                    <a:pt x="696" y="160"/>
                  </a:lnTo>
                  <a:lnTo>
                    <a:pt x="694" y="175"/>
                  </a:lnTo>
                  <a:lnTo>
                    <a:pt x="692" y="194"/>
                  </a:lnTo>
                  <a:lnTo>
                    <a:pt x="675" y="192"/>
                  </a:lnTo>
                  <a:lnTo>
                    <a:pt x="664" y="179"/>
                  </a:lnTo>
                  <a:lnTo>
                    <a:pt x="648" y="173"/>
                  </a:lnTo>
                  <a:lnTo>
                    <a:pt x="646" y="154"/>
                  </a:lnTo>
                  <a:lnTo>
                    <a:pt x="629" y="150"/>
                  </a:lnTo>
                  <a:lnTo>
                    <a:pt x="612" y="152"/>
                  </a:lnTo>
                  <a:lnTo>
                    <a:pt x="597" y="160"/>
                  </a:lnTo>
                  <a:lnTo>
                    <a:pt x="589" y="175"/>
                  </a:lnTo>
                  <a:lnTo>
                    <a:pt x="572" y="164"/>
                  </a:lnTo>
                  <a:lnTo>
                    <a:pt x="575" y="142"/>
                  </a:lnTo>
                  <a:lnTo>
                    <a:pt x="577" y="119"/>
                  </a:lnTo>
                  <a:lnTo>
                    <a:pt x="568" y="104"/>
                  </a:lnTo>
                  <a:lnTo>
                    <a:pt x="556" y="93"/>
                  </a:lnTo>
                  <a:lnTo>
                    <a:pt x="554" y="68"/>
                  </a:lnTo>
                  <a:lnTo>
                    <a:pt x="541" y="77"/>
                  </a:lnTo>
                  <a:lnTo>
                    <a:pt x="516" y="87"/>
                  </a:lnTo>
                  <a:lnTo>
                    <a:pt x="514" y="102"/>
                  </a:lnTo>
                  <a:lnTo>
                    <a:pt x="501" y="123"/>
                  </a:lnTo>
                  <a:lnTo>
                    <a:pt x="495" y="110"/>
                  </a:lnTo>
                  <a:lnTo>
                    <a:pt x="495" y="79"/>
                  </a:lnTo>
                  <a:lnTo>
                    <a:pt x="487" y="54"/>
                  </a:lnTo>
                  <a:lnTo>
                    <a:pt x="474" y="39"/>
                  </a:lnTo>
                  <a:lnTo>
                    <a:pt x="472" y="27"/>
                  </a:lnTo>
                  <a:lnTo>
                    <a:pt x="455" y="20"/>
                  </a:lnTo>
                  <a:lnTo>
                    <a:pt x="437" y="14"/>
                  </a:lnTo>
                  <a:lnTo>
                    <a:pt x="420" y="0"/>
                  </a:lnTo>
                  <a:lnTo>
                    <a:pt x="407" y="12"/>
                  </a:lnTo>
                  <a:lnTo>
                    <a:pt x="395" y="29"/>
                  </a:lnTo>
                  <a:lnTo>
                    <a:pt x="380" y="37"/>
                  </a:lnTo>
                  <a:lnTo>
                    <a:pt x="372" y="58"/>
                  </a:lnTo>
                  <a:lnTo>
                    <a:pt x="355" y="71"/>
                  </a:lnTo>
                  <a:lnTo>
                    <a:pt x="347" y="71"/>
                  </a:lnTo>
                  <a:lnTo>
                    <a:pt x="347" y="66"/>
                  </a:lnTo>
                  <a:lnTo>
                    <a:pt x="349" y="85"/>
                  </a:lnTo>
                  <a:lnTo>
                    <a:pt x="338" y="137"/>
                  </a:lnTo>
                  <a:lnTo>
                    <a:pt x="328" y="167"/>
                  </a:lnTo>
                  <a:lnTo>
                    <a:pt x="316" y="202"/>
                  </a:lnTo>
                  <a:lnTo>
                    <a:pt x="299" y="227"/>
                  </a:lnTo>
                  <a:lnTo>
                    <a:pt x="299" y="256"/>
                  </a:lnTo>
                  <a:lnTo>
                    <a:pt x="293" y="275"/>
                  </a:lnTo>
                  <a:lnTo>
                    <a:pt x="293" y="300"/>
                  </a:lnTo>
                  <a:lnTo>
                    <a:pt x="295" y="321"/>
                  </a:lnTo>
                  <a:lnTo>
                    <a:pt x="295" y="336"/>
                  </a:lnTo>
                  <a:lnTo>
                    <a:pt x="278" y="338"/>
                  </a:lnTo>
                  <a:lnTo>
                    <a:pt x="265" y="348"/>
                  </a:lnTo>
                  <a:lnTo>
                    <a:pt x="265" y="365"/>
                  </a:lnTo>
                  <a:lnTo>
                    <a:pt x="238" y="365"/>
                  </a:lnTo>
                  <a:lnTo>
                    <a:pt x="213" y="379"/>
                  </a:lnTo>
                  <a:lnTo>
                    <a:pt x="199" y="400"/>
                  </a:lnTo>
                  <a:lnTo>
                    <a:pt x="194" y="428"/>
                  </a:lnTo>
                  <a:lnTo>
                    <a:pt x="182" y="450"/>
                  </a:lnTo>
                  <a:lnTo>
                    <a:pt x="163" y="465"/>
                  </a:lnTo>
                  <a:lnTo>
                    <a:pt x="148" y="469"/>
                  </a:lnTo>
                  <a:lnTo>
                    <a:pt x="126" y="474"/>
                  </a:lnTo>
                  <a:lnTo>
                    <a:pt x="111" y="490"/>
                  </a:lnTo>
                  <a:lnTo>
                    <a:pt x="92" y="513"/>
                  </a:lnTo>
                  <a:lnTo>
                    <a:pt x="90" y="536"/>
                  </a:lnTo>
                  <a:lnTo>
                    <a:pt x="90" y="555"/>
                  </a:lnTo>
                  <a:lnTo>
                    <a:pt x="73" y="557"/>
                  </a:lnTo>
                  <a:lnTo>
                    <a:pt x="63" y="576"/>
                  </a:lnTo>
                  <a:lnTo>
                    <a:pt x="44" y="593"/>
                  </a:lnTo>
                  <a:lnTo>
                    <a:pt x="38" y="613"/>
                  </a:lnTo>
                  <a:lnTo>
                    <a:pt x="23" y="613"/>
                  </a:lnTo>
                  <a:lnTo>
                    <a:pt x="11" y="626"/>
                  </a:lnTo>
                  <a:lnTo>
                    <a:pt x="6" y="647"/>
                  </a:lnTo>
                  <a:lnTo>
                    <a:pt x="0" y="663"/>
                  </a:lnTo>
                  <a:lnTo>
                    <a:pt x="0" y="682"/>
                  </a:lnTo>
                  <a:lnTo>
                    <a:pt x="6" y="707"/>
                  </a:lnTo>
                  <a:lnTo>
                    <a:pt x="4" y="722"/>
                  </a:lnTo>
                  <a:lnTo>
                    <a:pt x="6" y="726"/>
                  </a:lnTo>
                  <a:lnTo>
                    <a:pt x="11" y="735"/>
                  </a:lnTo>
                  <a:lnTo>
                    <a:pt x="11" y="757"/>
                  </a:lnTo>
                  <a:lnTo>
                    <a:pt x="36" y="760"/>
                  </a:lnTo>
                  <a:lnTo>
                    <a:pt x="57" y="768"/>
                  </a:lnTo>
                  <a:lnTo>
                    <a:pt x="54" y="783"/>
                  </a:lnTo>
                  <a:lnTo>
                    <a:pt x="38" y="795"/>
                  </a:lnTo>
                  <a:lnTo>
                    <a:pt x="40" y="814"/>
                  </a:lnTo>
                  <a:lnTo>
                    <a:pt x="63" y="814"/>
                  </a:lnTo>
                  <a:lnTo>
                    <a:pt x="75" y="822"/>
                  </a:lnTo>
                  <a:lnTo>
                    <a:pt x="105" y="831"/>
                  </a:lnTo>
                  <a:lnTo>
                    <a:pt x="130" y="853"/>
                  </a:lnTo>
                  <a:lnTo>
                    <a:pt x="144" y="864"/>
                  </a:lnTo>
                  <a:lnTo>
                    <a:pt x="169" y="889"/>
                  </a:lnTo>
                  <a:lnTo>
                    <a:pt x="194" y="899"/>
                  </a:lnTo>
                  <a:lnTo>
                    <a:pt x="228" y="916"/>
                  </a:lnTo>
                  <a:lnTo>
                    <a:pt x="245" y="924"/>
                  </a:lnTo>
                  <a:lnTo>
                    <a:pt x="261" y="941"/>
                  </a:lnTo>
                  <a:lnTo>
                    <a:pt x="272" y="935"/>
                  </a:lnTo>
                  <a:lnTo>
                    <a:pt x="282" y="927"/>
                  </a:lnTo>
                  <a:lnTo>
                    <a:pt x="286" y="908"/>
                  </a:lnTo>
                  <a:lnTo>
                    <a:pt x="295" y="897"/>
                  </a:lnTo>
                  <a:lnTo>
                    <a:pt x="315" y="881"/>
                  </a:lnTo>
                  <a:lnTo>
                    <a:pt x="330" y="866"/>
                  </a:lnTo>
                  <a:lnTo>
                    <a:pt x="345" y="854"/>
                  </a:lnTo>
                  <a:lnTo>
                    <a:pt x="357" y="841"/>
                  </a:lnTo>
                  <a:lnTo>
                    <a:pt x="370" y="831"/>
                  </a:lnTo>
                  <a:close/>
                </a:path>
              </a:pathLst>
            </a:custGeom>
            <a:grpFill/>
            <a:ln w="6350" cmpd="sng">
              <a:solidFill>
                <a:schemeClr val="bg1"/>
              </a:solidFill>
              <a:round/>
              <a:headEnd/>
              <a:tailEnd/>
            </a:ln>
          </p:spPr>
          <p:txBody>
            <a:bodyPr/>
            <a:lstStyle/>
            <a:p>
              <a:endParaRPr lang="pt-BR"/>
            </a:p>
          </p:txBody>
        </p:sp>
        <p:sp>
          <p:nvSpPr>
            <p:cNvPr id="49" name="Freeform 28">
              <a:extLst>
                <a:ext uri="{FF2B5EF4-FFF2-40B4-BE49-F238E27FC236}">
                  <a16:creationId xmlns:a16="http://schemas.microsoft.com/office/drawing/2014/main" id="{D8A12631-86F1-9C19-85EE-8CF1EE1CF160}"/>
                </a:ext>
              </a:extLst>
            </p:cNvPr>
            <p:cNvSpPr>
              <a:spLocks noChangeAspect="1"/>
            </p:cNvSpPr>
            <p:nvPr/>
          </p:nvSpPr>
          <p:spPr bwMode="auto">
            <a:xfrm>
              <a:off x="2676617" y="4356114"/>
              <a:ext cx="932037" cy="745766"/>
            </a:xfrm>
            <a:custGeom>
              <a:avLst/>
              <a:gdLst/>
              <a:ahLst/>
              <a:cxnLst>
                <a:cxn ang="0">
                  <a:pos x="735" y="1003"/>
                </a:cxn>
                <a:cxn ang="0">
                  <a:pos x="785" y="988"/>
                </a:cxn>
                <a:cxn ang="0">
                  <a:pos x="833" y="998"/>
                </a:cxn>
                <a:cxn ang="0">
                  <a:pos x="871" y="994"/>
                </a:cxn>
                <a:cxn ang="0">
                  <a:pos x="919" y="986"/>
                </a:cxn>
                <a:cxn ang="0">
                  <a:pos x="965" y="955"/>
                </a:cxn>
                <a:cxn ang="0">
                  <a:pos x="1002" y="927"/>
                </a:cxn>
                <a:cxn ang="0">
                  <a:pos x="1023" y="877"/>
                </a:cxn>
                <a:cxn ang="0">
                  <a:pos x="1065" y="850"/>
                </a:cxn>
                <a:cxn ang="0">
                  <a:pos x="1069" y="800"/>
                </a:cxn>
                <a:cxn ang="0">
                  <a:pos x="1130" y="765"/>
                </a:cxn>
                <a:cxn ang="0">
                  <a:pos x="1184" y="714"/>
                </a:cxn>
                <a:cxn ang="0">
                  <a:pos x="1188" y="658"/>
                </a:cxn>
                <a:cxn ang="0">
                  <a:pos x="1192" y="598"/>
                </a:cxn>
                <a:cxn ang="0">
                  <a:pos x="1176" y="554"/>
                </a:cxn>
                <a:cxn ang="0">
                  <a:pos x="1205" y="514"/>
                </a:cxn>
                <a:cxn ang="0">
                  <a:pos x="1276" y="512"/>
                </a:cxn>
                <a:cxn ang="0">
                  <a:pos x="1263" y="468"/>
                </a:cxn>
                <a:cxn ang="0">
                  <a:pos x="1253" y="397"/>
                </a:cxn>
                <a:cxn ang="0">
                  <a:pos x="1288" y="345"/>
                </a:cxn>
                <a:cxn ang="0">
                  <a:pos x="1349" y="293"/>
                </a:cxn>
                <a:cxn ang="0">
                  <a:pos x="1305" y="232"/>
                </a:cxn>
                <a:cxn ang="0">
                  <a:pos x="1218" y="222"/>
                </a:cxn>
                <a:cxn ang="0">
                  <a:pos x="1163" y="182"/>
                </a:cxn>
                <a:cxn ang="0">
                  <a:pos x="1117" y="140"/>
                </a:cxn>
                <a:cxn ang="0">
                  <a:pos x="1057" y="113"/>
                </a:cxn>
                <a:cxn ang="0">
                  <a:pos x="1015" y="86"/>
                </a:cxn>
                <a:cxn ang="0">
                  <a:pos x="888" y="53"/>
                </a:cxn>
                <a:cxn ang="0">
                  <a:pos x="810" y="5"/>
                </a:cxn>
                <a:cxn ang="0">
                  <a:pos x="735" y="42"/>
                </a:cxn>
                <a:cxn ang="0">
                  <a:pos x="658" y="90"/>
                </a:cxn>
                <a:cxn ang="0">
                  <a:pos x="618" y="63"/>
                </a:cxn>
                <a:cxn ang="0">
                  <a:pos x="570" y="51"/>
                </a:cxn>
                <a:cxn ang="0">
                  <a:pos x="543" y="94"/>
                </a:cxn>
                <a:cxn ang="0">
                  <a:pos x="503" y="192"/>
                </a:cxn>
                <a:cxn ang="0">
                  <a:pos x="457" y="270"/>
                </a:cxn>
                <a:cxn ang="0">
                  <a:pos x="428" y="347"/>
                </a:cxn>
                <a:cxn ang="0">
                  <a:pos x="434" y="430"/>
                </a:cxn>
                <a:cxn ang="0">
                  <a:pos x="403" y="483"/>
                </a:cxn>
                <a:cxn ang="0">
                  <a:pos x="334" y="483"/>
                </a:cxn>
                <a:cxn ang="0">
                  <a:pos x="223" y="499"/>
                </a:cxn>
                <a:cxn ang="0">
                  <a:pos x="117" y="502"/>
                </a:cxn>
                <a:cxn ang="0">
                  <a:pos x="42" y="568"/>
                </a:cxn>
                <a:cxn ang="0">
                  <a:pos x="0" y="625"/>
                </a:cxn>
                <a:cxn ang="0">
                  <a:pos x="48" y="652"/>
                </a:cxn>
                <a:cxn ang="0">
                  <a:pos x="106" y="666"/>
                </a:cxn>
                <a:cxn ang="0">
                  <a:pos x="167" y="671"/>
                </a:cxn>
                <a:cxn ang="0">
                  <a:pos x="200" y="698"/>
                </a:cxn>
                <a:cxn ang="0">
                  <a:pos x="273" y="704"/>
                </a:cxn>
                <a:cxn ang="0">
                  <a:pos x="351" y="706"/>
                </a:cxn>
                <a:cxn ang="0">
                  <a:pos x="405" y="692"/>
                </a:cxn>
                <a:cxn ang="0">
                  <a:pos x="451" y="742"/>
                </a:cxn>
                <a:cxn ang="0">
                  <a:pos x="449" y="810"/>
                </a:cxn>
                <a:cxn ang="0">
                  <a:pos x="472" y="846"/>
                </a:cxn>
                <a:cxn ang="0">
                  <a:pos x="528" y="871"/>
                </a:cxn>
                <a:cxn ang="0">
                  <a:pos x="505" y="925"/>
                </a:cxn>
                <a:cxn ang="0">
                  <a:pos x="518" y="1007"/>
                </a:cxn>
                <a:cxn ang="0">
                  <a:pos x="524" y="1044"/>
                </a:cxn>
                <a:cxn ang="0">
                  <a:pos x="580" y="1074"/>
                </a:cxn>
                <a:cxn ang="0">
                  <a:pos x="647" y="1044"/>
                </a:cxn>
              </a:cxnLst>
              <a:rect l="0" t="0" r="r" b="b"/>
              <a:pathLst>
                <a:path w="1349" h="1080">
                  <a:moveTo>
                    <a:pt x="698" y="1021"/>
                  </a:moveTo>
                  <a:lnTo>
                    <a:pt x="704" y="1015"/>
                  </a:lnTo>
                  <a:lnTo>
                    <a:pt x="716" y="1011"/>
                  </a:lnTo>
                  <a:lnTo>
                    <a:pt x="723" y="1003"/>
                  </a:lnTo>
                  <a:lnTo>
                    <a:pt x="735" y="1003"/>
                  </a:lnTo>
                  <a:lnTo>
                    <a:pt x="746" y="1003"/>
                  </a:lnTo>
                  <a:lnTo>
                    <a:pt x="760" y="1001"/>
                  </a:lnTo>
                  <a:lnTo>
                    <a:pt x="771" y="998"/>
                  </a:lnTo>
                  <a:lnTo>
                    <a:pt x="779" y="994"/>
                  </a:lnTo>
                  <a:lnTo>
                    <a:pt x="785" y="988"/>
                  </a:lnTo>
                  <a:lnTo>
                    <a:pt x="800" y="988"/>
                  </a:lnTo>
                  <a:lnTo>
                    <a:pt x="810" y="990"/>
                  </a:lnTo>
                  <a:lnTo>
                    <a:pt x="817" y="996"/>
                  </a:lnTo>
                  <a:lnTo>
                    <a:pt x="827" y="998"/>
                  </a:lnTo>
                  <a:lnTo>
                    <a:pt x="833" y="998"/>
                  </a:lnTo>
                  <a:lnTo>
                    <a:pt x="833" y="986"/>
                  </a:lnTo>
                  <a:lnTo>
                    <a:pt x="844" y="986"/>
                  </a:lnTo>
                  <a:lnTo>
                    <a:pt x="854" y="984"/>
                  </a:lnTo>
                  <a:lnTo>
                    <a:pt x="865" y="988"/>
                  </a:lnTo>
                  <a:lnTo>
                    <a:pt x="871" y="994"/>
                  </a:lnTo>
                  <a:lnTo>
                    <a:pt x="883" y="996"/>
                  </a:lnTo>
                  <a:lnTo>
                    <a:pt x="898" y="994"/>
                  </a:lnTo>
                  <a:lnTo>
                    <a:pt x="898" y="986"/>
                  </a:lnTo>
                  <a:lnTo>
                    <a:pt x="910" y="986"/>
                  </a:lnTo>
                  <a:lnTo>
                    <a:pt x="919" y="986"/>
                  </a:lnTo>
                  <a:lnTo>
                    <a:pt x="931" y="978"/>
                  </a:lnTo>
                  <a:lnTo>
                    <a:pt x="944" y="976"/>
                  </a:lnTo>
                  <a:lnTo>
                    <a:pt x="946" y="967"/>
                  </a:lnTo>
                  <a:lnTo>
                    <a:pt x="954" y="963"/>
                  </a:lnTo>
                  <a:lnTo>
                    <a:pt x="965" y="955"/>
                  </a:lnTo>
                  <a:lnTo>
                    <a:pt x="973" y="953"/>
                  </a:lnTo>
                  <a:lnTo>
                    <a:pt x="986" y="953"/>
                  </a:lnTo>
                  <a:lnTo>
                    <a:pt x="998" y="950"/>
                  </a:lnTo>
                  <a:lnTo>
                    <a:pt x="998" y="938"/>
                  </a:lnTo>
                  <a:lnTo>
                    <a:pt x="1002" y="927"/>
                  </a:lnTo>
                  <a:lnTo>
                    <a:pt x="1009" y="921"/>
                  </a:lnTo>
                  <a:lnTo>
                    <a:pt x="1011" y="909"/>
                  </a:lnTo>
                  <a:lnTo>
                    <a:pt x="1015" y="900"/>
                  </a:lnTo>
                  <a:lnTo>
                    <a:pt x="1023" y="894"/>
                  </a:lnTo>
                  <a:lnTo>
                    <a:pt x="1023" y="877"/>
                  </a:lnTo>
                  <a:lnTo>
                    <a:pt x="1030" y="871"/>
                  </a:lnTo>
                  <a:lnTo>
                    <a:pt x="1038" y="863"/>
                  </a:lnTo>
                  <a:lnTo>
                    <a:pt x="1046" y="856"/>
                  </a:lnTo>
                  <a:lnTo>
                    <a:pt x="1055" y="848"/>
                  </a:lnTo>
                  <a:lnTo>
                    <a:pt x="1065" y="850"/>
                  </a:lnTo>
                  <a:lnTo>
                    <a:pt x="1057" y="848"/>
                  </a:lnTo>
                  <a:lnTo>
                    <a:pt x="1059" y="844"/>
                  </a:lnTo>
                  <a:lnTo>
                    <a:pt x="1063" y="829"/>
                  </a:lnTo>
                  <a:lnTo>
                    <a:pt x="1069" y="815"/>
                  </a:lnTo>
                  <a:lnTo>
                    <a:pt x="1069" y="800"/>
                  </a:lnTo>
                  <a:lnTo>
                    <a:pt x="1078" y="790"/>
                  </a:lnTo>
                  <a:lnTo>
                    <a:pt x="1086" y="781"/>
                  </a:lnTo>
                  <a:lnTo>
                    <a:pt x="1103" y="781"/>
                  </a:lnTo>
                  <a:lnTo>
                    <a:pt x="1119" y="777"/>
                  </a:lnTo>
                  <a:lnTo>
                    <a:pt x="1130" y="765"/>
                  </a:lnTo>
                  <a:lnTo>
                    <a:pt x="1142" y="752"/>
                  </a:lnTo>
                  <a:lnTo>
                    <a:pt x="1149" y="740"/>
                  </a:lnTo>
                  <a:lnTo>
                    <a:pt x="1161" y="727"/>
                  </a:lnTo>
                  <a:lnTo>
                    <a:pt x="1178" y="727"/>
                  </a:lnTo>
                  <a:lnTo>
                    <a:pt x="1184" y="714"/>
                  </a:lnTo>
                  <a:lnTo>
                    <a:pt x="1184" y="702"/>
                  </a:lnTo>
                  <a:lnTo>
                    <a:pt x="1197" y="696"/>
                  </a:lnTo>
                  <a:lnTo>
                    <a:pt x="1197" y="679"/>
                  </a:lnTo>
                  <a:lnTo>
                    <a:pt x="1190" y="667"/>
                  </a:lnTo>
                  <a:lnTo>
                    <a:pt x="1188" y="658"/>
                  </a:lnTo>
                  <a:lnTo>
                    <a:pt x="1172" y="646"/>
                  </a:lnTo>
                  <a:lnTo>
                    <a:pt x="1174" y="633"/>
                  </a:lnTo>
                  <a:lnTo>
                    <a:pt x="1182" y="623"/>
                  </a:lnTo>
                  <a:lnTo>
                    <a:pt x="1192" y="620"/>
                  </a:lnTo>
                  <a:lnTo>
                    <a:pt x="1192" y="598"/>
                  </a:lnTo>
                  <a:lnTo>
                    <a:pt x="1180" y="591"/>
                  </a:lnTo>
                  <a:lnTo>
                    <a:pt x="1180" y="579"/>
                  </a:lnTo>
                  <a:lnTo>
                    <a:pt x="1167" y="573"/>
                  </a:lnTo>
                  <a:lnTo>
                    <a:pt x="1167" y="560"/>
                  </a:lnTo>
                  <a:lnTo>
                    <a:pt x="1176" y="554"/>
                  </a:lnTo>
                  <a:lnTo>
                    <a:pt x="1176" y="539"/>
                  </a:lnTo>
                  <a:lnTo>
                    <a:pt x="1188" y="531"/>
                  </a:lnTo>
                  <a:lnTo>
                    <a:pt x="1199" y="531"/>
                  </a:lnTo>
                  <a:lnTo>
                    <a:pt x="1199" y="520"/>
                  </a:lnTo>
                  <a:lnTo>
                    <a:pt x="1205" y="514"/>
                  </a:lnTo>
                  <a:lnTo>
                    <a:pt x="1226" y="514"/>
                  </a:lnTo>
                  <a:lnTo>
                    <a:pt x="1249" y="516"/>
                  </a:lnTo>
                  <a:lnTo>
                    <a:pt x="1268" y="510"/>
                  </a:lnTo>
                  <a:lnTo>
                    <a:pt x="1282" y="514"/>
                  </a:lnTo>
                  <a:lnTo>
                    <a:pt x="1276" y="512"/>
                  </a:lnTo>
                  <a:lnTo>
                    <a:pt x="1282" y="508"/>
                  </a:lnTo>
                  <a:lnTo>
                    <a:pt x="1284" y="497"/>
                  </a:lnTo>
                  <a:lnTo>
                    <a:pt x="1282" y="481"/>
                  </a:lnTo>
                  <a:lnTo>
                    <a:pt x="1270" y="479"/>
                  </a:lnTo>
                  <a:lnTo>
                    <a:pt x="1263" y="468"/>
                  </a:lnTo>
                  <a:lnTo>
                    <a:pt x="1263" y="454"/>
                  </a:lnTo>
                  <a:lnTo>
                    <a:pt x="1245" y="449"/>
                  </a:lnTo>
                  <a:lnTo>
                    <a:pt x="1243" y="430"/>
                  </a:lnTo>
                  <a:lnTo>
                    <a:pt x="1245" y="412"/>
                  </a:lnTo>
                  <a:lnTo>
                    <a:pt x="1253" y="397"/>
                  </a:lnTo>
                  <a:lnTo>
                    <a:pt x="1253" y="385"/>
                  </a:lnTo>
                  <a:lnTo>
                    <a:pt x="1266" y="387"/>
                  </a:lnTo>
                  <a:lnTo>
                    <a:pt x="1289" y="387"/>
                  </a:lnTo>
                  <a:lnTo>
                    <a:pt x="1286" y="372"/>
                  </a:lnTo>
                  <a:lnTo>
                    <a:pt x="1288" y="345"/>
                  </a:lnTo>
                  <a:lnTo>
                    <a:pt x="1307" y="345"/>
                  </a:lnTo>
                  <a:lnTo>
                    <a:pt x="1316" y="328"/>
                  </a:lnTo>
                  <a:lnTo>
                    <a:pt x="1322" y="316"/>
                  </a:lnTo>
                  <a:lnTo>
                    <a:pt x="1335" y="305"/>
                  </a:lnTo>
                  <a:lnTo>
                    <a:pt x="1349" y="293"/>
                  </a:lnTo>
                  <a:lnTo>
                    <a:pt x="1349" y="272"/>
                  </a:lnTo>
                  <a:lnTo>
                    <a:pt x="1339" y="268"/>
                  </a:lnTo>
                  <a:lnTo>
                    <a:pt x="1320" y="259"/>
                  </a:lnTo>
                  <a:lnTo>
                    <a:pt x="1305" y="243"/>
                  </a:lnTo>
                  <a:lnTo>
                    <a:pt x="1305" y="232"/>
                  </a:lnTo>
                  <a:lnTo>
                    <a:pt x="1282" y="232"/>
                  </a:lnTo>
                  <a:lnTo>
                    <a:pt x="1261" y="236"/>
                  </a:lnTo>
                  <a:lnTo>
                    <a:pt x="1249" y="226"/>
                  </a:lnTo>
                  <a:lnTo>
                    <a:pt x="1236" y="216"/>
                  </a:lnTo>
                  <a:lnTo>
                    <a:pt x="1218" y="222"/>
                  </a:lnTo>
                  <a:lnTo>
                    <a:pt x="1199" y="222"/>
                  </a:lnTo>
                  <a:lnTo>
                    <a:pt x="1186" y="222"/>
                  </a:lnTo>
                  <a:lnTo>
                    <a:pt x="1182" y="209"/>
                  </a:lnTo>
                  <a:lnTo>
                    <a:pt x="1176" y="193"/>
                  </a:lnTo>
                  <a:lnTo>
                    <a:pt x="1163" y="182"/>
                  </a:lnTo>
                  <a:lnTo>
                    <a:pt x="1159" y="167"/>
                  </a:lnTo>
                  <a:lnTo>
                    <a:pt x="1147" y="161"/>
                  </a:lnTo>
                  <a:lnTo>
                    <a:pt x="1146" y="151"/>
                  </a:lnTo>
                  <a:lnTo>
                    <a:pt x="1132" y="138"/>
                  </a:lnTo>
                  <a:lnTo>
                    <a:pt x="1117" y="140"/>
                  </a:lnTo>
                  <a:lnTo>
                    <a:pt x="1103" y="142"/>
                  </a:lnTo>
                  <a:lnTo>
                    <a:pt x="1088" y="130"/>
                  </a:lnTo>
                  <a:lnTo>
                    <a:pt x="1076" y="132"/>
                  </a:lnTo>
                  <a:lnTo>
                    <a:pt x="1063" y="126"/>
                  </a:lnTo>
                  <a:lnTo>
                    <a:pt x="1057" y="113"/>
                  </a:lnTo>
                  <a:lnTo>
                    <a:pt x="1048" y="111"/>
                  </a:lnTo>
                  <a:lnTo>
                    <a:pt x="1048" y="101"/>
                  </a:lnTo>
                  <a:lnTo>
                    <a:pt x="1038" y="96"/>
                  </a:lnTo>
                  <a:lnTo>
                    <a:pt x="1027" y="94"/>
                  </a:lnTo>
                  <a:lnTo>
                    <a:pt x="1015" y="86"/>
                  </a:lnTo>
                  <a:lnTo>
                    <a:pt x="1007" y="78"/>
                  </a:lnTo>
                  <a:lnTo>
                    <a:pt x="1007" y="69"/>
                  </a:lnTo>
                  <a:lnTo>
                    <a:pt x="981" y="69"/>
                  </a:lnTo>
                  <a:lnTo>
                    <a:pt x="890" y="69"/>
                  </a:lnTo>
                  <a:lnTo>
                    <a:pt x="888" y="53"/>
                  </a:lnTo>
                  <a:lnTo>
                    <a:pt x="890" y="32"/>
                  </a:lnTo>
                  <a:lnTo>
                    <a:pt x="898" y="17"/>
                  </a:lnTo>
                  <a:lnTo>
                    <a:pt x="902" y="5"/>
                  </a:lnTo>
                  <a:lnTo>
                    <a:pt x="823" y="0"/>
                  </a:lnTo>
                  <a:lnTo>
                    <a:pt x="810" y="5"/>
                  </a:lnTo>
                  <a:lnTo>
                    <a:pt x="796" y="5"/>
                  </a:lnTo>
                  <a:lnTo>
                    <a:pt x="785" y="15"/>
                  </a:lnTo>
                  <a:lnTo>
                    <a:pt x="783" y="25"/>
                  </a:lnTo>
                  <a:lnTo>
                    <a:pt x="760" y="38"/>
                  </a:lnTo>
                  <a:lnTo>
                    <a:pt x="735" y="42"/>
                  </a:lnTo>
                  <a:lnTo>
                    <a:pt x="727" y="51"/>
                  </a:lnTo>
                  <a:lnTo>
                    <a:pt x="708" y="57"/>
                  </a:lnTo>
                  <a:lnTo>
                    <a:pt x="695" y="76"/>
                  </a:lnTo>
                  <a:lnTo>
                    <a:pt x="674" y="82"/>
                  </a:lnTo>
                  <a:lnTo>
                    <a:pt x="658" y="90"/>
                  </a:lnTo>
                  <a:lnTo>
                    <a:pt x="639" y="94"/>
                  </a:lnTo>
                  <a:lnTo>
                    <a:pt x="624" y="94"/>
                  </a:lnTo>
                  <a:lnTo>
                    <a:pt x="616" y="80"/>
                  </a:lnTo>
                  <a:lnTo>
                    <a:pt x="616" y="63"/>
                  </a:lnTo>
                  <a:lnTo>
                    <a:pt x="618" y="63"/>
                  </a:lnTo>
                  <a:lnTo>
                    <a:pt x="604" y="61"/>
                  </a:lnTo>
                  <a:lnTo>
                    <a:pt x="591" y="51"/>
                  </a:lnTo>
                  <a:lnTo>
                    <a:pt x="585" y="44"/>
                  </a:lnTo>
                  <a:lnTo>
                    <a:pt x="576" y="36"/>
                  </a:lnTo>
                  <a:lnTo>
                    <a:pt x="570" y="51"/>
                  </a:lnTo>
                  <a:lnTo>
                    <a:pt x="566" y="69"/>
                  </a:lnTo>
                  <a:lnTo>
                    <a:pt x="549" y="71"/>
                  </a:lnTo>
                  <a:lnTo>
                    <a:pt x="533" y="69"/>
                  </a:lnTo>
                  <a:lnTo>
                    <a:pt x="532" y="82"/>
                  </a:lnTo>
                  <a:lnTo>
                    <a:pt x="543" y="94"/>
                  </a:lnTo>
                  <a:lnTo>
                    <a:pt x="535" y="107"/>
                  </a:lnTo>
                  <a:lnTo>
                    <a:pt x="532" y="159"/>
                  </a:lnTo>
                  <a:lnTo>
                    <a:pt x="541" y="172"/>
                  </a:lnTo>
                  <a:lnTo>
                    <a:pt x="522" y="186"/>
                  </a:lnTo>
                  <a:lnTo>
                    <a:pt x="503" y="192"/>
                  </a:lnTo>
                  <a:lnTo>
                    <a:pt x="487" y="207"/>
                  </a:lnTo>
                  <a:lnTo>
                    <a:pt x="468" y="209"/>
                  </a:lnTo>
                  <a:lnTo>
                    <a:pt x="455" y="232"/>
                  </a:lnTo>
                  <a:lnTo>
                    <a:pt x="451" y="251"/>
                  </a:lnTo>
                  <a:lnTo>
                    <a:pt x="457" y="270"/>
                  </a:lnTo>
                  <a:lnTo>
                    <a:pt x="464" y="287"/>
                  </a:lnTo>
                  <a:lnTo>
                    <a:pt x="464" y="307"/>
                  </a:lnTo>
                  <a:lnTo>
                    <a:pt x="457" y="324"/>
                  </a:lnTo>
                  <a:lnTo>
                    <a:pt x="438" y="334"/>
                  </a:lnTo>
                  <a:lnTo>
                    <a:pt x="428" y="347"/>
                  </a:lnTo>
                  <a:lnTo>
                    <a:pt x="428" y="370"/>
                  </a:lnTo>
                  <a:lnTo>
                    <a:pt x="445" y="382"/>
                  </a:lnTo>
                  <a:lnTo>
                    <a:pt x="453" y="395"/>
                  </a:lnTo>
                  <a:lnTo>
                    <a:pt x="438" y="414"/>
                  </a:lnTo>
                  <a:lnTo>
                    <a:pt x="434" y="430"/>
                  </a:lnTo>
                  <a:lnTo>
                    <a:pt x="445" y="439"/>
                  </a:lnTo>
                  <a:lnTo>
                    <a:pt x="447" y="453"/>
                  </a:lnTo>
                  <a:lnTo>
                    <a:pt x="436" y="462"/>
                  </a:lnTo>
                  <a:lnTo>
                    <a:pt x="416" y="474"/>
                  </a:lnTo>
                  <a:lnTo>
                    <a:pt x="403" y="483"/>
                  </a:lnTo>
                  <a:lnTo>
                    <a:pt x="384" y="483"/>
                  </a:lnTo>
                  <a:lnTo>
                    <a:pt x="378" y="499"/>
                  </a:lnTo>
                  <a:lnTo>
                    <a:pt x="359" y="499"/>
                  </a:lnTo>
                  <a:lnTo>
                    <a:pt x="347" y="491"/>
                  </a:lnTo>
                  <a:lnTo>
                    <a:pt x="334" y="483"/>
                  </a:lnTo>
                  <a:lnTo>
                    <a:pt x="299" y="483"/>
                  </a:lnTo>
                  <a:lnTo>
                    <a:pt x="274" y="483"/>
                  </a:lnTo>
                  <a:lnTo>
                    <a:pt x="261" y="479"/>
                  </a:lnTo>
                  <a:lnTo>
                    <a:pt x="242" y="489"/>
                  </a:lnTo>
                  <a:lnTo>
                    <a:pt x="223" y="499"/>
                  </a:lnTo>
                  <a:lnTo>
                    <a:pt x="202" y="501"/>
                  </a:lnTo>
                  <a:lnTo>
                    <a:pt x="184" y="497"/>
                  </a:lnTo>
                  <a:lnTo>
                    <a:pt x="159" y="501"/>
                  </a:lnTo>
                  <a:lnTo>
                    <a:pt x="140" y="501"/>
                  </a:lnTo>
                  <a:lnTo>
                    <a:pt x="117" y="502"/>
                  </a:lnTo>
                  <a:lnTo>
                    <a:pt x="104" y="512"/>
                  </a:lnTo>
                  <a:lnTo>
                    <a:pt x="92" y="525"/>
                  </a:lnTo>
                  <a:lnTo>
                    <a:pt x="77" y="537"/>
                  </a:lnTo>
                  <a:lnTo>
                    <a:pt x="62" y="552"/>
                  </a:lnTo>
                  <a:lnTo>
                    <a:pt x="42" y="568"/>
                  </a:lnTo>
                  <a:lnTo>
                    <a:pt x="33" y="579"/>
                  </a:lnTo>
                  <a:lnTo>
                    <a:pt x="29" y="598"/>
                  </a:lnTo>
                  <a:lnTo>
                    <a:pt x="19" y="606"/>
                  </a:lnTo>
                  <a:lnTo>
                    <a:pt x="8" y="612"/>
                  </a:lnTo>
                  <a:lnTo>
                    <a:pt x="0" y="625"/>
                  </a:lnTo>
                  <a:lnTo>
                    <a:pt x="0" y="644"/>
                  </a:lnTo>
                  <a:lnTo>
                    <a:pt x="2" y="666"/>
                  </a:lnTo>
                  <a:lnTo>
                    <a:pt x="14" y="662"/>
                  </a:lnTo>
                  <a:lnTo>
                    <a:pt x="33" y="654"/>
                  </a:lnTo>
                  <a:lnTo>
                    <a:pt x="48" y="652"/>
                  </a:lnTo>
                  <a:lnTo>
                    <a:pt x="52" y="652"/>
                  </a:lnTo>
                  <a:lnTo>
                    <a:pt x="63" y="656"/>
                  </a:lnTo>
                  <a:lnTo>
                    <a:pt x="81" y="662"/>
                  </a:lnTo>
                  <a:lnTo>
                    <a:pt x="98" y="658"/>
                  </a:lnTo>
                  <a:lnTo>
                    <a:pt x="106" y="666"/>
                  </a:lnTo>
                  <a:lnTo>
                    <a:pt x="117" y="669"/>
                  </a:lnTo>
                  <a:lnTo>
                    <a:pt x="134" y="669"/>
                  </a:lnTo>
                  <a:lnTo>
                    <a:pt x="142" y="666"/>
                  </a:lnTo>
                  <a:lnTo>
                    <a:pt x="152" y="662"/>
                  </a:lnTo>
                  <a:lnTo>
                    <a:pt x="167" y="671"/>
                  </a:lnTo>
                  <a:lnTo>
                    <a:pt x="175" y="666"/>
                  </a:lnTo>
                  <a:lnTo>
                    <a:pt x="190" y="673"/>
                  </a:lnTo>
                  <a:lnTo>
                    <a:pt x="202" y="677"/>
                  </a:lnTo>
                  <a:lnTo>
                    <a:pt x="202" y="689"/>
                  </a:lnTo>
                  <a:lnTo>
                    <a:pt x="200" y="698"/>
                  </a:lnTo>
                  <a:lnTo>
                    <a:pt x="205" y="712"/>
                  </a:lnTo>
                  <a:lnTo>
                    <a:pt x="225" y="715"/>
                  </a:lnTo>
                  <a:lnTo>
                    <a:pt x="244" y="712"/>
                  </a:lnTo>
                  <a:lnTo>
                    <a:pt x="257" y="708"/>
                  </a:lnTo>
                  <a:lnTo>
                    <a:pt x="273" y="704"/>
                  </a:lnTo>
                  <a:lnTo>
                    <a:pt x="286" y="702"/>
                  </a:lnTo>
                  <a:lnTo>
                    <a:pt x="301" y="708"/>
                  </a:lnTo>
                  <a:lnTo>
                    <a:pt x="319" y="712"/>
                  </a:lnTo>
                  <a:lnTo>
                    <a:pt x="336" y="706"/>
                  </a:lnTo>
                  <a:lnTo>
                    <a:pt x="351" y="706"/>
                  </a:lnTo>
                  <a:lnTo>
                    <a:pt x="361" y="706"/>
                  </a:lnTo>
                  <a:lnTo>
                    <a:pt x="374" y="706"/>
                  </a:lnTo>
                  <a:lnTo>
                    <a:pt x="380" y="698"/>
                  </a:lnTo>
                  <a:lnTo>
                    <a:pt x="392" y="692"/>
                  </a:lnTo>
                  <a:lnTo>
                    <a:pt x="405" y="692"/>
                  </a:lnTo>
                  <a:lnTo>
                    <a:pt x="413" y="698"/>
                  </a:lnTo>
                  <a:lnTo>
                    <a:pt x="424" y="710"/>
                  </a:lnTo>
                  <a:lnTo>
                    <a:pt x="439" y="714"/>
                  </a:lnTo>
                  <a:lnTo>
                    <a:pt x="439" y="727"/>
                  </a:lnTo>
                  <a:lnTo>
                    <a:pt x="451" y="742"/>
                  </a:lnTo>
                  <a:lnTo>
                    <a:pt x="459" y="752"/>
                  </a:lnTo>
                  <a:lnTo>
                    <a:pt x="466" y="765"/>
                  </a:lnTo>
                  <a:lnTo>
                    <a:pt x="468" y="779"/>
                  </a:lnTo>
                  <a:lnTo>
                    <a:pt x="459" y="794"/>
                  </a:lnTo>
                  <a:lnTo>
                    <a:pt x="449" y="810"/>
                  </a:lnTo>
                  <a:lnTo>
                    <a:pt x="449" y="819"/>
                  </a:lnTo>
                  <a:lnTo>
                    <a:pt x="455" y="821"/>
                  </a:lnTo>
                  <a:lnTo>
                    <a:pt x="468" y="831"/>
                  </a:lnTo>
                  <a:lnTo>
                    <a:pt x="464" y="840"/>
                  </a:lnTo>
                  <a:lnTo>
                    <a:pt x="472" y="846"/>
                  </a:lnTo>
                  <a:lnTo>
                    <a:pt x="478" y="856"/>
                  </a:lnTo>
                  <a:lnTo>
                    <a:pt x="486" y="865"/>
                  </a:lnTo>
                  <a:lnTo>
                    <a:pt x="497" y="865"/>
                  </a:lnTo>
                  <a:lnTo>
                    <a:pt x="512" y="861"/>
                  </a:lnTo>
                  <a:lnTo>
                    <a:pt x="528" y="871"/>
                  </a:lnTo>
                  <a:lnTo>
                    <a:pt x="528" y="884"/>
                  </a:lnTo>
                  <a:lnTo>
                    <a:pt x="528" y="894"/>
                  </a:lnTo>
                  <a:lnTo>
                    <a:pt x="514" y="894"/>
                  </a:lnTo>
                  <a:lnTo>
                    <a:pt x="503" y="904"/>
                  </a:lnTo>
                  <a:lnTo>
                    <a:pt x="505" y="925"/>
                  </a:lnTo>
                  <a:lnTo>
                    <a:pt x="503" y="953"/>
                  </a:lnTo>
                  <a:lnTo>
                    <a:pt x="503" y="967"/>
                  </a:lnTo>
                  <a:lnTo>
                    <a:pt x="509" y="978"/>
                  </a:lnTo>
                  <a:lnTo>
                    <a:pt x="509" y="992"/>
                  </a:lnTo>
                  <a:lnTo>
                    <a:pt x="518" y="1007"/>
                  </a:lnTo>
                  <a:lnTo>
                    <a:pt x="532" y="1015"/>
                  </a:lnTo>
                  <a:lnTo>
                    <a:pt x="535" y="1024"/>
                  </a:lnTo>
                  <a:lnTo>
                    <a:pt x="520" y="1032"/>
                  </a:lnTo>
                  <a:lnTo>
                    <a:pt x="514" y="1032"/>
                  </a:lnTo>
                  <a:lnTo>
                    <a:pt x="524" y="1044"/>
                  </a:lnTo>
                  <a:lnTo>
                    <a:pt x="524" y="1067"/>
                  </a:lnTo>
                  <a:lnTo>
                    <a:pt x="535" y="1071"/>
                  </a:lnTo>
                  <a:lnTo>
                    <a:pt x="549" y="1067"/>
                  </a:lnTo>
                  <a:lnTo>
                    <a:pt x="568" y="1080"/>
                  </a:lnTo>
                  <a:lnTo>
                    <a:pt x="580" y="1074"/>
                  </a:lnTo>
                  <a:lnTo>
                    <a:pt x="593" y="1069"/>
                  </a:lnTo>
                  <a:lnTo>
                    <a:pt x="601" y="1057"/>
                  </a:lnTo>
                  <a:lnTo>
                    <a:pt x="603" y="1044"/>
                  </a:lnTo>
                  <a:lnTo>
                    <a:pt x="633" y="1044"/>
                  </a:lnTo>
                  <a:lnTo>
                    <a:pt x="647" y="1044"/>
                  </a:lnTo>
                  <a:lnTo>
                    <a:pt x="656" y="1032"/>
                  </a:lnTo>
                  <a:lnTo>
                    <a:pt x="672" y="1024"/>
                  </a:lnTo>
                  <a:lnTo>
                    <a:pt x="687" y="1021"/>
                  </a:lnTo>
                  <a:lnTo>
                    <a:pt x="698" y="1021"/>
                  </a:lnTo>
                  <a:close/>
                </a:path>
              </a:pathLst>
            </a:custGeom>
            <a:grpFill/>
            <a:ln w="6350" cmpd="sng">
              <a:solidFill>
                <a:schemeClr val="bg1"/>
              </a:solidFill>
              <a:round/>
              <a:headEnd/>
              <a:tailEnd/>
            </a:ln>
          </p:spPr>
          <p:txBody>
            <a:bodyPr/>
            <a:lstStyle/>
            <a:p>
              <a:endParaRPr lang="pt-BR"/>
            </a:p>
          </p:txBody>
        </p:sp>
        <p:sp>
          <p:nvSpPr>
            <p:cNvPr id="50" name="Freeform 29">
              <a:extLst>
                <a:ext uri="{FF2B5EF4-FFF2-40B4-BE49-F238E27FC236}">
                  <a16:creationId xmlns:a16="http://schemas.microsoft.com/office/drawing/2014/main" id="{623B0560-4A6B-6149-7517-FD64D973D12F}"/>
                </a:ext>
              </a:extLst>
            </p:cNvPr>
            <p:cNvSpPr>
              <a:spLocks noChangeAspect="1"/>
            </p:cNvSpPr>
            <p:nvPr/>
          </p:nvSpPr>
          <p:spPr bwMode="auto">
            <a:xfrm>
              <a:off x="2492572" y="4806722"/>
              <a:ext cx="709608" cy="480124"/>
            </a:xfrm>
            <a:custGeom>
              <a:avLst/>
              <a:gdLst/>
              <a:ahLst/>
              <a:cxnLst>
                <a:cxn ang="0">
                  <a:pos x="164" y="156"/>
                </a:cxn>
                <a:cxn ang="0">
                  <a:pos x="133" y="209"/>
                </a:cxn>
                <a:cxn ang="0">
                  <a:pos x="75" y="275"/>
                </a:cxn>
                <a:cxn ang="0">
                  <a:pos x="0" y="326"/>
                </a:cxn>
                <a:cxn ang="0">
                  <a:pos x="29" y="321"/>
                </a:cxn>
                <a:cxn ang="0">
                  <a:pos x="102" y="323"/>
                </a:cxn>
                <a:cxn ang="0">
                  <a:pos x="137" y="328"/>
                </a:cxn>
                <a:cxn ang="0">
                  <a:pos x="198" y="334"/>
                </a:cxn>
                <a:cxn ang="0">
                  <a:pos x="261" y="374"/>
                </a:cxn>
                <a:cxn ang="0">
                  <a:pos x="325" y="388"/>
                </a:cxn>
                <a:cxn ang="0">
                  <a:pos x="384" y="415"/>
                </a:cxn>
                <a:cxn ang="0">
                  <a:pos x="403" y="476"/>
                </a:cxn>
                <a:cxn ang="0">
                  <a:pos x="401" y="536"/>
                </a:cxn>
                <a:cxn ang="0">
                  <a:pos x="424" y="541"/>
                </a:cxn>
                <a:cxn ang="0">
                  <a:pos x="430" y="591"/>
                </a:cxn>
                <a:cxn ang="0">
                  <a:pos x="476" y="609"/>
                </a:cxn>
                <a:cxn ang="0">
                  <a:pos x="517" y="635"/>
                </a:cxn>
                <a:cxn ang="0">
                  <a:pos x="555" y="676"/>
                </a:cxn>
                <a:cxn ang="0">
                  <a:pos x="576" y="676"/>
                </a:cxn>
                <a:cxn ang="0">
                  <a:pos x="616" y="637"/>
                </a:cxn>
                <a:cxn ang="0">
                  <a:pos x="676" y="612"/>
                </a:cxn>
                <a:cxn ang="0">
                  <a:pos x="720" y="568"/>
                </a:cxn>
                <a:cxn ang="0">
                  <a:pos x="787" y="545"/>
                </a:cxn>
                <a:cxn ang="0">
                  <a:pos x="835" y="522"/>
                </a:cxn>
                <a:cxn ang="0">
                  <a:pos x="883" y="532"/>
                </a:cxn>
                <a:cxn ang="0">
                  <a:pos x="898" y="513"/>
                </a:cxn>
                <a:cxn ang="0">
                  <a:pos x="925" y="490"/>
                </a:cxn>
                <a:cxn ang="0">
                  <a:pos x="971" y="488"/>
                </a:cxn>
                <a:cxn ang="0">
                  <a:pos x="992" y="447"/>
                </a:cxn>
                <a:cxn ang="0">
                  <a:pos x="1025" y="411"/>
                </a:cxn>
                <a:cxn ang="0">
                  <a:pos x="973" y="390"/>
                </a:cxn>
                <a:cxn ang="0">
                  <a:pos x="939" y="372"/>
                </a:cxn>
                <a:cxn ang="0">
                  <a:pos x="870" y="392"/>
                </a:cxn>
                <a:cxn ang="0">
                  <a:pos x="835" y="428"/>
                </a:cxn>
                <a:cxn ang="0">
                  <a:pos x="791" y="392"/>
                </a:cxn>
                <a:cxn ang="0">
                  <a:pos x="799" y="363"/>
                </a:cxn>
                <a:cxn ang="0">
                  <a:pos x="770" y="315"/>
                </a:cxn>
                <a:cxn ang="0">
                  <a:pos x="781" y="242"/>
                </a:cxn>
                <a:cxn ang="0">
                  <a:pos x="779" y="209"/>
                </a:cxn>
                <a:cxn ang="0">
                  <a:pos x="739" y="194"/>
                </a:cxn>
                <a:cxn ang="0">
                  <a:pos x="716" y="167"/>
                </a:cxn>
                <a:cxn ang="0">
                  <a:pos x="733" y="113"/>
                </a:cxn>
                <a:cxn ang="0">
                  <a:pos x="706" y="62"/>
                </a:cxn>
                <a:cxn ang="0">
                  <a:pos x="659" y="40"/>
                </a:cxn>
                <a:cxn ang="0">
                  <a:pos x="618" y="54"/>
                </a:cxn>
                <a:cxn ang="0">
                  <a:pos x="553" y="50"/>
                </a:cxn>
                <a:cxn ang="0">
                  <a:pos x="492" y="63"/>
                </a:cxn>
                <a:cxn ang="0">
                  <a:pos x="469" y="25"/>
                </a:cxn>
                <a:cxn ang="0">
                  <a:pos x="419" y="10"/>
                </a:cxn>
                <a:cxn ang="0">
                  <a:pos x="373" y="14"/>
                </a:cxn>
                <a:cxn ang="0">
                  <a:pos x="319" y="0"/>
                </a:cxn>
                <a:cxn ang="0">
                  <a:pos x="267" y="14"/>
                </a:cxn>
                <a:cxn ang="0">
                  <a:pos x="231" y="50"/>
                </a:cxn>
                <a:cxn ang="0">
                  <a:pos x="211" y="96"/>
                </a:cxn>
              </a:cxnLst>
              <a:rect l="0" t="0" r="r" b="b"/>
              <a:pathLst>
                <a:path w="1027" h="695">
                  <a:moveTo>
                    <a:pt x="192" y="115"/>
                  </a:moveTo>
                  <a:lnTo>
                    <a:pt x="177" y="127"/>
                  </a:lnTo>
                  <a:lnTo>
                    <a:pt x="171" y="142"/>
                  </a:lnTo>
                  <a:lnTo>
                    <a:pt x="164" y="156"/>
                  </a:lnTo>
                  <a:lnTo>
                    <a:pt x="156" y="158"/>
                  </a:lnTo>
                  <a:lnTo>
                    <a:pt x="156" y="175"/>
                  </a:lnTo>
                  <a:lnTo>
                    <a:pt x="146" y="192"/>
                  </a:lnTo>
                  <a:lnTo>
                    <a:pt x="133" y="209"/>
                  </a:lnTo>
                  <a:lnTo>
                    <a:pt x="117" y="225"/>
                  </a:lnTo>
                  <a:lnTo>
                    <a:pt x="108" y="242"/>
                  </a:lnTo>
                  <a:lnTo>
                    <a:pt x="94" y="259"/>
                  </a:lnTo>
                  <a:lnTo>
                    <a:pt x="75" y="275"/>
                  </a:lnTo>
                  <a:lnTo>
                    <a:pt x="58" y="292"/>
                  </a:lnTo>
                  <a:lnTo>
                    <a:pt x="35" y="300"/>
                  </a:lnTo>
                  <a:lnTo>
                    <a:pt x="22" y="315"/>
                  </a:lnTo>
                  <a:lnTo>
                    <a:pt x="0" y="326"/>
                  </a:lnTo>
                  <a:lnTo>
                    <a:pt x="0" y="330"/>
                  </a:lnTo>
                  <a:lnTo>
                    <a:pt x="0" y="330"/>
                  </a:lnTo>
                  <a:lnTo>
                    <a:pt x="14" y="323"/>
                  </a:lnTo>
                  <a:lnTo>
                    <a:pt x="29" y="321"/>
                  </a:lnTo>
                  <a:lnTo>
                    <a:pt x="54" y="324"/>
                  </a:lnTo>
                  <a:lnTo>
                    <a:pt x="73" y="324"/>
                  </a:lnTo>
                  <a:lnTo>
                    <a:pt x="89" y="326"/>
                  </a:lnTo>
                  <a:lnTo>
                    <a:pt x="102" y="323"/>
                  </a:lnTo>
                  <a:lnTo>
                    <a:pt x="112" y="313"/>
                  </a:lnTo>
                  <a:lnTo>
                    <a:pt x="123" y="315"/>
                  </a:lnTo>
                  <a:lnTo>
                    <a:pt x="131" y="321"/>
                  </a:lnTo>
                  <a:lnTo>
                    <a:pt x="137" y="328"/>
                  </a:lnTo>
                  <a:lnTo>
                    <a:pt x="148" y="326"/>
                  </a:lnTo>
                  <a:lnTo>
                    <a:pt x="165" y="328"/>
                  </a:lnTo>
                  <a:lnTo>
                    <a:pt x="181" y="334"/>
                  </a:lnTo>
                  <a:lnTo>
                    <a:pt x="198" y="334"/>
                  </a:lnTo>
                  <a:lnTo>
                    <a:pt x="215" y="340"/>
                  </a:lnTo>
                  <a:lnTo>
                    <a:pt x="235" y="351"/>
                  </a:lnTo>
                  <a:lnTo>
                    <a:pt x="246" y="361"/>
                  </a:lnTo>
                  <a:lnTo>
                    <a:pt x="261" y="374"/>
                  </a:lnTo>
                  <a:lnTo>
                    <a:pt x="271" y="380"/>
                  </a:lnTo>
                  <a:lnTo>
                    <a:pt x="284" y="388"/>
                  </a:lnTo>
                  <a:lnTo>
                    <a:pt x="311" y="390"/>
                  </a:lnTo>
                  <a:lnTo>
                    <a:pt x="325" y="388"/>
                  </a:lnTo>
                  <a:lnTo>
                    <a:pt x="342" y="388"/>
                  </a:lnTo>
                  <a:lnTo>
                    <a:pt x="365" y="390"/>
                  </a:lnTo>
                  <a:lnTo>
                    <a:pt x="378" y="403"/>
                  </a:lnTo>
                  <a:lnTo>
                    <a:pt x="384" y="415"/>
                  </a:lnTo>
                  <a:lnTo>
                    <a:pt x="394" y="430"/>
                  </a:lnTo>
                  <a:lnTo>
                    <a:pt x="403" y="443"/>
                  </a:lnTo>
                  <a:lnTo>
                    <a:pt x="403" y="457"/>
                  </a:lnTo>
                  <a:lnTo>
                    <a:pt x="403" y="476"/>
                  </a:lnTo>
                  <a:lnTo>
                    <a:pt x="400" y="493"/>
                  </a:lnTo>
                  <a:lnTo>
                    <a:pt x="401" y="513"/>
                  </a:lnTo>
                  <a:lnTo>
                    <a:pt x="401" y="528"/>
                  </a:lnTo>
                  <a:lnTo>
                    <a:pt x="401" y="536"/>
                  </a:lnTo>
                  <a:lnTo>
                    <a:pt x="413" y="538"/>
                  </a:lnTo>
                  <a:lnTo>
                    <a:pt x="415" y="538"/>
                  </a:lnTo>
                  <a:lnTo>
                    <a:pt x="419" y="539"/>
                  </a:lnTo>
                  <a:lnTo>
                    <a:pt x="424" y="541"/>
                  </a:lnTo>
                  <a:lnTo>
                    <a:pt x="426" y="545"/>
                  </a:lnTo>
                  <a:lnTo>
                    <a:pt x="428" y="557"/>
                  </a:lnTo>
                  <a:lnTo>
                    <a:pt x="428" y="566"/>
                  </a:lnTo>
                  <a:lnTo>
                    <a:pt x="430" y="591"/>
                  </a:lnTo>
                  <a:lnTo>
                    <a:pt x="436" y="603"/>
                  </a:lnTo>
                  <a:lnTo>
                    <a:pt x="447" y="605"/>
                  </a:lnTo>
                  <a:lnTo>
                    <a:pt x="459" y="607"/>
                  </a:lnTo>
                  <a:lnTo>
                    <a:pt x="476" y="609"/>
                  </a:lnTo>
                  <a:lnTo>
                    <a:pt x="497" y="609"/>
                  </a:lnTo>
                  <a:lnTo>
                    <a:pt x="515" y="609"/>
                  </a:lnTo>
                  <a:lnTo>
                    <a:pt x="526" y="626"/>
                  </a:lnTo>
                  <a:lnTo>
                    <a:pt x="517" y="635"/>
                  </a:lnTo>
                  <a:lnTo>
                    <a:pt x="515" y="651"/>
                  </a:lnTo>
                  <a:lnTo>
                    <a:pt x="530" y="660"/>
                  </a:lnTo>
                  <a:lnTo>
                    <a:pt x="545" y="658"/>
                  </a:lnTo>
                  <a:lnTo>
                    <a:pt x="555" y="676"/>
                  </a:lnTo>
                  <a:lnTo>
                    <a:pt x="563" y="683"/>
                  </a:lnTo>
                  <a:lnTo>
                    <a:pt x="561" y="695"/>
                  </a:lnTo>
                  <a:lnTo>
                    <a:pt x="570" y="685"/>
                  </a:lnTo>
                  <a:lnTo>
                    <a:pt x="576" y="676"/>
                  </a:lnTo>
                  <a:lnTo>
                    <a:pt x="574" y="662"/>
                  </a:lnTo>
                  <a:lnTo>
                    <a:pt x="586" y="655"/>
                  </a:lnTo>
                  <a:lnTo>
                    <a:pt x="603" y="651"/>
                  </a:lnTo>
                  <a:lnTo>
                    <a:pt x="616" y="637"/>
                  </a:lnTo>
                  <a:lnTo>
                    <a:pt x="628" y="630"/>
                  </a:lnTo>
                  <a:lnTo>
                    <a:pt x="643" y="616"/>
                  </a:lnTo>
                  <a:lnTo>
                    <a:pt x="660" y="610"/>
                  </a:lnTo>
                  <a:lnTo>
                    <a:pt x="676" y="612"/>
                  </a:lnTo>
                  <a:lnTo>
                    <a:pt x="687" y="605"/>
                  </a:lnTo>
                  <a:lnTo>
                    <a:pt x="693" y="589"/>
                  </a:lnTo>
                  <a:lnTo>
                    <a:pt x="706" y="578"/>
                  </a:lnTo>
                  <a:lnTo>
                    <a:pt x="720" y="568"/>
                  </a:lnTo>
                  <a:lnTo>
                    <a:pt x="731" y="559"/>
                  </a:lnTo>
                  <a:lnTo>
                    <a:pt x="741" y="551"/>
                  </a:lnTo>
                  <a:lnTo>
                    <a:pt x="772" y="551"/>
                  </a:lnTo>
                  <a:lnTo>
                    <a:pt x="787" y="545"/>
                  </a:lnTo>
                  <a:lnTo>
                    <a:pt x="791" y="536"/>
                  </a:lnTo>
                  <a:lnTo>
                    <a:pt x="806" y="532"/>
                  </a:lnTo>
                  <a:lnTo>
                    <a:pt x="814" y="518"/>
                  </a:lnTo>
                  <a:lnTo>
                    <a:pt x="835" y="522"/>
                  </a:lnTo>
                  <a:lnTo>
                    <a:pt x="848" y="526"/>
                  </a:lnTo>
                  <a:lnTo>
                    <a:pt x="854" y="532"/>
                  </a:lnTo>
                  <a:lnTo>
                    <a:pt x="875" y="536"/>
                  </a:lnTo>
                  <a:lnTo>
                    <a:pt x="883" y="532"/>
                  </a:lnTo>
                  <a:lnTo>
                    <a:pt x="877" y="524"/>
                  </a:lnTo>
                  <a:lnTo>
                    <a:pt x="877" y="516"/>
                  </a:lnTo>
                  <a:lnTo>
                    <a:pt x="885" y="513"/>
                  </a:lnTo>
                  <a:lnTo>
                    <a:pt x="898" y="513"/>
                  </a:lnTo>
                  <a:lnTo>
                    <a:pt x="910" y="509"/>
                  </a:lnTo>
                  <a:lnTo>
                    <a:pt x="914" y="501"/>
                  </a:lnTo>
                  <a:lnTo>
                    <a:pt x="927" y="501"/>
                  </a:lnTo>
                  <a:lnTo>
                    <a:pt x="925" y="490"/>
                  </a:lnTo>
                  <a:lnTo>
                    <a:pt x="931" y="484"/>
                  </a:lnTo>
                  <a:lnTo>
                    <a:pt x="942" y="484"/>
                  </a:lnTo>
                  <a:lnTo>
                    <a:pt x="956" y="482"/>
                  </a:lnTo>
                  <a:lnTo>
                    <a:pt x="971" y="488"/>
                  </a:lnTo>
                  <a:lnTo>
                    <a:pt x="954" y="468"/>
                  </a:lnTo>
                  <a:lnTo>
                    <a:pt x="960" y="457"/>
                  </a:lnTo>
                  <a:lnTo>
                    <a:pt x="973" y="447"/>
                  </a:lnTo>
                  <a:lnTo>
                    <a:pt x="992" y="447"/>
                  </a:lnTo>
                  <a:lnTo>
                    <a:pt x="1002" y="434"/>
                  </a:lnTo>
                  <a:lnTo>
                    <a:pt x="1015" y="428"/>
                  </a:lnTo>
                  <a:lnTo>
                    <a:pt x="1027" y="422"/>
                  </a:lnTo>
                  <a:lnTo>
                    <a:pt x="1025" y="411"/>
                  </a:lnTo>
                  <a:lnTo>
                    <a:pt x="1025" y="399"/>
                  </a:lnTo>
                  <a:lnTo>
                    <a:pt x="1010" y="399"/>
                  </a:lnTo>
                  <a:lnTo>
                    <a:pt x="983" y="403"/>
                  </a:lnTo>
                  <a:lnTo>
                    <a:pt x="973" y="390"/>
                  </a:lnTo>
                  <a:lnTo>
                    <a:pt x="967" y="378"/>
                  </a:lnTo>
                  <a:lnTo>
                    <a:pt x="967" y="369"/>
                  </a:lnTo>
                  <a:lnTo>
                    <a:pt x="954" y="369"/>
                  </a:lnTo>
                  <a:lnTo>
                    <a:pt x="939" y="372"/>
                  </a:lnTo>
                  <a:lnTo>
                    <a:pt x="923" y="380"/>
                  </a:lnTo>
                  <a:lnTo>
                    <a:pt x="914" y="392"/>
                  </a:lnTo>
                  <a:lnTo>
                    <a:pt x="900" y="392"/>
                  </a:lnTo>
                  <a:lnTo>
                    <a:pt x="870" y="392"/>
                  </a:lnTo>
                  <a:lnTo>
                    <a:pt x="868" y="405"/>
                  </a:lnTo>
                  <a:lnTo>
                    <a:pt x="860" y="417"/>
                  </a:lnTo>
                  <a:lnTo>
                    <a:pt x="847" y="422"/>
                  </a:lnTo>
                  <a:lnTo>
                    <a:pt x="835" y="428"/>
                  </a:lnTo>
                  <a:lnTo>
                    <a:pt x="816" y="415"/>
                  </a:lnTo>
                  <a:lnTo>
                    <a:pt x="802" y="419"/>
                  </a:lnTo>
                  <a:lnTo>
                    <a:pt x="791" y="415"/>
                  </a:lnTo>
                  <a:lnTo>
                    <a:pt x="791" y="392"/>
                  </a:lnTo>
                  <a:lnTo>
                    <a:pt x="781" y="380"/>
                  </a:lnTo>
                  <a:lnTo>
                    <a:pt x="787" y="380"/>
                  </a:lnTo>
                  <a:lnTo>
                    <a:pt x="802" y="372"/>
                  </a:lnTo>
                  <a:lnTo>
                    <a:pt x="799" y="363"/>
                  </a:lnTo>
                  <a:lnTo>
                    <a:pt x="785" y="355"/>
                  </a:lnTo>
                  <a:lnTo>
                    <a:pt x="776" y="340"/>
                  </a:lnTo>
                  <a:lnTo>
                    <a:pt x="776" y="326"/>
                  </a:lnTo>
                  <a:lnTo>
                    <a:pt x="770" y="315"/>
                  </a:lnTo>
                  <a:lnTo>
                    <a:pt x="770" y="301"/>
                  </a:lnTo>
                  <a:lnTo>
                    <a:pt x="772" y="273"/>
                  </a:lnTo>
                  <a:lnTo>
                    <a:pt x="770" y="252"/>
                  </a:lnTo>
                  <a:lnTo>
                    <a:pt x="781" y="242"/>
                  </a:lnTo>
                  <a:lnTo>
                    <a:pt x="795" y="242"/>
                  </a:lnTo>
                  <a:lnTo>
                    <a:pt x="795" y="232"/>
                  </a:lnTo>
                  <a:lnTo>
                    <a:pt x="795" y="219"/>
                  </a:lnTo>
                  <a:lnTo>
                    <a:pt x="779" y="209"/>
                  </a:lnTo>
                  <a:lnTo>
                    <a:pt x="764" y="213"/>
                  </a:lnTo>
                  <a:lnTo>
                    <a:pt x="753" y="213"/>
                  </a:lnTo>
                  <a:lnTo>
                    <a:pt x="745" y="204"/>
                  </a:lnTo>
                  <a:lnTo>
                    <a:pt x="739" y="194"/>
                  </a:lnTo>
                  <a:lnTo>
                    <a:pt x="731" y="188"/>
                  </a:lnTo>
                  <a:lnTo>
                    <a:pt x="735" y="179"/>
                  </a:lnTo>
                  <a:lnTo>
                    <a:pt x="722" y="169"/>
                  </a:lnTo>
                  <a:lnTo>
                    <a:pt x="716" y="167"/>
                  </a:lnTo>
                  <a:lnTo>
                    <a:pt x="716" y="158"/>
                  </a:lnTo>
                  <a:lnTo>
                    <a:pt x="726" y="142"/>
                  </a:lnTo>
                  <a:lnTo>
                    <a:pt x="735" y="127"/>
                  </a:lnTo>
                  <a:lnTo>
                    <a:pt x="733" y="113"/>
                  </a:lnTo>
                  <a:lnTo>
                    <a:pt x="726" y="100"/>
                  </a:lnTo>
                  <a:lnTo>
                    <a:pt x="718" y="90"/>
                  </a:lnTo>
                  <a:lnTo>
                    <a:pt x="706" y="75"/>
                  </a:lnTo>
                  <a:lnTo>
                    <a:pt x="706" y="62"/>
                  </a:lnTo>
                  <a:lnTo>
                    <a:pt x="691" y="58"/>
                  </a:lnTo>
                  <a:lnTo>
                    <a:pt x="680" y="46"/>
                  </a:lnTo>
                  <a:lnTo>
                    <a:pt x="672" y="40"/>
                  </a:lnTo>
                  <a:lnTo>
                    <a:pt x="659" y="40"/>
                  </a:lnTo>
                  <a:lnTo>
                    <a:pt x="647" y="46"/>
                  </a:lnTo>
                  <a:lnTo>
                    <a:pt x="641" y="54"/>
                  </a:lnTo>
                  <a:lnTo>
                    <a:pt x="628" y="54"/>
                  </a:lnTo>
                  <a:lnTo>
                    <a:pt x="618" y="54"/>
                  </a:lnTo>
                  <a:lnTo>
                    <a:pt x="603" y="54"/>
                  </a:lnTo>
                  <a:lnTo>
                    <a:pt x="586" y="60"/>
                  </a:lnTo>
                  <a:lnTo>
                    <a:pt x="568" y="56"/>
                  </a:lnTo>
                  <a:lnTo>
                    <a:pt x="553" y="50"/>
                  </a:lnTo>
                  <a:lnTo>
                    <a:pt x="540" y="52"/>
                  </a:lnTo>
                  <a:lnTo>
                    <a:pt x="524" y="56"/>
                  </a:lnTo>
                  <a:lnTo>
                    <a:pt x="511" y="60"/>
                  </a:lnTo>
                  <a:lnTo>
                    <a:pt x="492" y="63"/>
                  </a:lnTo>
                  <a:lnTo>
                    <a:pt x="472" y="60"/>
                  </a:lnTo>
                  <a:lnTo>
                    <a:pt x="467" y="46"/>
                  </a:lnTo>
                  <a:lnTo>
                    <a:pt x="469" y="37"/>
                  </a:lnTo>
                  <a:lnTo>
                    <a:pt x="469" y="25"/>
                  </a:lnTo>
                  <a:lnTo>
                    <a:pt x="457" y="21"/>
                  </a:lnTo>
                  <a:lnTo>
                    <a:pt x="442" y="14"/>
                  </a:lnTo>
                  <a:lnTo>
                    <a:pt x="434" y="19"/>
                  </a:lnTo>
                  <a:lnTo>
                    <a:pt x="419" y="10"/>
                  </a:lnTo>
                  <a:lnTo>
                    <a:pt x="409" y="14"/>
                  </a:lnTo>
                  <a:lnTo>
                    <a:pt x="401" y="17"/>
                  </a:lnTo>
                  <a:lnTo>
                    <a:pt x="384" y="17"/>
                  </a:lnTo>
                  <a:lnTo>
                    <a:pt x="373" y="14"/>
                  </a:lnTo>
                  <a:lnTo>
                    <a:pt x="365" y="6"/>
                  </a:lnTo>
                  <a:lnTo>
                    <a:pt x="348" y="10"/>
                  </a:lnTo>
                  <a:lnTo>
                    <a:pt x="330" y="4"/>
                  </a:lnTo>
                  <a:lnTo>
                    <a:pt x="319" y="0"/>
                  </a:lnTo>
                  <a:lnTo>
                    <a:pt x="315" y="0"/>
                  </a:lnTo>
                  <a:lnTo>
                    <a:pt x="300" y="2"/>
                  </a:lnTo>
                  <a:lnTo>
                    <a:pt x="281" y="10"/>
                  </a:lnTo>
                  <a:lnTo>
                    <a:pt x="267" y="14"/>
                  </a:lnTo>
                  <a:lnTo>
                    <a:pt x="256" y="25"/>
                  </a:lnTo>
                  <a:lnTo>
                    <a:pt x="256" y="37"/>
                  </a:lnTo>
                  <a:lnTo>
                    <a:pt x="240" y="44"/>
                  </a:lnTo>
                  <a:lnTo>
                    <a:pt x="231" y="50"/>
                  </a:lnTo>
                  <a:lnTo>
                    <a:pt x="223" y="63"/>
                  </a:lnTo>
                  <a:lnTo>
                    <a:pt x="217" y="75"/>
                  </a:lnTo>
                  <a:lnTo>
                    <a:pt x="215" y="88"/>
                  </a:lnTo>
                  <a:lnTo>
                    <a:pt x="211" y="96"/>
                  </a:lnTo>
                  <a:lnTo>
                    <a:pt x="202" y="106"/>
                  </a:lnTo>
                  <a:lnTo>
                    <a:pt x="192" y="115"/>
                  </a:lnTo>
                  <a:close/>
                </a:path>
              </a:pathLst>
            </a:custGeom>
            <a:grpFill/>
            <a:ln w="6350" cmpd="sng">
              <a:solidFill>
                <a:schemeClr val="bg1"/>
              </a:solidFill>
              <a:round/>
              <a:headEnd/>
              <a:tailEnd/>
            </a:ln>
          </p:spPr>
          <p:txBody>
            <a:bodyPr/>
            <a:lstStyle/>
            <a:p>
              <a:endParaRPr lang="pt-BR"/>
            </a:p>
          </p:txBody>
        </p:sp>
        <p:sp>
          <p:nvSpPr>
            <p:cNvPr id="51" name="Freeform 30">
              <a:extLst>
                <a:ext uri="{FF2B5EF4-FFF2-40B4-BE49-F238E27FC236}">
                  <a16:creationId xmlns:a16="http://schemas.microsoft.com/office/drawing/2014/main" id="{2232FBED-355A-EDF8-ED3A-3F251C8A6A13}"/>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a:p>
          </p:txBody>
        </p:sp>
        <p:sp>
          <p:nvSpPr>
            <p:cNvPr id="52" name="Freeform 31">
              <a:extLst>
                <a:ext uri="{FF2B5EF4-FFF2-40B4-BE49-F238E27FC236}">
                  <a16:creationId xmlns:a16="http://schemas.microsoft.com/office/drawing/2014/main" id="{EBEF68BF-BCFA-84B5-77F3-CA82DC5DE05B}"/>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a:p>
          </p:txBody>
        </p:sp>
        <p:sp>
          <p:nvSpPr>
            <p:cNvPr id="53" name="Freeform 32">
              <a:extLst>
                <a:ext uri="{FF2B5EF4-FFF2-40B4-BE49-F238E27FC236}">
                  <a16:creationId xmlns:a16="http://schemas.microsoft.com/office/drawing/2014/main" id="{31A56BB0-DEC8-FE5E-5216-AA1E445A3DAE}"/>
                </a:ext>
              </a:extLst>
            </p:cNvPr>
            <p:cNvSpPr>
              <a:spLocks noChangeAspect="1"/>
            </p:cNvSpPr>
            <p:nvPr/>
          </p:nvSpPr>
          <p:spPr bwMode="auto">
            <a:xfrm>
              <a:off x="3151986" y="4941511"/>
              <a:ext cx="328723" cy="203659"/>
            </a:xfrm>
            <a:custGeom>
              <a:avLst/>
              <a:gdLst/>
              <a:ahLst/>
              <a:cxnLst>
                <a:cxn ang="0">
                  <a:pos x="322" y="265"/>
                </a:cxn>
                <a:cxn ang="0">
                  <a:pos x="288" y="259"/>
                </a:cxn>
                <a:cxn ang="0">
                  <a:pos x="244" y="261"/>
                </a:cxn>
                <a:cxn ang="0">
                  <a:pos x="207" y="247"/>
                </a:cxn>
                <a:cxn ang="0">
                  <a:pos x="188" y="232"/>
                </a:cxn>
                <a:cxn ang="0">
                  <a:pos x="194" y="267"/>
                </a:cxn>
                <a:cxn ang="0">
                  <a:pos x="167" y="261"/>
                </a:cxn>
                <a:cxn ang="0">
                  <a:pos x="140" y="247"/>
                </a:cxn>
                <a:cxn ang="0">
                  <a:pos x="117" y="251"/>
                </a:cxn>
                <a:cxn ang="0">
                  <a:pos x="77" y="257"/>
                </a:cxn>
                <a:cxn ang="0">
                  <a:pos x="33" y="261"/>
                </a:cxn>
                <a:cxn ang="0">
                  <a:pos x="35" y="290"/>
                </a:cxn>
                <a:cxn ang="0">
                  <a:pos x="0" y="272"/>
                </a:cxn>
                <a:cxn ang="0">
                  <a:pos x="38" y="251"/>
                </a:cxn>
                <a:cxn ang="0">
                  <a:pos x="73" y="226"/>
                </a:cxn>
                <a:cxn ang="0">
                  <a:pos x="56" y="203"/>
                </a:cxn>
                <a:cxn ang="0">
                  <a:pos x="13" y="182"/>
                </a:cxn>
                <a:cxn ang="0">
                  <a:pos x="17" y="167"/>
                </a:cxn>
                <a:cxn ang="0">
                  <a:pos x="48" y="155"/>
                </a:cxn>
                <a:cxn ang="0">
                  <a:pos x="84" y="150"/>
                </a:cxn>
                <a:cxn ang="0">
                  <a:pos x="113" y="140"/>
                </a:cxn>
                <a:cxn ang="0">
                  <a:pos x="140" y="150"/>
                </a:cxn>
                <a:cxn ang="0">
                  <a:pos x="157" y="138"/>
                </a:cxn>
                <a:cxn ang="0">
                  <a:pos x="184" y="146"/>
                </a:cxn>
                <a:cxn ang="0">
                  <a:pos x="211" y="138"/>
                </a:cxn>
                <a:cxn ang="0">
                  <a:pos x="244" y="130"/>
                </a:cxn>
                <a:cxn ang="0">
                  <a:pos x="267" y="115"/>
                </a:cxn>
                <a:cxn ang="0">
                  <a:pos x="299" y="105"/>
                </a:cxn>
                <a:cxn ang="0">
                  <a:pos x="315" y="79"/>
                </a:cxn>
                <a:cxn ang="0">
                  <a:pos x="328" y="52"/>
                </a:cxn>
                <a:cxn ang="0">
                  <a:pos x="343" y="23"/>
                </a:cxn>
                <a:cxn ang="0">
                  <a:pos x="368" y="0"/>
                </a:cxn>
                <a:cxn ang="0">
                  <a:pos x="395" y="25"/>
                </a:cxn>
                <a:cxn ang="0">
                  <a:pos x="411" y="42"/>
                </a:cxn>
                <a:cxn ang="0">
                  <a:pos x="457" y="57"/>
                </a:cxn>
                <a:cxn ang="0">
                  <a:pos x="476" y="75"/>
                </a:cxn>
                <a:cxn ang="0">
                  <a:pos x="460" y="119"/>
                </a:cxn>
                <a:cxn ang="0">
                  <a:pos x="474" y="152"/>
                </a:cxn>
                <a:cxn ang="0">
                  <a:pos x="451" y="184"/>
                </a:cxn>
                <a:cxn ang="0">
                  <a:pos x="409" y="198"/>
                </a:cxn>
                <a:cxn ang="0">
                  <a:pos x="378" y="211"/>
                </a:cxn>
                <a:cxn ang="0">
                  <a:pos x="347" y="238"/>
                </a:cxn>
              </a:cxnLst>
              <a:rect l="0" t="0" r="r" b="b"/>
              <a:pathLst>
                <a:path w="476" h="295">
                  <a:moveTo>
                    <a:pt x="343" y="263"/>
                  </a:moveTo>
                  <a:lnTo>
                    <a:pt x="332" y="259"/>
                  </a:lnTo>
                  <a:lnTo>
                    <a:pt x="322" y="265"/>
                  </a:lnTo>
                  <a:lnTo>
                    <a:pt x="309" y="265"/>
                  </a:lnTo>
                  <a:lnTo>
                    <a:pt x="292" y="265"/>
                  </a:lnTo>
                  <a:lnTo>
                    <a:pt x="288" y="259"/>
                  </a:lnTo>
                  <a:lnTo>
                    <a:pt x="274" y="263"/>
                  </a:lnTo>
                  <a:lnTo>
                    <a:pt x="255" y="263"/>
                  </a:lnTo>
                  <a:lnTo>
                    <a:pt x="244" y="261"/>
                  </a:lnTo>
                  <a:lnTo>
                    <a:pt x="226" y="263"/>
                  </a:lnTo>
                  <a:lnTo>
                    <a:pt x="215" y="257"/>
                  </a:lnTo>
                  <a:lnTo>
                    <a:pt x="207" y="247"/>
                  </a:lnTo>
                  <a:lnTo>
                    <a:pt x="211" y="240"/>
                  </a:lnTo>
                  <a:lnTo>
                    <a:pt x="203" y="232"/>
                  </a:lnTo>
                  <a:lnTo>
                    <a:pt x="188" y="232"/>
                  </a:lnTo>
                  <a:lnTo>
                    <a:pt x="200" y="244"/>
                  </a:lnTo>
                  <a:lnTo>
                    <a:pt x="194" y="257"/>
                  </a:lnTo>
                  <a:lnTo>
                    <a:pt x="194" y="267"/>
                  </a:lnTo>
                  <a:lnTo>
                    <a:pt x="184" y="265"/>
                  </a:lnTo>
                  <a:lnTo>
                    <a:pt x="173" y="267"/>
                  </a:lnTo>
                  <a:lnTo>
                    <a:pt x="167" y="261"/>
                  </a:lnTo>
                  <a:lnTo>
                    <a:pt x="155" y="261"/>
                  </a:lnTo>
                  <a:lnTo>
                    <a:pt x="146" y="257"/>
                  </a:lnTo>
                  <a:lnTo>
                    <a:pt x="140" y="247"/>
                  </a:lnTo>
                  <a:lnTo>
                    <a:pt x="129" y="240"/>
                  </a:lnTo>
                  <a:lnTo>
                    <a:pt x="119" y="244"/>
                  </a:lnTo>
                  <a:lnTo>
                    <a:pt x="117" y="251"/>
                  </a:lnTo>
                  <a:lnTo>
                    <a:pt x="106" y="253"/>
                  </a:lnTo>
                  <a:lnTo>
                    <a:pt x="92" y="255"/>
                  </a:lnTo>
                  <a:lnTo>
                    <a:pt x="77" y="257"/>
                  </a:lnTo>
                  <a:lnTo>
                    <a:pt x="58" y="257"/>
                  </a:lnTo>
                  <a:lnTo>
                    <a:pt x="46" y="259"/>
                  </a:lnTo>
                  <a:lnTo>
                    <a:pt x="33" y="261"/>
                  </a:lnTo>
                  <a:lnTo>
                    <a:pt x="27" y="267"/>
                  </a:lnTo>
                  <a:lnTo>
                    <a:pt x="33" y="276"/>
                  </a:lnTo>
                  <a:lnTo>
                    <a:pt x="35" y="290"/>
                  </a:lnTo>
                  <a:lnTo>
                    <a:pt x="27" y="295"/>
                  </a:lnTo>
                  <a:lnTo>
                    <a:pt x="13" y="288"/>
                  </a:lnTo>
                  <a:lnTo>
                    <a:pt x="0" y="272"/>
                  </a:lnTo>
                  <a:lnTo>
                    <a:pt x="6" y="261"/>
                  </a:lnTo>
                  <a:lnTo>
                    <a:pt x="19" y="251"/>
                  </a:lnTo>
                  <a:lnTo>
                    <a:pt x="38" y="251"/>
                  </a:lnTo>
                  <a:lnTo>
                    <a:pt x="48" y="238"/>
                  </a:lnTo>
                  <a:lnTo>
                    <a:pt x="61" y="232"/>
                  </a:lnTo>
                  <a:lnTo>
                    <a:pt x="73" y="226"/>
                  </a:lnTo>
                  <a:lnTo>
                    <a:pt x="71" y="215"/>
                  </a:lnTo>
                  <a:lnTo>
                    <a:pt x="71" y="203"/>
                  </a:lnTo>
                  <a:lnTo>
                    <a:pt x="56" y="203"/>
                  </a:lnTo>
                  <a:lnTo>
                    <a:pt x="29" y="207"/>
                  </a:lnTo>
                  <a:lnTo>
                    <a:pt x="19" y="194"/>
                  </a:lnTo>
                  <a:lnTo>
                    <a:pt x="13" y="182"/>
                  </a:lnTo>
                  <a:lnTo>
                    <a:pt x="13" y="173"/>
                  </a:lnTo>
                  <a:lnTo>
                    <a:pt x="11" y="173"/>
                  </a:lnTo>
                  <a:lnTo>
                    <a:pt x="17" y="167"/>
                  </a:lnTo>
                  <a:lnTo>
                    <a:pt x="29" y="163"/>
                  </a:lnTo>
                  <a:lnTo>
                    <a:pt x="36" y="155"/>
                  </a:lnTo>
                  <a:lnTo>
                    <a:pt x="48" y="155"/>
                  </a:lnTo>
                  <a:lnTo>
                    <a:pt x="59" y="155"/>
                  </a:lnTo>
                  <a:lnTo>
                    <a:pt x="73" y="153"/>
                  </a:lnTo>
                  <a:lnTo>
                    <a:pt x="84" y="150"/>
                  </a:lnTo>
                  <a:lnTo>
                    <a:pt x="92" y="146"/>
                  </a:lnTo>
                  <a:lnTo>
                    <a:pt x="98" y="140"/>
                  </a:lnTo>
                  <a:lnTo>
                    <a:pt x="113" y="140"/>
                  </a:lnTo>
                  <a:lnTo>
                    <a:pt x="123" y="142"/>
                  </a:lnTo>
                  <a:lnTo>
                    <a:pt x="130" y="148"/>
                  </a:lnTo>
                  <a:lnTo>
                    <a:pt x="140" y="150"/>
                  </a:lnTo>
                  <a:lnTo>
                    <a:pt x="146" y="150"/>
                  </a:lnTo>
                  <a:lnTo>
                    <a:pt x="146" y="138"/>
                  </a:lnTo>
                  <a:lnTo>
                    <a:pt x="157" y="138"/>
                  </a:lnTo>
                  <a:lnTo>
                    <a:pt x="167" y="136"/>
                  </a:lnTo>
                  <a:lnTo>
                    <a:pt x="178" y="140"/>
                  </a:lnTo>
                  <a:lnTo>
                    <a:pt x="184" y="146"/>
                  </a:lnTo>
                  <a:lnTo>
                    <a:pt x="196" y="148"/>
                  </a:lnTo>
                  <a:lnTo>
                    <a:pt x="211" y="146"/>
                  </a:lnTo>
                  <a:lnTo>
                    <a:pt x="211" y="138"/>
                  </a:lnTo>
                  <a:lnTo>
                    <a:pt x="223" y="138"/>
                  </a:lnTo>
                  <a:lnTo>
                    <a:pt x="232" y="138"/>
                  </a:lnTo>
                  <a:lnTo>
                    <a:pt x="244" y="130"/>
                  </a:lnTo>
                  <a:lnTo>
                    <a:pt x="257" y="128"/>
                  </a:lnTo>
                  <a:lnTo>
                    <a:pt x="259" y="119"/>
                  </a:lnTo>
                  <a:lnTo>
                    <a:pt x="267" y="115"/>
                  </a:lnTo>
                  <a:lnTo>
                    <a:pt x="278" y="107"/>
                  </a:lnTo>
                  <a:lnTo>
                    <a:pt x="286" y="105"/>
                  </a:lnTo>
                  <a:lnTo>
                    <a:pt x="299" y="105"/>
                  </a:lnTo>
                  <a:lnTo>
                    <a:pt x="311" y="102"/>
                  </a:lnTo>
                  <a:lnTo>
                    <a:pt x="311" y="90"/>
                  </a:lnTo>
                  <a:lnTo>
                    <a:pt x="315" y="79"/>
                  </a:lnTo>
                  <a:lnTo>
                    <a:pt x="322" y="73"/>
                  </a:lnTo>
                  <a:lnTo>
                    <a:pt x="324" y="61"/>
                  </a:lnTo>
                  <a:lnTo>
                    <a:pt x="328" y="52"/>
                  </a:lnTo>
                  <a:lnTo>
                    <a:pt x="336" y="46"/>
                  </a:lnTo>
                  <a:lnTo>
                    <a:pt x="336" y="29"/>
                  </a:lnTo>
                  <a:lnTo>
                    <a:pt x="343" y="23"/>
                  </a:lnTo>
                  <a:lnTo>
                    <a:pt x="351" y="15"/>
                  </a:lnTo>
                  <a:lnTo>
                    <a:pt x="359" y="8"/>
                  </a:lnTo>
                  <a:lnTo>
                    <a:pt x="368" y="0"/>
                  </a:lnTo>
                  <a:lnTo>
                    <a:pt x="378" y="2"/>
                  </a:lnTo>
                  <a:lnTo>
                    <a:pt x="395" y="8"/>
                  </a:lnTo>
                  <a:lnTo>
                    <a:pt x="395" y="25"/>
                  </a:lnTo>
                  <a:lnTo>
                    <a:pt x="395" y="34"/>
                  </a:lnTo>
                  <a:lnTo>
                    <a:pt x="401" y="40"/>
                  </a:lnTo>
                  <a:lnTo>
                    <a:pt x="411" y="42"/>
                  </a:lnTo>
                  <a:lnTo>
                    <a:pt x="430" y="44"/>
                  </a:lnTo>
                  <a:lnTo>
                    <a:pt x="449" y="46"/>
                  </a:lnTo>
                  <a:lnTo>
                    <a:pt x="457" y="57"/>
                  </a:lnTo>
                  <a:lnTo>
                    <a:pt x="466" y="59"/>
                  </a:lnTo>
                  <a:lnTo>
                    <a:pt x="476" y="65"/>
                  </a:lnTo>
                  <a:lnTo>
                    <a:pt x="476" y="75"/>
                  </a:lnTo>
                  <a:lnTo>
                    <a:pt x="466" y="90"/>
                  </a:lnTo>
                  <a:lnTo>
                    <a:pt x="459" y="105"/>
                  </a:lnTo>
                  <a:lnTo>
                    <a:pt x="460" y="119"/>
                  </a:lnTo>
                  <a:lnTo>
                    <a:pt x="459" y="134"/>
                  </a:lnTo>
                  <a:lnTo>
                    <a:pt x="466" y="144"/>
                  </a:lnTo>
                  <a:lnTo>
                    <a:pt x="474" y="152"/>
                  </a:lnTo>
                  <a:lnTo>
                    <a:pt x="472" y="169"/>
                  </a:lnTo>
                  <a:lnTo>
                    <a:pt x="464" y="175"/>
                  </a:lnTo>
                  <a:lnTo>
                    <a:pt x="451" y="184"/>
                  </a:lnTo>
                  <a:lnTo>
                    <a:pt x="439" y="192"/>
                  </a:lnTo>
                  <a:lnTo>
                    <a:pt x="424" y="198"/>
                  </a:lnTo>
                  <a:lnTo>
                    <a:pt x="409" y="198"/>
                  </a:lnTo>
                  <a:lnTo>
                    <a:pt x="399" y="211"/>
                  </a:lnTo>
                  <a:lnTo>
                    <a:pt x="391" y="211"/>
                  </a:lnTo>
                  <a:lnTo>
                    <a:pt x="378" y="211"/>
                  </a:lnTo>
                  <a:lnTo>
                    <a:pt x="365" y="219"/>
                  </a:lnTo>
                  <a:lnTo>
                    <a:pt x="353" y="232"/>
                  </a:lnTo>
                  <a:lnTo>
                    <a:pt x="347" y="238"/>
                  </a:lnTo>
                  <a:lnTo>
                    <a:pt x="340" y="244"/>
                  </a:lnTo>
                  <a:lnTo>
                    <a:pt x="343" y="263"/>
                  </a:lnTo>
                  <a:close/>
                </a:path>
              </a:pathLst>
            </a:custGeom>
            <a:grpFill/>
            <a:ln w="6350" cmpd="sng">
              <a:solidFill>
                <a:schemeClr val="bg1"/>
              </a:solidFill>
              <a:round/>
              <a:headEnd/>
              <a:tailEnd/>
            </a:ln>
          </p:spPr>
          <p:txBody>
            <a:bodyPr/>
            <a:lstStyle/>
            <a:p>
              <a:endParaRPr lang="pt-BR"/>
            </a:p>
          </p:txBody>
        </p:sp>
        <p:sp>
          <p:nvSpPr>
            <p:cNvPr id="57" name="Freeform 33">
              <a:extLst>
                <a:ext uri="{FF2B5EF4-FFF2-40B4-BE49-F238E27FC236}">
                  <a16:creationId xmlns:a16="http://schemas.microsoft.com/office/drawing/2014/main" id="{C8BF830F-48EC-8F18-3BAA-50CD0D4DFAFD}"/>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a:p>
          </p:txBody>
        </p:sp>
        <p:sp>
          <p:nvSpPr>
            <p:cNvPr id="58" name="Freeform 34">
              <a:extLst>
                <a:ext uri="{FF2B5EF4-FFF2-40B4-BE49-F238E27FC236}">
                  <a16:creationId xmlns:a16="http://schemas.microsoft.com/office/drawing/2014/main" id="{3D6E326C-6A8E-CE60-0F1C-99FD7BE1CA00}"/>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a:p>
          </p:txBody>
        </p:sp>
        <p:sp>
          <p:nvSpPr>
            <p:cNvPr id="63" name="Freeform 35">
              <a:extLst>
                <a:ext uri="{FF2B5EF4-FFF2-40B4-BE49-F238E27FC236}">
                  <a16:creationId xmlns:a16="http://schemas.microsoft.com/office/drawing/2014/main" id="{80FB3E58-A835-07A3-4D10-1B23C23A3903}"/>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a:p>
          </p:txBody>
        </p:sp>
        <p:sp>
          <p:nvSpPr>
            <p:cNvPr id="68" name="Freeform 36">
              <a:extLst>
                <a:ext uri="{FF2B5EF4-FFF2-40B4-BE49-F238E27FC236}">
                  <a16:creationId xmlns:a16="http://schemas.microsoft.com/office/drawing/2014/main" id="{746927C7-9B81-C153-7D1C-2D90C33265D5}"/>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a:p>
          </p:txBody>
        </p:sp>
        <p:sp>
          <p:nvSpPr>
            <p:cNvPr id="73" name="Freeform 37">
              <a:extLst>
                <a:ext uri="{FF2B5EF4-FFF2-40B4-BE49-F238E27FC236}">
                  <a16:creationId xmlns:a16="http://schemas.microsoft.com/office/drawing/2014/main" id="{5F41B21F-3DE1-FEC2-A36D-4D1C7182CA46}"/>
                </a:ext>
              </a:extLst>
            </p:cNvPr>
            <p:cNvSpPr>
              <a:spLocks noChangeAspect="1"/>
            </p:cNvSpPr>
            <p:nvPr/>
          </p:nvSpPr>
          <p:spPr bwMode="auto">
            <a:xfrm>
              <a:off x="3090966" y="3893699"/>
              <a:ext cx="750945" cy="861862"/>
            </a:xfrm>
            <a:custGeom>
              <a:avLst/>
              <a:gdLst/>
              <a:ahLst/>
              <a:cxnLst>
                <a:cxn ang="0">
                  <a:pos x="880" y="696"/>
                </a:cxn>
                <a:cxn ang="0">
                  <a:pos x="863" y="752"/>
                </a:cxn>
                <a:cxn ang="0">
                  <a:pos x="855" y="808"/>
                </a:cxn>
                <a:cxn ang="0">
                  <a:pos x="873" y="906"/>
                </a:cxn>
                <a:cxn ang="0">
                  <a:pos x="873" y="975"/>
                </a:cxn>
                <a:cxn ang="0">
                  <a:pos x="827" y="1088"/>
                </a:cxn>
                <a:cxn ang="0">
                  <a:pos x="827" y="1171"/>
                </a:cxn>
                <a:cxn ang="0">
                  <a:pos x="765" y="1220"/>
                </a:cxn>
                <a:cxn ang="0">
                  <a:pos x="742" y="1240"/>
                </a:cxn>
                <a:cxn ang="0">
                  <a:pos x="677" y="1182"/>
                </a:cxn>
                <a:cxn ang="0">
                  <a:pos x="664" y="1138"/>
                </a:cxn>
                <a:cxn ang="0">
                  <a:pos x="654" y="1067"/>
                </a:cxn>
                <a:cxn ang="0">
                  <a:pos x="689" y="1015"/>
                </a:cxn>
                <a:cxn ang="0">
                  <a:pos x="750" y="963"/>
                </a:cxn>
                <a:cxn ang="0">
                  <a:pos x="706" y="902"/>
                </a:cxn>
                <a:cxn ang="0">
                  <a:pos x="619" y="892"/>
                </a:cxn>
                <a:cxn ang="0">
                  <a:pos x="564" y="852"/>
                </a:cxn>
                <a:cxn ang="0">
                  <a:pos x="518" y="810"/>
                </a:cxn>
                <a:cxn ang="0">
                  <a:pos x="458" y="783"/>
                </a:cxn>
                <a:cxn ang="0">
                  <a:pos x="416" y="756"/>
                </a:cxn>
                <a:cxn ang="0">
                  <a:pos x="289" y="723"/>
                </a:cxn>
                <a:cxn ang="0">
                  <a:pos x="211" y="675"/>
                </a:cxn>
                <a:cxn ang="0">
                  <a:pos x="136" y="712"/>
                </a:cxn>
                <a:cxn ang="0">
                  <a:pos x="59" y="760"/>
                </a:cxn>
                <a:cxn ang="0">
                  <a:pos x="30" y="727"/>
                </a:cxn>
                <a:cxn ang="0">
                  <a:pos x="38" y="656"/>
                </a:cxn>
                <a:cxn ang="0">
                  <a:pos x="15" y="577"/>
                </a:cxn>
                <a:cxn ang="0">
                  <a:pos x="11" y="516"/>
                </a:cxn>
                <a:cxn ang="0">
                  <a:pos x="21" y="455"/>
                </a:cxn>
                <a:cxn ang="0">
                  <a:pos x="19" y="384"/>
                </a:cxn>
                <a:cxn ang="0">
                  <a:pos x="21" y="334"/>
                </a:cxn>
                <a:cxn ang="0">
                  <a:pos x="40" y="297"/>
                </a:cxn>
                <a:cxn ang="0">
                  <a:pos x="11" y="245"/>
                </a:cxn>
                <a:cxn ang="0">
                  <a:pos x="50" y="184"/>
                </a:cxn>
                <a:cxn ang="0">
                  <a:pos x="124" y="176"/>
                </a:cxn>
                <a:cxn ang="0">
                  <a:pos x="197" y="228"/>
                </a:cxn>
                <a:cxn ang="0">
                  <a:pos x="268" y="197"/>
                </a:cxn>
                <a:cxn ang="0">
                  <a:pos x="360" y="161"/>
                </a:cxn>
                <a:cxn ang="0">
                  <a:pos x="359" y="63"/>
                </a:cxn>
                <a:cxn ang="0">
                  <a:pos x="439" y="65"/>
                </a:cxn>
                <a:cxn ang="0">
                  <a:pos x="518" y="71"/>
                </a:cxn>
                <a:cxn ang="0">
                  <a:pos x="604" y="40"/>
                </a:cxn>
                <a:cxn ang="0">
                  <a:pos x="681" y="11"/>
                </a:cxn>
                <a:cxn ang="0">
                  <a:pos x="717" y="88"/>
                </a:cxn>
                <a:cxn ang="0">
                  <a:pos x="777" y="75"/>
                </a:cxn>
                <a:cxn ang="0">
                  <a:pos x="821" y="54"/>
                </a:cxn>
                <a:cxn ang="0">
                  <a:pos x="877" y="0"/>
                </a:cxn>
                <a:cxn ang="0">
                  <a:pos x="951" y="42"/>
                </a:cxn>
                <a:cxn ang="0">
                  <a:pos x="1001" y="63"/>
                </a:cxn>
                <a:cxn ang="0">
                  <a:pos x="1036" y="130"/>
                </a:cxn>
                <a:cxn ang="0">
                  <a:pos x="1082" y="219"/>
                </a:cxn>
                <a:cxn ang="0">
                  <a:pos x="1084" y="292"/>
                </a:cxn>
                <a:cxn ang="0">
                  <a:pos x="1024" y="316"/>
                </a:cxn>
                <a:cxn ang="0">
                  <a:pos x="1053" y="389"/>
                </a:cxn>
                <a:cxn ang="0">
                  <a:pos x="1078" y="457"/>
                </a:cxn>
                <a:cxn ang="0">
                  <a:pos x="1017" y="537"/>
                </a:cxn>
                <a:cxn ang="0">
                  <a:pos x="957" y="589"/>
                </a:cxn>
                <a:cxn ang="0">
                  <a:pos x="951" y="556"/>
                </a:cxn>
                <a:cxn ang="0">
                  <a:pos x="911" y="572"/>
                </a:cxn>
                <a:cxn ang="0">
                  <a:pos x="880" y="620"/>
                </a:cxn>
              </a:cxnLst>
              <a:rect l="0" t="0" r="r" b="b"/>
              <a:pathLst>
                <a:path w="1088" h="1249">
                  <a:moveTo>
                    <a:pt x="890" y="668"/>
                  </a:moveTo>
                  <a:lnTo>
                    <a:pt x="886" y="675"/>
                  </a:lnTo>
                  <a:lnTo>
                    <a:pt x="873" y="675"/>
                  </a:lnTo>
                  <a:lnTo>
                    <a:pt x="873" y="695"/>
                  </a:lnTo>
                  <a:lnTo>
                    <a:pt x="880" y="696"/>
                  </a:lnTo>
                  <a:lnTo>
                    <a:pt x="886" y="706"/>
                  </a:lnTo>
                  <a:lnTo>
                    <a:pt x="886" y="727"/>
                  </a:lnTo>
                  <a:lnTo>
                    <a:pt x="873" y="737"/>
                  </a:lnTo>
                  <a:lnTo>
                    <a:pt x="855" y="746"/>
                  </a:lnTo>
                  <a:lnTo>
                    <a:pt x="863" y="752"/>
                  </a:lnTo>
                  <a:lnTo>
                    <a:pt x="877" y="743"/>
                  </a:lnTo>
                  <a:lnTo>
                    <a:pt x="882" y="762"/>
                  </a:lnTo>
                  <a:lnTo>
                    <a:pt x="877" y="779"/>
                  </a:lnTo>
                  <a:lnTo>
                    <a:pt x="863" y="791"/>
                  </a:lnTo>
                  <a:lnTo>
                    <a:pt x="855" y="808"/>
                  </a:lnTo>
                  <a:lnTo>
                    <a:pt x="875" y="823"/>
                  </a:lnTo>
                  <a:lnTo>
                    <a:pt x="882" y="838"/>
                  </a:lnTo>
                  <a:lnTo>
                    <a:pt x="882" y="863"/>
                  </a:lnTo>
                  <a:lnTo>
                    <a:pt x="882" y="886"/>
                  </a:lnTo>
                  <a:lnTo>
                    <a:pt x="873" y="906"/>
                  </a:lnTo>
                  <a:lnTo>
                    <a:pt x="875" y="925"/>
                  </a:lnTo>
                  <a:lnTo>
                    <a:pt x="880" y="933"/>
                  </a:lnTo>
                  <a:lnTo>
                    <a:pt x="878" y="946"/>
                  </a:lnTo>
                  <a:lnTo>
                    <a:pt x="880" y="963"/>
                  </a:lnTo>
                  <a:lnTo>
                    <a:pt x="873" y="975"/>
                  </a:lnTo>
                  <a:lnTo>
                    <a:pt x="857" y="994"/>
                  </a:lnTo>
                  <a:lnTo>
                    <a:pt x="850" y="1019"/>
                  </a:lnTo>
                  <a:lnTo>
                    <a:pt x="842" y="1044"/>
                  </a:lnTo>
                  <a:lnTo>
                    <a:pt x="832" y="1069"/>
                  </a:lnTo>
                  <a:lnTo>
                    <a:pt x="827" y="1088"/>
                  </a:lnTo>
                  <a:lnTo>
                    <a:pt x="813" y="1103"/>
                  </a:lnTo>
                  <a:lnTo>
                    <a:pt x="811" y="1124"/>
                  </a:lnTo>
                  <a:lnTo>
                    <a:pt x="815" y="1142"/>
                  </a:lnTo>
                  <a:lnTo>
                    <a:pt x="819" y="1157"/>
                  </a:lnTo>
                  <a:lnTo>
                    <a:pt x="827" y="1171"/>
                  </a:lnTo>
                  <a:lnTo>
                    <a:pt x="806" y="1172"/>
                  </a:lnTo>
                  <a:lnTo>
                    <a:pt x="800" y="1190"/>
                  </a:lnTo>
                  <a:lnTo>
                    <a:pt x="790" y="1201"/>
                  </a:lnTo>
                  <a:lnTo>
                    <a:pt x="783" y="1213"/>
                  </a:lnTo>
                  <a:lnTo>
                    <a:pt x="765" y="1220"/>
                  </a:lnTo>
                  <a:lnTo>
                    <a:pt x="763" y="1236"/>
                  </a:lnTo>
                  <a:lnTo>
                    <a:pt x="761" y="1247"/>
                  </a:lnTo>
                  <a:lnTo>
                    <a:pt x="758" y="1249"/>
                  </a:lnTo>
                  <a:lnTo>
                    <a:pt x="758" y="1245"/>
                  </a:lnTo>
                  <a:lnTo>
                    <a:pt x="742" y="1240"/>
                  </a:lnTo>
                  <a:lnTo>
                    <a:pt x="729" y="1224"/>
                  </a:lnTo>
                  <a:lnTo>
                    <a:pt x="710" y="1213"/>
                  </a:lnTo>
                  <a:lnTo>
                    <a:pt x="690" y="1201"/>
                  </a:lnTo>
                  <a:lnTo>
                    <a:pt x="683" y="1184"/>
                  </a:lnTo>
                  <a:lnTo>
                    <a:pt x="677" y="1182"/>
                  </a:lnTo>
                  <a:lnTo>
                    <a:pt x="683" y="1178"/>
                  </a:lnTo>
                  <a:lnTo>
                    <a:pt x="685" y="1167"/>
                  </a:lnTo>
                  <a:lnTo>
                    <a:pt x="683" y="1151"/>
                  </a:lnTo>
                  <a:lnTo>
                    <a:pt x="671" y="1149"/>
                  </a:lnTo>
                  <a:lnTo>
                    <a:pt x="664" y="1138"/>
                  </a:lnTo>
                  <a:lnTo>
                    <a:pt x="664" y="1124"/>
                  </a:lnTo>
                  <a:lnTo>
                    <a:pt x="646" y="1119"/>
                  </a:lnTo>
                  <a:lnTo>
                    <a:pt x="644" y="1100"/>
                  </a:lnTo>
                  <a:lnTo>
                    <a:pt x="646" y="1082"/>
                  </a:lnTo>
                  <a:lnTo>
                    <a:pt x="654" y="1067"/>
                  </a:lnTo>
                  <a:lnTo>
                    <a:pt x="654" y="1055"/>
                  </a:lnTo>
                  <a:lnTo>
                    <a:pt x="667" y="1057"/>
                  </a:lnTo>
                  <a:lnTo>
                    <a:pt x="690" y="1057"/>
                  </a:lnTo>
                  <a:lnTo>
                    <a:pt x="687" y="1042"/>
                  </a:lnTo>
                  <a:lnTo>
                    <a:pt x="689" y="1015"/>
                  </a:lnTo>
                  <a:lnTo>
                    <a:pt x="708" y="1015"/>
                  </a:lnTo>
                  <a:lnTo>
                    <a:pt x="717" y="998"/>
                  </a:lnTo>
                  <a:lnTo>
                    <a:pt x="723" y="986"/>
                  </a:lnTo>
                  <a:lnTo>
                    <a:pt x="736" y="975"/>
                  </a:lnTo>
                  <a:lnTo>
                    <a:pt x="750" y="963"/>
                  </a:lnTo>
                  <a:lnTo>
                    <a:pt x="750" y="942"/>
                  </a:lnTo>
                  <a:lnTo>
                    <a:pt x="740" y="938"/>
                  </a:lnTo>
                  <a:lnTo>
                    <a:pt x="721" y="929"/>
                  </a:lnTo>
                  <a:lnTo>
                    <a:pt x="706" y="913"/>
                  </a:lnTo>
                  <a:lnTo>
                    <a:pt x="706" y="902"/>
                  </a:lnTo>
                  <a:lnTo>
                    <a:pt x="683" y="902"/>
                  </a:lnTo>
                  <a:lnTo>
                    <a:pt x="662" y="906"/>
                  </a:lnTo>
                  <a:lnTo>
                    <a:pt x="650" y="896"/>
                  </a:lnTo>
                  <a:lnTo>
                    <a:pt x="637" y="886"/>
                  </a:lnTo>
                  <a:lnTo>
                    <a:pt x="619" y="892"/>
                  </a:lnTo>
                  <a:lnTo>
                    <a:pt x="600" y="892"/>
                  </a:lnTo>
                  <a:lnTo>
                    <a:pt x="587" y="892"/>
                  </a:lnTo>
                  <a:lnTo>
                    <a:pt x="583" y="879"/>
                  </a:lnTo>
                  <a:lnTo>
                    <a:pt x="577" y="863"/>
                  </a:lnTo>
                  <a:lnTo>
                    <a:pt x="564" y="852"/>
                  </a:lnTo>
                  <a:lnTo>
                    <a:pt x="560" y="837"/>
                  </a:lnTo>
                  <a:lnTo>
                    <a:pt x="548" y="831"/>
                  </a:lnTo>
                  <a:lnTo>
                    <a:pt x="547" y="821"/>
                  </a:lnTo>
                  <a:lnTo>
                    <a:pt x="533" y="808"/>
                  </a:lnTo>
                  <a:lnTo>
                    <a:pt x="518" y="810"/>
                  </a:lnTo>
                  <a:lnTo>
                    <a:pt x="504" y="812"/>
                  </a:lnTo>
                  <a:lnTo>
                    <a:pt x="489" y="800"/>
                  </a:lnTo>
                  <a:lnTo>
                    <a:pt x="477" y="802"/>
                  </a:lnTo>
                  <a:lnTo>
                    <a:pt x="464" y="796"/>
                  </a:lnTo>
                  <a:lnTo>
                    <a:pt x="458" y="783"/>
                  </a:lnTo>
                  <a:lnTo>
                    <a:pt x="449" y="781"/>
                  </a:lnTo>
                  <a:lnTo>
                    <a:pt x="449" y="771"/>
                  </a:lnTo>
                  <a:lnTo>
                    <a:pt x="439" y="766"/>
                  </a:lnTo>
                  <a:lnTo>
                    <a:pt x="428" y="764"/>
                  </a:lnTo>
                  <a:lnTo>
                    <a:pt x="416" y="756"/>
                  </a:lnTo>
                  <a:lnTo>
                    <a:pt x="408" y="748"/>
                  </a:lnTo>
                  <a:lnTo>
                    <a:pt x="408" y="739"/>
                  </a:lnTo>
                  <a:lnTo>
                    <a:pt x="382" y="739"/>
                  </a:lnTo>
                  <a:lnTo>
                    <a:pt x="291" y="739"/>
                  </a:lnTo>
                  <a:lnTo>
                    <a:pt x="289" y="723"/>
                  </a:lnTo>
                  <a:lnTo>
                    <a:pt x="291" y="702"/>
                  </a:lnTo>
                  <a:lnTo>
                    <a:pt x="299" y="687"/>
                  </a:lnTo>
                  <a:lnTo>
                    <a:pt x="303" y="675"/>
                  </a:lnTo>
                  <a:lnTo>
                    <a:pt x="224" y="670"/>
                  </a:lnTo>
                  <a:lnTo>
                    <a:pt x="211" y="675"/>
                  </a:lnTo>
                  <a:lnTo>
                    <a:pt x="197" y="675"/>
                  </a:lnTo>
                  <a:lnTo>
                    <a:pt x="186" y="685"/>
                  </a:lnTo>
                  <a:lnTo>
                    <a:pt x="184" y="695"/>
                  </a:lnTo>
                  <a:lnTo>
                    <a:pt x="161" y="708"/>
                  </a:lnTo>
                  <a:lnTo>
                    <a:pt x="136" y="712"/>
                  </a:lnTo>
                  <a:lnTo>
                    <a:pt x="128" y="721"/>
                  </a:lnTo>
                  <a:lnTo>
                    <a:pt x="109" y="727"/>
                  </a:lnTo>
                  <a:lnTo>
                    <a:pt x="96" y="746"/>
                  </a:lnTo>
                  <a:lnTo>
                    <a:pt x="75" y="752"/>
                  </a:lnTo>
                  <a:lnTo>
                    <a:pt x="59" y="760"/>
                  </a:lnTo>
                  <a:lnTo>
                    <a:pt x="40" y="764"/>
                  </a:lnTo>
                  <a:lnTo>
                    <a:pt x="25" y="764"/>
                  </a:lnTo>
                  <a:lnTo>
                    <a:pt x="17" y="750"/>
                  </a:lnTo>
                  <a:lnTo>
                    <a:pt x="17" y="733"/>
                  </a:lnTo>
                  <a:lnTo>
                    <a:pt x="30" y="727"/>
                  </a:lnTo>
                  <a:lnTo>
                    <a:pt x="42" y="714"/>
                  </a:lnTo>
                  <a:lnTo>
                    <a:pt x="50" y="696"/>
                  </a:lnTo>
                  <a:lnTo>
                    <a:pt x="50" y="681"/>
                  </a:lnTo>
                  <a:lnTo>
                    <a:pt x="50" y="670"/>
                  </a:lnTo>
                  <a:lnTo>
                    <a:pt x="38" y="656"/>
                  </a:lnTo>
                  <a:lnTo>
                    <a:pt x="27" y="641"/>
                  </a:lnTo>
                  <a:lnTo>
                    <a:pt x="15" y="625"/>
                  </a:lnTo>
                  <a:lnTo>
                    <a:pt x="15" y="610"/>
                  </a:lnTo>
                  <a:lnTo>
                    <a:pt x="13" y="595"/>
                  </a:lnTo>
                  <a:lnTo>
                    <a:pt x="15" y="577"/>
                  </a:lnTo>
                  <a:lnTo>
                    <a:pt x="25" y="568"/>
                  </a:lnTo>
                  <a:lnTo>
                    <a:pt x="25" y="556"/>
                  </a:lnTo>
                  <a:lnTo>
                    <a:pt x="17" y="543"/>
                  </a:lnTo>
                  <a:lnTo>
                    <a:pt x="23" y="528"/>
                  </a:lnTo>
                  <a:lnTo>
                    <a:pt x="11" y="516"/>
                  </a:lnTo>
                  <a:lnTo>
                    <a:pt x="21" y="501"/>
                  </a:lnTo>
                  <a:lnTo>
                    <a:pt x="40" y="489"/>
                  </a:lnTo>
                  <a:lnTo>
                    <a:pt x="40" y="474"/>
                  </a:lnTo>
                  <a:lnTo>
                    <a:pt x="27" y="466"/>
                  </a:lnTo>
                  <a:lnTo>
                    <a:pt x="21" y="455"/>
                  </a:lnTo>
                  <a:lnTo>
                    <a:pt x="21" y="441"/>
                  </a:lnTo>
                  <a:lnTo>
                    <a:pt x="32" y="435"/>
                  </a:lnTo>
                  <a:lnTo>
                    <a:pt x="34" y="414"/>
                  </a:lnTo>
                  <a:lnTo>
                    <a:pt x="25" y="401"/>
                  </a:lnTo>
                  <a:lnTo>
                    <a:pt x="19" y="384"/>
                  </a:lnTo>
                  <a:lnTo>
                    <a:pt x="21" y="366"/>
                  </a:lnTo>
                  <a:lnTo>
                    <a:pt x="36" y="364"/>
                  </a:lnTo>
                  <a:lnTo>
                    <a:pt x="42" y="355"/>
                  </a:lnTo>
                  <a:lnTo>
                    <a:pt x="32" y="345"/>
                  </a:lnTo>
                  <a:lnTo>
                    <a:pt x="21" y="334"/>
                  </a:lnTo>
                  <a:lnTo>
                    <a:pt x="27" y="324"/>
                  </a:lnTo>
                  <a:lnTo>
                    <a:pt x="42" y="324"/>
                  </a:lnTo>
                  <a:lnTo>
                    <a:pt x="53" y="313"/>
                  </a:lnTo>
                  <a:lnTo>
                    <a:pt x="52" y="301"/>
                  </a:lnTo>
                  <a:lnTo>
                    <a:pt x="40" y="297"/>
                  </a:lnTo>
                  <a:lnTo>
                    <a:pt x="19" y="305"/>
                  </a:lnTo>
                  <a:lnTo>
                    <a:pt x="0" y="293"/>
                  </a:lnTo>
                  <a:lnTo>
                    <a:pt x="0" y="278"/>
                  </a:lnTo>
                  <a:lnTo>
                    <a:pt x="4" y="261"/>
                  </a:lnTo>
                  <a:lnTo>
                    <a:pt x="11" y="245"/>
                  </a:lnTo>
                  <a:lnTo>
                    <a:pt x="27" y="238"/>
                  </a:lnTo>
                  <a:lnTo>
                    <a:pt x="38" y="226"/>
                  </a:lnTo>
                  <a:lnTo>
                    <a:pt x="36" y="211"/>
                  </a:lnTo>
                  <a:lnTo>
                    <a:pt x="40" y="196"/>
                  </a:lnTo>
                  <a:lnTo>
                    <a:pt x="50" y="184"/>
                  </a:lnTo>
                  <a:lnTo>
                    <a:pt x="65" y="184"/>
                  </a:lnTo>
                  <a:lnTo>
                    <a:pt x="82" y="173"/>
                  </a:lnTo>
                  <a:lnTo>
                    <a:pt x="101" y="161"/>
                  </a:lnTo>
                  <a:lnTo>
                    <a:pt x="117" y="163"/>
                  </a:lnTo>
                  <a:lnTo>
                    <a:pt x="124" y="176"/>
                  </a:lnTo>
                  <a:lnTo>
                    <a:pt x="132" y="194"/>
                  </a:lnTo>
                  <a:lnTo>
                    <a:pt x="147" y="211"/>
                  </a:lnTo>
                  <a:lnTo>
                    <a:pt x="157" y="222"/>
                  </a:lnTo>
                  <a:lnTo>
                    <a:pt x="172" y="228"/>
                  </a:lnTo>
                  <a:lnTo>
                    <a:pt x="197" y="228"/>
                  </a:lnTo>
                  <a:lnTo>
                    <a:pt x="217" y="224"/>
                  </a:lnTo>
                  <a:lnTo>
                    <a:pt x="230" y="224"/>
                  </a:lnTo>
                  <a:lnTo>
                    <a:pt x="243" y="217"/>
                  </a:lnTo>
                  <a:lnTo>
                    <a:pt x="257" y="203"/>
                  </a:lnTo>
                  <a:lnTo>
                    <a:pt x="268" y="197"/>
                  </a:lnTo>
                  <a:lnTo>
                    <a:pt x="301" y="199"/>
                  </a:lnTo>
                  <a:lnTo>
                    <a:pt x="320" y="196"/>
                  </a:lnTo>
                  <a:lnTo>
                    <a:pt x="328" y="176"/>
                  </a:lnTo>
                  <a:lnTo>
                    <a:pt x="349" y="173"/>
                  </a:lnTo>
                  <a:lnTo>
                    <a:pt x="360" y="161"/>
                  </a:lnTo>
                  <a:lnTo>
                    <a:pt x="360" y="153"/>
                  </a:lnTo>
                  <a:lnTo>
                    <a:pt x="374" y="144"/>
                  </a:lnTo>
                  <a:lnTo>
                    <a:pt x="376" y="90"/>
                  </a:lnTo>
                  <a:lnTo>
                    <a:pt x="368" y="77"/>
                  </a:lnTo>
                  <a:lnTo>
                    <a:pt x="359" y="63"/>
                  </a:lnTo>
                  <a:lnTo>
                    <a:pt x="378" y="57"/>
                  </a:lnTo>
                  <a:lnTo>
                    <a:pt x="401" y="44"/>
                  </a:lnTo>
                  <a:lnTo>
                    <a:pt x="410" y="55"/>
                  </a:lnTo>
                  <a:lnTo>
                    <a:pt x="416" y="63"/>
                  </a:lnTo>
                  <a:lnTo>
                    <a:pt x="439" y="65"/>
                  </a:lnTo>
                  <a:lnTo>
                    <a:pt x="451" y="71"/>
                  </a:lnTo>
                  <a:lnTo>
                    <a:pt x="464" y="78"/>
                  </a:lnTo>
                  <a:lnTo>
                    <a:pt x="481" y="80"/>
                  </a:lnTo>
                  <a:lnTo>
                    <a:pt x="502" y="75"/>
                  </a:lnTo>
                  <a:lnTo>
                    <a:pt x="518" y="71"/>
                  </a:lnTo>
                  <a:lnTo>
                    <a:pt x="531" y="65"/>
                  </a:lnTo>
                  <a:lnTo>
                    <a:pt x="547" y="50"/>
                  </a:lnTo>
                  <a:lnTo>
                    <a:pt x="573" y="52"/>
                  </a:lnTo>
                  <a:lnTo>
                    <a:pt x="587" y="50"/>
                  </a:lnTo>
                  <a:lnTo>
                    <a:pt x="604" y="40"/>
                  </a:lnTo>
                  <a:lnTo>
                    <a:pt x="623" y="23"/>
                  </a:lnTo>
                  <a:lnTo>
                    <a:pt x="633" y="15"/>
                  </a:lnTo>
                  <a:lnTo>
                    <a:pt x="652" y="6"/>
                  </a:lnTo>
                  <a:lnTo>
                    <a:pt x="667" y="6"/>
                  </a:lnTo>
                  <a:lnTo>
                    <a:pt x="681" y="11"/>
                  </a:lnTo>
                  <a:lnTo>
                    <a:pt x="698" y="25"/>
                  </a:lnTo>
                  <a:lnTo>
                    <a:pt x="704" y="46"/>
                  </a:lnTo>
                  <a:lnTo>
                    <a:pt x="713" y="61"/>
                  </a:lnTo>
                  <a:lnTo>
                    <a:pt x="715" y="77"/>
                  </a:lnTo>
                  <a:lnTo>
                    <a:pt x="717" y="88"/>
                  </a:lnTo>
                  <a:lnTo>
                    <a:pt x="731" y="96"/>
                  </a:lnTo>
                  <a:lnTo>
                    <a:pt x="748" y="96"/>
                  </a:lnTo>
                  <a:lnTo>
                    <a:pt x="750" y="82"/>
                  </a:lnTo>
                  <a:lnTo>
                    <a:pt x="765" y="82"/>
                  </a:lnTo>
                  <a:lnTo>
                    <a:pt x="777" y="75"/>
                  </a:lnTo>
                  <a:lnTo>
                    <a:pt x="784" y="65"/>
                  </a:lnTo>
                  <a:lnTo>
                    <a:pt x="788" y="52"/>
                  </a:lnTo>
                  <a:lnTo>
                    <a:pt x="802" y="50"/>
                  </a:lnTo>
                  <a:lnTo>
                    <a:pt x="811" y="52"/>
                  </a:lnTo>
                  <a:lnTo>
                    <a:pt x="821" y="54"/>
                  </a:lnTo>
                  <a:lnTo>
                    <a:pt x="827" y="40"/>
                  </a:lnTo>
                  <a:lnTo>
                    <a:pt x="838" y="25"/>
                  </a:lnTo>
                  <a:lnTo>
                    <a:pt x="850" y="11"/>
                  </a:lnTo>
                  <a:lnTo>
                    <a:pt x="863" y="6"/>
                  </a:lnTo>
                  <a:lnTo>
                    <a:pt x="877" y="0"/>
                  </a:lnTo>
                  <a:lnTo>
                    <a:pt x="890" y="9"/>
                  </a:lnTo>
                  <a:lnTo>
                    <a:pt x="909" y="15"/>
                  </a:lnTo>
                  <a:lnTo>
                    <a:pt x="923" y="25"/>
                  </a:lnTo>
                  <a:lnTo>
                    <a:pt x="936" y="36"/>
                  </a:lnTo>
                  <a:lnTo>
                    <a:pt x="951" y="42"/>
                  </a:lnTo>
                  <a:lnTo>
                    <a:pt x="965" y="48"/>
                  </a:lnTo>
                  <a:lnTo>
                    <a:pt x="978" y="50"/>
                  </a:lnTo>
                  <a:lnTo>
                    <a:pt x="984" y="40"/>
                  </a:lnTo>
                  <a:lnTo>
                    <a:pt x="997" y="44"/>
                  </a:lnTo>
                  <a:lnTo>
                    <a:pt x="1001" y="63"/>
                  </a:lnTo>
                  <a:lnTo>
                    <a:pt x="995" y="75"/>
                  </a:lnTo>
                  <a:lnTo>
                    <a:pt x="1009" y="82"/>
                  </a:lnTo>
                  <a:lnTo>
                    <a:pt x="1020" y="102"/>
                  </a:lnTo>
                  <a:lnTo>
                    <a:pt x="1024" y="113"/>
                  </a:lnTo>
                  <a:lnTo>
                    <a:pt x="1036" y="130"/>
                  </a:lnTo>
                  <a:lnTo>
                    <a:pt x="1049" y="153"/>
                  </a:lnTo>
                  <a:lnTo>
                    <a:pt x="1051" y="173"/>
                  </a:lnTo>
                  <a:lnTo>
                    <a:pt x="1063" y="192"/>
                  </a:lnTo>
                  <a:lnTo>
                    <a:pt x="1072" y="199"/>
                  </a:lnTo>
                  <a:lnTo>
                    <a:pt x="1082" y="219"/>
                  </a:lnTo>
                  <a:lnTo>
                    <a:pt x="1086" y="230"/>
                  </a:lnTo>
                  <a:lnTo>
                    <a:pt x="1082" y="242"/>
                  </a:lnTo>
                  <a:lnTo>
                    <a:pt x="1076" y="253"/>
                  </a:lnTo>
                  <a:lnTo>
                    <a:pt x="1078" y="274"/>
                  </a:lnTo>
                  <a:lnTo>
                    <a:pt x="1084" y="292"/>
                  </a:lnTo>
                  <a:lnTo>
                    <a:pt x="1074" y="301"/>
                  </a:lnTo>
                  <a:lnTo>
                    <a:pt x="1063" y="307"/>
                  </a:lnTo>
                  <a:lnTo>
                    <a:pt x="1047" y="307"/>
                  </a:lnTo>
                  <a:lnTo>
                    <a:pt x="1030" y="307"/>
                  </a:lnTo>
                  <a:lnTo>
                    <a:pt x="1024" y="316"/>
                  </a:lnTo>
                  <a:lnTo>
                    <a:pt x="1030" y="336"/>
                  </a:lnTo>
                  <a:lnTo>
                    <a:pt x="1030" y="355"/>
                  </a:lnTo>
                  <a:lnTo>
                    <a:pt x="1036" y="370"/>
                  </a:lnTo>
                  <a:lnTo>
                    <a:pt x="1047" y="374"/>
                  </a:lnTo>
                  <a:lnTo>
                    <a:pt x="1053" y="389"/>
                  </a:lnTo>
                  <a:lnTo>
                    <a:pt x="1055" y="407"/>
                  </a:lnTo>
                  <a:lnTo>
                    <a:pt x="1068" y="412"/>
                  </a:lnTo>
                  <a:lnTo>
                    <a:pt x="1084" y="420"/>
                  </a:lnTo>
                  <a:lnTo>
                    <a:pt x="1088" y="434"/>
                  </a:lnTo>
                  <a:lnTo>
                    <a:pt x="1078" y="457"/>
                  </a:lnTo>
                  <a:lnTo>
                    <a:pt x="1063" y="478"/>
                  </a:lnTo>
                  <a:lnTo>
                    <a:pt x="1053" y="497"/>
                  </a:lnTo>
                  <a:lnTo>
                    <a:pt x="1043" y="512"/>
                  </a:lnTo>
                  <a:lnTo>
                    <a:pt x="1034" y="531"/>
                  </a:lnTo>
                  <a:lnTo>
                    <a:pt x="1017" y="537"/>
                  </a:lnTo>
                  <a:lnTo>
                    <a:pt x="999" y="554"/>
                  </a:lnTo>
                  <a:lnTo>
                    <a:pt x="986" y="564"/>
                  </a:lnTo>
                  <a:lnTo>
                    <a:pt x="978" y="581"/>
                  </a:lnTo>
                  <a:lnTo>
                    <a:pt x="969" y="593"/>
                  </a:lnTo>
                  <a:lnTo>
                    <a:pt x="957" y="589"/>
                  </a:lnTo>
                  <a:lnTo>
                    <a:pt x="955" y="579"/>
                  </a:lnTo>
                  <a:lnTo>
                    <a:pt x="932" y="585"/>
                  </a:lnTo>
                  <a:lnTo>
                    <a:pt x="932" y="572"/>
                  </a:lnTo>
                  <a:lnTo>
                    <a:pt x="940" y="558"/>
                  </a:lnTo>
                  <a:lnTo>
                    <a:pt x="951" y="556"/>
                  </a:lnTo>
                  <a:lnTo>
                    <a:pt x="934" y="543"/>
                  </a:lnTo>
                  <a:lnTo>
                    <a:pt x="921" y="539"/>
                  </a:lnTo>
                  <a:lnTo>
                    <a:pt x="917" y="551"/>
                  </a:lnTo>
                  <a:lnTo>
                    <a:pt x="923" y="564"/>
                  </a:lnTo>
                  <a:lnTo>
                    <a:pt x="911" y="572"/>
                  </a:lnTo>
                  <a:lnTo>
                    <a:pt x="903" y="583"/>
                  </a:lnTo>
                  <a:lnTo>
                    <a:pt x="909" y="599"/>
                  </a:lnTo>
                  <a:lnTo>
                    <a:pt x="911" y="612"/>
                  </a:lnTo>
                  <a:lnTo>
                    <a:pt x="898" y="614"/>
                  </a:lnTo>
                  <a:lnTo>
                    <a:pt x="880" y="620"/>
                  </a:lnTo>
                  <a:lnTo>
                    <a:pt x="878" y="633"/>
                  </a:lnTo>
                  <a:lnTo>
                    <a:pt x="873" y="645"/>
                  </a:lnTo>
                  <a:lnTo>
                    <a:pt x="878" y="654"/>
                  </a:lnTo>
                  <a:lnTo>
                    <a:pt x="890" y="668"/>
                  </a:lnTo>
                  <a:close/>
                </a:path>
              </a:pathLst>
            </a:custGeom>
            <a:grpFill/>
            <a:ln w="6350" cmpd="sng">
              <a:solidFill>
                <a:schemeClr val="bg1"/>
              </a:solidFill>
              <a:round/>
              <a:headEnd/>
              <a:tailEnd/>
            </a:ln>
          </p:spPr>
          <p:txBody>
            <a:bodyPr/>
            <a:lstStyle/>
            <a:p>
              <a:endParaRPr lang="pt-BR"/>
            </a:p>
          </p:txBody>
        </p:sp>
        <p:sp>
          <p:nvSpPr>
            <p:cNvPr id="78" name="Freeform 38">
              <a:extLst>
                <a:ext uri="{FF2B5EF4-FFF2-40B4-BE49-F238E27FC236}">
                  <a16:creationId xmlns:a16="http://schemas.microsoft.com/office/drawing/2014/main" id="{BD8447CB-A6E7-0D7C-DC3D-EE4881EAA409}"/>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a:p>
          </p:txBody>
        </p:sp>
        <p:sp>
          <p:nvSpPr>
            <p:cNvPr id="83" name="Freeform 39">
              <a:extLst>
                <a:ext uri="{FF2B5EF4-FFF2-40B4-BE49-F238E27FC236}">
                  <a16:creationId xmlns:a16="http://schemas.microsoft.com/office/drawing/2014/main" id="{3DBE0BEA-A244-1A48-7792-E077953D1FE7}"/>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a:p>
          </p:txBody>
        </p:sp>
        <p:sp>
          <p:nvSpPr>
            <p:cNvPr id="84" name="Freeform 40">
              <a:extLst>
                <a:ext uri="{FF2B5EF4-FFF2-40B4-BE49-F238E27FC236}">
                  <a16:creationId xmlns:a16="http://schemas.microsoft.com/office/drawing/2014/main" id="{4C5F3609-7DE5-23FD-6D1C-8F9D1B60DE23}"/>
                </a:ext>
              </a:extLst>
            </p:cNvPr>
            <p:cNvSpPr>
              <a:spLocks noChangeAspect="1"/>
            </p:cNvSpPr>
            <p:nvPr/>
          </p:nvSpPr>
          <p:spPr bwMode="auto">
            <a:xfrm>
              <a:off x="2641186" y="3172529"/>
              <a:ext cx="984" cy="984"/>
            </a:xfrm>
            <a:custGeom>
              <a:avLst/>
              <a:gdLst/>
              <a:ahLst/>
              <a:cxnLst>
                <a:cxn ang="0">
                  <a:pos x="0" y="2"/>
                </a:cxn>
                <a:cxn ang="0">
                  <a:pos x="2" y="2"/>
                </a:cxn>
                <a:cxn ang="0">
                  <a:pos x="2" y="0"/>
                </a:cxn>
                <a:cxn ang="0">
                  <a:pos x="2" y="2"/>
                </a:cxn>
                <a:cxn ang="0">
                  <a:pos x="0" y="2"/>
                </a:cxn>
              </a:cxnLst>
              <a:rect l="0" t="0" r="r" b="b"/>
              <a:pathLst>
                <a:path w="2" h="2">
                  <a:moveTo>
                    <a:pt x="0" y="2"/>
                  </a:moveTo>
                  <a:lnTo>
                    <a:pt x="2" y="2"/>
                  </a:lnTo>
                  <a:lnTo>
                    <a:pt x="2" y="0"/>
                  </a:lnTo>
                  <a:lnTo>
                    <a:pt x="2" y="2"/>
                  </a:lnTo>
                  <a:lnTo>
                    <a:pt x="0" y="2"/>
                  </a:lnTo>
                </a:path>
              </a:pathLst>
            </a:custGeom>
            <a:grpFill/>
            <a:ln w="6350" cmpd="sng">
              <a:solidFill>
                <a:schemeClr val="bg1"/>
              </a:solidFill>
              <a:prstDash val="solid"/>
              <a:round/>
              <a:headEnd/>
              <a:tailEnd/>
            </a:ln>
          </p:spPr>
          <p:txBody>
            <a:bodyPr/>
            <a:lstStyle/>
            <a:p>
              <a:endParaRPr lang="pt-BR"/>
            </a:p>
          </p:txBody>
        </p:sp>
        <p:sp>
          <p:nvSpPr>
            <p:cNvPr id="85" name="Rectangle 41">
              <a:extLst>
                <a:ext uri="{FF2B5EF4-FFF2-40B4-BE49-F238E27FC236}">
                  <a16:creationId xmlns:a16="http://schemas.microsoft.com/office/drawing/2014/main" id="{10D7B619-B33A-0B87-8FA2-F35101AF4EF8}"/>
                </a:ext>
              </a:extLst>
            </p:cNvPr>
            <p:cNvSpPr>
              <a:spLocks noChangeAspect="1" noChangeArrowheads="1"/>
            </p:cNvSpPr>
            <p:nvPr/>
          </p:nvSpPr>
          <p:spPr bwMode="auto">
            <a:xfrm>
              <a:off x="2642170" y="3172529"/>
              <a:ext cx="984" cy="0"/>
            </a:xfrm>
            <a:prstGeom prst="rect">
              <a:avLst/>
            </a:prstGeom>
            <a:grpFill/>
            <a:ln w="6350">
              <a:solidFill>
                <a:schemeClr val="bg1"/>
              </a:solidFill>
              <a:miter lim="800000"/>
              <a:headEnd/>
              <a:tailEnd/>
            </a:ln>
          </p:spPr>
          <p:txBody>
            <a:bodyPr/>
            <a:lstStyle/>
            <a:p>
              <a:endParaRPr lang="pt-BR"/>
            </a:p>
          </p:txBody>
        </p:sp>
        <p:sp>
          <p:nvSpPr>
            <p:cNvPr id="86" name="Freeform 42">
              <a:extLst>
                <a:ext uri="{FF2B5EF4-FFF2-40B4-BE49-F238E27FC236}">
                  <a16:creationId xmlns:a16="http://schemas.microsoft.com/office/drawing/2014/main" id="{65A36C75-F01E-C9A1-087D-49D66EE3DCFE}"/>
                </a:ext>
              </a:extLst>
            </p:cNvPr>
            <p:cNvSpPr>
              <a:spLocks noChangeAspect="1"/>
            </p:cNvSpPr>
            <p:nvPr/>
          </p:nvSpPr>
          <p:spPr bwMode="auto">
            <a:xfrm>
              <a:off x="2644139" y="3170561"/>
              <a:ext cx="0" cy="1968"/>
            </a:xfrm>
            <a:custGeom>
              <a:avLst/>
              <a:gdLst/>
              <a:ahLst/>
              <a:cxnLst>
                <a:cxn ang="0">
                  <a:pos x="0" y="2"/>
                </a:cxn>
                <a:cxn ang="0">
                  <a:pos x="0" y="0"/>
                </a:cxn>
                <a:cxn ang="0">
                  <a:pos x="0" y="0"/>
                </a:cxn>
                <a:cxn ang="0">
                  <a:pos x="0" y="2"/>
                </a:cxn>
              </a:cxnLst>
              <a:rect l="0" t="0" r="r" b="b"/>
              <a:pathLst>
                <a:path h="2">
                  <a:moveTo>
                    <a:pt x="0" y="2"/>
                  </a:moveTo>
                  <a:lnTo>
                    <a:pt x="0" y="0"/>
                  </a:lnTo>
                  <a:lnTo>
                    <a:pt x="0" y="0"/>
                  </a:lnTo>
                  <a:lnTo>
                    <a:pt x="0" y="2"/>
                  </a:lnTo>
                </a:path>
              </a:pathLst>
            </a:custGeom>
            <a:grpFill/>
            <a:ln w="6350" cmpd="sng">
              <a:solidFill>
                <a:schemeClr val="bg1"/>
              </a:solidFill>
              <a:prstDash val="solid"/>
              <a:round/>
              <a:headEnd/>
              <a:tailEnd/>
            </a:ln>
          </p:spPr>
          <p:txBody>
            <a:bodyPr/>
            <a:lstStyle/>
            <a:p>
              <a:endParaRPr lang="pt-BR"/>
            </a:p>
          </p:txBody>
        </p:sp>
        <p:sp>
          <p:nvSpPr>
            <p:cNvPr id="87" name="Freeform 43">
              <a:extLst>
                <a:ext uri="{FF2B5EF4-FFF2-40B4-BE49-F238E27FC236}">
                  <a16:creationId xmlns:a16="http://schemas.microsoft.com/office/drawing/2014/main" id="{C3824491-2126-524F-9DD1-FAAE1A191F42}"/>
                </a:ext>
              </a:extLst>
            </p:cNvPr>
            <p:cNvSpPr>
              <a:spLocks noChangeAspect="1"/>
            </p:cNvSpPr>
            <p:nvPr/>
          </p:nvSpPr>
          <p:spPr bwMode="auto">
            <a:xfrm>
              <a:off x="2753385" y="3092836"/>
              <a:ext cx="210619" cy="148563"/>
            </a:xfrm>
            <a:custGeom>
              <a:avLst/>
              <a:gdLst/>
              <a:ahLst/>
              <a:cxnLst>
                <a:cxn ang="0">
                  <a:pos x="43" y="0"/>
                </a:cxn>
                <a:cxn ang="0">
                  <a:pos x="31" y="3"/>
                </a:cxn>
                <a:cxn ang="0">
                  <a:pos x="25" y="11"/>
                </a:cxn>
                <a:cxn ang="0">
                  <a:pos x="18" y="19"/>
                </a:cxn>
                <a:cxn ang="0">
                  <a:pos x="8" y="26"/>
                </a:cxn>
                <a:cxn ang="0">
                  <a:pos x="8" y="44"/>
                </a:cxn>
                <a:cxn ang="0">
                  <a:pos x="4" y="59"/>
                </a:cxn>
                <a:cxn ang="0">
                  <a:pos x="12" y="71"/>
                </a:cxn>
                <a:cxn ang="0">
                  <a:pos x="23" y="74"/>
                </a:cxn>
                <a:cxn ang="0">
                  <a:pos x="22" y="84"/>
                </a:cxn>
                <a:cxn ang="0">
                  <a:pos x="6" y="78"/>
                </a:cxn>
                <a:cxn ang="0">
                  <a:pos x="0" y="86"/>
                </a:cxn>
                <a:cxn ang="0">
                  <a:pos x="0" y="103"/>
                </a:cxn>
                <a:cxn ang="0">
                  <a:pos x="14" y="109"/>
                </a:cxn>
                <a:cxn ang="0">
                  <a:pos x="25" y="122"/>
                </a:cxn>
                <a:cxn ang="0">
                  <a:pos x="31" y="138"/>
                </a:cxn>
                <a:cxn ang="0">
                  <a:pos x="37" y="149"/>
                </a:cxn>
                <a:cxn ang="0">
                  <a:pos x="29" y="161"/>
                </a:cxn>
                <a:cxn ang="0">
                  <a:pos x="20" y="169"/>
                </a:cxn>
                <a:cxn ang="0">
                  <a:pos x="33" y="190"/>
                </a:cxn>
                <a:cxn ang="0">
                  <a:pos x="48" y="203"/>
                </a:cxn>
                <a:cxn ang="0">
                  <a:pos x="68" y="211"/>
                </a:cxn>
                <a:cxn ang="0">
                  <a:pos x="91" y="211"/>
                </a:cxn>
                <a:cxn ang="0">
                  <a:pos x="106" y="215"/>
                </a:cxn>
                <a:cxn ang="0">
                  <a:pos x="116" y="205"/>
                </a:cxn>
                <a:cxn ang="0">
                  <a:pos x="129" y="207"/>
                </a:cxn>
                <a:cxn ang="0">
                  <a:pos x="146" y="209"/>
                </a:cxn>
                <a:cxn ang="0">
                  <a:pos x="158" y="195"/>
                </a:cxn>
                <a:cxn ang="0">
                  <a:pos x="167" y="192"/>
                </a:cxn>
                <a:cxn ang="0">
                  <a:pos x="200" y="192"/>
                </a:cxn>
                <a:cxn ang="0">
                  <a:pos x="211" y="184"/>
                </a:cxn>
                <a:cxn ang="0">
                  <a:pos x="225" y="178"/>
                </a:cxn>
                <a:cxn ang="0">
                  <a:pos x="233" y="167"/>
                </a:cxn>
                <a:cxn ang="0">
                  <a:pos x="234" y="138"/>
                </a:cxn>
                <a:cxn ang="0">
                  <a:pos x="248" y="132"/>
                </a:cxn>
                <a:cxn ang="0">
                  <a:pos x="261" y="119"/>
                </a:cxn>
                <a:cxn ang="0">
                  <a:pos x="269" y="97"/>
                </a:cxn>
                <a:cxn ang="0">
                  <a:pos x="279" y="78"/>
                </a:cxn>
                <a:cxn ang="0">
                  <a:pos x="288" y="69"/>
                </a:cxn>
                <a:cxn ang="0">
                  <a:pos x="292" y="48"/>
                </a:cxn>
                <a:cxn ang="0">
                  <a:pos x="305" y="38"/>
                </a:cxn>
                <a:cxn ang="0">
                  <a:pos x="304" y="19"/>
                </a:cxn>
                <a:cxn ang="0">
                  <a:pos x="292" y="19"/>
                </a:cxn>
                <a:cxn ang="0">
                  <a:pos x="269" y="23"/>
                </a:cxn>
                <a:cxn ang="0">
                  <a:pos x="254" y="28"/>
                </a:cxn>
                <a:cxn ang="0">
                  <a:pos x="240" y="25"/>
                </a:cxn>
                <a:cxn ang="0">
                  <a:pos x="231" y="17"/>
                </a:cxn>
                <a:cxn ang="0">
                  <a:pos x="213" y="9"/>
                </a:cxn>
                <a:cxn ang="0">
                  <a:pos x="194" y="9"/>
                </a:cxn>
                <a:cxn ang="0">
                  <a:pos x="173" y="11"/>
                </a:cxn>
                <a:cxn ang="0">
                  <a:pos x="156" y="23"/>
                </a:cxn>
                <a:cxn ang="0">
                  <a:pos x="135" y="25"/>
                </a:cxn>
                <a:cxn ang="0">
                  <a:pos x="114" y="25"/>
                </a:cxn>
                <a:cxn ang="0">
                  <a:pos x="100" y="17"/>
                </a:cxn>
                <a:cxn ang="0">
                  <a:pos x="75" y="15"/>
                </a:cxn>
                <a:cxn ang="0">
                  <a:pos x="69" y="7"/>
                </a:cxn>
                <a:cxn ang="0">
                  <a:pos x="60" y="7"/>
                </a:cxn>
                <a:cxn ang="0">
                  <a:pos x="43" y="0"/>
                </a:cxn>
              </a:cxnLst>
              <a:rect l="0" t="0" r="r" b="b"/>
              <a:pathLst>
                <a:path w="305" h="215">
                  <a:moveTo>
                    <a:pt x="43" y="0"/>
                  </a:moveTo>
                  <a:lnTo>
                    <a:pt x="31" y="3"/>
                  </a:lnTo>
                  <a:lnTo>
                    <a:pt x="25" y="11"/>
                  </a:lnTo>
                  <a:lnTo>
                    <a:pt x="18" y="19"/>
                  </a:lnTo>
                  <a:lnTo>
                    <a:pt x="8" y="26"/>
                  </a:lnTo>
                  <a:lnTo>
                    <a:pt x="8" y="44"/>
                  </a:lnTo>
                  <a:lnTo>
                    <a:pt x="4" y="59"/>
                  </a:lnTo>
                  <a:lnTo>
                    <a:pt x="12" y="71"/>
                  </a:lnTo>
                  <a:lnTo>
                    <a:pt x="23" y="74"/>
                  </a:lnTo>
                  <a:lnTo>
                    <a:pt x="22" y="84"/>
                  </a:lnTo>
                  <a:lnTo>
                    <a:pt x="6" y="78"/>
                  </a:lnTo>
                  <a:lnTo>
                    <a:pt x="0" y="86"/>
                  </a:lnTo>
                  <a:lnTo>
                    <a:pt x="0" y="103"/>
                  </a:lnTo>
                  <a:lnTo>
                    <a:pt x="14" y="109"/>
                  </a:lnTo>
                  <a:lnTo>
                    <a:pt x="25" y="122"/>
                  </a:lnTo>
                  <a:lnTo>
                    <a:pt x="31" y="138"/>
                  </a:lnTo>
                  <a:lnTo>
                    <a:pt x="37" y="149"/>
                  </a:lnTo>
                  <a:lnTo>
                    <a:pt x="29" y="161"/>
                  </a:lnTo>
                  <a:lnTo>
                    <a:pt x="20" y="169"/>
                  </a:lnTo>
                  <a:lnTo>
                    <a:pt x="33" y="190"/>
                  </a:lnTo>
                  <a:lnTo>
                    <a:pt x="48" y="203"/>
                  </a:lnTo>
                  <a:lnTo>
                    <a:pt x="68" y="211"/>
                  </a:lnTo>
                  <a:lnTo>
                    <a:pt x="91" y="211"/>
                  </a:lnTo>
                  <a:lnTo>
                    <a:pt x="106" y="215"/>
                  </a:lnTo>
                  <a:lnTo>
                    <a:pt x="116" y="205"/>
                  </a:lnTo>
                  <a:lnTo>
                    <a:pt x="129" y="207"/>
                  </a:lnTo>
                  <a:lnTo>
                    <a:pt x="146" y="209"/>
                  </a:lnTo>
                  <a:lnTo>
                    <a:pt x="158" y="195"/>
                  </a:lnTo>
                  <a:lnTo>
                    <a:pt x="167" y="192"/>
                  </a:lnTo>
                  <a:lnTo>
                    <a:pt x="200" y="192"/>
                  </a:lnTo>
                  <a:lnTo>
                    <a:pt x="211" y="184"/>
                  </a:lnTo>
                  <a:lnTo>
                    <a:pt x="225" y="178"/>
                  </a:lnTo>
                  <a:lnTo>
                    <a:pt x="233" y="167"/>
                  </a:lnTo>
                  <a:lnTo>
                    <a:pt x="234" y="138"/>
                  </a:lnTo>
                  <a:lnTo>
                    <a:pt x="248" y="132"/>
                  </a:lnTo>
                  <a:lnTo>
                    <a:pt x="261" y="119"/>
                  </a:lnTo>
                  <a:lnTo>
                    <a:pt x="269" y="97"/>
                  </a:lnTo>
                  <a:lnTo>
                    <a:pt x="279" y="78"/>
                  </a:lnTo>
                  <a:lnTo>
                    <a:pt x="288" y="69"/>
                  </a:lnTo>
                  <a:lnTo>
                    <a:pt x="292" y="48"/>
                  </a:lnTo>
                  <a:lnTo>
                    <a:pt x="305" y="38"/>
                  </a:lnTo>
                  <a:lnTo>
                    <a:pt x="304" y="19"/>
                  </a:lnTo>
                  <a:lnTo>
                    <a:pt x="292" y="19"/>
                  </a:lnTo>
                  <a:lnTo>
                    <a:pt x="269" y="23"/>
                  </a:lnTo>
                  <a:lnTo>
                    <a:pt x="254" y="28"/>
                  </a:lnTo>
                  <a:lnTo>
                    <a:pt x="240" y="25"/>
                  </a:lnTo>
                  <a:lnTo>
                    <a:pt x="231" y="17"/>
                  </a:lnTo>
                  <a:lnTo>
                    <a:pt x="213" y="9"/>
                  </a:lnTo>
                  <a:lnTo>
                    <a:pt x="194" y="9"/>
                  </a:lnTo>
                  <a:lnTo>
                    <a:pt x="173" y="11"/>
                  </a:lnTo>
                  <a:lnTo>
                    <a:pt x="156" y="23"/>
                  </a:lnTo>
                  <a:lnTo>
                    <a:pt x="135" y="25"/>
                  </a:lnTo>
                  <a:lnTo>
                    <a:pt x="114" y="25"/>
                  </a:lnTo>
                  <a:lnTo>
                    <a:pt x="100" y="17"/>
                  </a:lnTo>
                  <a:lnTo>
                    <a:pt x="75" y="15"/>
                  </a:lnTo>
                  <a:lnTo>
                    <a:pt x="69" y="7"/>
                  </a:lnTo>
                  <a:lnTo>
                    <a:pt x="60" y="7"/>
                  </a:lnTo>
                  <a:lnTo>
                    <a:pt x="43" y="0"/>
                  </a:lnTo>
                  <a:close/>
                </a:path>
              </a:pathLst>
            </a:custGeom>
            <a:grpFill/>
            <a:ln w="6350" cmpd="sng">
              <a:solidFill>
                <a:schemeClr val="bg1"/>
              </a:solidFill>
              <a:round/>
              <a:headEnd/>
              <a:tailEnd/>
            </a:ln>
          </p:spPr>
          <p:txBody>
            <a:bodyPr/>
            <a:lstStyle/>
            <a:p>
              <a:endParaRPr lang="pt-BR"/>
            </a:p>
          </p:txBody>
        </p:sp>
        <p:sp>
          <p:nvSpPr>
            <p:cNvPr id="88" name="Freeform 44">
              <a:extLst>
                <a:ext uri="{FF2B5EF4-FFF2-40B4-BE49-F238E27FC236}">
                  <a16:creationId xmlns:a16="http://schemas.microsoft.com/office/drawing/2014/main" id="{DA243A1C-8E3B-54B3-2195-ABFF7C3C25A5}"/>
                </a:ext>
              </a:extLst>
            </p:cNvPr>
            <p:cNvSpPr>
              <a:spLocks noChangeAspect="1"/>
            </p:cNvSpPr>
            <p:nvPr/>
          </p:nvSpPr>
          <p:spPr bwMode="auto">
            <a:xfrm>
              <a:off x="2653981" y="3130223"/>
              <a:ext cx="53147" cy="62967"/>
            </a:xfrm>
            <a:custGeom>
              <a:avLst/>
              <a:gdLst/>
              <a:ahLst/>
              <a:cxnLst>
                <a:cxn ang="0">
                  <a:pos x="36" y="12"/>
                </a:cxn>
                <a:cxn ang="0">
                  <a:pos x="28" y="25"/>
                </a:cxn>
                <a:cxn ang="0">
                  <a:pos x="21" y="41"/>
                </a:cxn>
                <a:cxn ang="0">
                  <a:pos x="25" y="48"/>
                </a:cxn>
                <a:cxn ang="0">
                  <a:pos x="21" y="60"/>
                </a:cxn>
                <a:cxn ang="0">
                  <a:pos x="13" y="71"/>
                </a:cxn>
                <a:cxn ang="0">
                  <a:pos x="5" y="77"/>
                </a:cxn>
                <a:cxn ang="0">
                  <a:pos x="0" y="85"/>
                </a:cxn>
                <a:cxn ang="0">
                  <a:pos x="5" y="90"/>
                </a:cxn>
                <a:cxn ang="0">
                  <a:pos x="23" y="89"/>
                </a:cxn>
                <a:cxn ang="0">
                  <a:pos x="38" y="79"/>
                </a:cxn>
                <a:cxn ang="0">
                  <a:pos x="55" y="69"/>
                </a:cxn>
                <a:cxn ang="0">
                  <a:pos x="67" y="50"/>
                </a:cxn>
                <a:cxn ang="0">
                  <a:pos x="71" y="37"/>
                </a:cxn>
                <a:cxn ang="0">
                  <a:pos x="78" y="25"/>
                </a:cxn>
                <a:cxn ang="0">
                  <a:pos x="71" y="14"/>
                </a:cxn>
                <a:cxn ang="0">
                  <a:pos x="51" y="0"/>
                </a:cxn>
                <a:cxn ang="0">
                  <a:pos x="44" y="4"/>
                </a:cxn>
                <a:cxn ang="0">
                  <a:pos x="36" y="12"/>
                </a:cxn>
              </a:cxnLst>
              <a:rect l="0" t="0" r="r" b="b"/>
              <a:pathLst>
                <a:path w="78" h="90">
                  <a:moveTo>
                    <a:pt x="36" y="12"/>
                  </a:moveTo>
                  <a:lnTo>
                    <a:pt x="28" y="25"/>
                  </a:lnTo>
                  <a:lnTo>
                    <a:pt x="21" y="41"/>
                  </a:lnTo>
                  <a:lnTo>
                    <a:pt x="25" y="48"/>
                  </a:lnTo>
                  <a:lnTo>
                    <a:pt x="21" y="60"/>
                  </a:lnTo>
                  <a:lnTo>
                    <a:pt x="13" y="71"/>
                  </a:lnTo>
                  <a:lnTo>
                    <a:pt x="5" y="77"/>
                  </a:lnTo>
                  <a:lnTo>
                    <a:pt x="0" y="85"/>
                  </a:lnTo>
                  <a:lnTo>
                    <a:pt x="5" y="90"/>
                  </a:lnTo>
                  <a:lnTo>
                    <a:pt x="23" y="89"/>
                  </a:lnTo>
                  <a:lnTo>
                    <a:pt x="38" y="79"/>
                  </a:lnTo>
                  <a:lnTo>
                    <a:pt x="55" y="69"/>
                  </a:lnTo>
                  <a:lnTo>
                    <a:pt x="67" y="50"/>
                  </a:lnTo>
                  <a:lnTo>
                    <a:pt x="71" y="37"/>
                  </a:lnTo>
                  <a:lnTo>
                    <a:pt x="78" y="25"/>
                  </a:lnTo>
                  <a:lnTo>
                    <a:pt x="71" y="14"/>
                  </a:lnTo>
                  <a:lnTo>
                    <a:pt x="51" y="0"/>
                  </a:lnTo>
                  <a:lnTo>
                    <a:pt x="44" y="4"/>
                  </a:lnTo>
                  <a:lnTo>
                    <a:pt x="36" y="12"/>
                  </a:lnTo>
                  <a:close/>
                </a:path>
              </a:pathLst>
            </a:custGeom>
            <a:grpFill/>
            <a:ln w="6350" cmpd="sng">
              <a:solidFill>
                <a:schemeClr val="bg1"/>
              </a:solidFill>
              <a:round/>
              <a:headEnd/>
              <a:tailEnd/>
            </a:ln>
          </p:spPr>
          <p:txBody>
            <a:bodyPr/>
            <a:lstStyle/>
            <a:p>
              <a:endParaRPr lang="pt-BR"/>
            </a:p>
          </p:txBody>
        </p:sp>
        <p:sp>
          <p:nvSpPr>
            <p:cNvPr id="89" name="Freeform 45">
              <a:extLst>
                <a:ext uri="{FF2B5EF4-FFF2-40B4-BE49-F238E27FC236}">
                  <a16:creationId xmlns:a16="http://schemas.microsoft.com/office/drawing/2014/main" id="{4C04BBBF-6076-EAF2-933F-8A2C52025FCC}"/>
                </a:ext>
              </a:extLst>
            </p:cNvPr>
            <p:cNvSpPr>
              <a:spLocks noChangeAspect="1"/>
            </p:cNvSpPr>
            <p:nvPr/>
          </p:nvSpPr>
          <p:spPr bwMode="auto">
            <a:xfrm>
              <a:off x="2792753" y="3059385"/>
              <a:ext cx="46257" cy="29516"/>
            </a:xfrm>
            <a:custGeom>
              <a:avLst/>
              <a:gdLst/>
              <a:ahLst/>
              <a:cxnLst>
                <a:cxn ang="0">
                  <a:pos x="42" y="0"/>
                </a:cxn>
                <a:cxn ang="0">
                  <a:pos x="35" y="7"/>
                </a:cxn>
                <a:cxn ang="0">
                  <a:pos x="15" y="7"/>
                </a:cxn>
                <a:cxn ang="0">
                  <a:pos x="4" y="11"/>
                </a:cxn>
                <a:cxn ang="0">
                  <a:pos x="0" y="23"/>
                </a:cxn>
                <a:cxn ang="0">
                  <a:pos x="13" y="30"/>
                </a:cxn>
                <a:cxn ang="0">
                  <a:pos x="29" y="32"/>
                </a:cxn>
                <a:cxn ang="0">
                  <a:pos x="38" y="40"/>
                </a:cxn>
                <a:cxn ang="0">
                  <a:pos x="46" y="42"/>
                </a:cxn>
                <a:cxn ang="0">
                  <a:pos x="60" y="30"/>
                </a:cxn>
                <a:cxn ang="0">
                  <a:pos x="67" y="17"/>
                </a:cxn>
                <a:cxn ang="0">
                  <a:pos x="61" y="5"/>
                </a:cxn>
                <a:cxn ang="0">
                  <a:pos x="52" y="0"/>
                </a:cxn>
                <a:cxn ang="0">
                  <a:pos x="42" y="0"/>
                </a:cxn>
              </a:cxnLst>
              <a:rect l="0" t="0" r="r" b="b"/>
              <a:pathLst>
                <a:path w="67" h="42">
                  <a:moveTo>
                    <a:pt x="42" y="0"/>
                  </a:moveTo>
                  <a:lnTo>
                    <a:pt x="35" y="7"/>
                  </a:lnTo>
                  <a:lnTo>
                    <a:pt x="15" y="7"/>
                  </a:lnTo>
                  <a:lnTo>
                    <a:pt x="4" y="11"/>
                  </a:lnTo>
                  <a:lnTo>
                    <a:pt x="0" y="23"/>
                  </a:lnTo>
                  <a:lnTo>
                    <a:pt x="13" y="30"/>
                  </a:lnTo>
                  <a:lnTo>
                    <a:pt x="29" y="32"/>
                  </a:lnTo>
                  <a:lnTo>
                    <a:pt x="38" y="40"/>
                  </a:lnTo>
                  <a:lnTo>
                    <a:pt x="46" y="42"/>
                  </a:lnTo>
                  <a:lnTo>
                    <a:pt x="60" y="30"/>
                  </a:lnTo>
                  <a:lnTo>
                    <a:pt x="67" y="17"/>
                  </a:lnTo>
                  <a:lnTo>
                    <a:pt x="61" y="5"/>
                  </a:lnTo>
                  <a:lnTo>
                    <a:pt x="52" y="0"/>
                  </a:lnTo>
                  <a:lnTo>
                    <a:pt x="42" y="0"/>
                  </a:lnTo>
                  <a:close/>
                </a:path>
              </a:pathLst>
            </a:custGeom>
            <a:grpFill/>
            <a:ln w="6350" cmpd="sng">
              <a:solidFill>
                <a:schemeClr val="bg1"/>
              </a:solidFill>
              <a:round/>
              <a:headEnd/>
              <a:tailEnd/>
            </a:ln>
          </p:spPr>
          <p:txBody>
            <a:bodyPr/>
            <a:lstStyle/>
            <a:p>
              <a:endParaRPr lang="pt-BR"/>
            </a:p>
          </p:txBody>
        </p:sp>
        <p:sp>
          <p:nvSpPr>
            <p:cNvPr id="90" name="Freeform 46">
              <a:extLst>
                <a:ext uri="{FF2B5EF4-FFF2-40B4-BE49-F238E27FC236}">
                  <a16:creationId xmlns:a16="http://schemas.microsoft.com/office/drawing/2014/main" id="{40407FAD-CA49-8818-5982-CE22A6181558}"/>
                </a:ext>
              </a:extLst>
            </p:cNvPr>
            <p:cNvSpPr>
              <a:spLocks noChangeAspect="1"/>
            </p:cNvSpPr>
            <p:nvPr/>
          </p:nvSpPr>
          <p:spPr bwMode="auto">
            <a:xfrm>
              <a:off x="2837042" y="3074143"/>
              <a:ext cx="41336" cy="23613"/>
            </a:xfrm>
            <a:custGeom>
              <a:avLst/>
              <a:gdLst/>
              <a:ahLst/>
              <a:cxnLst>
                <a:cxn ang="0">
                  <a:pos x="14" y="9"/>
                </a:cxn>
                <a:cxn ang="0">
                  <a:pos x="6" y="15"/>
                </a:cxn>
                <a:cxn ang="0">
                  <a:pos x="0" y="25"/>
                </a:cxn>
                <a:cxn ang="0">
                  <a:pos x="4" y="32"/>
                </a:cxn>
                <a:cxn ang="0">
                  <a:pos x="14" y="34"/>
                </a:cxn>
                <a:cxn ang="0">
                  <a:pos x="31" y="34"/>
                </a:cxn>
                <a:cxn ang="0">
                  <a:pos x="46" y="27"/>
                </a:cxn>
                <a:cxn ang="0">
                  <a:pos x="60" y="15"/>
                </a:cxn>
                <a:cxn ang="0">
                  <a:pos x="60" y="2"/>
                </a:cxn>
                <a:cxn ang="0">
                  <a:pos x="48" y="0"/>
                </a:cxn>
                <a:cxn ang="0">
                  <a:pos x="37" y="2"/>
                </a:cxn>
                <a:cxn ang="0">
                  <a:pos x="25" y="0"/>
                </a:cxn>
                <a:cxn ang="0">
                  <a:pos x="14" y="9"/>
                </a:cxn>
              </a:cxnLst>
              <a:rect l="0" t="0" r="r" b="b"/>
              <a:pathLst>
                <a:path w="60" h="34">
                  <a:moveTo>
                    <a:pt x="14" y="9"/>
                  </a:moveTo>
                  <a:lnTo>
                    <a:pt x="6" y="15"/>
                  </a:lnTo>
                  <a:lnTo>
                    <a:pt x="0" y="25"/>
                  </a:lnTo>
                  <a:lnTo>
                    <a:pt x="4" y="32"/>
                  </a:lnTo>
                  <a:lnTo>
                    <a:pt x="14" y="34"/>
                  </a:lnTo>
                  <a:lnTo>
                    <a:pt x="31" y="34"/>
                  </a:lnTo>
                  <a:lnTo>
                    <a:pt x="46" y="27"/>
                  </a:lnTo>
                  <a:lnTo>
                    <a:pt x="60" y="15"/>
                  </a:lnTo>
                  <a:lnTo>
                    <a:pt x="60" y="2"/>
                  </a:lnTo>
                  <a:lnTo>
                    <a:pt x="48" y="0"/>
                  </a:lnTo>
                  <a:lnTo>
                    <a:pt x="37" y="2"/>
                  </a:lnTo>
                  <a:lnTo>
                    <a:pt x="25" y="0"/>
                  </a:lnTo>
                  <a:lnTo>
                    <a:pt x="14" y="9"/>
                  </a:lnTo>
                  <a:close/>
                </a:path>
              </a:pathLst>
            </a:custGeom>
            <a:grpFill/>
            <a:ln w="6350" cmpd="sng">
              <a:solidFill>
                <a:schemeClr val="bg1"/>
              </a:solidFill>
              <a:round/>
              <a:headEnd/>
              <a:tailEnd/>
            </a:ln>
          </p:spPr>
          <p:txBody>
            <a:bodyPr/>
            <a:lstStyle/>
            <a:p>
              <a:endParaRPr lang="pt-BR"/>
            </a:p>
          </p:txBody>
        </p:sp>
        <p:sp>
          <p:nvSpPr>
            <p:cNvPr id="91" name="Freeform 47">
              <a:extLst>
                <a:ext uri="{FF2B5EF4-FFF2-40B4-BE49-F238E27FC236}">
                  <a16:creationId xmlns:a16="http://schemas.microsoft.com/office/drawing/2014/main" id="{326C7AA5-7C63-6D23-ABD3-8AC256B713C5}"/>
                </a:ext>
              </a:extLst>
            </p:cNvPr>
            <p:cNvSpPr>
              <a:spLocks noChangeAspect="1"/>
            </p:cNvSpPr>
            <p:nvPr/>
          </p:nvSpPr>
          <p:spPr bwMode="auto">
            <a:xfrm>
              <a:off x="2719922" y="3077095"/>
              <a:ext cx="30510" cy="32467"/>
            </a:xfrm>
            <a:custGeom>
              <a:avLst/>
              <a:gdLst/>
              <a:ahLst/>
              <a:cxnLst>
                <a:cxn ang="0">
                  <a:pos x="13" y="5"/>
                </a:cxn>
                <a:cxn ang="0">
                  <a:pos x="11" y="23"/>
                </a:cxn>
                <a:cxn ang="0">
                  <a:pos x="0" y="36"/>
                </a:cxn>
                <a:cxn ang="0">
                  <a:pos x="7" y="46"/>
                </a:cxn>
                <a:cxn ang="0">
                  <a:pos x="13" y="48"/>
                </a:cxn>
                <a:cxn ang="0">
                  <a:pos x="21" y="48"/>
                </a:cxn>
                <a:cxn ang="0">
                  <a:pos x="30" y="44"/>
                </a:cxn>
                <a:cxn ang="0">
                  <a:pos x="36" y="40"/>
                </a:cxn>
                <a:cxn ang="0">
                  <a:pos x="44" y="26"/>
                </a:cxn>
                <a:cxn ang="0">
                  <a:pos x="40" y="17"/>
                </a:cxn>
                <a:cxn ang="0">
                  <a:pos x="30" y="5"/>
                </a:cxn>
                <a:cxn ang="0">
                  <a:pos x="26" y="0"/>
                </a:cxn>
                <a:cxn ang="0">
                  <a:pos x="13" y="5"/>
                </a:cxn>
              </a:cxnLst>
              <a:rect l="0" t="0" r="r" b="b"/>
              <a:pathLst>
                <a:path w="44" h="48">
                  <a:moveTo>
                    <a:pt x="13" y="5"/>
                  </a:moveTo>
                  <a:lnTo>
                    <a:pt x="11" y="23"/>
                  </a:lnTo>
                  <a:lnTo>
                    <a:pt x="0" y="36"/>
                  </a:lnTo>
                  <a:lnTo>
                    <a:pt x="7" y="46"/>
                  </a:lnTo>
                  <a:lnTo>
                    <a:pt x="13" y="48"/>
                  </a:lnTo>
                  <a:lnTo>
                    <a:pt x="21" y="48"/>
                  </a:lnTo>
                  <a:lnTo>
                    <a:pt x="30" y="44"/>
                  </a:lnTo>
                  <a:lnTo>
                    <a:pt x="36" y="40"/>
                  </a:lnTo>
                  <a:lnTo>
                    <a:pt x="44" y="26"/>
                  </a:lnTo>
                  <a:lnTo>
                    <a:pt x="40" y="17"/>
                  </a:lnTo>
                  <a:lnTo>
                    <a:pt x="30" y="5"/>
                  </a:lnTo>
                  <a:lnTo>
                    <a:pt x="26" y="0"/>
                  </a:lnTo>
                  <a:lnTo>
                    <a:pt x="13" y="5"/>
                  </a:lnTo>
                  <a:close/>
                </a:path>
              </a:pathLst>
            </a:custGeom>
            <a:grpFill/>
            <a:ln w="6350" cmpd="sng">
              <a:solidFill>
                <a:schemeClr val="bg1"/>
              </a:solidFill>
              <a:round/>
              <a:headEnd/>
              <a:tailEnd/>
            </a:ln>
          </p:spPr>
          <p:txBody>
            <a:bodyPr/>
            <a:lstStyle/>
            <a:p>
              <a:endParaRPr lang="pt-BR"/>
            </a:p>
          </p:txBody>
        </p:sp>
        <p:sp>
          <p:nvSpPr>
            <p:cNvPr id="92" name="Freeform 48">
              <a:extLst>
                <a:ext uri="{FF2B5EF4-FFF2-40B4-BE49-F238E27FC236}">
                  <a16:creationId xmlns:a16="http://schemas.microsoft.com/office/drawing/2014/main" id="{52DAE44C-FA18-36F0-38CB-6ADA9C3BB52B}"/>
                </a:ext>
              </a:extLst>
            </p:cNvPr>
            <p:cNvSpPr>
              <a:spLocks noChangeAspect="1"/>
            </p:cNvSpPr>
            <p:nvPr/>
          </p:nvSpPr>
          <p:spPr bwMode="auto">
            <a:xfrm>
              <a:off x="2642170" y="3170561"/>
              <a:ext cx="1968" cy="1968"/>
            </a:xfrm>
            <a:custGeom>
              <a:avLst/>
              <a:gdLst/>
              <a:ahLst/>
              <a:cxnLst>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0" y="2"/>
                </a:cxn>
                <a:cxn ang="0">
                  <a:pos x="2" y="2"/>
                </a:cxn>
                <a:cxn ang="0">
                  <a:pos x="2" y="2"/>
                </a:cxn>
                <a:cxn ang="0">
                  <a:pos x="2" y="2"/>
                </a:cxn>
                <a:cxn ang="0">
                  <a:pos x="2" y="2"/>
                </a:cxn>
                <a:cxn ang="0">
                  <a:pos x="2" y="2"/>
                </a:cxn>
                <a:cxn ang="0">
                  <a:pos x="2" y="2"/>
                </a:cxn>
                <a:cxn ang="0">
                  <a:pos x="2" y="2"/>
                </a:cxn>
                <a:cxn ang="0">
                  <a:pos x="2" y="2"/>
                </a:cxn>
                <a:cxn ang="0">
                  <a:pos x="2" y="0"/>
                </a:cxn>
                <a:cxn ang="0">
                  <a:pos x="2" y="0"/>
                </a:cxn>
                <a:cxn ang="0">
                  <a:pos x="2" y="0"/>
                </a:cxn>
                <a:cxn ang="0">
                  <a:pos x="2" y="0"/>
                </a:cxn>
                <a:cxn ang="0">
                  <a:pos x="2" y="0"/>
                </a:cxn>
                <a:cxn ang="0">
                  <a:pos x="2" y="0"/>
                </a:cxn>
                <a:cxn ang="0">
                  <a:pos x="2" y="0"/>
                </a:cxn>
                <a:cxn ang="0">
                  <a:pos x="2" y="0"/>
                </a:cxn>
                <a:cxn ang="0">
                  <a:pos x="2" y="0"/>
                </a:cxn>
              </a:cxnLst>
              <a:rect l="0" t="0" r="r" b="b"/>
              <a:pathLst>
                <a:path w="2" h="2">
                  <a:moveTo>
                    <a:pt x="0" y="2"/>
                  </a:move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0" y="2"/>
                  </a:lnTo>
                  <a:lnTo>
                    <a:pt x="2" y="2"/>
                  </a:lnTo>
                  <a:lnTo>
                    <a:pt x="2" y="2"/>
                  </a:lnTo>
                  <a:lnTo>
                    <a:pt x="2" y="2"/>
                  </a:lnTo>
                  <a:lnTo>
                    <a:pt x="2" y="2"/>
                  </a:lnTo>
                  <a:lnTo>
                    <a:pt x="2" y="2"/>
                  </a:lnTo>
                  <a:lnTo>
                    <a:pt x="2" y="2"/>
                  </a:lnTo>
                  <a:lnTo>
                    <a:pt x="2" y="2"/>
                  </a:lnTo>
                  <a:lnTo>
                    <a:pt x="2" y="2"/>
                  </a:lnTo>
                  <a:lnTo>
                    <a:pt x="2" y="0"/>
                  </a:lnTo>
                  <a:lnTo>
                    <a:pt x="2" y="0"/>
                  </a:lnTo>
                  <a:lnTo>
                    <a:pt x="2" y="0"/>
                  </a:lnTo>
                  <a:lnTo>
                    <a:pt x="2" y="0"/>
                  </a:lnTo>
                  <a:lnTo>
                    <a:pt x="2" y="0"/>
                  </a:lnTo>
                  <a:lnTo>
                    <a:pt x="2" y="0"/>
                  </a:lnTo>
                  <a:lnTo>
                    <a:pt x="2" y="0"/>
                  </a:lnTo>
                  <a:lnTo>
                    <a:pt x="2" y="0"/>
                  </a:lnTo>
                  <a:lnTo>
                    <a:pt x="2" y="0"/>
                  </a:lnTo>
                </a:path>
              </a:pathLst>
            </a:custGeom>
            <a:grpFill/>
            <a:ln w="6350" cmpd="sng">
              <a:solidFill>
                <a:schemeClr val="bg1"/>
              </a:solidFill>
              <a:prstDash val="solid"/>
              <a:round/>
              <a:headEnd/>
              <a:tailEnd/>
            </a:ln>
          </p:spPr>
          <p:txBody>
            <a:bodyPr/>
            <a:lstStyle/>
            <a:p>
              <a:endParaRPr lang="pt-BR"/>
            </a:p>
          </p:txBody>
        </p:sp>
        <p:sp>
          <p:nvSpPr>
            <p:cNvPr id="93" name="Freeform 49">
              <a:extLst>
                <a:ext uri="{FF2B5EF4-FFF2-40B4-BE49-F238E27FC236}">
                  <a16:creationId xmlns:a16="http://schemas.microsoft.com/office/drawing/2014/main" id="{45BDA0F6-A1BB-5DBF-6C40-7EE574FEE242}"/>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round/>
              <a:headEnd/>
              <a:tailEnd/>
            </a:ln>
          </p:spPr>
          <p:txBody>
            <a:bodyPr/>
            <a:lstStyle/>
            <a:p>
              <a:endParaRPr lang="pt-BR"/>
            </a:p>
          </p:txBody>
        </p:sp>
        <p:sp>
          <p:nvSpPr>
            <p:cNvPr id="94" name="Freeform 50">
              <a:extLst>
                <a:ext uri="{FF2B5EF4-FFF2-40B4-BE49-F238E27FC236}">
                  <a16:creationId xmlns:a16="http://schemas.microsoft.com/office/drawing/2014/main" id="{92FDAD4A-79E1-EB83-C9D1-C19A542B64EB}"/>
                </a:ext>
              </a:extLst>
            </p:cNvPr>
            <p:cNvSpPr>
              <a:spLocks noChangeAspect="1"/>
            </p:cNvSpPr>
            <p:nvPr/>
          </p:nvSpPr>
          <p:spPr bwMode="auto">
            <a:xfrm>
              <a:off x="3105729" y="5172718"/>
              <a:ext cx="12795" cy="19677"/>
            </a:xfrm>
            <a:custGeom>
              <a:avLst/>
              <a:gdLst/>
              <a:ahLst/>
              <a:cxnLst>
                <a:cxn ang="0">
                  <a:pos x="9" y="2"/>
                </a:cxn>
                <a:cxn ang="0">
                  <a:pos x="8" y="8"/>
                </a:cxn>
                <a:cxn ang="0">
                  <a:pos x="0" y="9"/>
                </a:cxn>
                <a:cxn ang="0">
                  <a:pos x="0" y="15"/>
                </a:cxn>
                <a:cxn ang="0">
                  <a:pos x="9" y="21"/>
                </a:cxn>
                <a:cxn ang="0">
                  <a:pos x="11" y="29"/>
                </a:cxn>
                <a:cxn ang="0">
                  <a:pos x="17" y="29"/>
                </a:cxn>
                <a:cxn ang="0">
                  <a:pos x="17" y="17"/>
                </a:cxn>
                <a:cxn ang="0">
                  <a:pos x="19" y="6"/>
                </a:cxn>
                <a:cxn ang="0">
                  <a:pos x="15" y="0"/>
                </a:cxn>
                <a:cxn ang="0">
                  <a:pos x="9" y="2"/>
                </a:cxn>
              </a:cxnLst>
              <a:rect l="0" t="0" r="r" b="b"/>
              <a:pathLst>
                <a:path w="19" h="29">
                  <a:moveTo>
                    <a:pt x="9" y="2"/>
                  </a:moveTo>
                  <a:lnTo>
                    <a:pt x="8" y="8"/>
                  </a:lnTo>
                  <a:lnTo>
                    <a:pt x="0" y="9"/>
                  </a:lnTo>
                  <a:lnTo>
                    <a:pt x="0" y="15"/>
                  </a:lnTo>
                  <a:lnTo>
                    <a:pt x="9" y="21"/>
                  </a:lnTo>
                  <a:lnTo>
                    <a:pt x="11" y="29"/>
                  </a:lnTo>
                  <a:lnTo>
                    <a:pt x="17" y="29"/>
                  </a:lnTo>
                  <a:lnTo>
                    <a:pt x="17" y="17"/>
                  </a:lnTo>
                  <a:lnTo>
                    <a:pt x="19" y="6"/>
                  </a:lnTo>
                  <a:lnTo>
                    <a:pt x="15" y="0"/>
                  </a:lnTo>
                  <a:lnTo>
                    <a:pt x="9" y="2"/>
                  </a:lnTo>
                  <a:close/>
                </a:path>
              </a:pathLst>
            </a:custGeom>
            <a:grpFill/>
            <a:ln w="6350" cmpd="sng">
              <a:solidFill>
                <a:schemeClr val="bg1"/>
              </a:solidFill>
              <a:prstDash val="solid"/>
              <a:round/>
              <a:headEnd/>
              <a:tailEnd/>
            </a:ln>
          </p:spPr>
          <p:txBody>
            <a:bodyPr/>
            <a:lstStyle/>
            <a:p>
              <a:endParaRPr lang="pt-BR"/>
            </a:p>
          </p:txBody>
        </p:sp>
        <p:sp>
          <p:nvSpPr>
            <p:cNvPr id="95" name="Freeform 51">
              <a:extLst>
                <a:ext uri="{FF2B5EF4-FFF2-40B4-BE49-F238E27FC236}">
                  <a16:creationId xmlns:a16="http://schemas.microsoft.com/office/drawing/2014/main" id="{F21C04AF-6C9A-4891-762B-A0E887C47EDE}"/>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round/>
              <a:headEnd/>
              <a:tailEnd/>
            </a:ln>
          </p:spPr>
          <p:txBody>
            <a:bodyPr/>
            <a:lstStyle/>
            <a:p>
              <a:endParaRPr lang="pt-BR"/>
            </a:p>
          </p:txBody>
        </p:sp>
        <p:sp>
          <p:nvSpPr>
            <p:cNvPr id="96" name="Freeform 52">
              <a:extLst>
                <a:ext uri="{FF2B5EF4-FFF2-40B4-BE49-F238E27FC236}">
                  <a16:creationId xmlns:a16="http://schemas.microsoft.com/office/drawing/2014/main" id="{C011B35B-C4F0-A41D-FEAB-29F4842ACE62}"/>
                </a:ext>
              </a:extLst>
            </p:cNvPr>
            <p:cNvSpPr>
              <a:spLocks noChangeAspect="1"/>
            </p:cNvSpPr>
            <p:nvPr/>
          </p:nvSpPr>
          <p:spPr bwMode="auto">
            <a:xfrm>
              <a:off x="3221864" y="5120573"/>
              <a:ext cx="26573" cy="10822"/>
            </a:xfrm>
            <a:custGeom>
              <a:avLst/>
              <a:gdLst/>
              <a:ahLst/>
              <a:cxnLst>
                <a:cxn ang="0">
                  <a:pos x="5" y="4"/>
                </a:cxn>
                <a:cxn ang="0">
                  <a:pos x="0" y="10"/>
                </a:cxn>
                <a:cxn ang="0">
                  <a:pos x="7" y="15"/>
                </a:cxn>
                <a:cxn ang="0">
                  <a:pos x="19" y="15"/>
                </a:cxn>
                <a:cxn ang="0">
                  <a:pos x="32" y="15"/>
                </a:cxn>
                <a:cxn ang="0">
                  <a:pos x="38" y="11"/>
                </a:cxn>
                <a:cxn ang="0">
                  <a:pos x="30" y="6"/>
                </a:cxn>
                <a:cxn ang="0">
                  <a:pos x="19" y="0"/>
                </a:cxn>
                <a:cxn ang="0">
                  <a:pos x="5" y="4"/>
                </a:cxn>
              </a:cxnLst>
              <a:rect l="0" t="0" r="r" b="b"/>
              <a:pathLst>
                <a:path w="38" h="15">
                  <a:moveTo>
                    <a:pt x="5" y="4"/>
                  </a:moveTo>
                  <a:lnTo>
                    <a:pt x="0" y="10"/>
                  </a:lnTo>
                  <a:lnTo>
                    <a:pt x="7" y="15"/>
                  </a:lnTo>
                  <a:lnTo>
                    <a:pt x="19" y="15"/>
                  </a:lnTo>
                  <a:lnTo>
                    <a:pt x="32" y="15"/>
                  </a:lnTo>
                  <a:lnTo>
                    <a:pt x="38" y="11"/>
                  </a:lnTo>
                  <a:lnTo>
                    <a:pt x="30" y="6"/>
                  </a:lnTo>
                  <a:lnTo>
                    <a:pt x="19" y="0"/>
                  </a:lnTo>
                  <a:lnTo>
                    <a:pt x="5" y="4"/>
                  </a:lnTo>
                  <a:close/>
                </a:path>
              </a:pathLst>
            </a:custGeom>
            <a:grpFill/>
            <a:ln w="6350" cmpd="sng">
              <a:solidFill>
                <a:schemeClr val="bg1"/>
              </a:solidFill>
              <a:prstDash val="solid"/>
              <a:round/>
              <a:headEnd/>
              <a:tailEnd/>
            </a:ln>
          </p:spPr>
          <p:txBody>
            <a:bodyPr/>
            <a:lstStyle/>
            <a:p>
              <a:endParaRPr lang="pt-BR"/>
            </a:p>
          </p:txBody>
        </p:sp>
        <p:sp>
          <p:nvSpPr>
            <p:cNvPr id="97" name="Freeform 53">
              <a:extLst>
                <a:ext uri="{FF2B5EF4-FFF2-40B4-BE49-F238E27FC236}">
                  <a16:creationId xmlns:a16="http://schemas.microsoft.com/office/drawing/2014/main" id="{FCA94ECF-AB80-B51C-85F8-BB4117548D71}"/>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round/>
              <a:headEnd/>
              <a:tailEnd/>
            </a:ln>
          </p:spPr>
          <p:txBody>
            <a:bodyPr/>
            <a:lstStyle/>
            <a:p>
              <a:endParaRPr lang="pt-BR"/>
            </a:p>
          </p:txBody>
        </p:sp>
        <p:sp>
          <p:nvSpPr>
            <p:cNvPr id="98" name="Freeform 54">
              <a:extLst>
                <a:ext uri="{FF2B5EF4-FFF2-40B4-BE49-F238E27FC236}">
                  <a16:creationId xmlns:a16="http://schemas.microsoft.com/office/drawing/2014/main" id="{39E5EB4B-DDE2-37CE-790F-EF47081C4F1B}"/>
                </a:ext>
              </a:extLst>
            </p:cNvPr>
            <p:cNvSpPr>
              <a:spLocks noChangeAspect="1"/>
            </p:cNvSpPr>
            <p:nvPr/>
          </p:nvSpPr>
          <p:spPr bwMode="auto">
            <a:xfrm>
              <a:off x="3190370" y="5126477"/>
              <a:ext cx="24605" cy="9839"/>
            </a:xfrm>
            <a:custGeom>
              <a:avLst/>
              <a:gdLst/>
              <a:ahLst/>
              <a:cxnLst>
                <a:cxn ang="0">
                  <a:pos x="0" y="7"/>
                </a:cxn>
                <a:cxn ang="0">
                  <a:pos x="7" y="13"/>
                </a:cxn>
                <a:cxn ang="0">
                  <a:pos x="13" y="11"/>
                </a:cxn>
                <a:cxn ang="0">
                  <a:pos x="25" y="15"/>
                </a:cxn>
                <a:cxn ang="0">
                  <a:pos x="36" y="13"/>
                </a:cxn>
                <a:cxn ang="0">
                  <a:pos x="34" y="3"/>
                </a:cxn>
                <a:cxn ang="0">
                  <a:pos x="23" y="0"/>
                </a:cxn>
                <a:cxn ang="0">
                  <a:pos x="13" y="2"/>
                </a:cxn>
                <a:cxn ang="0">
                  <a:pos x="5" y="3"/>
                </a:cxn>
                <a:cxn ang="0">
                  <a:pos x="0" y="7"/>
                </a:cxn>
              </a:cxnLst>
              <a:rect l="0" t="0" r="r" b="b"/>
              <a:pathLst>
                <a:path w="36" h="15">
                  <a:moveTo>
                    <a:pt x="0" y="7"/>
                  </a:moveTo>
                  <a:lnTo>
                    <a:pt x="7" y="13"/>
                  </a:lnTo>
                  <a:lnTo>
                    <a:pt x="13" y="11"/>
                  </a:lnTo>
                  <a:lnTo>
                    <a:pt x="25" y="15"/>
                  </a:lnTo>
                  <a:lnTo>
                    <a:pt x="36" y="13"/>
                  </a:lnTo>
                  <a:lnTo>
                    <a:pt x="34" y="3"/>
                  </a:lnTo>
                  <a:lnTo>
                    <a:pt x="23" y="0"/>
                  </a:lnTo>
                  <a:lnTo>
                    <a:pt x="13" y="2"/>
                  </a:lnTo>
                  <a:lnTo>
                    <a:pt x="5" y="3"/>
                  </a:lnTo>
                  <a:lnTo>
                    <a:pt x="0" y="7"/>
                  </a:lnTo>
                  <a:close/>
                </a:path>
              </a:pathLst>
            </a:custGeom>
            <a:grpFill/>
            <a:ln w="6350" cmpd="sng">
              <a:solidFill>
                <a:schemeClr val="bg1"/>
              </a:solidFill>
              <a:prstDash val="solid"/>
              <a:round/>
              <a:headEnd/>
              <a:tailEnd/>
            </a:ln>
          </p:spPr>
          <p:txBody>
            <a:bodyPr/>
            <a:lstStyle/>
            <a:p>
              <a:endParaRPr lang="pt-BR"/>
            </a:p>
          </p:txBody>
        </p:sp>
        <p:sp>
          <p:nvSpPr>
            <p:cNvPr id="99" name="Freeform 55">
              <a:extLst>
                <a:ext uri="{FF2B5EF4-FFF2-40B4-BE49-F238E27FC236}">
                  <a16:creationId xmlns:a16="http://schemas.microsoft.com/office/drawing/2014/main" id="{3E20C471-D787-D945-E89F-E461A0A029EF}"/>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round/>
              <a:headEnd/>
              <a:tailEnd/>
            </a:ln>
          </p:spPr>
          <p:txBody>
            <a:bodyPr/>
            <a:lstStyle/>
            <a:p>
              <a:endParaRPr lang="pt-BR"/>
            </a:p>
          </p:txBody>
        </p:sp>
        <p:sp>
          <p:nvSpPr>
            <p:cNvPr id="100" name="Freeform 56">
              <a:extLst>
                <a:ext uri="{FF2B5EF4-FFF2-40B4-BE49-F238E27FC236}">
                  <a16:creationId xmlns:a16="http://schemas.microsoft.com/office/drawing/2014/main" id="{A04628B4-223C-943F-5AFD-C67962FF5DAB}"/>
                </a:ext>
              </a:extLst>
            </p:cNvPr>
            <p:cNvSpPr>
              <a:spLocks noChangeAspect="1"/>
            </p:cNvSpPr>
            <p:nvPr/>
          </p:nvSpPr>
          <p:spPr bwMode="auto">
            <a:xfrm>
              <a:off x="3710027" y="4327582"/>
              <a:ext cx="9842" cy="10822"/>
            </a:xfrm>
            <a:custGeom>
              <a:avLst/>
              <a:gdLst/>
              <a:ahLst/>
              <a:cxnLst>
                <a:cxn ang="0">
                  <a:pos x="0" y="0"/>
                </a:cxn>
                <a:cxn ang="0">
                  <a:pos x="0" y="12"/>
                </a:cxn>
                <a:cxn ang="0">
                  <a:pos x="7" y="16"/>
                </a:cxn>
                <a:cxn ang="0">
                  <a:pos x="15" y="10"/>
                </a:cxn>
                <a:cxn ang="0">
                  <a:pos x="15" y="0"/>
                </a:cxn>
                <a:cxn ang="0">
                  <a:pos x="5" y="0"/>
                </a:cxn>
                <a:cxn ang="0">
                  <a:pos x="0" y="0"/>
                </a:cxn>
              </a:cxnLst>
              <a:rect l="0" t="0" r="r" b="b"/>
              <a:pathLst>
                <a:path w="15" h="16">
                  <a:moveTo>
                    <a:pt x="0" y="0"/>
                  </a:moveTo>
                  <a:lnTo>
                    <a:pt x="0" y="12"/>
                  </a:lnTo>
                  <a:lnTo>
                    <a:pt x="7" y="16"/>
                  </a:lnTo>
                  <a:lnTo>
                    <a:pt x="15" y="10"/>
                  </a:lnTo>
                  <a:lnTo>
                    <a:pt x="15" y="0"/>
                  </a:lnTo>
                  <a:lnTo>
                    <a:pt x="5" y="0"/>
                  </a:lnTo>
                  <a:lnTo>
                    <a:pt x="0" y="0"/>
                  </a:lnTo>
                  <a:close/>
                </a:path>
              </a:pathLst>
            </a:custGeom>
            <a:grpFill/>
            <a:ln w="6350" cmpd="sng">
              <a:solidFill>
                <a:schemeClr val="bg1"/>
              </a:solidFill>
              <a:prstDash val="solid"/>
              <a:round/>
              <a:headEnd/>
              <a:tailEnd/>
            </a:ln>
          </p:spPr>
          <p:txBody>
            <a:bodyPr/>
            <a:lstStyle/>
            <a:p>
              <a:endParaRPr lang="pt-BR"/>
            </a:p>
          </p:txBody>
        </p:sp>
        <p:sp>
          <p:nvSpPr>
            <p:cNvPr id="101" name="Freeform 57">
              <a:extLst>
                <a:ext uri="{FF2B5EF4-FFF2-40B4-BE49-F238E27FC236}">
                  <a16:creationId xmlns:a16="http://schemas.microsoft.com/office/drawing/2014/main" id="{CDFAB21F-43A9-10C9-D88F-2ACA0E44C0A8}"/>
                </a:ext>
              </a:extLst>
            </p:cNvPr>
            <p:cNvSpPr>
              <a:spLocks/>
            </p:cNvSpPr>
            <p:nvPr/>
          </p:nvSpPr>
          <p:spPr bwMode="auto">
            <a:xfrm>
              <a:off x="3799590" y="3977327"/>
              <a:ext cx="159440" cy="212514"/>
            </a:xfrm>
            <a:custGeom>
              <a:avLst/>
              <a:gdLst/>
              <a:ahLst/>
              <a:cxnLst>
                <a:cxn ang="0">
                  <a:pos x="3" y="0"/>
                </a:cxn>
                <a:cxn ang="0">
                  <a:pos x="11" y="15"/>
                </a:cxn>
                <a:cxn ang="0">
                  <a:pos x="14" y="26"/>
                </a:cxn>
                <a:cxn ang="0">
                  <a:pos x="18" y="39"/>
                </a:cxn>
                <a:cxn ang="0">
                  <a:pos x="24" y="47"/>
                </a:cxn>
                <a:cxn ang="0">
                  <a:pos x="33" y="57"/>
                </a:cxn>
                <a:cxn ang="0">
                  <a:pos x="42" y="72"/>
                </a:cxn>
                <a:cxn ang="0">
                  <a:pos x="35" y="89"/>
                </a:cxn>
                <a:cxn ang="0">
                  <a:pos x="36" y="102"/>
                </a:cxn>
                <a:cxn ang="0">
                  <a:pos x="39" y="114"/>
                </a:cxn>
                <a:cxn ang="0">
                  <a:pos x="35" y="125"/>
                </a:cxn>
                <a:cxn ang="0">
                  <a:pos x="26" y="129"/>
                </a:cxn>
                <a:cxn ang="0">
                  <a:pos x="3" y="131"/>
                </a:cxn>
                <a:cxn ang="0">
                  <a:pos x="0" y="149"/>
                </a:cxn>
                <a:cxn ang="0">
                  <a:pos x="2" y="161"/>
                </a:cxn>
                <a:cxn ang="0">
                  <a:pos x="6" y="176"/>
                </a:cxn>
                <a:cxn ang="0">
                  <a:pos x="20" y="183"/>
                </a:cxn>
                <a:cxn ang="0">
                  <a:pos x="20" y="195"/>
                </a:cxn>
                <a:cxn ang="0">
                  <a:pos x="33" y="207"/>
                </a:cxn>
                <a:cxn ang="0">
                  <a:pos x="42" y="216"/>
                </a:cxn>
                <a:cxn ang="0">
                  <a:pos x="44" y="203"/>
                </a:cxn>
                <a:cxn ang="0">
                  <a:pos x="47" y="188"/>
                </a:cxn>
                <a:cxn ang="0">
                  <a:pos x="57" y="186"/>
                </a:cxn>
                <a:cxn ang="0">
                  <a:pos x="71" y="188"/>
                </a:cxn>
                <a:cxn ang="0">
                  <a:pos x="69" y="177"/>
                </a:cxn>
                <a:cxn ang="0">
                  <a:pos x="72" y="165"/>
                </a:cxn>
                <a:cxn ang="0">
                  <a:pos x="84" y="149"/>
                </a:cxn>
                <a:cxn ang="0">
                  <a:pos x="92" y="137"/>
                </a:cxn>
                <a:cxn ang="0">
                  <a:pos x="104" y="141"/>
                </a:cxn>
                <a:cxn ang="0">
                  <a:pos x="95" y="155"/>
                </a:cxn>
                <a:cxn ang="0">
                  <a:pos x="108" y="141"/>
                </a:cxn>
                <a:cxn ang="0">
                  <a:pos x="126" y="137"/>
                </a:cxn>
                <a:cxn ang="0">
                  <a:pos x="140" y="128"/>
                </a:cxn>
                <a:cxn ang="0">
                  <a:pos x="149" y="120"/>
                </a:cxn>
                <a:cxn ang="0">
                  <a:pos x="162" y="113"/>
                </a:cxn>
                <a:cxn ang="0">
                  <a:pos x="152" y="104"/>
                </a:cxn>
                <a:cxn ang="0">
                  <a:pos x="138" y="95"/>
                </a:cxn>
                <a:cxn ang="0">
                  <a:pos x="123" y="92"/>
                </a:cxn>
                <a:cxn ang="0">
                  <a:pos x="119" y="83"/>
                </a:cxn>
                <a:cxn ang="0">
                  <a:pos x="99" y="69"/>
                </a:cxn>
                <a:cxn ang="0">
                  <a:pos x="92" y="56"/>
                </a:cxn>
                <a:cxn ang="0">
                  <a:pos x="77" y="54"/>
                </a:cxn>
                <a:cxn ang="0">
                  <a:pos x="66" y="36"/>
                </a:cxn>
                <a:cxn ang="0">
                  <a:pos x="48" y="30"/>
                </a:cxn>
                <a:cxn ang="0">
                  <a:pos x="33" y="24"/>
                </a:cxn>
                <a:cxn ang="0">
                  <a:pos x="23" y="14"/>
                </a:cxn>
                <a:cxn ang="0">
                  <a:pos x="3" y="0"/>
                </a:cxn>
              </a:cxnLst>
              <a:rect l="0" t="0" r="r" b="b"/>
              <a:pathLst>
                <a:path w="162" h="216">
                  <a:moveTo>
                    <a:pt x="3" y="0"/>
                  </a:moveTo>
                  <a:lnTo>
                    <a:pt x="11" y="15"/>
                  </a:lnTo>
                  <a:lnTo>
                    <a:pt x="14" y="26"/>
                  </a:lnTo>
                  <a:lnTo>
                    <a:pt x="18" y="39"/>
                  </a:lnTo>
                  <a:lnTo>
                    <a:pt x="24" y="47"/>
                  </a:lnTo>
                  <a:lnTo>
                    <a:pt x="33" y="57"/>
                  </a:lnTo>
                  <a:lnTo>
                    <a:pt x="42" y="72"/>
                  </a:lnTo>
                  <a:lnTo>
                    <a:pt x="35" y="89"/>
                  </a:lnTo>
                  <a:lnTo>
                    <a:pt x="36" y="102"/>
                  </a:lnTo>
                  <a:lnTo>
                    <a:pt x="39" y="114"/>
                  </a:lnTo>
                  <a:lnTo>
                    <a:pt x="35" y="125"/>
                  </a:lnTo>
                  <a:lnTo>
                    <a:pt x="26" y="129"/>
                  </a:lnTo>
                  <a:lnTo>
                    <a:pt x="3" y="131"/>
                  </a:lnTo>
                  <a:lnTo>
                    <a:pt x="0" y="149"/>
                  </a:lnTo>
                  <a:lnTo>
                    <a:pt x="2" y="161"/>
                  </a:lnTo>
                  <a:lnTo>
                    <a:pt x="6" y="176"/>
                  </a:lnTo>
                  <a:lnTo>
                    <a:pt x="20" y="183"/>
                  </a:lnTo>
                  <a:lnTo>
                    <a:pt x="20" y="195"/>
                  </a:lnTo>
                  <a:lnTo>
                    <a:pt x="33" y="207"/>
                  </a:lnTo>
                  <a:lnTo>
                    <a:pt x="42" y="216"/>
                  </a:lnTo>
                  <a:lnTo>
                    <a:pt x="44" y="203"/>
                  </a:lnTo>
                  <a:lnTo>
                    <a:pt x="47" y="188"/>
                  </a:lnTo>
                  <a:lnTo>
                    <a:pt x="57" y="186"/>
                  </a:lnTo>
                  <a:lnTo>
                    <a:pt x="71" y="188"/>
                  </a:lnTo>
                  <a:lnTo>
                    <a:pt x="69" y="177"/>
                  </a:lnTo>
                  <a:lnTo>
                    <a:pt x="72" y="165"/>
                  </a:lnTo>
                  <a:lnTo>
                    <a:pt x="84" y="149"/>
                  </a:lnTo>
                  <a:lnTo>
                    <a:pt x="92" y="137"/>
                  </a:lnTo>
                  <a:lnTo>
                    <a:pt x="104" y="141"/>
                  </a:lnTo>
                  <a:lnTo>
                    <a:pt x="95" y="155"/>
                  </a:lnTo>
                  <a:lnTo>
                    <a:pt x="108" y="141"/>
                  </a:lnTo>
                  <a:lnTo>
                    <a:pt x="126" y="137"/>
                  </a:lnTo>
                  <a:lnTo>
                    <a:pt x="140" y="128"/>
                  </a:lnTo>
                  <a:lnTo>
                    <a:pt x="149" y="120"/>
                  </a:lnTo>
                  <a:lnTo>
                    <a:pt x="162" y="113"/>
                  </a:lnTo>
                  <a:lnTo>
                    <a:pt x="152" y="104"/>
                  </a:lnTo>
                  <a:lnTo>
                    <a:pt x="138" y="95"/>
                  </a:lnTo>
                  <a:lnTo>
                    <a:pt x="123" y="92"/>
                  </a:lnTo>
                  <a:lnTo>
                    <a:pt x="119" y="83"/>
                  </a:lnTo>
                  <a:lnTo>
                    <a:pt x="99" y="69"/>
                  </a:lnTo>
                  <a:lnTo>
                    <a:pt x="92" y="56"/>
                  </a:lnTo>
                  <a:lnTo>
                    <a:pt x="77" y="54"/>
                  </a:lnTo>
                  <a:lnTo>
                    <a:pt x="66" y="36"/>
                  </a:lnTo>
                  <a:lnTo>
                    <a:pt x="48" y="30"/>
                  </a:lnTo>
                  <a:lnTo>
                    <a:pt x="33" y="24"/>
                  </a:lnTo>
                  <a:lnTo>
                    <a:pt x="23" y="14"/>
                  </a:lnTo>
                  <a:lnTo>
                    <a:pt x="3" y="0"/>
                  </a:lnTo>
                  <a:close/>
                </a:path>
              </a:pathLst>
            </a:custGeom>
            <a:grpFill/>
            <a:ln w="6350" cmpd="sng">
              <a:solidFill>
                <a:schemeClr val="bg1"/>
              </a:solidFill>
              <a:round/>
              <a:headEnd/>
              <a:tailEnd/>
            </a:ln>
            <a:effectLst/>
          </p:spPr>
          <p:txBody>
            <a:bodyPr/>
            <a:lstStyle/>
            <a:p>
              <a:endParaRPr lang="pt-BR"/>
            </a:p>
          </p:txBody>
        </p:sp>
      </p:grpSp>
      <p:pic>
        <p:nvPicPr>
          <p:cNvPr id="104" name="Gráfico 103">
            <a:extLst>
              <a:ext uri="{FF2B5EF4-FFF2-40B4-BE49-F238E27FC236}">
                <a16:creationId xmlns:a16="http://schemas.microsoft.com/office/drawing/2014/main" id="{45A41BBE-59D6-51A3-367D-3A9FB237FCC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620535" y="2771373"/>
            <a:ext cx="1865467" cy="1098760"/>
          </a:xfrm>
          <a:prstGeom prst="rect">
            <a:avLst/>
          </a:prstGeom>
        </p:spPr>
      </p:pic>
      <p:pic>
        <p:nvPicPr>
          <p:cNvPr id="106" name="Gráfico 105">
            <a:extLst>
              <a:ext uri="{FF2B5EF4-FFF2-40B4-BE49-F238E27FC236}">
                <a16:creationId xmlns:a16="http://schemas.microsoft.com/office/drawing/2014/main" id="{EBEABFBA-3CA0-954D-F697-596A7AA8164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28285" y="2572054"/>
            <a:ext cx="1466449" cy="1466449"/>
          </a:xfrm>
          <a:prstGeom prst="rect">
            <a:avLst/>
          </a:prstGeom>
        </p:spPr>
      </p:pic>
      <p:sp>
        <p:nvSpPr>
          <p:cNvPr id="109" name="Título 1">
            <a:extLst>
              <a:ext uri="{FF2B5EF4-FFF2-40B4-BE49-F238E27FC236}">
                <a16:creationId xmlns:a16="http://schemas.microsoft.com/office/drawing/2014/main" id="{DA36E0A5-497A-2141-BA18-1FA78F92B307}"/>
              </a:ext>
            </a:extLst>
          </p:cNvPr>
          <p:cNvSpPr txBox="1">
            <a:spLocks/>
          </p:cNvSpPr>
          <p:nvPr/>
        </p:nvSpPr>
        <p:spPr>
          <a:xfrm>
            <a:off x="7622809" y="2170196"/>
            <a:ext cx="537605" cy="13234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100" dirty="0">
                <a:solidFill>
                  <a:schemeClr val="accent1"/>
                </a:solidFill>
                <a:latin typeface="Poppins SemiBold" panose="00000700000000000000" pitchFamily="2" charset="0"/>
                <a:cs typeface="Poppins SemiBold" panose="00000700000000000000" pitchFamily="2" charset="0"/>
              </a:rPr>
              <a:t>BRAZIL</a:t>
            </a:r>
          </a:p>
        </p:txBody>
      </p:sp>
      <p:sp>
        <p:nvSpPr>
          <p:cNvPr id="110" name="Título 1">
            <a:extLst>
              <a:ext uri="{FF2B5EF4-FFF2-40B4-BE49-F238E27FC236}">
                <a16:creationId xmlns:a16="http://schemas.microsoft.com/office/drawing/2014/main" id="{60EA8BDB-05A5-8948-3A6A-CD27274BB8A3}"/>
              </a:ext>
            </a:extLst>
          </p:cNvPr>
          <p:cNvSpPr txBox="1">
            <a:spLocks/>
          </p:cNvSpPr>
          <p:nvPr/>
        </p:nvSpPr>
        <p:spPr>
          <a:xfrm>
            <a:off x="9448332" y="2170196"/>
            <a:ext cx="340262" cy="13234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100" dirty="0">
                <a:solidFill>
                  <a:schemeClr val="accent1"/>
                </a:solidFill>
                <a:latin typeface="Poppins SemiBold" panose="00000700000000000000" pitchFamily="2" charset="0"/>
                <a:cs typeface="Poppins SemiBold" panose="00000700000000000000" pitchFamily="2" charset="0"/>
              </a:rPr>
              <a:t>EUA</a:t>
            </a:r>
          </a:p>
        </p:txBody>
      </p:sp>
      <p:sp>
        <p:nvSpPr>
          <p:cNvPr id="135" name="Título 1">
            <a:extLst>
              <a:ext uri="{FF2B5EF4-FFF2-40B4-BE49-F238E27FC236}">
                <a16:creationId xmlns:a16="http://schemas.microsoft.com/office/drawing/2014/main" id="{D180BC61-E76F-80EA-67AB-B8B62714B714}"/>
              </a:ext>
            </a:extLst>
          </p:cNvPr>
          <p:cNvSpPr txBox="1">
            <a:spLocks/>
          </p:cNvSpPr>
          <p:nvPr/>
        </p:nvSpPr>
        <p:spPr>
          <a:xfrm>
            <a:off x="10936829" y="2170196"/>
            <a:ext cx="701818" cy="13234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100" dirty="0">
                <a:solidFill>
                  <a:schemeClr val="accent1"/>
                </a:solidFill>
                <a:latin typeface="Poppins SemiBold" panose="00000700000000000000" pitchFamily="2" charset="0"/>
                <a:cs typeface="Poppins SemiBold" panose="00000700000000000000" pitchFamily="2" charset="0"/>
              </a:rPr>
              <a:t>CANADÁ</a:t>
            </a:r>
          </a:p>
        </p:txBody>
      </p:sp>
      <p:sp>
        <p:nvSpPr>
          <p:cNvPr id="139" name="Título 1">
            <a:extLst>
              <a:ext uri="{FF2B5EF4-FFF2-40B4-BE49-F238E27FC236}">
                <a16:creationId xmlns:a16="http://schemas.microsoft.com/office/drawing/2014/main" id="{21551EDD-5BF8-4C30-3E63-B2168FFD62A5}"/>
              </a:ext>
            </a:extLst>
          </p:cNvPr>
          <p:cNvSpPr txBox="1">
            <a:spLocks/>
          </p:cNvSpPr>
          <p:nvPr/>
        </p:nvSpPr>
        <p:spPr>
          <a:xfrm>
            <a:off x="5442796" y="2112850"/>
            <a:ext cx="1505771" cy="31496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100" dirty="0">
                <a:solidFill>
                  <a:schemeClr val="tx1"/>
                </a:solidFill>
                <a:latin typeface="Poppins SemiBold" panose="00000700000000000000" pitchFamily="2" charset="0"/>
                <a:cs typeface="Poppins SemiBold" panose="00000700000000000000" pitchFamily="2" charset="0"/>
              </a:rPr>
              <a:t>Lorem ipsum dolor sit </a:t>
            </a:r>
            <a:r>
              <a:rPr lang="en-US" sz="1100" dirty="0" err="1">
                <a:solidFill>
                  <a:schemeClr val="tx1"/>
                </a:solidFill>
                <a:latin typeface="Poppins SemiBold" panose="00000700000000000000" pitchFamily="2" charset="0"/>
                <a:cs typeface="Poppins SemiBold" panose="00000700000000000000" pitchFamily="2" charset="0"/>
              </a:rPr>
              <a:t>amet</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consectetur</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adisciping</a:t>
            </a:r>
            <a:r>
              <a:rPr lang="en-US" sz="1100" dirty="0">
                <a:solidFill>
                  <a:schemeClr val="tx1"/>
                </a:solidFill>
                <a:latin typeface="Poppins SemiBold" panose="00000700000000000000" pitchFamily="2" charset="0"/>
                <a:cs typeface="Poppins SemiBold" panose="00000700000000000000" pitchFamily="2" charset="0"/>
              </a:rPr>
              <a:t> </a:t>
            </a:r>
            <a:r>
              <a:rPr lang="en-US" sz="1100" dirty="0" err="1">
                <a:solidFill>
                  <a:schemeClr val="tx1"/>
                </a:solidFill>
                <a:latin typeface="Poppins SemiBold" panose="00000700000000000000" pitchFamily="2" charset="0"/>
                <a:cs typeface="Poppins SemiBold" panose="00000700000000000000" pitchFamily="2" charset="0"/>
              </a:rPr>
              <a:t>elit</a:t>
            </a:r>
            <a:endParaRPr lang="en-US" sz="1100" dirty="0">
              <a:solidFill>
                <a:schemeClr val="tx1"/>
              </a:solidFill>
              <a:latin typeface="Poppins SemiBold" panose="00000700000000000000" pitchFamily="2" charset="0"/>
              <a:cs typeface="Poppins SemiBold" panose="00000700000000000000" pitchFamily="2" charset="0"/>
            </a:endParaRPr>
          </a:p>
        </p:txBody>
      </p:sp>
      <p:sp>
        <p:nvSpPr>
          <p:cNvPr id="140" name="Título 1">
            <a:extLst>
              <a:ext uri="{FF2B5EF4-FFF2-40B4-BE49-F238E27FC236}">
                <a16:creationId xmlns:a16="http://schemas.microsoft.com/office/drawing/2014/main" id="{081057A4-1CB8-DFF3-6121-4245E9FAA922}"/>
              </a:ext>
            </a:extLst>
          </p:cNvPr>
          <p:cNvSpPr txBox="1">
            <a:spLocks/>
          </p:cNvSpPr>
          <p:nvPr/>
        </p:nvSpPr>
        <p:spPr>
          <a:xfrm>
            <a:off x="5442796" y="2715137"/>
            <a:ext cx="1206729" cy="51467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a:t>
            </a:r>
          </a:p>
        </p:txBody>
      </p:sp>
      <p:cxnSp>
        <p:nvCxnSpPr>
          <p:cNvPr id="143" name="Conector reto 142">
            <a:extLst>
              <a:ext uri="{FF2B5EF4-FFF2-40B4-BE49-F238E27FC236}">
                <a16:creationId xmlns:a16="http://schemas.microsoft.com/office/drawing/2014/main" id="{DAB28309-CDD2-0AFD-A63E-3149D6B5D4F5}"/>
              </a:ext>
            </a:extLst>
          </p:cNvPr>
          <p:cNvCxnSpPr>
            <a:cxnSpLocks/>
          </p:cNvCxnSpPr>
          <p:nvPr/>
        </p:nvCxnSpPr>
        <p:spPr>
          <a:xfrm>
            <a:off x="5041900" y="2112850"/>
            <a:ext cx="0" cy="390853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48" name="Conector reto 147">
            <a:extLst>
              <a:ext uri="{FF2B5EF4-FFF2-40B4-BE49-F238E27FC236}">
                <a16:creationId xmlns:a16="http://schemas.microsoft.com/office/drawing/2014/main" id="{D67E6639-1684-BDEA-B8B0-1215E044EEEA}"/>
              </a:ext>
            </a:extLst>
          </p:cNvPr>
          <p:cNvCxnSpPr>
            <a:cxnSpLocks/>
          </p:cNvCxnSpPr>
          <p:nvPr/>
        </p:nvCxnSpPr>
        <p:spPr>
          <a:xfrm>
            <a:off x="5041900" y="4147297"/>
            <a:ext cx="715010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nvGrpSpPr>
          <p:cNvPr id="154" name="Agrupar 153">
            <a:extLst>
              <a:ext uri="{FF2B5EF4-FFF2-40B4-BE49-F238E27FC236}">
                <a16:creationId xmlns:a16="http://schemas.microsoft.com/office/drawing/2014/main" id="{075F230F-9A32-A91B-C9F8-C51055A5CBFE}"/>
              </a:ext>
            </a:extLst>
          </p:cNvPr>
          <p:cNvGrpSpPr/>
          <p:nvPr/>
        </p:nvGrpSpPr>
        <p:grpSpPr>
          <a:xfrm>
            <a:off x="5442796" y="4384527"/>
            <a:ext cx="1411351" cy="1636862"/>
            <a:chOff x="5768874" y="4203699"/>
            <a:chExt cx="1578078" cy="1830229"/>
          </a:xfrm>
        </p:grpSpPr>
        <p:pic>
          <p:nvPicPr>
            <p:cNvPr id="151" name="Imagem 150">
              <a:extLst>
                <a:ext uri="{FF2B5EF4-FFF2-40B4-BE49-F238E27FC236}">
                  <a16:creationId xmlns:a16="http://schemas.microsoft.com/office/drawing/2014/main" id="{90281B75-959E-9CC3-68C2-6B733D035942}"/>
                </a:ext>
              </a:extLst>
            </p:cNvPr>
            <p:cNvPicPr>
              <a:picLocks noChangeAspect="1"/>
            </p:cNvPicPr>
            <p:nvPr/>
          </p:nvPicPr>
          <p:blipFill>
            <a:blip r:embed="rId5"/>
            <a:stretch>
              <a:fillRect/>
            </a:stretch>
          </p:blipFill>
          <p:spPr>
            <a:xfrm>
              <a:off x="5768874" y="4422816"/>
              <a:ext cx="1578077" cy="1611112"/>
            </a:xfrm>
            <a:prstGeom prst="rect">
              <a:avLst/>
            </a:prstGeom>
          </p:spPr>
        </p:pic>
        <p:pic>
          <p:nvPicPr>
            <p:cNvPr id="153" name="Imagem 152">
              <a:extLst>
                <a:ext uri="{FF2B5EF4-FFF2-40B4-BE49-F238E27FC236}">
                  <a16:creationId xmlns:a16="http://schemas.microsoft.com/office/drawing/2014/main" id="{2AADF061-6C1F-9D2F-29EC-038023B1996D}"/>
                </a:ext>
              </a:extLst>
            </p:cNvPr>
            <p:cNvPicPr>
              <a:picLocks noChangeAspect="1"/>
            </p:cNvPicPr>
            <p:nvPr/>
          </p:nvPicPr>
          <p:blipFill>
            <a:blip r:embed="rId6"/>
            <a:srcRect t="2236" r="34344" b="-1"/>
            <a:stretch>
              <a:fillRect/>
            </a:stretch>
          </p:blipFill>
          <p:spPr>
            <a:xfrm>
              <a:off x="5768876" y="4203699"/>
              <a:ext cx="1578076" cy="219117"/>
            </a:xfrm>
            <a:prstGeom prst="rect">
              <a:avLst/>
            </a:prstGeom>
          </p:spPr>
        </p:pic>
      </p:grpSp>
      <p:sp>
        <p:nvSpPr>
          <p:cNvPr id="155" name="Título 1">
            <a:extLst>
              <a:ext uri="{FF2B5EF4-FFF2-40B4-BE49-F238E27FC236}">
                <a16:creationId xmlns:a16="http://schemas.microsoft.com/office/drawing/2014/main" id="{029124FD-7DF6-A119-3D62-664F188A2B5A}"/>
              </a:ext>
            </a:extLst>
          </p:cNvPr>
          <p:cNvSpPr txBox="1">
            <a:spLocks/>
          </p:cNvSpPr>
          <p:nvPr/>
        </p:nvSpPr>
        <p:spPr>
          <a:xfrm>
            <a:off x="7222461" y="4390578"/>
            <a:ext cx="4421338" cy="74238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a:t>
            </a:r>
          </a:p>
        </p:txBody>
      </p:sp>
      <p:sp>
        <p:nvSpPr>
          <p:cNvPr id="156" name="Título 1">
            <a:extLst>
              <a:ext uri="{FF2B5EF4-FFF2-40B4-BE49-F238E27FC236}">
                <a16:creationId xmlns:a16="http://schemas.microsoft.com/office/drawing/2014/main" id="{67725B07-D1FF-A385-29D7-086E1CE504E0}"/>
              </a:ext>
            </a:extLst>
          </p:cNvPr>
          <p:cNvSpPr txBox="1">
            <a:spLocks/>
          </p:cNvSpPr>
          <p:nvPr/>
        </p:nvSpPr>
        <p:spPr>
          <a:xfrm>
            <a:off x="7545445" y="5275156"/>
            <a:ext cx="4093202" cy="62006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a:t>
            </a:r>
          </a:p>
        </p:txBody>
      </p:sp>
      <p:sp>
        <p:nvSpPr>
          <p:cNvPr id="158" name="Título 1">
            <a:extLst>
              <a:ext uri="{FF2B5EF4-FFF2-40B4-BE49-F238E27FC236}">
                <a16:creationId xmlns:a16="http://schemas.microsoft.com/office/drawing/2014/main" id="{0BD2DD1E-ECA9-3B59-11DF-F8D8AAE1E983}"/>
              </a:ext>
            </a:extLst>
          </p:cNvPr>
          <p:cNvSpPr txBox="1">
            <a:spLocks/>
          </p:cNvSpPr>
          <p:nvPr/>
        </p:nvSpPr>
        <p:spPr>
          <a:xfrm>
            <a:off x="751911" y="4555822"/>
            <a:ext cx="922215" cy="2892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bg1"/>
                </a:solidFill>
                <a:latin typeface="Poppins SemiBold" panose="00000700000000000000" pitchFamily="2" charset="0"/>
                <a:cs typeface="Poppins SemiBold" panose="00000700000000000000" pitchFamily="2" charset="0"/>
              </a:rPr>
              <a:t>Lorem ipsum dolor sit </a:t>
            </a:r>
            <a:r>
              <a:rPr lang="en-US" sz="1000" dirty="0" err="1">
                <a:solidFill>
                  <a:schemeClr val="bg1"/>
                </a:solidFill>
                <a:latin typeface="Poppins SemiBold" panose="00000700000000000000" pitchFamily="2" charset="0"/>
                <a:cs typeface="Poppins SemiBold" panose="00000700000000000000" pitchFamily="2" charset="0"/>
              </a:rPr>
              <a:t>amet</a:t>
            </a:r>
            <a:endParaRPr lang="en-US" sz="1000" dirty="0">
              <a:solidFill>
                <a:schemeClr val="bg1"/>
              </a:solidFill>
              <a:latin typeface="Poppins SemiBold" panose="00000700000000000000" pitchFamily="2" charset="0"/>
              <a:cs typeface="Poppins SemiBold" panose="00000700000000000000" pitchFamily="2" charset="0"/>
            </a:endParaRPr>
          </a:p>
        </p:txBody>
      </p:sp>
      <p:sp>
        <p:nvSpPr>
          <p:cNvPr id="159" name="Título 1">
            <a:extLst>
              <a:ext uri="{FF2B5EF4-FFF2-40B4-BE49-F238E27FC236}">
                <a16:creationId xmlns:a16="http://schemas.microsoft.com/office/drawing/2014/main" id="{4357A605-DE38-5F22-C513-D2C4A74A6F98}"/>
              </a:ext>
            </a:extLst>
          </p:cNvPr>
          <p:cNvSpPr txBox="1">
            <a:spLocks/>
          </p:cNvSpPr>
          <p:nvPr/>
        </p:nvSpPr>
        <p:spPr>
          <a:xfrm>
            <a:off x="779449" y="4966403"/>
            <a:ext cx="867139" cy="58333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900" b="0" dirty="0">
                <a:solidFill>
                  <a:schemeClr val="bg1"/>
                </a:solidFill>
              </a:rPr>
              <a:t>Lorem ipsum dolor sit </a:t>
            </a:r>
            <a:r>
              <a:rPr lang="en-US" sz="900" b="0" dirty="0" err="1">
                <a:solidFill>
                  <a:schemeClr val="bg1"/>
                </a:solidFill>
              </a:rPr>
              <a:t>amet</a:t>
            </a:r>
            <a:r>
              <a:rPr lang="en-US" sz="900" b="0" dirty="0">
                <a:solidFill>
                  <a:schemeClr val="bg1"/>
                </a:solidFill>
              </a:rPr>
              <a:t> </a:t>
            </a:r>
            <a:r>
              <a:rPr lang="en-US" sz="900" b="0" dirty="0" err="1">
                <a:solidFill>
                  <a:schemeClr val="bg1"/>
                </a:solidFill>
              </a:rPr>
              <a:t>consectetur</a:t>
            </a:r>
            <a:r>
              <a:rPr lang="en-US" sz="900" b="0" dirty="0">
                <a:solidFill>
                  <a:schemeClr val="bg1"/>
                </a:solidFill>
              </a:rPr>
              <a:t> </a:t>
            </a:r>
            <a:r>
              <a:rPr lang="en-US" sz="900" b="0" dirty="0" err="1">
                <a:solidFill>
                  <a:schemeClr val="bg1"/>
                </a:solidFill>
              </a:rPr>
              <a:t>adisciping</a:t>
            </a:r>
            <a:r>
              <a:rPr lang="en-US" sz="900" b="0" dirty="0">
                <a:solidFill>
                  <a:schemeClr val="bg1"/>
                </a:solidFill>
              </a:rPr>
              <a:t> </a:t>
            </a:r>
            <a:r>
              <a:rPr lang="en-US" sz="900" b="0" dirty="0" err="1">
                <a:solidFill>
                  <a:schemeClr val="bg1"/>
                </a:solidFill>
              </a:rPr>
              <a:t>elit</a:t>
            </a:r>
            <a:endParaRPr lang="en-US" sz="900" b="0" dirty="0">
              <a:solidFill>
                <a:schemeClr val="bg1"/>
              </a:solidFill>
            </a:endParaRPr>
          </a:p>
        </p:txBody>
      </p:sp>
      <p:sp>
        <p:nvSpPr>
          <p:cNvPr id="160" name="Título 1">
            <a:extLst>
              <a:ext uri="{FF2B5EF4-FFF2-40B4-BE49-F238E27FC236}">
                <a16:creationId xmlns:a16="http://schemas.microsoft.com/office/drawing/2014/main" id="{82E5F6E2-41BF-240B-FADD-922BA5954059}"/>
              </a:ext>
            </a:extLst>
          </p:cNvPr>
          <p:cNvSpPr txBox="1">
            <a:spLocks/>
          </p:cNvSpPr>
          <p:nvPr/>
        </p:nvSpPr>
        <p:spPr>
          <a:xfrm>
            <a:off x="998245" y="4203233"/>
            <a:ext cx="429546" cy="2308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dirty="0">
                <a:solidFill>
                  <a:schemeClr val="bg1"/>
                </a:solidFill>
              </a:rPr>
              <a:t>03.</a:t>
            </a:r>
          </a:p>
        </p:txBody>
      </p:sp>
      <p:sp>
        <p:nvSpPr>
          <p:cNvPr id="161" name="Título 1">
            <a:extLst>
              <a:ext uri="{FF2B5EF4-FFF2-40B4-BE49-F238E27FC236}">
                <a16:creationId xmlns:a16="http://schemas.microsoft.com/office/drawing/2014/main" id="{CBA28A7B-5F38-BE52-4F33-FC738B432DFB}"/>
              </a:ext>
            </a:extLst>
          </p:cNvPr>
          <p:cNvSpPr txBox="1">
            <a:spLocks/>
          </p:cNvSpPr>
          <p:nvPr/>
        </p:nvSpPr>
        <p:spPr>
          <a:xfrm>
            <a:off x="2139565" y="3818740"/>
            <a:ext cx="922215" cy="2892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bg1"/>
                </a:solidFill>
                <a:latin typeface="Poppins SemiBold" panose="00000700000000000000" pitchFamily="2" charset="0"/>
                <a:cs typeface="Poppins SemiBold" panose="00000700000000000000" pitchFamily="2" charset="0"/>
              </a:rPr>
              <a:t>Lorem ipsum dolor sit </a:t>
            </a:r>
            <a:r>
              <a:rPr lang="en-US" sz="1000" dirty="0" err="1">
                <a:solidFill>
                  <a:schemeClr val="bg1"/>
                </a:solidFill>
                <a:latin typeface="Poppins SemiBold" panose="00000700000000000000" pitchFamily="2" charset="0"/>
                <a:cs typeface="Poppins SemiBold" panose="00000700000000000000" pitchFamily="2" charset="0"/>
              </a:rPr>
              <a:t>amet</a:t>
            </a:r>
            <a:endParaRPr lang="en-US" sz="1000" dirty="0">
              <a:solidFill>
                <a:schemeClr val="bg1"/>
              </a:solidFill>
              <a:latin typeface="Poppins SemiBold" panose="00000700000000000000" pitchFamily="2" charset="0"/>
              <a:cs typeface="Poppins SemiBold" panose="00000700000000000000" pitchFamily="2" charset="0"/>
            </a:endParaRPr>
          </a:p>
        </p:txBody>
      </p:sp>
      <p:sp>
        <p:nvSpPr>
          <p:cNvPr id="162" name="Título 1">
            <a:extLst>
              <a:ext uri="{FF2B5EF4-FFF2-40B4-BE49-F238E27FC236}">
                <a16:creationId xmlns:a16="http://schemas.microsoft.com/office/drawing/2014/main" id="{8AE1081D-D389-4B9E-4B04-BCB1F335253C}"/>
              </a:ext>
            </a:extLst>
          </p:cNvPr>
          <p:cNvSpPr txBox="1">
            <a:spLocks/>
          </p:cNvSpPr>
          <p:nvPr/>
        </p:nvSpPr>
        <p:spPr>
          <a:xfrm>
            <a:off x="2167103" y="4229321"/>
            <a:ext cx="867139" cy="58333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900" b="0" dirty="0">
                <a:solidFill>
                  <a:schemeClr val="bg1"/>
                </a:solidFill>
              </a:rPr>
              <a:t>Lorem ipsum dolor sit </a:t>
            </a:r>
            <a:r>
              <a:rPr lang="en-US" sz="900" b="0" dirty="0" err="1">
                <a:solidFill>
                  <a:schemeClr val="bg1"/>
                </a:solidFill>
              </a:rPr>
              <a:t>amet</a:t>
            </a:r>
            <a:r>
              <a:rPr lang="en-US" sz="900" b="0" dirty="0">
                <a:solidFill>
                  <a:schemeClr val="bg1"/>
                </a:solidFill>
              </a:rPr>
              <a:t> </a:t>
            </a:r>
            <a:r>
              <a:rPr lang="en-US" sz="900" b="0" dirty="0" err="1">
                <a:solidFill>
                  <a:schemeClr val="bg1"/>
                </a:solidFill>
              </a:rPr>
              <a:t>consectetur</a:t>
            </a:r>
            <a:r>
              <a:rPr lang="en-US" sz="900" b="0" dirty="0">
                <a:solidFill>
                  <a:schemeClr val="bg1"/>
                </a:solidFill>
              </a:rPr>
              <a:t> </a:t>
            </a:r>
            <a:r>
              <a:rPr lang="en-US" sz="900" b="0" dirty="0" err="1">
                <a:solidFill>
                  <a:schemeClr val="bg1"/>
                </a:solidFill>
              </a:rPr>
              <a:t>adisciping</a:t>
            </a:r>
            <a:r>
              <a:rPr lang="en-US" sz="900" b="0" dirty="0">
                <a:solidFill>
                  <a:schemeClr val="bg1"/>
                </a:solidFill>
              </a:rPr>
              <a:t> </a:t>
            </a:r>
            <a:r>
              <a:rPr lang="en-US" sz="900" b="0" dirty="0" err="1">
                <a:solidFill>
                  <a:schemeClr val="bg1"/>
                </a:solidFill>
              </a:rPr>
              <a:t>elit</a:t>
            </a:r>
            <a:endParaRPr lang="en-US" sz="900" b="0" dirty="0">
              <a:solidFill>
                <a:schemeClr val="bg1"/>
              </a:solidFill>
            </a:endParaRPr>
          </a:p>
        </p:txBody>
      </p:sp>
      <p:sp>
        <p:nvSpPr>
          <p:cNvPr id="163" name="Título 1">
            <a:extLst>
              <a:ext uri="{FF2B5EF4-FFF2-40B4-BE49-F238E27FC236}">
                <a16:creationId xmlns:a16="http://schemas.microsoft.com/office/drawing/2014/main" id="{1BFC3B33-897F-3D7A-8338-B389B9520C49}"/>
              </a:ext>
            </a:extLst>
          </p:cNvPr>
          <p:cNvSpPr txBox="1">
            <a:spLocks/>
          </p:cNvSpPr>
          <p:nvPr/>
        </p:nvSpPr>
        <p:spPr>
          <a:xfrm>
            <a:off x="2408970" y="3466151"/>
            <a:ext cx="383405" cy="2308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dirty="0">
                <a:solidFill>
                  <a:schemeClr val="bg1"/>
                </a:solidFill>
              </a:rPr>
              <a:t>02.</a:t>
            </a:r>
          </a:p>
        </p:txBody>
      </p:sp>
      <p:sp>
        <p:nvSpPr>
          <p:cNvPr id="165" name="Título 1">
            <a:extLst>
              <a:ext uri="{FF2B5EF4-FFF2-40B4-BE49-F238E27FC236}">
                <a16:creationId xmlns:a16="http://schemas.microsoft.com/office/drawing/2014/main" id="{17682B27-2472-D5BE-B90F-4AB29FE525D2}"/>
              </a:ext>
            </a:extLst>
          </p:cNvPr>
          <p:cNvSpPr txBox="1">
            <a:spLocks/>
          </p:cNvSpPr>
          <p:nvPr/>
        </p:nvSpPr>
        <p:spPr>
          <a:xfrm>
            <a:off x="3527218" y="3176866"/>
            <a:ext cx="922215" cy="28928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000" dirty="0">
                <a:solidFill>
                  <a:schemeClr val="bg1"/>
                </a:solidFill>
                <a:latin typeface="Poppins SemiBold" panose="00000700000000000000" pitchFamily="2" charset="0"/>
                <a:cs typeface="Poppins SemiBold" panose="00000700000000000000" pitchFamily="2" charset="0"/>
              </a:rPr>
              <a:t>Lorem ipsum dolor sit </a:t>
            </a:r>
            <a:r>
              <a:rPr lang="en-US" sz="1000" dirty="0" err="1">
                <a:solidFill>
                  <a:schemeClr val="bg1"/>
                </a:solidFill>
                <a:latin typeface="Poppins SemiBold" panose="00000700000000000000" pitchFamily="2" charset="0"/>
                <a:cs typeface="Poppins SemiBold" panose="00000700000000000000" pitchFamily="2" charset="0"/>
              </a:rPr>
              <a:t>amet</a:t>
            </a:r>
            <a:endParaRPr lang="en-US" sz="1000" dirty="0">
              <a:solidFill>
                <a:schemeClr val="bg1"/>
              </a:solidFill>
              <a:latin typeface="Poppins SemiBold" panose="00000700000000000000" pitchFamily="2" charset="0"/>
              <a:cs typeface="Poppins SemiBold" panose="00000700000000000000" pitchFamily="2" charset="0"/>
            </a:endParaRPr>
          </a:p>
        </p:txBody>
      </p:sp>
      <p:sp>
        <p:nvSpPr>
          <p:cNvPr id="166" name="Título 1">
            <a:extLst>
              <a:ext uri="{FF2B5EF4-FFF2-40B4-BE49-F238E27FC236}">
                <a16:creationId xmlns:a16="http://schemas.microsoft.com/office/drawing/2014/main" id="{05A584EE-D8BB-2BBC-8CF7-75F610B94B91}"/>
              </a:ext>
            </a:extLst>
          </p:cNvPr>
          <p:cNvSpPr txBox="1">
            <a:spLocks/>
          </p:cNvSpPr>
          <p:nvPr/>
        </p:nvSpPr>
        <p:spPr>
          <a:xfrm>
            <a:off x="3554756" y="3587447"/>
            <a:ext cx="867139" cy="583339"/>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900" b="0" dirty="0">
                <a:solidFill>
                  <a:schemeClr val="bg1"/>
                </a:solidFill>
              </a:rPr>
              <a:t>Lorem ipsum dolor sit </a:t>
            </a:r>
            <a:r>
              <a:rPr lang="en-US" sz="900" b="0" dirty="0" err="1">
                <a:solidFill>
                  <a:schemeClr val="bg1"/>
                </a:solidFill>
              </a:rPr>
              <a:t>amet</a:t>
            </a:r>
            <a:r>
              <a:rPr lang="en-US" sz="900" b="0" dirty="0">
                <a:solidFill>
                  <a:schemeClr val="bg1"/>
                </a:solidFill>
              </a:rPr>
              <a:t> </a:t>
            </a:r>
            <a:r>
              <a:rPr lang="en-US" sz="900" b="0" dirty="0" err="1">
                <a:solidFill>
                  <a:schemeClr val="bg1"/>
                </a:solidFill>
              </a:rPr>
              <a:t>consectetur</a:t>
            </a:r>
            <a:r>
              <a:rPr lang="en-US" sz="900" b="0" dirty="0">
                <a:solidFill>
                  <a:schemeClr val="bg1"/>
                </a:solidFill>
              </a:rPr>
              <a:t> </a:t>
            </a:r>
            <a:r>
              <a:rPr lang="en-US" sz="900" b="0" dirty="0" err="1">
                <a:solidFill>
                  <a:schemeClr val="bg1"/>
                </a:solidFill>
              </a:rPr>
              <a:t>adisciping</a:t>
            </a:r>
            <a:r>
              <a:rPr lang="en-US" sz="900" b="0" dirty="0">
                <a:solidFill>
                  <a:schemeClr val="bg1"/>
                </a:solidFill>
              </a:rPr>
              <a:t> </a:t>
            </a:r>
            <a:r>
              <a:rPr lang="en-US" sz="900" b="0" dirty="0" err="1">
                <a:solidFill>
                  <a:schemeClr val="bg1"/>
                </a:solidFill>
              </a:rPr>
              <a:t>elit</a:t>
            </a:r>
            <a:endParaRPr lang="en-US" sz="900" b="0" dirty="0">
              <a:solidFill>
                <a:schemeClr val="bg1"/>
              </a:solidFill>
            </a:endParaRPr>
          </a:p>
        </p:txBody>
      </p:sp>
      <p:sp>
        <p:nvSpPr>
          <p:cNvPr id="167" name="Título 1">
            <a:extLst>
              <a:ext uri="{FF2B5EF4-FFF2-40B4-BE49-F238E27FC236}">
                <a16:creationId xmlns:a16="http://schemas.microsoft.com/office/drawing/2014/main" id="{C2E5AF91-E56F-D226-CF06-BD804BCDAB57}"/>
              </a:ext>
            </a:extLst>
          </p:cNvPr>
          <p:cNvSpPr txBox="1">
            <a:spLocks/>
          </p:cNvSpPr>
          <p:nvPr/>
        </p:nvSpPr>
        <p:spPr>
          <a:xfrm>
            <a:off x="3809027" y="2824277"/>
            <a:ext cx="358597" cy="23085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dirty="0">
                <a:solidFill>
                  <a:schemeClr val="bg1"/>
                </a:solidFill>
              </a:rPr>
              <a:t>01.</a:t>
            </a:r>
          </a:p>
        </p:txBody>
      </p:sp>
      <p:sp>
        <p:nvSpPr>
          <p:cNvPr id="171" name="CaixaDeTexto 3">
            <a:extLst>
              <a:ext uri="{FF2B5EF4-FFF2-40B4-BE49-F238E27FC236}">
                <a16:creationId xmlns:a16="http://schemas.microsoft.com/office/drawing/2014/main" id="{6E4D04B9-F3D9-BAFE-5844-F744626FB296}"/>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solidFill>
                  <a:schemeClr val="bg1"/>
                </a:solidFill>
              </a:rPr>
              <a:t>Investment</a:t>
            </a:r>
            <a:r>
              <a:rPr lang="pt-BR" dirty="0">
                <a:solidFill>
                  <a:schemeClr val="bg1"/>
                </a:solidFill>
              </a:rPr>
              <a:t> </a:t>
            </a:r>
            <a:r>
              <a:rPr lang="pt-BR" dirty="0" err="1">
                <a:solidFill>
                  <a:schemeClr val="bg1"/>
                </a:solidFill>
              </a:rPr>
              <a:t>Thesis</a:t>
            </a:r>
            <a:endParaRPr lang="pt-BR" dirty="0">
              <a:solidFill>
                <a:schemeClr val="bg1"/>
              </a:solidFill>
            </a:endParaRPr>
          </a:p>
        </p:txBody>
      </p:sp>
      <p:pic>
        <p:nvPicPr>
          <p:cNvPr id="172" name="Gráfico 14">
            <a:extLst>
              <a:ext uri="{FF2B5EF4-FFF2-40B4-BE49-F238E27FC236}">
                <a16:creationId xmlns:a16="http://schemas.microsoft.com/office/drawing/2014/main" id="{150446BD-9D83-829A-7DDF-EC4A91CF0DF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1481969" y="307275"/>
            <a:ext cx="354839" cy="303818"/>
          </a:xfrm>
          <a:prstGeom prst="rect">
            <a:avLst/>
          </a:prstGeom>
        </p:spPr>
      </p:pic>
      <p:sp>
        <p:nvSpPr>
          <p:cNvPr id="4" name="Rectangle 3">
            <a:extLst>
              <a:ext uri="{FF2B5EF4-FFF2-40B4-BE49-F238E27FC236}">
                <a16:creationId xmlns:a16="http://schemas.microsoft.com/office/drawing/2014/main" id="{1063B6CB-F224-302F-2152-EB8AD23FA9D1}"/>
              </a:ext>
            </a:extLst>
          </p:cNvPr>
          <p:cNvSpPr/>
          <p:nvPr/>
        </p:nvSpPr>
        <p:spPr>
          <a:xfrm>
            <a:off x="8834656" y="1291473"/>
            <a:ext cx="2271860" cy="780805"/>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tx1"/>
                </a:solidFill>
                <a:latin typeface="Source Serif Pro" panose="02040603050405020204" pitchFamily="18" charset="0"/>
                <a:ea typeface="Source Serif Pro" panose="02040603050405020204" pitchFamily="18" charset="0"/>
              </a:rPr>
              <a:t>Buscar mapas de terras mapeadas</a:t>
            </a:r>
          </a:p>
        </p:txBody>
      </p:sp>
    </p:spTree>
    <p:extLst>
      <p:ext uri="{BB962C8B-B14F-4D97-AF65-F5344CB8AC3E}">
        <p14:creationId xmlns:p14="http://schemas.microsoft.com/office/powerpoint/2010/main" val="6268680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2EC3C5-CA1F-65A6-C0AE-EE58A3AF0243}"/>
            </a:ext>
          </a:extLst>
        </p:cNvPr>
        <p:cNvGrpSpPr/>
        <p:nvPr/>
      </p:nvGrpSpPr>
      <p:grpSpPr>
        <a:xfrm>
          <a:off x="0" y="0"/>
          <a:ext cx="0" cy="0"/>
          <a:chOff x="0" y="0"/>
          <a:chExt cx="0" cy="0"/>
        </a:xfrm>
      </p:grpSpPr>
      <p:sp>
        <p:nvSpPr>
          <p:cNvPr id="3" name="Retângulo 2">
            <a:extLst>
              <a:ext uri="{FF2B5EF4-FFF2-40B4-BE49-F238E27FC236}">
                <a16:creationId xmlns:a16="http://schemas.microsoft.com/office/drawing/2014/main" id="{986F7AD9-178B-367B-0A8D-FA53E915107F}"/>
              </a:ext>
            </a:extLst>
          </p:cNvPr>
          <p:cNvSpPr/>
          <p:nvPr/>
        </p:nvSpPr>
        <p:spPr>
          <a:xfrm>
            <a:off x="6536267" y="0"/>
            <a:ext cx="5655733"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0E150D40-7765-B40F-55F7-54EAF54A1311}"/>
              </a:ext>
            </a:extLst>
          </p:cNvPr>
          <p:cNvSpPr>
            <a:spLocks noGrp="1"/>
          </p:cNvSpPr>
          <p:nvPr>
            <p:ph type="title"/>
          </p:nvPr>
        </p:nvSpPr>
        <p:spPr/>
        <p:txBody>
          <a:bodyPr/>
          <a:lstStyle/>
          <a:p>
            <a:r>
              <a:rPr lang="en-US" dirty="0"/>
              <a:t>Lorem ipsum dolor sit </a:t>
            </a:r>
            <a:r>
              <a:rPr lang="en-US" dirty="0" err="1"/>
              <a:t>amet</a:t>
            </a:r>
            <a:r>
              <a:rPr lang="en-US" dirty="0"/>
              <a:t> </a:t>
            </a:r>
            <a:r>
              <a:rPr lang="en-US" dirty="0" err="1"/>
              <a:t>consectetur</a:t>
            </a:r>
            <a:endParaRPr lang="pt-BR" dirty="0"/>
          </a:p>
        </p:txBody>
      </p:sp>
      <p:sp>
        <p:nvSpPr>
          <p:cNvPr id="5" name="Espaço Reservado para Conteúdo 4">
            <a:extLst>
              <a:ext uri="{FF2B5EF4-FFF2-40B4-BE49-F238E27FC236}">
                <a16:creationId xmlns:a16="http://schemas.microsoft.com/office/drawing/2014/main" id="{BAF4F744-0972-7DD2-E08B-F729ED2C2CC9}"/>
              </a:ext>
            </a:extLst>
          </p:cNvPr>
          <p:cNvSpPr>
            <a:spLocks noGrp="1"/>
          </p:cNvSpPr>
          <p:nvPr>
            <p:ph sz="quarter" idx="13"/>
          </p:nvPr>
        </p:nvSpPr>
        <p:spPr>
          <a:xfrm>
            <a:off x="731838" y="1052961"/>
            <a:ext cx="11102975" cy="215503"/>
          </a:xfrm>
        </p:spPr>
        <p:txBody>
          <a:bodyPr/>
          <a:lstStyle/>
          <a:p>
            <a:r>
              <a:rPr lang="en-US" dirty="0">
                <a:solidFill>
                  <a:schemeClr val="bg2"/>
                </a:solidFill>
              </a:rPr>
              <a:t>Lorem ipsum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r>
              <a:rPr lang="en-US" dirty="0" err="1">
                <a:solidFill>
                  <a:schemeClr val="bg2"/>
                </a:solidFill>
              </a:rPr>
              <a:t>elit</a:t>
            </a:r>
            <a:r>
              <a:rPr lang="en-US" dirty="0">
                <a:solidFill>
                  <a:schemeClr val="bg2"/>
                </a:solidFill>
              </a:rPr>
              <a:t> lorem </a:t>
            </a:r>
            <a:r>
              <a:rPr lang="en-US" dirty="0" err="1">
                <a:solidFill>
                  <a:schemeClr val="bg2"/>
                </a:solidFill>
              </a:rPr>
              <a:t>ispum</a:t>
            </a:r>
            <a:r>
              <a:rPr lang="en-US" dirty="0">
                <a:solidFill>
                  <a:schemeClr val="bg2"/>
                </a:solidFill>
              </a:rPr>
              <a:t> dolor sit</a:t>
            </a:r>
          </a:p>
        </p:txBody>
      </p:sp>
      <p:sp>
        <p:nvSpPr>
          <p:cNvPr id="10" name="Espaço Reservado para Texto 9">
            <a:extLst>
              <a:ext uri="{FF2B5EF4-FFF2-40B4-BE49-F238E27FC236}">
                <a16:creationId xmlns:a16="http://schemas.microsoft.com/office/drawing/2014/main" id="{358561D2-A39D-F7E7-7B85-63507ACE46C1}"/>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08C6472A-33A0-DF6F-F5E9-415E740CF707}"/>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10</a:t>
            </a:fld>
            <a:endParaRPr lang="en-US" dirty="0">
              <a:latin typeface="Poppins Light" panose="00000400000000000000" pitchFamily="2" charset="0"/>
              <a:cs typeface="Poppins Light" panose="00000400000000000000" pitchFamily="2" charset="0"/>
            </a:endParaRPr>
          </a:p>
        </p:txBody>
      </p:sp>
      <p:sp>
        <p:nvSpPr>
          <p:cNvPr id="6" name="Espaço Reservado para Conteúdo 4">
            <a:extLst>
              <a:ext uri="{FF2B5EF4-FFF2-40B4-BE49-F238E27FC236}">
                <a16:creationId xmlns:a16="http://schemas.microsoft.com/office/drawing/2014/main" id="{8F9B1734-AFB9-45F2-EB69-42A53907E513}"/>
              </a:ext>
            </a:extLst>
          </p:cNvPr>
          <p:cNvSpPr txBox="1">
            <a:spLocks/>
          </p:cNvSpPr>
          <p:nvPr/>
        </p:nvSpPr>
        <p:spPr>
          <a:xfrm>
            <a:off x="725435" y="1523987"/>
            <a:ext cx="4704257" cy="587913"/>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latin typeface="Poppins SemiBold" panose="00000700000000000000" pitchFamily="2" charset="0"/>
                <a:cs typeface="Poppins SemiBold" panose="00000700000000000000" pitchFamily="2" charset="0"/>
              </a:rPr>
              <a:t>Mining operators </a:t>
            </a:r>
            <a:r>
              <a:rPr lang="en-US" dirty="0" err="1">
                <a:latin typeface="Poppins SemiBold" panose="00000700000000000000" pitchFamily="2" charset="0"/>
                <a:cs typeface="Poppins SemiBold" panose="00000700000000000000" pitchFamily="2" charset="0"/>
              </a:rPr>
              <a:t>worlwide</a:t>
            </a:r>
            <a:r>
              <a:rPr lang="en-US" dirty="0">
                <a:latin typeface="Poppins SemiBold" panose="00000700000000000000" pitchFamily="2" charset="0"/>
                <a:cs typeface="Poppins SemiBold" panose="00000700000000000000" pitchFamily="2" charset="0"/>
              </a:rPr>
              <a:t> are increasingly outsourcing </a:t>
            </a:r>
            <a:r>
              <a:rPr lang="en-US" dirty="0" err="1">
                <a:latin typeface="Poppins SemiBold" panose="00000700000000000000" pitchFamily="2" charset="0"/>
                <a:cs typeface="Poppins SemiBold" panose="00000700000000000000" pitchFamily="2" charset="0"/>
              </a:rPr>
              <a:t>activieis</a:t>
            </a:r>
            <a:r>
              <a:rPr lang="en-US" dirty="0">
                <a:latin typeface="Poppins SemiBold" panose="00000700000000000000" pitchFamily="2" charset="0"/>
                <a:cs typeface="Poppins SemiBold" panose="00000700000000000000" pitchFamily="2" charset="0"/>
              </a:rPr>
              <a:t> to focus on strategic Decisions, boosting mining services market, which stands at xx Bn</a:t>
            </a:r>
          </a:p>
        </p:txBody>
      </p:sp>
      <p:sp>
        <p:nvSpPr>
          <p:cNvPr id="9" name="Título 1">
            <a:extLst>
              <a:ext uri="{FF2B5EF4-FFF2-40B4-BE49-F238E27FC236}">
                <a16:creationId xmlns:a16="http://schemas.microsoft.com/office/drawing/2014/main" id="{5CA1DCBF-A42D-03D0-0779-955311485A56}"/>
              </a:ext>
            </a:extLst>
          </p:cNvPr>
          <p:cNvSpPr txBox="1">
            <a:spLocks/>
          </p:cNvSpPr>
          <p:nvPr/>
        </p:nvSpPr>
        <p:spPr>
          <a:xfrm>
            <a:off x="731838" y="2314096"/>
            <a:ext cx="2741464" cy="3352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1050" dirty="0" err="1">
                <a:solidFill>
                  <a:schemeClr val="accent1"/>
                </a:solidFill>
                <a:latin typeface="Poppins SemiBold" panose="00000700000000000000" pitchFamily="2" charset="0"/>
                <a:cs typeface="Poppins SemiBold" panose="00000700000000000000" pitchFamily="2" charset="0"/>
              </a:rPr>
              <a:t>Lorem</a:t>
            </a:r>
            <a:r>
              <a:rPr lang="pt-BR" sz="1050" dirty="0">
                <a:solidFill>
                  <a:schemeClr val="accent1"/>
                </a:solidFill>
                <a:latin typeface="Poppins SemiBold" panose="00000700000000000000" pitchFamily="2" charset="0"/>
                <a:cs typeface="Poppins SemiBold" panose="00000700000000000000" pitchFamily="2" charset="0"/>
              </a:rPr>
              <a:t> ipsum </a:t>
            </a:r>
            <a:r>
              <a:rPr lang="pt-BR" sz="1050" dirty="0" err="1">
                <a:solidFill>
                  <a:schemeClr val="accent1"/>
                </a:solidFill>
                <a:latin typeface="Poppins SemiBold" panose="00000700000000000000" pitchFamily="2" charset="0"/>
                <a:cs typeface="Poppins SemiBold" panose="00000700000000000000" pitchFamily="2" charset="0"/>
              </a:rPr>
              <a:t>dolor</a:t>
            </a:r>
            <a:r>
              <a:rPr lang="pt-BR" sz="1050" dirty="0">
                <a:solidFill>
                  <a:schemeClr val="accent1"/>
                </a:solidFill>
                <a:latin typeface="Poppins SemiBold" panose="00000700000000000000" pitchFamily="2" charset="0"/>
                <a:cs typeface="Poppins SemiBold" panose="00000700000000000000" pitchFamily="2" charset="0"/>
              </a:rPr>
              <a:t> </a:t>
            </a:r>
            <a:r>
              <a:rPr lang="pt-BR" sz="1050" dirty="0" err="1">
                <a:solidFill>
                  <a:schemeClr val="accent1"/>
                </a:solidFill>
                <a:latin typeface="Poppins SemiBold" panose="00000700000000000000" pitchFamily="2" charset="0"/>
                <a:cs typeface="Poppins SemiBold" panose="00000700000000000000" pitchFamily="2" charset="0"/>
              </a:rPr>
              <a:t>sit</a:t>
            </a:r>
            <a:r>
              <a:rPr lang="pt-BR" sz="1050" dirty="0">
                <a:solidFill>
                  <a:schemeClr val="accent1"/>
                </a:solidFill>
                <a:latin typeface="Poppins SemiBold" panose="00000700000000000000" pitchFamily="2" charset="0"/>
                <a:cs typeface="Poppins SemiBold" panose="00000700000000000000" pitchFamily="2" charset="0"/>
              </a:rPr>
              <a:t> </a:t>
            </a:r>
            <a:r>
              <a:rPr lang="pt-BR" sz="1050" dirty="0" err="1">
                <a:solidFill>
                  <a:schemeClr val="accent1"/>
                </a:solidFill>
                <a:latin typeface="Poppins SemiBold" panose="00000700000000000000" pitchFamily="2" charset="0"/>
                <a:cs typeface="Poppins SemiBold" panose="00000700000000000000" pitchFamily="2" charset="0"/>
              </a:rPr>
              <a:t>amet</a:t>
            </a:r>
            <a:r>
              <a:rPr lang="pt-BR" sz="1050" dirty="0">
                <a:solidFill>
                  <a:schemeClr val="accent1"/>
                </a:solidFill>
                <a:latin typeface="Poppins SemiBold" panose="00000700000000000000" pitchFamily="2" charset="0"/>
                <a:cs typeface="Poppins SemiBold" panose="00000700000000000000" pitchFamily="2" charset="0"/>
              </a:rPr>
              <a:t> </a:t>
            </a:r>
            <a:r>
              <a:rPr lang="pt-BR" sz="1050" dirty="0" err="1">
                <a:solidFill>
                  <a:schemeClr val="accent1"/>
                </a:solidFill>
                <a:latin typeface="Poppins SemiBold" panose="00000700000000000000" pitchFamily="2" charset="0"/>
                <a:cs typeface="Poppins SemiBold" panose="00000700000000000000" pitchFamily="2" charset="0"/>
              </a:rPr>
              <a:t>consectetur</a:t>
            </a:r>
            <a:r>
              <a:rPr lang="pt-BR" sz="1050" dirty="0">
                <a:solidFill>
                  <a:schemeClr val="accent1"/>
                </a:solidFill>
                <a:latin typeface="Poppins SemiBold" panose="00000700000000000000" pitchFamily="2" charset="0"/>
                <a:cs typeface="Poppins SemiBold" panose="00000700000000000000" pitchFamily="2" charset="0"/>
              </a:rPr>
              <a:t> </a:t>
            </a:r>
            <a:r>
              <a:rPr lang="pt-BR" sz="1050" dirty="0" err="1">
                <a:solidFill>
                  <a:schemeClr val="accent1"/>
                </a:solidFill>
                <a:latin typeface="Poppins SemiBold" panose="00000700000000000000" pitchFamily="2" charset="0"/>
                <a:cs typeface="Poppins SemiBold" panose="00000700000000000000" pitchFamily="2" charset="0"/>
              </a:rPr>
              <a:t>adisciping</a:t>
            </a:r>
            <a:r>
              <a:rPr lang="pt-BR" sz="1050" dirty="0">
                <a:solidFill>
                  <a:schemeClr val="accent1"/>
                </a:solidFill>
                <a:latin typeface="Poppins SemiBold" panose="00000700000000000000" pitchFamily="2" charset="0"/>
                <a:cs typeface="Poppins SemiBold" panose="00000700000000000000" pitchFamily="2" charset="0"/>
              </a:rPr>
              <a:t> </a:t>
            </a:r>
            <a:r>
              <a:rPr lang="pt-BR" sz="1050" dirty="0" err="1">
                <a:solidFill>
                  <a:schemeClr val="accent1"/>
                </a:solidFill>
                <a:latin typeface="Poppins SemiBold" panose="00000700000000000000" pitchFamily="2" charset="0"/>
                <a:cs typeface="Poppins SemiBold" panose="00000700000000000000" pitchFamily="2" charset="0"/>
              </a:rPr>
              <a:t>elit</a:t>
            </a:r>
            <a:endParaRPr lang="pt-BR" sz="1050" dirty="0">
              <a:solidFill>
                <a:schemeClr val="accent1"/>
              </a:solidFill>
              <a:latin typeface="Poppins SemiBold" panose="00000700000000000000" pitchFamily="2" charset="0"/>
              <a:cs typeface="Poppins SemiBold" panose="00000700000000000000" pitchFamily="2" charset="0"/>
            </a:endParaRPr>
          </a:p>
        </p:txBody>
      </p:sp>
      <p:sp>
        <p:nvSpPr>
          <p:cNvPr id="12" name="Título 1">
            <a:extLst>
              <a:ext uri="{FF2B5EF4-FFF2-40B4-BE49-F238E27FC236}">
                <a16:creationId xmlns:a16="http://schemas.microsoft.com/office/drawing/2014/main" id="{DDBABF3A-5FB0-DC73-B817-E7605E57ADF9}"/>
              </a:ext>
            </a:extLst>
          </p:cNvPr>
          <p:cNvSpPr txBox="1">
            <a:spLocks/>
          </p:cNvSpPr>
          <p:nvPr/>
        </p:nvSpPr>
        <p:spPr>
          <a:xfrm>
            <a:off x="731838" y="2687416"/>
            <a:ext cx="2259012" cy="33528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pt-BR" sz="900" b="0" dirty="0" err="1">
                <a:latin typeface="Poppins Light" panose="00000400000000000000" pitchFamily="2" charset="0"/>
                <a:cs typeface="Poppins Light" panose="00000400000000000000" pitchFamily="2" charset="0"/>
              </a:rPr>
              <a:t>Lorem</a:t>
            </a:r>
            <a:r>
              <a:rPr lang="pt-BR" sz="900" b="0" dirty="0">
                <a:latin typeface="Poppins Light" panose="00000400000000000000" pitchFamily="2" charset="0"/>
                <a:cs typeface="Poppins Light" panose="00000400000000000000" pitchFamily="2" charset="0"/>
              </a:rPr>
              <a:t> ipsum </a:t>
            </a:r>
            <a:r>
              <a:rPr lang="pt-BR" sz="900" b="0" dirty="0" err="1">
                <a:latin typeface="Poppins Light" panose="00000400000000000000" pitchFamily="2" charset="0"/>
                <a:cs typeface="Poppins Light" panose="00000400000000000000" pitchFamily="2" charset="0"/>
              </a:rPr>
              <a:t>dolor</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sit</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amet</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consecetur</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adisciping</a:t>
            </a:r>
            <a:r>
              <a:rPr lang="pt-BR" sz="900" b="0" dirty="0">
                <a:latin typeface="Poppins Light" panose="00000400000000000000" pitchFamily="2" charset="0"/>
                <a:cs typeface="Poppins Light" panose="00000400000000000000" pitchFamily="2" charset="0"/>
              </a:rPr>
              <a:t> </a:t>
            </a:r>
            <a:r>
              <a:rPr lang="pt-BR" sz="900" b="0" dirty="0" err="1">
                <a:latin typeface="Poppins Light" panose="00000400000000000000" pitchFamily="2" charset="0"/>
                <a:cs typeface="Poppins Light" panose="00000400000000000000" pitchFamily="2" charset="0"/>
              </a:rPr>
              <a:t>elit</a:t>
            </a:r>
            <a:endParaRPr lang="pt-BR" sz="900" b="0" dirty="0">
              <a:latin typeface="Poppins Light" panose="00000400000000000000" pitchFamily="2" charset="0"/>
              <a:cs typeface="Poppins Light" panose="00000400000000000000" pitchFamily="2" charset="0"/>
            </a:endParaRPr>
          </a:p>
        </p:txBody>
      </p:sp>
      <p:grpSp>
        <p:nvGrpSpPr>
          <p:cNvPr id="45" name="Agrupar 44">
            <a:extLst>
              <a:ext uri="{FF2B5EF4-FFF2-40B4-BE49-F238E27FC236}">
                <a16:creationId xmlns:a16="http://schemas.microsoft.com/office/drawing/2014/main" id="{FB8F3477-5870-80E4-1FC2-B022104447CD}"/>
              </a:ext>
            </a:extLst>
          </p:cNvPr>
          <p:cNvGrpSpPr/>
          <p:nvPr/>
        </p:nvGrpSpPr>
        <p:grpSpPr>
          <a:xfrm>
            <a:off x="731837" y="2705728"/>
            <a:ext cx="5205413" cy="3518372"/>
            <a:chOff x="731837" y="2197101"/>
            <a:chExt cx="5776913" cy="4107140"/>
          </a:xfrm>
        </p:grpSpPr>
        <p:graphicFrame>
          <p:nvGraphicFramePr>
            <p:cNvPr id="8" name="Content Placeholder 2063">
              <a:extLst>
                <a:ext uri="{FF2B5EF4-FFF2-40B4-BE49-F238E27FC236}">
                  <a16:creationId xmlns:a16="http://schemas.microsoft.com/office/drawing/2014/main" id="{344BC09A-BAB6-8506-30D7-F5E320FEC9D0}"/>
                </a:ext>
              </a:extLst>
            </p:cNvPr>
            <p:cNvGraphicFramePr>
              <a:graphicFrameLocks/>
            </p:cNvGraphicFramePr>
            <p:nvPr/>
          </p:nvGraphicFramePr>
          <p:xfrm>
            <a:off x="731837" y="2197101"/>
            <a:ext cx="5776913" cy="4107140"/>
          </p:xfrm>
          <a:graphic>
            <a:graphicData uri="http://schemas.openxmlformats.org/drawingml/2006/chart">
              <c:chart xmlns:c="http://schemas.openxmlformats.org/drawingml/2006/chart" xmlns:r="http://schemas.openxmlformats.org/officeDocument/2006/relationships" r:id="rId3"/>
            </a:graphicData>
          </a:graphic>
        </p:graphicFrame>
        <p:cxnSp>
          <p:nvCxnSpPr>
            <p:cNvPr id="16" name="Conector: Angulado 15">
              <a:extLst>
                <a:ext uri="{FF2B5EF4-FFF2-40B4-BE49-F238E27FC236}">
                  <a16:creationId xmlns:a16="http://schemas.microsoft.com/office/drawing/2014/main" id="{2150D0C3-9A29-C81D-CC6C-71D45A9F8CAD}"/>
                </a:ext>
              </a:extLst>
            </p:cNvPr>
            <p:cNvCxnSpPr>
              <a:cxnSpLocks/>
            </p:cNvCxnSpPr>
            <p:nvPr/>
          </p:nvCxnSpPr>
          <p:spPr>
            <a:xfrm rot="5400000" flipH="1" flipV="1">
              <a:off x="2530611" y="2134352"/>
              <a:ext cx="1997688" cy="3680711"/>
            </a:xfrm>
            <a:prstGeom prst="bentConnector2">
              <a:avLst/>
            </a:prstGeom>
            <a:ln>
              <a:solidFill>
                <a:schemeClr val="tx1"/>
              </a:solidFill>
              <a:tailEnd type="oval" w="sm" len="sm"/>
            </a:ln>
          </p:spPr>
          <p:style>
            <a:lnRef idx="1">
              <a:schemeClr val="accent1"/>
            </a:lnRef>
            <a:fillRef idx="0">
              <a:schemeClr val="accent1"/>
            </a:fillRef>
            <a:effectRef idx="0">
              <a:schemeClr val="accent1"/>
            </a:effectRef>
            <a:fontRef idx="minor">
              <a:schemeClr val="tx1"/>
            </a:fontRef>
          </p:style>
        </p:cxnSp>
      </p:grpSp>
      <p:pic>
        <p:nvPicPr>
          <p:cNvPr id="7" name="Gráfico 14">
            <a:extLst>
              <a:ext uri="{FF2B5EF4-FFF2-40B4-BE49-F238E27FC236}">
                <a16:creationId xmlns:a16="http://schemas.microsoft.com/office/drawing/2014/main" id="{054CE1C5-8068-A3E0-FEFC-2DDEC61E56F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481969" y="307275"/>
            <a:ext cx="354839" cy="303818"/>
          </a:xfrm>
          <a:prstGeom prst="rect">
            <a:avLst/>
          </a:prstGeom>
        </p:spPr>
      </p:pic>
      <p:pic>
        <p:nvPicPr>
          <p:cNvPr id="13" name="Imagem 12">
            <a:extLst>
              <a:ext uri="{FF2B5EF4-FFF2-40B4-BE49-F238E27FC236}">
                <a16:creationId xmlns:a16="http://schemas.microsoft.com/office/drawing/2014/main" id="{FA956B6D-F6F5-8489-ED7A-D678E7583675}"/>
              </a:ext>
            </a:extLst>
          </p:cNvPr>
          <p:cNvPicPr>
            <a:picLocks noChangeAspect="1"/>
          </p:cNvPicPr>
          <p:nvPr/>
        </p:nvPicPr>
        <p:blipFill>
          <a:blip r:embed="rId5">
            <a:biLevel thresh="75000"/>
            <a:extLst>
              <a:ext uri="{BEBA8EAE-BF5A-486C-A8C5-ECC9F3942E4B}">
                <a14:imgProps xmlns:a14="http://schemas.microsoft.com/office/drawing/2010/main">
                  <a14:imgLayer r:embed="rId6">
                    <a14:imgEffect>
                      <a14:brightnessContrast bright="100000"/>
                    </a14:imgEffect>
                  </a14:imgLayer>
                </a14:imgProps>
              </a:ext>
            </a:extLst>
          </a:blip>
          <a:stretch>
            <a:fillRect/>
          </a:stretch>
        </p:blipFill>
        <p:spPr>
          <a:xfrm>
            <a:off x="10775561" y="6179422"/>
            <a:ext cx="1079890" cy="345903"/>
          </a:xfrm>
          <a:prstGeom prst="rect">
            <a:avLst/>
          </a:prstGeom>
        </p:spPr>
      </p:pic>
      <p:sp>
        <p:nvSpPr>
          <p:cNvPr id="14" name="Espaço Reservado para Conteúdo 4">
            <a:extLst>
              <a:ext uri="{FF2B5EF4-FFF2-40B4-BE49-F238E27FC236}">
                <a16:creationId xmlns:a16="http://schemas.microsoft.com/office/drawing/2014/main" id="{673B2CE8-EE44-91B2-03D5-37A6371347C9}"/>
              </a:ext>
            </a:extLst>
          </p:cNvPr>
          <p:cNvSpPr txBox="1">
            <a:spLocks/>
          </p:cNvSpPr>
          <p:nvPr/>
        </p:nvSpPr>
        <p:spPr>
          <a:xfrm>
            <a:off x="7020489" y="734726"/>
            <a:ext cx="3755072" cy="36208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solidFill>
                  <a:schemeClr val="bg1"/>
                </a:solidFill>
                <a:latin typeface="Poppins SemiBold" panose="00000700000000000000" pitchFamily="2" charset="0"/>
                <a:cs typeface="Poppins SemiBold" panose="00000700000000000000" pitchFamily="2" charset="0"/>
              </a:rPr>
              <a:t>Lorem ipsum dolor sit </a:t>
            </a:r>
            <a:r>
              <a:rPr lang="en-US" sz="2000" dirty="0" err="1">
                <a:solidFill>
                  <a:schemeClr val="bg1"/>
                </a:solidFill>
                <a:latin typeface="Poppins SemiBold" panose="00000700000000000000" pitchFamily="2" charset="0"/>
                <a:cs typeface="Poppins SemiBold" panose="00000700000000000000" pitchFamily="2" charset="0"/>
              </a:rPr>
              <a:t>amet</a:t>
            </a:r>
            <a:endParaRPr lang="en-US" sz="2000" dirty="0">
              <a:solidFill>
                <a:schemeClr val="bg1"/>
              </a:solidFill>
              <a:latin typeface="Poppins SemiBold" panose="00000700000000000000" pitchFamily="2" charset="0"/>
              <a:cs typeface="Poppins SemiBold" panose="00000700000000000000" pitchFamily="2" charset="0"/>
            </a:endParaRPr>
          </a:p>
        </p:txBody>
      </p:sp>
      <p:grpSp>
        <p:nvGrpSpPr>
          <p:cNvPr id="30" name="Agrupar 29">
            <a:extLst>
              <a:ext uri="{FF2B5EF4-FFF2-40B4-BE49-F238E27FC236}">
                <a16:creationId xmlns:a16="http://schemas.microsoft.com/office/drawing/2014/main" id="{37EA66FB-295F-1A1B-E01D-4BEBB49DE046}"/>
              </a:ext>
            </a:extLst>
          </p:cNvPr>
          <p:cNvGrpSpPr/>
          <p:nvPr/>
        </p:nvGrpSpPr>
        <p:grpSpPr>
          <a:xfrm>
            <a:off x="7020488" y="1465470"/>
            <a:ext cx="4763526" cy="675711"/>
            <a:chOff x="7020488" y="1465470"/>
            <a:chExt cx="4763526" cy="675711"/>
          </a:xfrm>
        </p:grpSpPr>
        <p:sp>
          <p:nvSpPr>
            <p:cNvPr id="15" name="Fluxograma: Conector 14">
              <a:extLst>
                <a:ext uri="{FF2B5EF4-FFF2-40B4-BE49-F238E27FC236}">
                  <a16:creationId xmlns:a16="http://schemas.microsoft.com/office/drawing/2014/main" id="{C8A410AD-09E5-C56B-007D-6140C7AC2724}"/>
                </a:ext>
              </a:extLst>
            </p:cNvPr>
            <p:cNvSpPr/>
            <p:nvPr/>
          </p:nvSpPr>
          <p:spPr>
            <a:xfrm>
              <a:off x="7020488" y="1465470"/>
              <a:ext cx="675711" cy="675711"/>
            </a:xfrm>
            <a:prstGeom prst="flowChartConnec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17" name="Agrupar 519">
              <a:extLst>
                <a:ext uri="{FF2B5EF4-FFF2-40B4-BE49-F238E27FC236}">
                  <a16:creationId xmlns:a16="http://schemas.microsoft.com/office/drawing/2014/main" id="{B0739B81-F319-4FC5-FE94-EA02E9B12AAA}"/>
                </a:ext>
              </a:extLst>
            </p:cNvPr>
            <p:cNvGrpSpPr/>
            <p:nvPr/>
          </p:nvGrpSpPr>
          <p:grpSpPr>
            <a:xfrm>
              <a:off x="7160740" y="1597608"/>
              <a:ext cx="395206" cy="361005"/>
              <a:chOff x="3125788" y="1762126"/>
              <a:chExt cx="330200" cy="301625"/>
            </a:xfrm>
          </p:grpSpPr>
          <p:sp>
            <p:nvSpPr>
              <p:cNvPr id="18" name="Rectangle 474">
                <a:extLst>
                  <a:ext uri="{FF2B5EF4-FFF2-40B4-BE49-F238E27FC236}">
                    <a16:creationId xmlns:a16="http://schemas.microsoft.com/office/drawing/2014/main" id="{C4EB294F-ADA3-D094-7CAF-56D09A7A6A2F}"/>
                  </a:ext>
                </a:extLst>
              </p:cNvPr>
              <p:cNvSpPr>
                <a:spLocks noChangeArrowheads="1"/>
              </p:cNvSpPr>
              <p:nvPr/>
            </p:nvSpPr>
            <p:spPr bwMode="auto">
              <a:xfrm>
                <a:off x="3233738" y="1806576"/>
                <a:ext cx="60325" cy="257175"/>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9" name="Line 475">
                <a:extLst>
                  <a:ext uri="{FF2B5EF4-FFF2-40B4-BE49-F238E27FC236}">
                    <a16:creationId xmlns:a16="http://schemas.microsoft.com/office/drawing/2014/main" id="{3170B3DF-7F12-B569-6AB1-7EEDBDB28DD5}"/>
                  </a:ext>
                </a:extLst>
              </p:cNvPr>
              <p:cNvSpPr>
                <a:spLocks noChangeShapeType="1"/>
              </p:cNvSpPr>
              <p:nvPr/>
            </p:nvSpPr>
            <p:spPr bwMode="auto">
              <a:xfrm flipV="1">
                <a:off x="3294063" y="1768476"/>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0" name="Freeform 476">
                <a:extLst>
                  <a:ext uri="{FF2B5EF4-FFF2-40B4-BE49-F238E27FC236}">
                    <a16:creationId xmlns:a16="http://schemas.microsoft.com/office/drawing/2014/main" id="{8B748B18-78F4-522B-F0E9-F12A87283CF8}"/>
                  </a:ext>
                </a:extLst>
              </p:cNvPr>
              <p:cNvSpPr>
                <a:spLocks/>
              </p:cNvSpPr>
              <p:nvPr/>
            </p:nvSpPr>
            <p:spPr bwMode="auto">
              <a:xfrm>
                <a:off x="3233738" y="1762126"/>
                <a:ext cx="114300" cy="84138"/>
              </a:xfrm>
              <a:custGeom>
                <a:avLst/>
                <a:gdLst>
                  <a:gd name="T0" fmla="*/ 72 w 72"/>
                  <a:gd name="T1" fmla="*/ 53 h 53"/>
                  <a:gd name="T2" fmla="*/ 72 w 72"/>
                  <a:gd name="T3" fmla="*/ 0 h 53"/>
                  <a:gd name="T4" fmla="*/ 34 w 72"/>
                  <a:gd name="T5" fmla="*/ 0 h 53"/>
                  <a:gd name="T6" fmla="*/ 0 w 72"/>
                  <a:gd name="T7" fmla="*/ 24 h 53"/>
                  <a:gd name="T8" fmla="*/ 0 w 72"/>
                  <a:gd name="T9" fmla="*/ 28 h 53"/>
                </a:gdLst>
                <a:ahLst/>
                <a:cxnLst>
                  <a:cxn ang="0">
                    <a:pos x="T0" y="T1"/>
                  </a:cxn>
                  <a:cxn ang="0">
                    <a:pos x="T2" y="T3"/>
                  </a:cxn>
                  <a:cxn ang="0">
                    <a:pos x="T4" y="T5"/>
                  </a:cxn>
                  <a:cxn ang="0">
                    <a:pos x="T6" y="T7"/>
                  </a:cxn>
                  <a:cxn ang="0">
                    <a:pos x="T8" y="T9"/>
                  </a:cxn>
                </a:cxnLst>
                <a:rect l="0" t="0" r="r" b="b"/>
                <a:pathLst>
                  <a:path w="72" h="53">
                    <a:moveTo>
                      <a:pt x="72" y="53"/>
                    </a:move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1" name="Freeform 477">
                <a:extLst>
                  <a:ext uri="{FF2B5EF4-FFF2-40B4-BE49-F238E27FC236}">
                    <a16:creationId xmlns:a16="http://schemas.microsoft.com/office/drawing/2014/main" id="{BF9F302A-A39E-7AF2-0B38-0F442988AAC1}"/>
                  </a:ext>
                </a:extLst>
              </p:cNvPr>
              <p:cNvSpPr>
                <a:spLocks/>
              </p:cNvSpPr>
              <p:nvPr/>
            </p:nvSpPr>
            <p:spPr bwMode="auto">
              <a:xfrm>
                <a:off x="3294063" y="2049463"/>
                <a:ext cx="23813" cy="14288"/>
              </a:xfrm>
              <a:custGeom>
                <a:avLst/>
                <a:gdLst>
                  <a:gd name="T0" fmla="*/ 15 w 15"/>
                  <a:gd name="T1" fmla="*/ 0 h 9"/>
                  <a:gd name="T2" fmla="*/ 5 w 15"/>
                  <a:gd name="T3" fmla="*/ 9 h 9"/>
                  <a:gd name="T4" fmla="*/ 0 w 15"/>
                  <a:gd name="T5" fmla="*/ 9 h 9"/>
                </a:gdLst>
                <a:ahLst/>
                <a:cxnLst>
                  <a:cxn ang="0">
                    <a:pos x="T0" y="T1"/>
                  </a:cxn>
                  <a:cxn ang="0">
                    <a:pos x="T2" y="T3"/>
                  </a:cxn>
                  <a:cxn ang="0">
                    <a:pos x="T4" y="T5"/>
                  </a:cxn>
                </a:cxnLst>
                <a:rect l="0" t="0" r="r" b="b"/>
                <a:pathLst>
                  <a:path w="15" h="9">
                    <a:moveTo>
                      <a:pt x="15" y="0"/>
                    </a:moveTo>
                    <a:lnTo>
                      <a:pt x="5"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2" name="Freeform 478">
                <a:extLst>
                  <a:ext uri="{FF2B5EF4-FFF2-40B4-BE49-F238E27FC236}">
                    <a16:creationId xmlns:a16="http://schemas.microsoft.com/office/drawing/2014/main" id="{EC7CD3AC-BC0F-29CE-C4EF-0AC51A59F674}"/>
                  </a:ext>
                </a:extLst>
              </p:cNvPr>
              <p:cNvSpPr>
                <a:spLocks/>
              </p:cNvSpPr>
              <p:nvPr/>
            </p:nvSpPr>
            <p:spPr bwMode="auto">
              <a:xfrm>
                <a:off x="3186113" y="2049463"/>
                <a:ext cx="23813" cy="14288"/>
              </a:xfrm>
              <a:custGeom>
                <a:avLst/>
                <a:gdLst>
                  <a:gd name="T0" fmla="*/ 15 w 15"/>
                  <a:gd name="T1" fmla="*/ 0 h 9"/>
                  <a:gd name="T2" fmla="*/ 4 w 15"/>
                  <a:gd name="T3" fmla="*/ 9 h 9"/>
                  <a:gd name="T4" fmla="*/ 0 w 15"/>
                  <a:gd name="T5" fmla="*/ 9 h 9"/>
                </a:gdLst>
                <a:ahLst/>
                <a:cxnLst>
                  <a:cxn ang="0">
                    <a:pos x="T0" y="T1"/>
                  </a:cxn>
                  <a:cxn ang="0">
                    <a:pos x="T2" y="T3"/>
                  </a:cxn>
                  <a:cxn ang="0">
                    <a:pos x="T4" y="T5"/>
                  </a:cxn>
                </a:cxnLst>
                <a:rect l="0" t="0" r="r" b="b"/>
                <a:pathLst>
                  <a:path w="15" h="9">
                    <a:moveTo>
                      <a:pt x="15" y="0"/>
                    </a:moveTo>
                    <a:lnTo>
                      <a:pt x="4"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3" name="Rectangle 479">
                <a:extLst>
                  <a:ext uri="{FF2B5EF4-FFF2-40B4-BE49-F238E27FC236}">
                    <a16:creationId xmlns:a16="http://schemas.microsoft.com/office/drawing/2014/main" id="{249190C2-4512-BE4F-E45D-B742F8FD863B}"/>
                  </a:ext>
                </a:extLst>
              </p:cNvPr>
              <p:cNvSpPr>
                <a:spLocks noChangeArrowheads="1"/>
              </p:cNvSpPr>
              <p:nvPr/>
            </p:nvSpPr>
            <p:spPr bwMode="auto">
              <a:xfrm>
                <a:off x="3341688" y="1884363"/>
                <a:ext cx="60325" cy="17938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4" name="Line 480">
                <a:extLst>
                  <a:ext uri="{FF2B5EF4-FFF2-40B4-BE49-F238E27FC236}">
                    <a16:creationId xmlns:a16="http://schemas.microsoft.com/office/drawing/2014/main" id="{33B12227-8B8D-09E7-D2A7-542DD3E219F8}"/>
                  </a:ext>
                </a:extLst>
              </p:cNvPr>
              <p:cNvSpPr>
                <a:spLocks noChangeShapeType="1"/>
              </p:cNvSpPr>
              <p:nvPr/>
            </p:nvSpPr>
            <p:spPr bwMode="auto">
              <a:xfrm flipV="1">
                <a:off x="3402013" y="1846263"/>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5" name="Freeform 481">
                <a:extLst>
                  <a:ext uri="{FF2B5EF4-FFF2-40B4-BE49-F238E27FC236}">
                    <a16:creationId xmlns:a16="http://schemas.microsoft.com/office/drawing/2014/main" id="{D9F60B1C-7E88-3D76-0CEE-D2EEDC491CCF}"/>
                  </a:ext>
                </a:extLst>
              </p:cNvPr>
              <p:cNvSpPr>
                <a:spLocks/>
              </p:cNvSpPr>
              <p:nvPr/>
            </p:nvSpPr>
            <p:spPr bwMode="auto">
              <a:xfrm>
                <a:off x="3341688" y="1839913"/>
                <a:ext cx="114300" cy="223838"/>
              </a:xfrm>
              <a:custGeom>
                <a:avLst/>
                <a:gdLst>
                  <a:gd name="T0" fmla="*/ 38 w 72"/>
                  <a:gd name="T1" fmla="*/ 141 h 141"/>
                  <a:gd name="T2" fmla="*/ 45 w 72"/>
                  <a:gd name="T3" fmla="*/ 141 h 141"/>
                  <a:gd name="T4" fmla="*/ 72 w 72"/>
                  <a:gd name="T5" fmla="*/ 117 h 141"/>
                  <a:gd name="T6" fmla="*/ 72 w 72"/>
                  <a:gd name="T7" fmla="*/ 0 h 141"/>
                  <a:gd name="T8" fmla="*/ 34 w 72"/>
                  <a:gd name="T9" fmla="*/ 0 h 141"/>
                  <a:gd name="T10" fmla="*/ 0 w 72"/>
                  <a:gd name="T11" fmla="*/ 24 h 141"/>
                  <a:gd name="T12" fmla="*/ 0 w 72"/>
                  <a:gd name="T13" fmla="*/ 28 h 141"/>
                </a:gdLst>
                <a:ahLst/>
                <a:cxnLst>
                  <a:cxn ang="0">
                    <a:pos x="T0" y="T1"/>
                  </a:cxn>
                  <a:cxn ang="0">
                    <a:pos x="T2" y="T3"/>
                  </a:cxn>
                  <a:cxn ang="0">
                    <a:pos x="T4" y="T5"/>
                  </a:cxn>
                  <a:cxn ang="0">
                    <a:pos x="T6" y="T7"/>
                  </a:cxn>
                  <a:cxn ang="0">
                    <a:pos x="T8" y="T9"/>
                  </a:cxn>
                  <a:cxn ang="0">
                    <a:pos x="T10" y="T11"/>
                  </a:cxn>
                  <a:cxn ang="0">
                    <a:pos x="T12" y="T13"/>
                  </a:cxn>
                </a:cxnLst>
                <a:rect l="0" t="0" r="r" b="b"/>
                <a:pathLst>
                  <a:path w="72" h="141">
                    <a:moveTo>
                      <a:pt x="38" y="141"/>
                    </a:moveTo>
                    <a:lnTo>
                      <a:pt x="45" y="141"/>
                    </a:lnTo>
                    <a:lnTo>
                      <a:pt x="72" y="117"/>
                    </a:ln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6" name="Rectangle 482">
                <a:extLst>
                  <a:ext uri="{FF2B5EF4-FFF2-40B4-BE49-F238E27FC236}">
                    <a16:creationId xmlns:a16="http://schemas.microsoft.com/office/drawing/2014/main" id="{6278D806-5CB5-3D52-8D3F-358A63A03AB7}"/>
                  </a:ext>
                </a:extLst>
              </p:cNvPr>
              <p:cNvSpPr>
                <a:spLocks noChangeArrowheads="1"/>
              </p:cNvSpPr>
              <p:nvPr/>
            </p:nvSpPr>
            <p:spPr bwMode="auto">
              <a:xfrm>
                <a:off x="3125788" y="1954213"/>
                <a:ext cx="60325" cy="10953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7" name="Line 483">
                <a:extLst>
                  <a:ext uri="{FF2B5EF4-FFF2-40B4-BE49-F238E27FC236}">
                    <a16:creationId xmlns:a16="http://schemas.microsoft.com/office/drawing/2014/main" id="{FA0EE5B6-69A3-8419-FD1F-F9D2FC4EA8DD}"/>
                  </a:ext>
                </a:extLst>
              </p:cNvPr>
              <p:cNvSpPr>
                <a:spLocks noChangeShapeType="1"/>
              </p:cNvSpPr>
              <p:nvPr/>
            </p:nvSpPr>
            <p:spPr bwMode="auto">
              <a:xfrm flipV="1">
                <a:off x="3186113" y="1938338"/>
                <a:ext cx="23813" cy="15875"/>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28" name="Freeform 484">
                <a:extLst>
                  <a:ext uri="{FF2B5EF4-FFF2-40B4-BE49-F238E27FC236}">
                    <a16:creationId xmlns:a16="http://schemas.microsoft.com/office/drawing/2014/main" id="{90936B06-589D-7D4F-6EFE-383FAD1D8229}"/>
                  </a:ext>
                </a:extLst>
              </p:cNvPr>
              <p:cNvSpPr>
                <a:spLocks/>
              </p:cNvSpPr>
              <p:nvPr/>
            </p:nvSpPr>
            <p:spPr bwMode="auto">
              <a:xfrm>
                <a:off x="3125788" y="1908176"/>
                <a:ext cx="84138" cy="46038"/>
              </a:xfrm>
              <a:custGeom>
                <a:avLst/>
                <a:gdLst>
                  <a:gd name="T0" fmla="*/ 53 w 53"/>
                  <a:gd name="T1" fmla="*/ 0 h 29"/>
                  <a:gd name="T2" fmla="*/ 34 w 53"/>
                  <a:gd name="T3" fmla="*/ 0 h 29"/>
                  <a:gd name="T4" fmla="*/ 0 w 53"/>
                  <a:gd name="T5" fmla="*/ 25 h 29"/>
                  <a:gd name="T6" fmla="*/ 0 w 53"/>
                  <a:gd name="T7" fmla="*/ 29 h 29"/>
                </a:gdLst>
                <a:ahLst/>
                <a:cxnLst>
                  <a:cxn ang="0">
                    <a:pos x="T0" y="T1"/>
                  </a:cxn>
                  <a:cxn ang="0">
                    <a:pos x="T2" y="T3"/>
                  </a:cxn>
                  <a:cxn ang="0">
                    <a:pos x="T4" y="T5"/>
                  </a:cxn>
                  <a:cxn ang="0">
                    <a:pos x="T6" y="T7"/>
                  </a:cxn>
                </a:cxnLst>
                <a:rect l="0" t="0" r="r" b="b"/>
                <a:pathLst>
                  <a:path w="53" h="29">
                    <a:moveTo>
                      <a:pt x="53" y="0"/>
                    </a:moveTo>
                    <a:lnTo>
                      <a:pt x="34" y="0"/>
                    </a:lnTo>
                    <a:lnTo>
                      <a:pt x="0" y="25"/>
                    </a:lnTo>
                    <a:lnTo>
                      <a:pt x="0" y="2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29" name="Espaço Reservado para Conteúdo 4">
              <a:extLst>
                <a:ext uri="{FF2B5EF4-FFF2-40B4-BE49-F238E27FC236}">
                  <a16:creationId xmlns:a16="http://schemas.microsoft.com/office/drawing/2014/main" id="{3CB1E50C-4276-A664-53A1-65405D2E3F06}"/>
                </a:ext>
              </a:extLst>
            </p:cNvPr>
            <p:cNvSpPr txBox="1">
              <a:spLocks/>
            </p:cNvSpPr>
            <p:nvPr/>
          </p:nvSpPr>
          <p:spPr>
            <a:xfrm>
              <a:off x="7925138" y="1523987"/>
              <a:ext cx="3858876" cy="53777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chemeClr val="bg1"/>
                  </a:solidFill>
                  <a:latin typeface="Poppins SemiBold" panose="00000700000000000000" pitchFamily="2" charset="0"/>
                  <a:cs typeface="Poppins SemiBold" panose="00000700000000000000" pitchFamily="2" charset="0"/>
                </a:rPr>
                <a:t>Mining operators </a:t>
              </a:r>
              <a:r>
                <a:rPr lang="en-US" sz="1000" dirty="0" err="1">
                  <a:solidFill>
                    <a:schemeClr val="bg1"/>
                  </a:solidFill>
                  <a:latin typeface="Poppins SemiBold" panose="00000700000000000000" pitchFamily="2" charset="0"/>
                  <a:cs typeface="Poppins SemiBold" panose="00000700000000000000" pitchFamily="2" charset="0"/>
                </a:rPr>
                <a:t>worlwide</a:t>
              </a:r>
              <a:r>
                <a:rPr lang="en-US" sz="1000" dirty="0">
                  <a:solidFill>
                    <a:schemeClr val="bg1"/>
                  </a:solidFill>
                  <a:latin typeface="Poppins SemiBold" panose="00000700000000000000" pitchFamily="2" charset="0"/>
                  <a:cs typeface="Poppins SemiBold" panose="00000700000000000000" pitchFamily="2" charset="0"/>
                </a:rPr>
                <a:t> are increasingly outsourcing </a:t>
              </a:r>
              <a:r>
                <a:rPr lang="en-US" sz="1000" dirty="0" err="1">
                  <a:solidFill>
                    <a:schemeClr val="bg1"/>
                  </a:solidFill>
                  <a:latin typeface="Poppins SemiBold" panose="00000700000000000000" pitchFamily="2" charset="0"/>
                  <a:cs typeface="Poppins SemiBold" panose="00000700000000000000" pitchFamily="2" charset="0"/>
                </a:rPr>
                <a:t>activieis</a:t>
              </a:r>
              <a:r>
                <a:rPr lang="en-US" sz="1000" dirty="0">
                  <a:solidFill>
                    <a:schemeClr val="bg1"/>
                  </a:solidFill>
                  <a:latin typeface="Poppins SemiBold" panose="00000700000000000000" pitchFamily="2" charset="0"/>
                  <a:cs typeface="Poppins SemiBold" panose="00000700000000000000" pitchFamily="2" charset="0"/>
                </a:rPr>
                <a:t> to focus on strategic Decisions, boosting mining services market, which stands at xx Bn</a:t>
              </a:r>
            </a:p>
          </p:txBody>
        </p:sp>
      </p:grpSp>
      <p:grpSp>
        <p:nvGrpSpPr>
          <p:cNvPr id="31" name="Agrupar 30">
            <a:extLst>
              <a:ext uri="{FF2B5EF4-FFF2-40B4-BE49-F238E27FC236}">
                <a16:creationId xmlns:a16="http://schemas.microsoft.com/office/drawing/2014/main" id="{9464510E-9ECC-056A-C1DE-45C0F387293A}"/>
              </a:ext>
            </a:extLst>
          </p:cNvPr>
          <p:cNvGrpSpPr/>
          <p:nvPr/>
        </p:nvGrpSpPr>
        <p:grpSpPr>
          <a:xfrm>
            <a:off x="7020488" y="2428973"/>
            <a:ext cx="4763526" cy="675711"/>
            <a:chOff x="7020488" y="1465470"/>
            <a:chExt cx="4763526" cy="675711"/>
          </a:xfrm>
        </p:grpSpPr>
        <p:sp>
          <p:nvSpPr>
            <p:cNvPr id="32" name="Fluxograma: Conector 31">
              <a:extLst>
                <a:ext uri="{FF2B5EF4-FFF2-40B4-BE49-F238E27FC236}">
                  <a16:creationId xmlns:a16="http://schemas.microsoft.com/office/drawing/2014/main" id="{136CF997-1940-BECB-918E-645F0D9DCD26}"/>
                </a:ext>
              </a:extLst>
            </p:cNvPr>
            <p:cNvSpPr/>
            <p:nvPr/>
          </p:nvSpPr>
          <p:spPr>
            <a:xfrm>
              <a:off x="7020488" y="1465470"/>
              <a:ext cx="675711" cy="675711"/>
            </a:xfrm>
            <a:prstGeom prst="flowChartConnec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33" name="Agrupar 519">
              <a:extLst>
                <a:ext uri="{FF2B5EF4-FFF2-40B4-BE49-F238E27FC236}">
                  <a16:creationId xmlns:a16="http://schemas.microsoft.com/office/drawing/2014/main" id="{4700EC31-8C9A-49F8-8619-80B42242B254}"/>
                </a:ext>
              </a:extLst>
            </p:cNvPr>
            <p:cNvGrpSpPr/>
            <p:nvPr/>
          </p:nvGrpSpPr>
          <p:grpSpPr>
            <a:xfrm>
              <a:off x="7160740" y="1597608"/>
              <a:ext cx="395206" cy="361005"/>
              <a:chOff x="3125788" y="1762126"/>
              <a:chExt cx="330200" cy="301625"/>
            </a:xfrm>
          </p:grpSpPr>
          <p:sp>
            <p:nvSpPr>
              <p:cNvPr id="35" name="Rectangle 474">
                <a:extLst>
                  <a:ext uri="{FF2B5EF4-FFF2-40B4-BE49-F238E27FC236}">
                    <a16:creationId xmlns:a16="http://schemas.microsoft.com/office/drawing/2014/main" id="{394DB244-D040-9468-D583-171AC5CD17FA}"/>
                  </a:ext>
                </a:extLst>
              </p:cNvPr>
              <p:cNvSpPr>
                <a:spLocks noChangeArrowheads="1"/>
              </p:cNvSpPr>
              <p:nvPr/>
            </p:nvSpPr>
            <p:spPr bwMode="auto">
              <a:xfrm>
                <a:off x="3233738" y="1806576"/>
                <a:ext cx="60325" cy="257175"/>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6" name="Line 475">
                <a:extLst>
                  <a:ext uri="{FF2B5EF4-FFF2-40B4-BE49-F238E27FC236}">
                    <a16:creationId xmlns:a16="http://schemas.microsoft.com/office/drawing/2014/main" id="{788048CD-39D9-85EE-C7C1-F8382379EEC4}"/>
                  </a:ext>
                </a:extLst>
              </p:cNvPr>
              <p:cNvSpPr>
                <a:spLocks noChangeShapeType="1"/>
              </p:cNvSpPr>
              <p:nvPr/>
            </p:nvSpPr>
            <p:spPr bwMode="auto">
              <a:xfrm flipV="1">
                <a:off x="3294063" y="1768476"/>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7" name="Freeform 476">
                <a:extLst>
                  <a:ext uri="{FF2B5EF4-FFF2-40B4-BE49-F238E27FC236}">
                    <a16:creationId xmlns:a16="http://schemas.microsoft.com/office/drawing/2014/main" id="{68C23F24-BB55-DF4C-A693-1AE3FAC72D02}"/>
                  </a:ext>
                </a:extLst>
              </p:cNvPr>
              <p:cNvSpPr>
                <a:spLocks/>
              </p:cNvSpPr>
              <p:nvPr/>
            </p:nvSpPr>
            <p:spPr bwMode="auto">
              <a:xfrm>
                <a:off x="3233738" y="1762126"/>
                <a:ext cx="114300" cy="84138"/>
              </a:xfrm>
              <a:custGeom>
                <a:avLst/>
                <a:gdLst>
                  <a:gd name="T0" fmla="*/ 72 w 72"/>
                  <a:gd name="T1" fmla="*/ 53 h 53"/>
                  <a:gd name="T2" fmla="*/ 72 w 72"/>
                  <a:gd name="T3" fmla="*/ 0 h 53"/>
                  <a:gd name="T4" fmla="*/ 34 w 72"/>
                  <a:gd name="T5" fmla="*/ 0 h 53"/>
                  <a:gd name="T6" fmla="*/ 0 w 72"/>
                  <a:gd name="T7" fmla="*/ 24 h 53"/>
                  <a:gd name="T8" fmla="*/ 0 w 72"/>
                  <a:gd name="T9" fmla="*/ 28 h 53"/>
                </a:gdLst>
                <a:ahLst/>
                <a:cxnLst>
                  <a:cxn ang="0">
                    <a:pos x="T0" y="T1"/>
                  </a:cxn>
                  <a:cxn ang="0">
                    <a:pos x="T2" y="T3"/>
                  </a:cxn>
                  <a:cxn ang="0">
                    <a:pos x="T4" y="T5"/>
                  </a:cxn>
                  <a:cxn ang="0">
                    <a:pos x="T6" y="T7"/>
                  </a:cxn>
                  <a:cxn ang="0">
                    <a:pos x="T8" y="T9"/>
                  </a:cxn>
                </a:cxnLst>
                <a:rect l="0" t="0" r="r" b="b"/>
                <a:pathLst>
                  <a:path w="72" h="53">
                    <a:moveTo>
                      <a:pt x="72" y="53"/>
                    </a:move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8" name="Freeform 477">
                <a:extLst>
                  <a:ext uri="{FF2B5EF4-FFF2-40B4-BE49-F238E27FC236}">
                    <a16:creationId xmlns:a16="http://schemas.microsoft.com/office/drawing/2014/main" id="{7F967550-9288-9D21-246D-A50871741BF1}"/>
                  </a:ext>
                </a:extLst>
              </p:cNvPr>
              <p:cNvSpPr>
                <a:spLocks/>
              </p:cNvSpPr>
              <p:nvPr/>
            </p:nvSpPr>
            <p:spPr bwMode="auto">
              <a:xfrm>
                <a:off x="3294063" y="2049463"/>
                <a:ext cx="23813" cy="14288"/>
              </a:xfrm>
              <a:custGeom>
                <a:avLst/>
                <a:gdLst>
                  <a:gd name="T0" fmla="*/ 15 w 15"/>
                  <a:gd name="T1" fmla="*/ 0 h 9"/>
                  <a:gd name="T2" fmla="*/ 5 w 15"/>
                  <a:gd name="T3" fmla="*/ 9 h 9"/>
                  <a:gd name="T4" fmla="*/ 0 w 15"/>
                  <a:gd name="T5" fmla="*/ 9 h 9"/>
                </a:gdLst>
                <a:ahLst/>
                <a:cxnLst>
                  <a:cxn ang="0">
                    <a:pos x="T0" y="T1"/>
                  </a:cxn>
                  <a:cxn ang="0">
                    <a:pos x="T2" y="T3"/>
                  </a:cxn>
                  <a:cxn ang="0">
                    <a:pos x="T4" y="T5"/>
                  </a:cxn>
                </a:cxnLst>
                <a:rect l="0" t="0" r="r" b="b"/>
                <a:pathLst>
                  <a:path w="15" h="9">
                    <a:moveTo>
                      <a:pt x="15" y="0"/>
                    </a:moveTo>
                    <a:lnTo>
                      <a:pt x="5"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39" name="Freeform 478">
                <a:extLst>
                  <a:ext uri="{FF2B5EF4-FFF2-40B4-BE49-F238E27FC236}">
                    <a16:creationId xmlns:a16="http://schemas.microsoft.com/office/drawing/2014/main" id="{16C39AD2-1593-FF31-77EC-F26C2FF17829}"/>
                  </a:ext>
                </a:extLst>
              </p:cNvPr>
              <p:cNvSpPr>
                <a:spLocks/>
              </p:cNvSpPr>
              <p:nvPr/>
            </p:nvSpPr>
            <p:spPr bwMode="auto">
              <a:xfrm>
                <a:off x="3186113" y="2049463"/>
                <a:ext cx="23813" cy="14288"/>
              </a:xfrm>
              <a:custGeom>
                <a:avLst/>
                <a:gdLst>
                  <a:gd name="T0" fmla="*/ 15 w 15"/>
                  <a:gd name="T1" fmla="*/ 0 h 9"/>
                  <a:gd name="T2" fmla="*/ 4 w 15"/>
                  <a:gd name="T3" fmla="*/ 9 h 9"/>
                  <a:gd name="T4" fmla="*/ 0 w 15"/>
                  <a:gd name="T5" fmla="*/ 9 h 9"/>
                </a:gdLst>
                <a:ahLst/>
                <a:cxnLst>
                  <a:cxn ang="0">
                    <a:pos x="T0" y="T1"/>
                  </a:cxn>
                  <a:cxn ang="0">
                    <a:pos x="T2" y="T3"/>
                  </a:cxn>
                  <a:cxn ang="0">
                    <a:pos x="T4" y="T5"/>
                  </a:cxn>
                </a:cxnLst>
                <a:rect l="0" t="0" r="r" b="b"/>
                <a:pathLst>
                  <a:path w="15" h="9">
                    <a:moveTo>
                      <a:pt x="15" y="0"/>
                    </a:moveTo>
                    <a:lnTo>
                      <a:pt x="4"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0" name="Rectangle 479">
                <a:extLst>
                  <a:ext uri="{FF2B5EF4-FFF2-40B4-BE49-F238E27FC236}">
                    <a16:creationId xmlns:a16="http://schemas.microsoft.com/office/drawing/2014/main" id="{09260F69-56B1-53E2-C2E0-E9C7E939B7D0}"/>
                  </a:ext>
                </a:extLst>
              </p:cNvPr>
              <p:cNvSpPr>
                <a:spLocks noChangeArrowheads="1"/>
              </p:cNvSpPr>
              <p:nvPr/>
            </p:nvSpPr>
            <p:spPr bwMode="auto">
              <a:xfrm>
                <a:off x="3341688" y="1884363"/>
                <a:ext cx="60325" cy="17938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1" name="Line 480">
                <a:extLst>
                  <a:ext uri="{FF2B5EF4-FFF2-40B4-BE49-F238E27FC236}">
                    <a16:creationId xmlns:a16="http://schemas.microsoft.com/office/drawing/2014/main" id="{5AB897D3-4BB2-059C-BABA-29491ABAF727}"/>
                  </a:ext>
                </a:extLst>
              </p:cNvPr>
              <p:cNvSpPr>
                <a:spLocks noChangeShapeType="1"/>
              </p:cNvSpPr>
              <p:nvPr/>
            </p:nvSpPr>
            <p:spPr bwMode="auto">
              <a:xfrm flipV="1">
                <a:off x="3402013" y="1846263"/>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2" name="Freeform 481">
                <a:extLst>
                  <a:ext uri="{FF2B5EF4-FFF2-40B4-BE49-F238E27FC236}">
                    <a16:creationId xmlns:a16="http://schemas.microsoft.com/office/drawing/2014/main" id="{8E3897C5-1FDF-64B0-C540-6941E3492238}"/>
                  </a:ext>
                </a:extLst>
              </p:cNvPr>
              <p:cNvSpPr>
                <a:spLocks/>
              </p:cNvSpPr>
              <p:nvPr/>
            </p:nvSpPr>
            <p:spPr bwMode="auto">
              <a:xfrm>
                <a:off x="3341688" y="1839913"/>
                <a:ext cx="114300" cy="223838"/>
              </a:xfrm>
              <a:custGeom>
                <a:avLst/>
                <a:gdLst>
                  <a:gd name="T0" fmla="*/ 38 w 72"/>
                  <a:gd name="T1" fmla="*/ 141 h 141"/>
                  <a:gd name="T2" fmla="*/ 45 w 72"/>
                  <a:gd name="T3" fmla="*/ 141 h 141"/>
                  <a:gd name="T4" fmla="*/ 72 w 72"/>
                  <a:gd name="T5" fmla="*/ 117 h 141"/>
                  <a:gd name="T6" fmla="*/ 72 w 72"/>
                  <a:gd name="T7" fmla="*/ 0 h 141"/>
                  <a:gd name="T8" fmla="*/ 34 w 72"/>
                  <a:gd name="T9" fmla="*/ 0 h 141"/>
                  <a:gd name="T10" fmla="*/ 0 w 72"/>
                  <a:gd name="T11" fmla="*/ 24 h 141"/>
                  <a:gd name="T12" fmla="*/ 0 w 72"/>
                  <a:gd name="T13" fmla="*/ 28 h 141"/>
                </a:gdLst>
                <a:ahLst/>
                <a:cxnLst>
                  <a:cxn ang="0">
                    <a:pos x="T0" y="T1"/>
                  </a:cxn>
                  <a:cxn ang="0">
                    <a:pos x="T2" y="T3"/>
                  </a:cxn>
                  <a:cxn ang="0">
                    <a:pos x="T4" y="T5"/>
                  </a:cxn>
                  <a:cxn ang="0">
                    <a:pos x="T6" y="T7"/>
                  </a:cxn>
                  <a:cxn ang="0">
                    <a:pos x="T8" y="T9"/>
                  </a:cxn>
                  <a:cxn ang="0">
                    <a:pos x="T10" y="T11"/>
                  </a:cxn>
                  <a:cxn ang="0">
                    <a:pos x="T12" y="T13"/>
                  </a:cxn>
                </a:cxnLst>
                <a:rect l="0" t="0" r="r" b="b"/>
                <a:pathLst>
                  <a:path w="72" h="141">
                    <a:moveTo>
                      <a:pt x="38" y="141"/>
                    </a:moveTo>
                    <a:lnTo>
                      <a:pt x="45" y="141"/>
                    </a:lnTo>
                    <a:lnTo>
                      <a:pt x="72" y="117"/>
                    </a:ln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3" name="Rectangle 482">
                <a:extLst>
                  <a:ext uri="{FF2B5EF4-FFF2-40B4-BE49-F238E27FC236}">
                    <a16:creationId xmlns:a16="http://schemas.microsoft.com/office/drawing/2014/main" id="{5C6D025E-FF43-50F8-E10B-B9D5FD0E0C80}"/>
                  </a:ext>
                </a:extLst>
              </p:cNvPr>
              <p:cNvSpPr>
                <a:spLocks noChangeArrowheads="1"/>
              </p:cNvSpPr>
              <p:nvPr/>
            </p:nvSpPr>
            <p:spPr bwMode="auto">
              <a:xfrm>
                <a:off x="3125788" y="1954213"/>
                <a:ext cx="60325" cy="10953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4" name="Line 483">
                <a:extLst>
                  <a:ext uri="{FF2B5EF4-FFF2-40B4-BE49-F238E27FC236}">
                    <a16:creationId xmlns:a16="http://schemas.microsoft.com/office/drawing/2014/main" id="{3328E0D1-7303-2D6C-1FAD-8C6A80E54597}"/>
                  </a:ext>
                </a:extLst>
              </p:cNvPr>
              <p:cNvSpPr>
                <a:spLocks noChangeShapeType="1"/>
              </p:cNvSpPr>
              <p:nvPr/>
            </p:nvSpPr>
            <p:spPr bwMode="auto">
              <a:xfrm flipV="1">
                <a:off x="3186113" y="1938338"/>
                <a:ext cx="23813" cy="15875"/>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47" name="Freeform 484">
                <a:extLst>
                  <a:ext uri="{FF2B5EF4-FFF2-40B4-BE49-F238E27FC236}">
                    <a16:creationId xmlns:a16="http://schemas.microsoft.com/office/drawing/2014/main" id="{B5AA2CA8-EC24-7E8D-CFC5-93D7A71EB218}"/>
                  </a:ext>
                </a:extLst>
              </p:cNvPr>
              <p:cNvSpPr>
                <a:spLocks/>
              </p:cNvSpPr>
              <p:nvPr/>
            </p:nvSpPr>
            <p:spPr bwMode="auto">
              <a:xfrm>
                <a:off x="3125788" y="1908176"/>
                <a:ext cx="84138" cy="46038"/>
              </a:xfrm>
              <a:custGeom>
                <a:avLst/>
                <a:gdLst>
                  <a:gd name="T0" fmla="*/ 53 w 53"/>
                  <a:gd name="T1" fmla="*/ 0 h 29"/>
                  <a:gd name="T2" fmla="*/ 34 w 53"/>
                  <a:gd name="T3" fmla="*/ 0 h 29"/>
                  <a:gd name="T4" fmla="*/ 0 w 53"/>
                  <a:gd name="T5" fmla="*/ 25 h 29"/>
                  <a:gd name="T6" fmla="*/ 0 w 53"/>
                  <a:gd name="T7" fmla="*/ 29 h 29"/>
                </a:gdLst>
                <a:ahLst/>
                <a:cxnLst>
                  <a:cxn ang="0">
                    <a:pos x="T0" y="T1"/>
                  </a:cxn>
                  <a:cxn ang="0">
                    <a:pos x="T2" y="T3"/>
                  </a:cxn>
                  <a:cxn ang="0">
                    <a:pos x="T4" y="T5"/>
                  </a:cxn>
                  <a:cxn ang="0">
                    <a:pos x="T6" y="T7"/>
                  </a:cxn>
                </a:cxnLst>
                <a:rect l="0" t="0" r="r" b="b"/>
                <a:pathLst>
                  <a:path w="53" h="29">
                    <a:moveTo>
                      <a:pt x="53" y="0"/>
                    </a:moveTo>
                    <a:lnTo>
                      <a:pt x="34" y="0"/>
                    </a:lnTo>
                    <a:lnTo>
                      <a:pt x="0" y="25"/>
                    </a:lnTo>
                    <a:lnTo>
                      <a:pt x="0" y="2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34" name="Espaço Reservado para Conteúdo 4">
              <a:extLst>
                <a:ext uri="{FF2B5EF4-FFF2-40B4-BE49-F238E27FC236}">
                  <a16:creationId xmlns:a16="http://schemas.microsoft.com/office/drawing/2014/main" id="{E5A0C867-31E9-3DD4-47A1-A1D1FE994A17}"/>
                </a:ext>
              </a:extLst>
            </p:cNvPr>
            <p:cNvSpPr txBox="1">
              <a:spLocks/>
            </p:cNvSpPr>
            <p:nvPr/>
          </p:nvSpPr>
          <p:spPr>
            <a:xfrm>
              <a:off x="7925138" y="1523987"/>
              <a:ext cx="3858876" cy="53777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chemeClr val="bg1"/>
                  </a:solidFill>
                  <a:latin typeface="Poppins SemiBold" panose="00000700000000000000" pitchFamily="2" charset="0"/>
                  <a:cs typeface="Poppins SemiBold" panose="00000700000000000000" pitchFamily="2" charset="0"/>
                </a:rPr>
                <a:t>Mining operators </a:t>
              </a:r>
              <a:r>
                <a:rPr lang="en-US" sz="1000" dirty="0" err="1">
                  <a:solidFill>
                    <a:schemeClr val="bg1"/>
                  </a:solidFill>
                  <a:latin typeface="Poppins SemiBold" panose="00000700000000000000" pitchFamily="2" charset="0"/>
                  <a:cs typeface="Poppins SemiBold" panose="00000700000000000000" pitchFamily="2" charset="0"/>
                </a:rPr>
                <a:t>worlwide</a:t>
              </a:r>
              <a:r>
                <a:rPr lang="en-US" sz="1000" dirty="0">
                  <a:solidFill>
                    <a:schemeClr val="bg1"/>
                  </a:solidFill>
                  <a:latin typeface="Poppins SemiBold" panose="00000700000000000000" pitchFamily="2" charset="0"/>
                  <a:cs typeface="Poppins SemiBold" panose="00000700000000000000" pitchFamily="2" charset="0"/>
                </a:rPr>
                <a:t> are increasingly outsourcing </a:t>
              </a:r>
              <a:r>
                <a:rPr lang="en-US" sz="1000" dirty="0" err="1">
                  <a:solidFill>
                    <a:schemeClr val="bg1"/>
                  </a:solidFill>
                  <a:latin typeface="Poppins SemiBold" panose="00000700000000000000" pitchFamily="2" charset="0"/>
                  <a:cs typeface="Poppins SemiBold" panose="00000700000000000000" pitchFamily="2" charset="0"/>
                </a:rPr>
                <a:t>activieis</a:t>
              </a:r>
              <a:r>
                <a:rPr lang="en-US" sz="1000" dirty="0">
                  <a:solidFill>
                    <a:schemeClr val="bg1"/>
                  </a:solidFill>
                  <a:latin typeface="Poppins SemiBold" panose="00000700000000000000" pitchFamily="2" charset="0"/>
                  <a:cs typeface="Poppins SemiBold" panose="00000700000000000000" pitchFamily="2" charset="0"/>
                </a:rPr>
                <a:t> to focus on strategic Decisions, boosting mining services market, which stands at xx Bn</a:t>
              </a:r>
            </a:p>
          </p:txBody>
        </p:sp>
      </p:grpSp>
      <p:grpSp>
        <p:nvGrpSpPr>
          <p:cNvPr id="48" name="Agrupar 47">
            <a:extLst>
              <a:ext uri="{FF2B5EF4-FFF2-40B4-BE49-F238E27FC236}">
                <a16:creationId xmlns:a16="http://schemas.microsoft.com/office/drawing/2014/main" id="{7F40FC17-9332-2AAD-62AD-5BF793F64AD5}"/>
              </a:ext>
            </a:extLst>
          </p:cNvPr>
          <p:cNvGrpSpPr/>
          <p:nvPr/>
        </p:nvGrpSpPr>
        <p:grpSpPr>
          <a:xfrm>
            <a:off x="7020488" y="3392476"/>
            <a:ext cx="4763526" cy="675711"/>
            <a:chOff x="7020488" y="1465470"/>
            <a:chExt cx="4763526" cy="675711"/>
          </a:xfrm>
        </p:grpSpPr>
        <p:sp>
          <p:nvSpPr>
            <p:cNvPr id="49" name="Fluxograma: Conector 48">
              <a:extLst>
                <a:ext uri="{FF2B5EF4-FFF2-40B4-BE49-F238E27FC236}">
                  <a16:creationId xmlns:a16="http://schemas.microsoft.com/office/drawing/2014/main" id="{D273CE7F-F8CD-5282-52C0-009C3446127E}"/>
                </a:ext>
              </a:extLst>
            </p:cNvPr>
            <p:cNvSpPr/>
            <p:nvPr/>
          </p:nvSpPr>
          <p:spPr>
            <a:xfrm>
              <a:off x="7020488" y="1465470"/>
              <a:ext cx="675711" cy="675711"/>
            </a:xfrm>
            <a:prstGeom prst="flowChartConnec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50" name="Agrupar 519">
              <a:extLst>
                <a:ext uri="{FF2B5EF4-FFF2-40B4-BE49-F238E27FC236}">
                  <a16:creationId xmlns:a16="http://schemas.microsoft.com/office/drawing/2014/main" id="{D05D177D-1F3E-31A8-6539-4B4363129563}"/>
                </a:ext>
              </a:extLst>
            </p:cNvPr>
            <p:cNvGrpSpPr/>
            <p:nvPr/>
          </p:nvGrpSpPr>
          <p:grpSpPr>
            <a:xfrm>
              <a:off x="7160740" y="1597608"/>
              <a:ext cx="395206" cy="361005"/>
              <a:chOff x="3125788" y="1762126"/>
              <a:chExt cx="330200" cy="301625"/>
            </a:xfrm>
          </p:grpSpPr>
          <p:sp>
            <p:nvSpPr>
              <p:cNvPr id="52" name="Rectangle 474">
                <a:extLst>
                  <a:ext uri="{FF2B5EF4-FFF2-40B4-BE49-F238E27FC236}">
                    <a16:creationId xmlns:a16="http://schemas.microsoft.com/office/drawing/2014/main" id="{8B2A22FB-9561-B900-E04C-ED6399A979E9}"/>
                  </a:ext>
                </a:extLst>
              </p:cNvPr>
              <p:cNvSpPr>
                <a:spLocks noChangeArrowheads="1"/>
              </p:cNvSpPr>
              <p:nvPr/>
            </p:nvSpPr>
            <p:spPr bwMode="auto">
              <a:xfrm>
                <a:off x="3233738" y="1806576"/>
                <a:ext cx="60325" cy="257175"/>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53" name="Line 475">
                <a:extLst>
                  <a:ext uri="{FF2B5EF4-FFF2-40B4-BE49-F238E27FC236}">
                    <a16:creationId xmlns:a16="http://schemas.microsoft.com/office/drawing/2014/main" id="{D0FB3AE8-BFE1-82F5-4673-923FFEC9A1B0}"/>
                  </a:ext>
                </a:extLst>
              </p:cNvPr>
              <p:cNvSpPr>
                <a:spLocks noChangeShapeType="1"/>
              </p:cNvSpPr>
              <p:nvPr/>
            </p:nvSpPr>
            <p:spPr bwMode="auto">
              <a:xfrm flipV="1">
                <a:off x="3294063" y="1768476"/>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57" name="Freeform 476">
                <a:extLst>
                  <a:ext uri="{FF2B5EF4-FFF2-40B4-BE49-F238E27FC236}">
                    <a16:creationId xmlns:a16="http://schemas.microsoft.com/office/drawing/2014/main" id="{9E35C90B-A51C-1122-2577-6B32F00092A8}"/>
                  </a:ext>
                </a:extLst>
              </p:cNvPr>
              <p:cNvSpPr>
                <a:spLocks/>
              </p:cNvSpPr>
              <p:nvPr/>
            </p:nvSpPr>
            <p:spPr bwMode="auto">
              <a:xfrm>
                <a:off x="3233738" y="1762126"/>
                <a:ext cx="114300" cy="84138"/>
              </a:xfrm>
              <a:custGeom>
                <a:avLst/>
                <a:gdLst>
                  <a:gd name="T0" fmla="*/ 72 w 72"/>
                  <a:gd name="T1" fmla="*/ 53 h 53"/>
                  <a:gd name="T2" fmla="*/ 72 w 72"/>
                  <a:gd name="T3" fmla="*/ 0 h 53"/>
                  <a:gd name="T4" fmla="*/ 34 w 72"/>
                  <a:gd name="T5" fmla="*/ 0 h 53"/>
                  <a:gd name="T6" fmla="*/ 0 w 72"/>
                  <a:gd name="T7" fmla="*/ 24 h 53"/>
                  <a:gd name="T8" fmla="*/ 0 w 72"/>
                  <a:gd name="T9" fmla="*/ 28 h 53"/>
                </a:gdLst>
                <a:ahLst/>
                <a:cxnLst>
                  <a:cxn ang="0">
                    <a:pos x="T0" y="T1"/>
                  </a:cxn>
                  <a:cxn ang="0">
                    <a:pos x="T2" y="T3"/>
                  </a:cxn>
                  <a:cxn ang="0">
                    <a:pos x="T4" y="T5"/>
                  </a:cxn>
                  <a:cxn ang="0">
                    <a:pos x="T6" y="T7"/>
                  </a:cxn>
                  <a:cxn ang="0">
                    <a:pos x="T8" y="T9"/>
                  </a:cxn>
                </a:cxnLst>
                <a:rect l="0" t="0" r="r" b="b"/>
                <a:pathLst>
                  <a:path w="72" h="53">
                    <a:moveTo>
                      <a:pt x="72" y="53"/>
                    </a:move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58" name="Freeform 477">
                <a:extLst>
                  <a:ext uri="{FF2B5EF4-FFF2-40B4-BE49-F238E27FC236}">
                    <a16:creationId xmlns:a16="http://schemas.microsoft.com/office/drawing/2014/main" id="{65E6D2B8-6B56-C433-1254-813A5F55ACEF}"/>
                  </a:ext>
                </a:extLst>
              </p:cNvPr>
              <p:cNvSpPr>
                <a:spLocks/>
              </p:cNvSpPr>
              <p:nvPr/>
            </p:nvSpPr>
            <p:spPr bwMode="auto">
              <a:xfrm>
                <a:off x="3294063" y="2049463"/>
                <a:ext cx="23813" cy="14288"/>
              </a:xfrm>
              <a:custGeom>
                <a:avLst/>
                <a:gdLst>
                  <a:gd name="T0" fmla="*/ 15 w 15"/>
                  <a:gd name="T1" fmla="*/ 0 h 9"/>
                  <a:gd name="T2" fmla="*/ 5 w 15"/>
                  <a:gd name="T3" fmla="*/ 9 h 9"/>
                  <a:gd name="T4" fmla="*/ 0 w 15"/>
                  <a:gd name="T5" fmla="*/ 9 h 9"/>
                </a:gdLst>
                <a:ahLst/>
                <a:cxnLst>
                  <a:cxn ang="0">
                    <a:pos x="T0" y="T1"/>
                  </a:cxn>
                  <a:cxn ang="0">
                    <a:pos x="T2" y="T3"/>
                  </a:cxn>
                  <a:cxn ang="0">
                    <a:pos x="T4" y="T5"/>
                  </a:cxn>
                </a:cxnLst>
                <a:rect l="0" t="0" r="r" b="b"/>
                <a:pathLst>
                  <a:path w="15" h="9">
                    <a:moveTo>
                      <a:pt x="15" y="0"/>
                    </a:moveTo>
                    <a:lnTo>
                      <a:pt x="5"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3" name="Freeform 478">
                <a:extLst>
                  <a:ext uri="{FF2B5EF4-FFF2-40B4-BE49-F238E27FC236}">
                    <a16:creationId xmlns:a16="http://schemas.microsoft.com/office/drawing/2014/main" id="{93D2AD86-C491-15B7-5118-98E1FE2B3004}"/>
                  </a:ext>
                </a:extLst>
              </p:cNvPr>
              <p:cNvSpPr>
                <a:spLocks/>
              </p:cNvSpPr>
              <p:nvPr/>
            </p:nvSpPr>
            <p:spPr bwMode="auto">
              <a:xfrm>
                <a:off x="3186113" y="2049463"/>
                <a:ext cx="23813" cy="14288"/>
              </a:xfrm>
              <a:custGeom>
                <a:avLst/>
                <a:gdLst>
                  <a:gd name="T0" fmla="*/ 15 w 15"/>
                  <a:gd name="T1" fmla="*/ 0 h 9"/>
                  <a:gd name="T2" fmla="*/ 4 w 15"/>
                  <a:gd name="T3" fmla="*/ 9 h 9"/>
                  <a:gd name="T4" fmla="*/ 0 w 15"/>
                  <a:gd name="T5" fmla="*/ 9 h 9"/>
                </a:gdLst>
                <a:ahLst/>
                <a:cxnLst>
                  <a:cxn ang="0">
                    <a:pos x="T0" y="T1"/>
                  </a:cxn>
                  <a:cxn ang="0">
                    <a:pos x="T2" y="T3"/>
                  </a:cxn>
                  <a:cxn ang="0">
                    <a:pos x="T4" y="T5"/>
                  </a:cxn>
                </a:cxnLst>
                <a:rect l="0" t="0" r="r" b="b"/>
                <a:pathLst>
                  <a:path w="15" h="9">
                    <a:moveTo>
                      <a:pt x="15" y="0"/>
                    </a:moveTo>
                    <a:lnTo>
                      <a:pt x="4"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68" name="Rectangle 479">
                <a:extLst>
                  <a:ext uri="{FF2B5EF4-FFF2-40B4-BE49-F238E27FC236}">
                    <a16:creationId xmlns:a16="http://schemas.microsoft.com/office/drawing/2014/main" id="{7BC70C97-3C7D-9DC8-561E-1370DC179647}"/>
                  </a:ext>
                </a:extLst>
              </p:cNvPr>
              <p:cNvSpPr>
                <a:spLocks noChangeArrowheads="1"/>
              </p:cNvSpPr>
              <p:nvPr/>
            </p:nvSpPr>
            <p:spPr bwMode="auto">
              <a:xfrm>
                <a:off x="3341688" y="1884363"/>
                <a:ext cx="60325" cy="17938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73" name="Line 480">
                <a:extLst>
                  <a:ext uri="{FF2B5EF4-FFF2-40B4-BE49-F238E27FC236}">
                    <a16:creationId xmlns:a16="http://schemas.microsoft.com/office/drawing/2014/main" id="{C38BB66F-7F04-1FED-5489-0BD6CC7F8B14}"/>
                  </a:ext>
                </a:extLst>
              </p:cNvPr>
              <p:cNvSpPr>
                <a:spLocks noChangeShapeType="1"/>
              </p:cNvSpPr>
              <p:nvPr/>
            </p:nvSpPr>
            <p:spPr bwMode="auto">
              <a:xfrm flipV="1">
                <a:off x="3402013" y="1846263"/>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78" name="Freeform 481">
                <a:extLst>
                  <a:ext uri="{FF2B5EF4-FFF2-40B4-BE49-F238E27FC236}">
                    <a16:creationId xmlns:a16="http://schemas.microsoft.com/office/drawing/2014/main" id="{481A9D8E-8309-73FB-22A7-4ECD46E81DF9}"/>
                  </a:ext>
                </a:extLst>
              </p:cNvPr>
              <p:cNvSpPr>
                <a:spLocks/>
              </p:cNvSpPr>
              <p:nvPr/>
            </p:nvSpPr>
            <p:spPr bwMode="auto">
              <a:xfrm>
                <a:off x="3341688" y="1839913"/>
                <a:ext cx="114300" cy="223838"/>
              </a:xfrm>
              <a:custGeom>
                <a:avLst/>
                <a:gdLst>
                  <a:gd name="T0" fmla="*/ 38 w 72"/>
                  <a:gd name="T1" fmla="*/ 141 h 141"/>
                  <a:gd name="T2" fmla="*/ 45 w 72"/>
                  <a:gd name="T3" fmla="*/ 141 h 141"/>
                  <a:gd name="T4" fmla="*/ 72 w 72"/>
                  <a:gd name="T5" fmla="*/ 117 h 141"/>
                  <a:gd name="T6" fmla="*/ 72 w 72"/>
                  <a:gd name="T7" fmla="*/ 0 h 141"/>
                  <a:gd name="T8" fmla="*/ 34 w 72"/>
                  <a:gd name="T9" fmla="*/ 0 h 141"/>
                  <a:gd name="T10" fmla="*/ 0 w 72"/>
                  <a:gd name="T11" fmla="*/ 24 h 141"/>
                  <a:gd name="T12" fmla="*/ 0 w 72"/>
                  <a:gd name="T13" fmla="*/ 28 h 141"/>
                </a:gdLst>
                <a:ahLst/>
                <a:cxnLst>
                  <a:cxn ang="0">
                    <a:pos x="T0" y="T1"/>
                  </a:cxn>
                  <a:cxn ang="0">
                    <a:pos x="T2" y="T3"/>
                  </a:cxn>
                  <a:cxn ang="0">
                    <a:pos x="T4" y="T5"/>
                  </a:cxn>
                  <a:cxn ang="0">
                    <a:pos x="T6" y="T7"/>
                  </a:cxn>
                  <a:cxn ang="0">
                    <a:pos x="T8" y="T9"/>
                  </a:cxn>
                  <a:cxn ang="0">
                    <a:pos x="T10" y="T11"/>
                  </a:cxn>
                  <a:cxn ang="0">
                    <a:pos x="T12" y="T13"/>
                  </a:cxn>
                </a:cxnLst>
                <a:rect l="0" t="0" r="r" b="b"/>
                <a:pathLst>
                  <a:path w="72" h="141">
                    <a:moveTo>
                      <a:pt x="38" y="141"/>
                    </a:moveTo>
                    <a:lnTo>
                      <a:pt x="45" y="141"/>
                    </a:lnTo>
                    <a:lnTo>
                      <a:pt x="72" y="117"/>
                    </a:ln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3" name="Rectangle 482">
                <a:extLst>
                  <a:ext uri="{FF2B5EF4-FFF2-40B4-BE49-F238E27FC236}">
                    <a16:creationId xmlns:a16="http://schemas.microsoft.com/office/drawing/2014/main" id="{2C0F9F8D-82DA-69E8-CFF0-6553A22EE062}"/>
                  </a:ext>
                </a:extLst>
              </p:cNvPr>
              <p:cNvSpPr>
                <a:spLocks noChangeArrowheads="1"/>
              </p:cNvSpPr>
              <p:nvPr/>
            </p:nvSpPr>
            <p:spPr bwMode="auto">
              <a:xfrm>
                <a:off x="3125788" y="1954213"/>
                <a:ext cx="60325" cy="10953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4" name="Line 483">
                <a:extLst>
                  <a:ext uri="{FF2B5EF4-FFF2-40B4-BE49-F238E27FC236}">
                    <a16:creationId xmlns:a16="http://schemas.microsoft.com/office/drawing/2014/main" id="{8BB1D0FF-6A85-5EC0-E000-46FD58BCD234}"/>
                  </a:ext>
                </a:extLst>
              </p:cNvPr>
              <p:cNvSpPr>
                <a:spLocks noChangeShapeType="1"/>
              </p:cNvSpPr>
              <p:nvPr/>
            </p:nvSpPr>
            <p:spPr bwMode="auto">
              <a:xfrm flipV="1">
                <a:off x="3186113" y="1938338"/>
                <a:ext cx="23813" cy="15875"/>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85" name="Freeform 484">
                <a:extLst>
                  <a:ext uri="{FF2B5EF4-FFF2-40B4-BE49-F238E27FC236}">
                    <a16:creationId xmlns:a16="http://schemas.microsoft.com/office/drawing/2014/main" id="{E65F2F88-FF13-20D9-CA50-B28DA785E14A}"/>
                  </a:ext>
                </a:extLst>
              </p:cNvPr>
              <p:cNvSpPr>
                <a:spLocks/>
              </p:cNvSpPr>
              <p:nvPr/>
            </p:nvSpPr>
            <p:spPr bwMode="auto">
              <a:xfrm>
                <a:off x="3125788" y="1908176"/>
                <a:ext cx="84138" cy="46038"/>
              </a:xfrm>
              <a:custGeom>
                <a:avLst/>
                <a:gdLst>
                  <a:gd name="T0" fmla="*/ 53 w 53"/>
                  <a:gd name="T1" fmla="*/ 0 h 29"/>
                  <a:gd name="T2" fmla="*/ 34 w 53"/>
                  <a:gd name="T3" fmla="*/ 0 h 29"/>
                  <a:gd name="T4" fmla="*/ 0 w 53"/>
                  <a:gd name="T5" fmla="*/ 25 h 29"/>
                  <a:gd name="T6" fmla="*/ 0 w 53"/>
                  <a:gd name="T7" fmla="*/ 29 h 29"/>
                </a:gdLst>
                <a:ahLst/>
                <a:cxnLst>
                  <a:cxn ang="0">
                    <a:pos x="T0" y="T1"/>
                  </a:cxn>
                  <a:cxn ang="0">
                    <a:pos x="T2" y="T3"/>
                  </a:cxn>
                  <a:cxn ang="0">
                    <a:pos x="T4" y="T5"/>
                  </a:cxn>
                  <a:cxn ang="0">
                    <a:pos x="T6" y="T7"/>
                  </a:cxn>
                </a:cxnLst>
                <a:rect l="0" t="0" r="r" b="b"/>
                <a:pathLst>
                  <a:path w="53" h="29">
                    <a:moveTo>
                      <a:pt x="53" y="0"/>
                    </a:moveTo>
                    <a:lnTo>
                      <a:pt x="34" y="0"/>
                    </a:lnTo>
                    <a:lnTo>
                      <a:pt x="0" y="25"/>
                    </a:lnTo>
                    <a:lnTo>
                      <a:pt x="0" y="2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51" name="Espaço Reservado para Conteúdo 4">
              <a:extLst>
                <a:ext uri="{FF2B5EF4-FFF2-40B4-BE49-F238E27FC236}">
                  <a16:creationId xmlns:a16="http://schemas.microsoft.com/office/drawing/2014/main" id="{02148E89-67A9-CE01-99F9-19AFF57B145F}"/>
                </a:ext>
              </a:extLst>
            </p:cNvPr>
            <p:cNvSpPr txBox="1">
              <a:spLocks/>
            </p:cNvSpPr>
            <p:nvPr/>
          </p:nvSpPr>
          <p:spPr>
            <a:xfrm>
              <a:off x="7925138" y="1523987"/>
              <a:ext cx="3858876" cy="53777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chemeClr val="bg1"/>
                  </a:solidFill>
                  <a:latin typeface="Poppins SemiBold" panose="00000700000000000000" pitchFamily="2" charset="0"/>
                  <a:cs typeface="Poppins SemiBold" panose="00000700000000000000" pitchFamily="2" charset="0"/>
                </a:rPr>
                <a:t>Mining operators </a:t>
              </a:r>
              <a:r>
                <a:rPr lang="en-US" sz="1000" dirty="0" err="1">
                  <a:solidFill>
                    <a:schemeClr val="bg1"/>
                  </a:solidFill>
                  <a:latin typeface="Poppins SemiBold" panose="00000700000000000000" pitchFamily="2" charset="0"/>
                  <a:cs typeface="Poppins SemiBold" panose="00000700000000000000" pitchFamily="2" charset="0"/>
                </a:rPr>
                <a:t>worlwide</a:t>
              </a:r>
              <a:r>
                <a:rPr lang="en-US" sz="1000" dirty="0">
                  <a:solidFill>
                    <a:schemeClr val="bg1"/>
                  </a:solidFill>
                  <a:latin typeface="Poppins SemiBold" panose="00000700000000000000" pitchFamily="2" charset="0"/>
                  <a:cs typeface="Poppins SemiBold" panose="00000700000000000000" pitchFamily="2" charset="0"/>
                </a:rPr>
                <a:t> are increasingly outsourcing </a:t>
              </a:r>
              <a:r>
                <a:rPr lang="en-US" sz="1000" dirty="0" err="1">
                  <a:solidFill>
                    <a:schemeClr val="bg1"/>
                  </a:solidFill>
                  <a:latin typeface="Poppins SemiBold" panose="00000700000000000000" pitchFamily="2" charset="0"/>
                  <a:cs typeface="Poppins SemiBold" panose="00000700000000000000" pitchFamily="2" charset="0"/>
                </a:rPr>
                <a:t>activieis</a:t>
              </a:r>
              <a:r>
                <a:rPr lang="en-US" sz="1000" dirty="0">
                  <a:solidFill>
                    <a:schemeClr val="bg1"/>
                  </a:solidFill>
                  <a:latin typeface="Poppins SemiBold" panose="00000700000000000000" pitchFamily="2" charset="0"/>
                  <a:cs typeface="Poppins SemiBold" panose="00000700000000000000" pitchFamily="2" charset="0"/>
                </a:rPr>
                <a:t> to focus on strategic Decisions, boosting mining services market, which stands at xx Bn</a:t>
              </a:r>
            </a:p>
          </p:txBody>
        </p:sp>
      </p:grpSp>
      <p:grpSp>
        <p:nvGrpSpPr>
          <p:cNvPr id="86" name="Agrupar 85">
            <a:extLst>
              <a:ext uri="{FF2B5EF4-FFF2-40B4-BE49-F238E27FC236}">
                <a16:creationId xmlns:a16="http://schemas.microsoft.com/office/drawing/2014/main" id="{C797825A-20CE-B029-BEE5-303A6EB715FC}"/>
              </a:ext>
            </a:extLst>
          </p:cNvPr>
          <p:cNvGrpSpPr/>
          <p:nvPr/>
        </p:nvGrpSpPr>
        <p:grpSpPr>
          <a:xfrm>
            <a:off x="7020488" y="4355979"/>
            <a:ext cx="4763526" cy="675711"/>
            <a:chOff x="7020488" y="1465470"/>
            <a:chExt cx="4763526" cy="675711"/>
          </a:xfrm>
        </p:grpSpPr>
        <p:sp>
          <p:nvSpPr>
            <p:cNvPr id="87" name="Fluxograma: Conector 86">
              <a:extLst>
                <a:ext uri="{FF2B5EF4-FFF2-40B4-BE49-F238E27FC236}">
                  <a16:creationId xmlns:a16="http://schemas.microsoft.com/office/drawing/2014/main" id="{9898DC80-F7BF-3F3B-9840-EC684DC49EDB}"/>
                </a:ext>
              </a:extLst>
            </p:cNvPr>
            <p:cNvSpPr/>
            <p:nvPr/>
          </p:nvSpPr>
          <p:spPr>
            <a:xfrm>
              <a:off x="7020488" y="1465470"/>
              <a:ext cx="675711" cy="675711"/>
            </a:xfrm>
            <a:prstGeom prst="flowChartConnec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88" name="Agrupar 519">
              <a:extLst>
                <a:ext uri="{FF2B5EF4-FFF2-40B4-BE49-F238E27FC236}">
                  <a16:creationId xmlns:a16="http://schemas.microsoft.com/office/drawing/2014/main" id="{B506FE4C-4A51-498C-ACEE-D17E95A4D924}"/>
                </a:ext>
              </a:extLst>
            </p:cNvPr>
            <p:cNvGrpSpPr/>
            <p:nvPr/>
          </p:nvGrpSpPr>
          <p:grpSpPr>
            <a:xfrm>
              <a:off x="7160740" y="1597608"/>
              <a:ext cx="395206" cy="361005"/>
              <a:chOff x="3125788" y="1762126"/>
              <a:chExt cx="330200" cy="301625"/>
            </a:xfrm>
          </p:grpSpPr>
          <p:sp>
            <p:nvSpPr>
              <p:cNvPr id="90" name="Rectangle 474">
                <a:extLst>
                  <a:ext uri="{FF2B5EF4-FFF2-40B4-BE49-F238E27FC236}">
                    <a16:creationId xmlns:a16="http://schemas.microsoft.com/office/drawing/2014/main" id="{3A1F3ACA-AC39-DA9D-AE11-29083DAC04B3}"/>
                  </a:ext>
                </a:extLst>
              </p:cNvPr>
              <p:cNvSpPr>
                <a:spLocks noChangeArrowheads="1"/>
              </p:cNvSpPr>
              <p:nvPr/>
            </p:nvSpPr>
            <p:spPr bwMode="auto">
              <a:xfrm>
                <a:off x="3233738" y="1806576"/>
                <a:ext cx="60325" cy="257175"/>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1" name="Line 475">
                <a:extLst>
                  <a:ext uri="{FF2B5EF4-FFF2-40B4-BE49-F238E27FC236}">
                    <a16:creationId xmlns:a16="http://schemas.microsoft.com/office/drawing/2014/main" id="{8DCFB31E-DDE5-B794-BD51-B530A078119B}"/>
                  </a:ext>
                </a:extLst>
              </p:cNvPr>
              <p:cNvSpPr>
                <a:spLocks noChangeShapeType="1"/>
              </p:cNvSpPr>
              <p:nvPr/>
            </p:nvSpPr>
            <p:spPr bwMode="auto">
              <a:xfrm flipV="1">
                <a:off x="3294063" y="1768476"/>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2" name="Freeform 476">
                <a:extLst>
                  <a:ext uri="{FF2B5EF4-FFF2-40B4-BE49-F238E27FC236}">
                    <a16:creationId xmlns:a16="http://schemas.microsoft.com/office/drawing/2014/main" id="{C515AD17-CF20-3ECD-AB15-384CFFF13D44}"/>
                  </a:ext>
                </a:extLst>
              </p:cNvPr>
              <p:cNvSpPr>
                <a:spLocks/>
              </p:cNvSpPr>
              <p:nvPr/>
            </p:nvSpPr>
            <p:spPr bwMode="auto">
              <a:xfrm>
                <a:off x="3233738" y="1762126"/>
                <a:ext cx="114300" cy="84138"/>
              </a:xfrm>
              <a:custGeom>
                <a:avLst/>
                <a:gdLst>
                  <a:gd name="T0" fmla="*/ 72 w 72"/>
                  <a:gd name="T1" fmla="*/ 53 h 53"/>
                  <a:gd name="T2" fmla="*/ 72 w 72"/>
                  <a:gd name="T3" fmla="*/ 0 h 53"/>
                  <a:gd name="T4" fmla="*/ 34 w 72"/>
                  <a:gd name="T5" fmla="*/ 0 h 53"/>
                  <a:gd name="T6" fmla="*/ 0 w 72"/>
                  <a:gd name="T7" fmla="*/ 24 h 53"/>
                  <a:gd name="T8" fmla="*/ 0 w 72"/>
                  <a:gd name="T9" fmla="*/ 28 h 53"/>
                </a:gdLst>
                <a:ahLst/>
                <a:cxnLst>
                  <a:cxn ang="0">
                    <a:pos x="T0" y="T1"/>
                  </a:cxn>
                  <a:cxn ang="0">
                    <a:pos x="T2" y="T3"/>
                  </a:cxn>
                  <a:cxn ang="0">
                    <a:pos x="T4" y="T5"/>
                  </a:cxn>
                  <a:cxn ang="0">
                    <a:pos x="T6" y="T7"/>
                  </a:cxn>
                  <a:cxn ang="0">
                    <a:pos x="T8" y="T9"/>
                  </a:cxn>
                </a:cxnLst>
                <a:rect l="0" t="0" r="r" b="b"/>
                <a:pathLst>
                  <a:path w="72" h="53">
                    <a:moveTo>
                      <a:pt x="72" y="53"/>
                    </a:move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3" name="Freeform 477">
                <a:extLst>
                  <a:ext uri="{FF2B5EF4-FFF2-40B4-BE49-F238E27FC236}">
                    <a16:creationId xmlns:a16="http://schemas.microsoft.com/office/drawing/2014/main" id="{3CC3A8D9-33EF-7E46-B0F7-A1593555985B}"/>
                  </a:ext>
                </a:extLst>
              </p:cNvPr>
              <p:cNvSpPr>
                <a:spLocks/>
              </p:cNvSpPr>
              <p:nvPr/>
            </p:nvSpPr>
            <p:spPr bwMode="auto">
              <a:xfrm>
                <a:off x="3294063" y="2049463"/>
                <a:ext cx="23813" cy="14288"/>
              </a:xfrm>
              <a:custGeom>
                <a:avLst/>
                <a:gdLst>
                  <a:gd name="T0" fmla="*/ 15 w 15"/>
                  <a:gd name="T1" fmla="*/ 0 h 9"/>
                  <a:gd name="T2" fmla="*/ 5 w 15"/>
                  <a:gd name="T3" fmla="*/ 9 h 9"/>
                  <a:gd name="T4" fmla="*/ 0 w 15"/>
                  <a:gd name="T5" fmla="*/ 9 h 9"/>
                </a:gdLst>
                <a:ahLst/>
                <a:cxnLst>
                  <a:cxn ang="0">
                    <a:pos x="T0" y="T1"/>
                  </a:cxn>
                  <a:cxn ang="0">
                    <a:pos x="T2" y="T3"/>
                  </a:cxn>
                  <a:cxn ang="0">
                    <a:pos x="T4" y="T5"/>
                  </a:cxn>
                </a:cxnLst>
                <a:rect l="0" t="0" r="r" b="b"/>
                <a:pathLst>
                  <a:path w="15" h="9">
                    <a:moveTo>
                      <a:pt x="15" y="0"/>
                    </a:moveTo>
                    <a:lnTo>
                      <a:pt x="5"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4" name="Freeform 478">
                <a:extLst>
                  <a:ext uri="{FF2B5EF4-FFF2-40B4-BE49-F238E27FC236}">
                    <a16:creationId xmlns:a16="http://schemas.microsoft.com/office/drawing/2014/main" id="{FE7C7408-CB7B-B4FD-E78E-C76B4D6E6A9F}"/>
                  </a:ext>
                </a:extLst>
              </p:cNvPr>
              <p:cNvSpPr>
                <a:spLocks/>
              </p:cNvSpPr>
              <p:nvPr/>
            </p:nvSpPr>
            <p:spPr bwMode="auto">
              <a:xfrm>
                <a:off x="3186113" y="2049463"/>
                <a:ext cx="23813" cy="14288"/>
              </a:xfrm>
              <a:custGeom>
                <a:avLst/>
                <a:gdLst>
                  <a:gd name="T0" fmla="*/ 15 w 15"/>
                  <a:gd name="T1" fmla="*/ 0 h 9"/>
                  <a:gd name="T2" fmla="*/ 4 w 15"/>
                  <a:gd name="T3" fmla="*/ 9 h 9"/>
                  <a:gd name="T4" fmla="*/ 0 w 15"/>
                  <a:gd name="T5" fmla="*/ 9 h 9"/>
                </a:gdLst>
                <a:ahLst/>
                <a:cxnLst>
                  <a:cxn ang="0">
                    <a:pos x="T0" y="T1"/>
                  </a:cxn>
                  <a:cxn ang="0">
                    <a:pos x="T2" y="T3"/>
                  </a:cxn>
                  <a:cxn ang="0">
                    <a:pos x="T4" y="T5"/>
                  </a:cxn>
                </a:cxnLst>
                <a:rect l="0" t="0" r="r" b="b"/>
                <a:pathLst>
                  <a:path w="15" h="9">
                    <a:moveTo>
                      <a:pt x="15" y="0"/>
                    </a:moveTo>
                    <a:lnTo>
                      <a:pt x="4"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5" name="Rectangle 479">
                <a:extLst>
                  <a:ext uri="{FF2B5EF4-FFF2-40B4-BE49-F238E27FC236}">
                    <a16:creationId xmlns:a16="http://schemas.microsoft.com/office/drawing/2014/main" id="{734918B6-9F86-7AD5-1402-9BE9FF7E3975}"/>
                  </a:ext>
                </a:extLst>
              </p:cNvPr>
              <p:cNvSpPr>
                <a:spLocks noChangeArrowheads="1"/>
              </p:cNvSpPr>
              <p:nvPr/>
            </p:nvSpPr>
            <p:spPr bwMode="auto">
              <a:xfrm>
                <a:off x="3341688" y="1884363"/>
                <a:ext cx="60325" cy="17938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6" name="Line 480">
                <a:extLst>
                  <a:ext uri="{FF2B5EF4-FFF2-40B4-BE49-F238E27FC236}">
                    <a16:creationId xmlns:a16="http://schemas.microsoft.com/office/drawing/2014/main" id="{C78118FA-872A-BAA9-19A2-C8E23E06E37F}"/>
                  </a:ext>
                </a:extLst>
              </p:cNvPr>
              <p:cNvSpPr>
                <a:spLocks noChangeShapeType="1"/>
              </p:cNvSpPr>
              <p:nvPr/>
            </p:nvSpPr>
            <p:spPr bwMode="auto">
              <a:xfrm flipV="1">
                <a:off x="3402013" y="1846263"/>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7" name="Freeform 481">
                <a:extLst>
                  <a:ext uri="{FF2B5EF4-FFF2-40B4-BE49-F238E27FC236}">
                    <a16:creationId xmlns:a16="http://schemas.microsoft.com/office/drawing/2014/main" id="{330D0813-34CD-B55C-21F7-41EB67635165}"/>
                  </a:ext>
                </a:extLst>
              </p:cNvPr>
              <p:cNvSpPr>
                <a:spLocks/>
              </p:cNvSpPr>
              <p:nvPr/>
            </p:nvSpPr>
            <p:spPr bwMode="auto">
              <a:xfrm>
                <a:off x="3341688" y="1839913"/>
                <a:ext cx="114300" cy="223838"/>
              </a:xfrm>
              <a:custGeom>
                <a:avLst/>
                <a:gdLst>
                  <a:gd name="T0" fmla="*/ 38 w 72"/>
                  <a:gd name="T1" fmla="*/ 141 h 141"/>
                  <a:gd name="T2" fmla="*/ 45 w 72"/>
                  <a:gd name="T3" fmla="*/ 141 h 141"/>
                  <a:gd name="T4" fmla="*/ 72 w 72"/>
                  <a:gd name="T5" fmla="*/ 117 h 141"/>
                  <a:gd name="T6" fmla="*/ 72 w 72"/>
                  <a:gd name="T7" fmla="*/ 0 h 141"/>
                  <a:gd name="T8" fmla="*/ 34 w 72"/>
                  <a:gd name="T9" fmla="*/ 0 h 141"/>
                  <a:gd name="T10" fmla="*/ 0 w 72"/>
                  <a:gd name="T11" fmla="*/ 24 h 141"/>
                  <a:gd name="T12" fmla="*/ 0 w 72"/>
                  <a:gd name="T13" fmla="*/ 28 h 141"/>
                </a:gdLst>
                <a:ahLst/>
                <a:cxnLst>
                  <a:cxn ang="0">
                    <a:pos x="T0" y="T1"/>
                  </a:cxn>
                  <a:cxn ang="0">
                    <a:pos x="T2" y="T3"/>
                  </a:cxn>
                  <a:cxn ang="0">
                    <a:pos x="T4" y="T5"/>
                  </a:cxn>
                  <a:cxn ang="0">
                    <a:pos x="T6" y="T7"/>
                  </a:cxn>
                  <a:cxn ang="0">
                    <a:pos x="T8" y="T9"/>
                  </a:cxn>
                  <a:cxn ang="0">
                    <a:pos x="T10" y="T11"/>
                  </a:cxn>
                  <a:cxn ang="0">
                    <a:pos x="T12" y="T13"/>
                  </a:cxn>
                </a:cxnLst>
                <a:rect l="0" t="0" r="r" b="b"/>
                <a:pathLst>
                  <a:path w="72" h="141">
                    <a:moveTo>
                      <a:pt x="38" y="141"/>
                    </a:moveTo>
                    <a:lnTo>
                      <a:pt x="45" y="141"/>
                    </a:lnTo>
                    <a:lnTo>
                      <a:pt x="72" y="117"/>
                    </a:ln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8" name="Rectangle 482">
                <a:extLst>
                  <a:ext uri="{FF2B5EF4-FFF2-40B4-BE49-F238E27FC236}">
                    <a16:creationId xmlns:a16="http://schemas.microsoft.com/office/drawing/2014/main" id="{FA709003-DC8D-9B41-19FA-D6056E3B91DE}"/>
                  </a:ext>
                </a:extLst>
              </p:cNvPr>
              <p:cNvSpPr>
                <a:spLocks noChangeArrowheads="1"/>
              </p:cNvSpPr>
              <p:nvPr/>
            </p:nvSpPr>
            <p:spPr bwMode="auto">
              <a:xfrm>
                <a:off x="3125788" y="1954213"/>
                <a:ext cx="60325" cy="10953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99" name="Line 483">
                <a:extLst>
                  <a:ext uri="{FF2B5EF4-FFF2-40B4-BE49-F238E27FC236}">
                    <a16:creationId xmlns:a16="http://schemas.microsoft.com/office/drawing/2014/main" id="{B2D009C3-FC70-7D97-6FEE-57D099479038}"/>
                  </a:ext>
                </a:extLst>
              </p:cNvPr>
              <p:cNvSpPr>
                <a:spLocks noChangeShapeType="1"/>
              </p:cNvSpPr>
              <p:nvPr/>
            </p:nvSpPr>
            <p:spPr bwMode="auto">
              <a:xfrm flipV="1">
                <a:off x="3186113" y="1938338"/>
                <a:ext cx="23813" cy="15875"/>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0" name="Freeform 484">
                <a:extLst>
                  <a:ext uri="{FF2B5EF4-FFF2-40B4-BE49-F238E27FC236}">
                    <a16:creationId xmlns:a16="http://schemas.microsoft.com/office/drawing/2014/main" id="{585AA7A6-FBBB-B923-E43B-932DA9A88B5A}"/>
                  </a:ext>
                </a:extLst>
              </p:cNvPr>
              <p:cNvSpPr>
                <a:spLocks/>
              </p:cNvSpPr>
              <p:nvPr/>
            </p:nvSpPr>
            <p:spPr bwMode="auto">
              <a:xfrm>
                <a:off x="3125788" y="1908176"/>
                <a:ext cx="84138" cy="46038"/>
              </a:xfrm>
              <a:custGeom>
                <a:avLst/>
                <a:gdLst>
                  <a:gd name="T0" fmla="*/ 53 w 53"/>
                  <a:gd name="T1" fmla="*/ 0 h 29"/>
                  <a:gd name="T2" fmla="*/ 34 w 53"/>
                  <a:gd name="T3" fmla="*/ 0 h 29"/>
                  <a:gd name="T4" fmla="*/ 0 w 53"/>
                  <a:gd name="T5" fmla="*/ 25 h 29"/>
                  <a:gd name="T6" fmla="*/ 0 w 53"/>
                  <a:gd name="T7" fmla="*/ 29 h 29"/>
                </a:gdLst>
                <a:ahLst/>
                <a:cxnLst>
                  <a:cxn ang="0">
                    <a:pos x="T0" y="T1"/>
                  </a:cxn>
                  <a:cxn ang="0">
                    <a:pos x="T2" y="T3"/>
                  </a:cxn>
                  <a:cxn ang="0">
                    <a:pos x="T4" y="T5"/>
                  </a:cxn>
                  <a:cxn ang="0">
                    <a:pos x="T6" y="T7"/>
                  </a:cxn>
                </a:cxnLst>
                <a:rect l="0" t="0" r="r" b="b"/>
                <a:pathLst>
                  <a:path w="53" h="29">
                    <a:moveTo>
                      <a:pt x="53" y="0"/>
                    </a:moveTo>
                    <a:lnTo>
                      <a:pt x="34" y="0"/>
                    </a:lnTo>
                    <a:lnTo>
                      <a:pt x="0" y="25"/>
                    </a:lnTo>
                    <a:lnTo>
                      <a:pt x="0" y="2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89" name="Espaço Reservado para Conteúdo 4">
              <a:extLst>
                <a:ext uri="{FF2B5EF4-FFF2-40B4-BE49-F238E27FC236}">
                  <a16:creationId xmlns:a16="http://schemas.microsoft.com/office/drawing/2014/main" id="{6E6548AB-7198-4B34-E539-67A83396F3ED}"/>
                </a:ext>
              </a:extLst>
            </p:cNvPr>
            <p:cNvSpPr txBox="1">
              <a:spLocks/>
            </p:cNvSpPr>
            <p:nvPr/>
          </p:nvSpPr>
          <p:spPr>
            <a:xfrm>
              <a:off x="7925138" y="1523987"/>
              <a:ext cx="3858876" cy="53777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chemeClr val="bg1"/>
                  </a:solidFill>
                  <a:latin typeface="Poppins SemiBold" panose="00000700000000000000" pitchFamily="2" charset="0"/>
                  <a:cs typeface="Poppins SemiBold" panose="00000700000000000000" pitchFamily="2" charset="0"/>
                </a:rPr>
                <a:t>Mining operators </a:t>
              </a:r>
              <a:r>
                <a:rPr lang="en-US" sz="1000" dirty="0" err="1">
                  <a:solidFill>
                    <a:schemeClr val="bg1"/>
                  </a:solidFill>
                  <a:latin typeface="Poppins SemiBold" panose="00000700000000000000" pitchFamily="2" charset="0"/>
                  <a:cs typeface="Poppins SemiBold" panose="00000700000000000000" pitchFamily="2" charset="0"/>
                </a:rPr>
                <a:t>worlwide</a:t>
              </a:r>
              <a:r>
                <a:rPr lang="en-US" sz="1000" dirty="0">
                  <a:solidFill>
                    <a:schemeClr val="bg1"/>
                  </a:solidFill>
                  <a:latin typeface="Poppins SemiBold" panose="00000700000000000000" pitchFamily="2" charset="0"/>
                  <a:cs typeface="Poppins SemiBold" panose="00000700000000000000" pitchFamily="2" charset="0"/>
                </a:rPr>
                <a:t> are increasingly outsourcing </a:t>
              </a:r>
              <a:r>
                <a:rPr lang="en-US" sz="1000" dirty="0" err="1">
                  <a:solidFill>
                    <a:schemeClr val="bg1"/>
                  </a:solidFill>
                  <a:latin typeface="Poppins SemiBold" panose="00000700000000000000" pitchFamily="2" charset="0"/>
                  <a:cs typeface="Poppins SemiBold" panose="00000700000000000000" pitchFamily="2" charset="0"/>
                </a:rPr>
                <a:t>activieis</a:t>
              </a:r>
              <a:r>
                <a:rPr lang="en-US" sz="1000" dirty="0">
                  <a:solidFill>
                    <a:schemeClr val="bg1"/>
                  </a:solidFill>
                  <a:latin typeface="Poppins SemiBold" panose="00000700000000000000" pitchFamily="2" charset="0"/>
                  <a:cs typeface="Poppins SemiBold" panose="00000700000000000000" pitchFamily="2" charset="0"/>
                </a:rPr>
                <a:t> to focus on strategic Decisions, boosting mining services market, which stands at xx Bn</a:t>
              </a:r>
            </a:p>
          </p:txBody>
        </p:sp>
      </p:grpSp>
      <p:grpSp>
        <p:nvGrpSpPr>
          <p:cNvPr id="101" name="Agrupar 100">
            <a:extLst>
              <a:ext uri="{FF2B5EF4-FFF2-40B4-BE49-F238E27FC236}">
                <a16:creationId xmlns:a16="http://schemas.microsoft.com/office/drawing/2014/main" id="{D9EEB865-ADFF-441F-E1AB-F9BD33590969}"/>
              </a:ext>
            </a:extLst>
          </p:cNvPr>
          <p:cNvGrpSpPr/>
          <p:nvPr/>
        </p:nvGrpSpPr>
        <p:grpSpPr>
          <a:xfrm>
            <a:off x="7020488" y="5319481"/>
            <a:ext cx="4763526" cy="675711"/>
            <a:chOff x="7020488" y="1465470"/>
            <a:chExt cx="4763526" cy="675711"/>
          </a:xfrm>
        </p:grpSpPr>
        <p:sp>
          <p:nvSpPr>
            <p:cNvPr id="102" name="Fluxograma: Conector 101">
              <a:extLst>
                <a:ext uri="{FF2B5EF4-FFF2-40B4-BE49-F238E27FC236}">
                  <a16:creationId xmlns:a16="http://schemas.microsoft.com/office/drawing/2014/main" id="{234F9C9E-DE32-F54F-0DD1-FB612E841E56}"/>
                </a:ext>
              </a:extLst>
            </p:cNvPr>
            <p:cNvSpPr/>
            <p:nvPr/>
          </p:nvSpPr>
          <p:spPr>
            <a:xfrm>
              <a:off x="7020488" y="1465470"/>
              <a:ext cx="675711" cy="675711"/>
            </a:xfrm>
            <a:prstGeom prst="flowChartConnector">
              <a:avLst/>
            </a:prstGeom>
            <a:solidFill>
              <a:schemeClr val="tx2">
                <a:lumMod val="75000"/>
                <a:lumOff val="2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103" name="Agrupar 519">
              <a:extLst>
                <a:ext uri="{FF2B5EF4-FFF2-40B4-BE49-F238E27FC236}">
                  <a16:creationId xmlns:a16="http://schemas.microsoft.com/office/drawing/2014/main" id="{9492D296-F199-1861-C9D4-EAAA1A24B76F}"/>
                </a:ext>
              </a:extLst>
            </p:cNvPr>
            <p:cNvGrpSpPr/>
            <p:nvPr/>
          </p:nvGrpSpPr>
          <p:grpSpPr>
            <a:xfrm>
              <a:off x="7160740" y="1597608"/>
              <a:ext cx="395206" cy="361005"/>
              <a:chOff x="3125788" y="1762126"/>
              <a:chExt cx="330200" cy="301625"/>
            </a:xfrm>
          </p:grpSpPr>
          <p:sp>
            <p:nvSpPr>
              <p:cNvPr id="105" name="Rectangle 474">
                <a:extLst>
                  <a:ext uri="{FF2B5EF4-FFF2-40B4-BE49-F238E27FC236}">
                    <a16:creationId xmlns:a16="http://schemas.microsoft.com/office/drawing/2014/main" id="{03F4EDE5-078D-0BD0-CF53-E2A235F20991}"/>
                  </a:ext>
                </a:extLst>
              </p:cNvPr>
              <p:cNvSpPr>
                <a:spLocks noChangeArrowheads="1"/>
              </p:cNvSpPr>
              <p:nvPr/>
            </p:nvSpPr>
            <p:spPr bwMode="auto">
              <a:xfrm>
                <a:off x="3233738" y="1806576"/>
                <a:ext cx="60325" cy="257175"/>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6" name="Line 475">
                <a:extLst>
                  <a:ext uri="{FF2B5EF4-FFF2-40B4-BE49-F238E27FC236}">
                    <a16:creationId xmlns:a16="http://schemas.microsoft.com/office/drawing/2014/main" id="{1E31D183-49AB-2496-E597-669E4AA057C7}"/>
                  </a:ext>
                </a:extLst>
              </p:cNvPr>
              <p:cNvSpPr>
                <a:spLocks noChangeShapeType="1"/>
              </p:cNvSpPr>
              <p:nvPr/>
            </p:nvSpPr>
            <p:spPr bwMode="auto">
              <a:xfrm flipV="1">
                <a:off x="3294063" y="1768476"/>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7" name="Freeform 476">
                <a:extLst>
                  <a:ext uri="{FF2B5EF4-FFF2-40B4-BE49-F238E27FC236}">
                    <a16:creationId xmlns:a16="http://schemas.microsoft.com/office/drawing/2014/main" id="{4B87D743-E3D9-3423-8C84-6781625F29A8}"/>
                  </a:ext>
                </a:extLst>
              </p:cNvPr>
              <p:cNvSpPr>
                <a:spLocks/>
              </p:cNvSpPr>
              <p:nvPr/>
            </p:nvSpPr>
            <p:spPr bwMode="auto">
              <a:xfrm>
                <a:off x="3233738" y="1762126"/>
                <a:ext cx="114300" cy="84138"/>
              </a:xfrm>
              <a:custGeom>
                <a:avLst/>
                <a:gdLst>
                  <a:gd name="T0" fmla="*/ 72 w 72"/>
                  <a:gd name="T1" fmla="*/ 53 h 53"/>
                  <a:gd name="T2" fmla="*/ 72 w 72"/>
                  <a:gd name="T3" fmla="*/ 0 h 53"/>
                  <a:gd name="T4" fmla="*/ 34 w 72"/>
                  <a:gd name="T5" fmla="*/ 0 h 53"/>
                  <a:gd name="T6" fmla="*/ 0 w 72"/>
                  <a:gd name="T7" fmla="*/ 24 h 53"/>
                  <a:gd name="T8" fmla="*/ 0 w 72"/>
                  <a:gd name="T9" fmla="*/ 28 h 53"/>
                </a:gdLst>
                <a:ahLst/>
                <a:cxnLst>
                  <a:cxn ang="0">
                    <a:pos x="T0" y="T1"/>
                  </a:cxn>
                  <a:cxn ang="0">
                    <a:pos x="T2" y="T3"/>
                  </a:cxn>
                  <a:cxn ang="0">
                    <a:pos x="T4" y="T5"/>
                  </a:cxn>
                  <a:cxn ang="0">
                    <a:pos x="T6" y="T7"/>
                  </a:cxn>
                  <a:cxn ang="0">
                    <a:pos x="T8" y="T9"/>
                  </a:cxn>
                </a:cxnLst>
                <a:rect l="0" t="0" r="r" b="b"/>
                <a:pathLst>
                  <a:path w="72" h="53">
                    <a:moveTo>
                      <a:pt x="72" y="53"/>
                    </a:move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8" name="Freeform 477">
                <a:extLst>
                  <a:ext uri="{FF2B5EF4-FFF2-40B4-BE49-F238E27FC236}">
                    <a16:creationId xmlns:a16="http://schemas.microsoft.com/office/drawing/2014/main" id="{3B86FE34-D101-B022-9DC1-04701E71C02A}"/>
                  </a:ext>
                </a:extLst>
              </p:cNvPr>
              <p:cNvSpPr>
                <a:spLocks/>
              </p:cNvSpPr>
              <p:nvPr/>
            </p:nvSpPr>
            <p:spPr bwMode="auto">
              <a:xfrm>
                <a:off x="3294063" y="2049463"/>
                <a:ext cx="23813" cy="14288"/>
              </a:xfrm>
              <a:custGeom>
                <a:avLst/>
                <a:gdLst>
                  <a:gd name="T0" fmla="*/ 15 w 15"/>
                  <a:gd name="T1" fmla="*/ 0 h 9"/>
                  <a:gd name="T2" fmla="*/ 5 w 15"/>
                  <a:gd name="T3" fmla="*/ 9 h 9"/>
                  <a:gd name="T4" fmla="*/ 0 w 15"/>
                  <a:gd name="T5" fmla="*/ 9 h 9"/>
                </a:gdLst>
                <a:ahLst/>
                <a:cxnLst>
                  <a:cxn ang="0">
                    <a:pos x="T0" y="T1"/>
                  </a:cxn>
                  <a:cxn ang="0">
                    <a:pos x="T2" y="T3"/>
                  </a:cxn>
                  <a:cxn ang="0">
                    <a:pos x="T4" y="T5"/>
                  </a:cxn>
                </a:cxnLst>
                <a:rect l="0" t="0" r="r" b="b"/>
                <a:pathLst>
                  <a:path w="15" h="9">
                    <a:moveTo>
                      <a:pt x="15" y="0"/>
                    </a:moveTo>
                    <a:lnTo>
                      <a:pt x="5"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09" name="Freeform 478">
                <a:extLst>
                  <a:ext uri="{FF2B5EF4-FFF2-40B4-BE49-F238E27FC236}">
                    <a16:creationId xmlns:a16="http://schemas.microsoft.com/office/drawing/2014/main" id="{BE5DAD95-56F7-297D-4CC4-9FB494EC462B}"/>
                  </a:ext>
                </a:extLst>
              </p:cNvPr>
              <p:cNvSpPr>
                <a:spLocks/>
              </p:cNvSpPr>
              <p:nvPr/>
            </p:nvSpPr>
            <p:spPr bwMode="auto">
              <a:xfrm>
                <a:off x="3186113" y="2049463"/>
                <a:ext cx="23813" cy="14288"/>
              </a:xfrm>
              <a:custGeom>
                <a:avLst/>
                <a:gdLst>
                  <a:gd name="T0" fmla="*/ 15 w 15"/>
                  <a:gd name="T1" fmla="*/ 0 h 9"/>
                  <a:gd name="T2" fmla="*/ 4 w 15"/>
                  <a:gd name="T3" fmla="*/ 9 h 9"/>
                  <a:gd name="T4" fmla="*/ 0 w 15"/>
                  <a:gd name="T5" fmla="*/ 9 h 9"/>
                </a:gdLst>
                <a:ahLst/>
                <a:cxnLst>
                  <a:cxn ang="0">
                    <a:pos x="T0" y="T1"/>
                  </a:cxn>
                  <a:cxn ang="0">
                    <a:pos x="T2" y="T3"/>
                  </a:cxn>
                  <a:cxn ang="0">
                    <a:pos x="T4" y="T5"/>
                  </a:cxn>
                </a:cxnLst>
                <a:rect l="0" t="0" r="r" b="b"/>
                <a:pathLst>
                  <a:path w="15" h="9">
                    <a:moveTo>
                      <a:pt x="15" y="0"/>
                    </a:moveTo>
                    <a:lnTo>
                      <a:pt x="4" y="9"/>
                    </a:lnTo>
                    <a:lnTo>
                      <a:pt x="0" y="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10" name="Rectangle 479">
                <a:extLst>
                  <a:ext uri="{FF2B5EF4-FFF2-40B4-BE49-F238E27FC236}">
                    <a16:creationId xmlns:a16="http://schemas.microsoft.com/office/drawing/2014/main" id="{D174C071-1A00-3D7A-5A06-1ADDCFEFFC41}"/>
                  </a:ext>
                </a:extLst>
              </p:cNvPr>
              <p:cNvSpPr>
                <a:spLocks noChangeArrowheads="1"/>
              </p:cNvSpPr>
              <p:nvPr/>
            </p:nvSpPr>
            <p:spPr bwMode="auto">
              <a:xfrm>
                <a:off x="3341688" y="1884363"/>
                <a:ext cx="60325" cy="17938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5" name="Line 480">
                <a:extLst>
                  <a:ext uri="{FF2B5EF4-FFF2-40B4-BE49-F238E27FC236}">
                    <a16:creationId xmlns:a16="http://schemas.microsoft.com/office/drawing/2014/main" id="{6D42484D-82A4-9EF7-17D5-8719CA4D7FC3}"/>
                  </a:ext>
                </a:extLst>
              </p:cNvPr>
              <p:cNvSpPr>
                <a:spLocks noChangeShapeType="1"/>
              </p:cNvSpPr>
              <p:nvPr/>
            </p:nvSpPr>
            <p:spPr bwMode="auto">
              <a:xfrm flipV="1">
                <a:off x="3402013" y="1846263"/>
                <a:ext cx="53975" cy="38100"/>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6" name="Freeform 481">
                <a:extLst>
                  <a:ext uri="{FF2B5EF4-FFF2-40B4-BE49-F238E27FC236}">
                    <a16:creationId xmlns:a16="http://schemas.microsoft.com/office/drawing/2014/main" id="{0A39BA86-5CEA-91AC-0629-EB5A3ECCF916}"/>
                  </a:ext>
                </a:extLst>
              </p:cNvPr>
              <p:cNvSpPr>
                <a:spLocks/>
              </p:cNvSpPr>
              <p:nvPr/>
            </p:nvSpPr>
            <p:spPr bwMode="auto">
              <a:xfrm>
                <a:off x="3341688" y="1839913"/>
                <a:ext cx="114300" cy="223838"/>
              </a:xfrm>
              <a:custGeom>
                <a:avLst/>
                <a:gdLst>
                  <a:gd name="T0" fmla="*/ 38 w 72"/>
                  <a:gd name="T1" fmla="*/ 141 h 141"/>
                  <a:gd name="T2" fmla="*/ 45 w 72"/>
                  <a:gd name="T3" fmla="*/ 141 h 141"/>
                  <a:gd name="T4" fmla="*/ 72 w 72"/>
                  <a:gd name="T5" fmla="*/ 117 h 141"/>
                  <a:gd name="T6" fmla="*/ 72 w 72"/>
                  <a:gd name="T7" fmla="*/ 0 h 141"/>
                  <a:gd name="T8" fmla="*/ 34 w 72"/>
                  <a:gd name="T9" fmla="*/ 0 h 141"/>
                  <a:gd name="T10" fmla="*/ 0 w 72"/>
                  <a:gd name="T11" fmla="*/ 24 h 141"/>
                  <a:gd name="T12" fmla="*/ 0 w 72"/>
                  <a:gd name="T13" fmla="*/ 28 h 141"/>
                </a:gdLst>
                <a:ahLst/>
                <a:cxnLst>
                  <a:cxn ang="0">
                    <a:pos x="T0" y="T1"/>
                  </a:cxn>
                  <a:cxn ang="0">
                    <a:pos x="T2" y="T3"/>
                  </a:cxn>
                  <a:cxn ang="0">
                    <a:pos x="T4" y="T5"/>
                  </a:cxn>
                  <a:cxn ang="0">
                    <a:pos x="T6" y="T7"/>
                  </a:cxn>
                  <a:cxn ang="0">
                    <a:pos x="T8" y="T9"/>
                  </a:cxn>
                  <a:cxn ang="0">
                    <a:pos x="T10" y="T11"/>
                  </a:cxn>
                  <a:cxn ang="0">
                    <a:pos x="T12" y="T13"/>
                  </a:cxn>
                </a:cxnLst>
                <a:rect l="0" t="0" r="r" b="b"/>
                <a:pathLst>
                  <a:path w="72" h="141">
                    <a:moveTo>
                      <a:pt x="38" y="141"/>
                    </a:moveTo>
                    <a:lnTo>
                      <a:pt x="45" y="141"/>
                    </a:lnTo>
                    <a:lnTo>
                      <a:pt x="72" y="117"/>
                    </a:lnTo>
                    <a:lnTo>
                      <a:pt x="72" y="0"/>
                    </a:lnTo>
                    <a:lnTo>
                      <a:pt x="34" y="0"/>
                    </a:lnTo>
                    <a:lnTo>
                      <a:pt x="0" y="24"/>
                    </a:lnTo>
                    <a:lnTo>
                      <a:pt x="0" y="28"/>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7" name="Rectangle 482">
                <a:extLst>
                  <a:ext uri="{FF2B5EF4-FFF2-40B4-BE49-F238E27FC236}">
                    <a16:creationId xmlns:a16="http://schemas.microsoft.com/office/drawing/2014/main" id="{17718277-80BF-FDF2-176E-CA50F4A93BA5}"/>
                  </a:ext>
                </a:extLst>
              </p:cNvPr>
              <p:cNvSpPr>
                <a:spLocks noChangeArrowheads="1"/>
              </p:cNvSpPr>
              <p:nvPr/>
            </p:nvSpPr>
            <p:spPr bwMode="auto">
              <a:xfrm>
                <a:off x="3125788" y="1954213"/>
                <a:ext cx="60325" cy="109538"/>
              </a:xfrm>
              <a:prstGeom prst="rect">
                <a:avLst/>
              </a:pr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8" name="Line 483">
                <a:extLst>
                  <a:ext uri="{FF2B5EF4-FFF2-40B4-BE49-F238E27FC236}">
                    <a16:creationId xmlns:a16="http://schemas.microsoft.com/office/drawing/2014/main" id="{84E5B1DA-E786-6197-C000-037BA4ADD75D}"/>
                  </a:ext>
                </a:extLst>
              </p:cNvPr>
              <p:cNvSpPr>
                <a:spLocks noChangeShapeType="1"/>
              </p:cNvSpPr>
              <p:nvPr/>
            </p:nvSpPr>
            <p:spPr bwMode="auto">
              <a:xfrm flipV="1">
                <a:off x="3186113" y="1938338"/>
                <a:ext cx="23813" cy="15875"/>
              </a:xfrm>
              <a:prstGeom prst="line">
                <a:avLst/>
              </a:prstGeom>
              <a:noFill/>
              <a:ln w="6350" cap="flat">
                <a:solidFill>
                  <a:schemeClr val="bg1"/>
                </a:solidFill>
                <a:prstDash val="solid"/>
                <a:miter lim="800000"/>
                <a:headEnd/>
                <a:tailEnd/>
              </a:ln>
              <a:extLst>
                <a:ext uri="{909E8E84-426E-40DD-AFC4-6F175D3DCCD1}">
                  <a14:hiddenFill xmlns:a14="http://schemas.microsoft.com/office/drawing/2010/main">
                    <a:noFill/>
                  </a14:hiddenFill>
                </a:ext>
              </a:extLst>
            </p:spPr>
            <p:txBody>
              <a:bodyPr vert="horz" wrap="square" lIns="91440" tIns="45720" rIns="91440" bIns="45720" numCol="1" anchor="t" anchorCtr="0" compatLnSpc="1">
                <a:prstTxWarp prst="textNoShape">
                  <a:avLst/>
                </a:prstTxWarp>
              </a:bodyPr>
              <a:lstStyle/>
              <a:p>
                <a:endParaRPr lang="pt-BR"/>
              </a:p>
            </p:txBody>
          </p:sp>
          <p:sp>
            <p:nvSpPr>
              <p:cNvPr id="139" name="Freeform 484">
                <a:extLst>
                  <a:ext uri="{FF2B5EF4-FFF2-40B4-BE49-F238E27FC236}">
                    <a16:creationId xmlns:a16="http://schemas.microsoft.com/office/drawing/2014/main" id="{CDCDB555-7B2C-FD64-9E46-0F02879B0289}"/>
                  </a:ext>
                </a:extLst>
              </p:cNvPr>
              <p:cNvSpPr>
                <a:spLocks/>
              </p:cNvSpPr>
              <p:nvPr/>
            </p:nvSpPr>
            <p:spPr bwMode="auto">
              <a:xfrm>
                <a:off x="3125788" y="1908176"/>
                <a:ext cx="84138" cy="46038"/>
              </a:xfrm>
              <a:custGeom>
                <a:avLst/>
                <a:gdLst>
                  <a:gd name="T0" fmla="*/ 53 w 53"/>
                  <a:gd name="T1" fmla="*/ 0 h 29"/>
                  <a:gd name="T2" fmla="*/ 34 w 53"/>
                  <a:gd name="T3" fmla="*/ 0 h 29"/>
                  <a:gd name="T4" fmla="*/ 0 w 53"/>
                  <a:gd name="T5" fmla="*/ 25 h 29"/>
                  <a:gd name="T6" fmla="*/ 0 w 53"/>
                  <a:gd name="T7" fmla="*/ 29 h 29"/>
                </a:gdLst>
                <a:ahLst/>
                <a:cxnLst>
                  <a:cxn ang="0">
                    <a:pos x="T0" y="T1"/>
                  </a:cxn>
                  <a:cxn ang="0">
                    <a:pos x="T2" y="T3"/>
                  </a:cxn>
                  <a:cxn ang="0">
                    <a:pos x="T4" y="T5"/>
                  </a:cxn>
                  <a:cxn ang="0">
                    <a:pos x="T6" y="T7"/>
                  </a:cxn>
                </a:cxnLst>
                <a:rect l="0" t="0" r="r" b="b"/>
                <a:pathLst>
                  <a:path w="53" h="29">
                    <a:moveTo>
                      <a:pt x="53" y="0"/>
                    </a:moveTo>
                    <a:lnTo>
                      <a:pt x="34" y="0"/>
                    </a:lnTo>
                    <a:lnTo>
                      <a:pt x="0" y="25"/>
                    </a:lnTo>
                    <a:lnTo>
                      <a:pt x="0" y="29"/>
                    </a:lnTo>
                  </a:path>
                </a:pathLst>
              </a:custGeom>
              <a:noFill/>
              <a:ln w="6350" cap="flat">
                <a:solidFill>
                  <a:schemeClr val="bg1"/>
                </a:solidFill>
                <a:prstDash val="solid"/>
                <a:miter lim="800000"/>
                <a:headEnd/>
                <a:tailEnd/>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pt-BR"/>
              </a:p>
            </p:txBody>
          </p:sp>
        </p:grpSp>
        <p:sp>
          <p:nvSpPr>
            <p:cNvPr id="104" name="Espaço Reservado para Conteúdo 4">
              <a:extLst>
                <a:ext uri="{FF2B5EF4-FFF2-40B4-BE49-F238E27FC236}">
                  <a16:creationId xmlns:a16="http://schemas.microsoft.com/office/drawing/2014/main" id="{1FA925C4-932B-BC31-3C1A-8B6B5C50F115}"/>
                </a:ext>
              </a:extLst>
            </p:cNvPr>
            <p:cNvSpPr txBox="1">
              <a:spLocks/>
            </p:cNvSpPr>
            <p:nvPr/>
          </p:nvSpPr>
          <p:spPr>
            <a:xfrm>
              <a:off x="7925138" y="1523987"/>
              <a:ext cx="3858876" cy="537771"/>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000" dirty="0">
                  <a:solidFill>
                    <a:schemeClr val="bg1"/>
                  </a:solidFill>
                  <a:latin typeface="Poppins SemiBold" panose="00000700000000000000" pitchFamily="2" charset="0"/>
                  <a:cs typeface="Poppins SemiBold" panose="00000700000000000000" pitchFamily="2" charset="0"/>
                </a:rPr>
                <a:t>Mining operators </a:t>
              </a:r>
              <a:r>
                <a:rPr lang="en-US" sz="1000" dirty="0" err="1">
                  <a:solidFill>
                    <a:schemeClr val="bg1"/>
                  </a:solidFill>
                  <a:latin typeface="Poppins SemiBold" panose="00000700000000000000" pitchFamily="2" charset="0"/>
                  <a:cs typeface="Poppins SemiBold" panose="00000700000000000000" pitchFamily="2" charset="0"/>
                </a:rPr>
                <a:t>worlwide</a:t>
              </a:r>
              <a:r>
                <a:rPr lang="en-US" sz="1000" dirty="0">
                  <a:solidFill>
                    <a:schemeClr val="bg1"/>
                  </a:solidFill>
                  <a:latin typeface="Poppins SemiBold" panose="00000700000000000000" pitchFamily="2" charset="0"/>
                  <a:cs typeface="Poppins SemiBold" panose="00000700000000000000" pitchFamily="2" charset="0"/>
                </a:rPr>
                <a:t> are increasingly outsourcing </a:t>
              </a:r>
              <a:r>
                <a:rPr lang="en-US" sz="1000" dirty="0" err="1">
                  <a:solidFill>
                    <a:schemeClr val="bg1"/>
                  </a:solidFill>
                  <a:latin typeface="Poppins SemiBold" panose="00000700000000000000" pitchFamily="2" charset="0"/>
                  <a:cs typeface="Poppins SemiBold" panose="00000700000000000000" pitchFamily="2" charset="0"/>
                </a:rPr>
                <a:t>activieis</a:t>
              </a:r>
              <a:r>
                <a:rPr lang="en-US" sz="1000" dirty="0">
                  <a:solidFill>
                    <a:schemeClr val="bg1"/>
                  </a:solidFill>
                  <a:latin typeface="Poppins SemiBold" panose="00000700000000000000" pitchFamily="2" charset="0"/>
                  <a:cs typeface="Poppins SemiBold" panose="00000700000000000000" pitchFamily="2" charset="0"/>
                </a:rPr>
                <a:t> to focus on strategic Decisions, boosting mining services market, which stands at xx Bn</a:t>
              </a:r>
            </a:p>
          </p:txBody>
        </p:sp>
      </p:grpSp>
      <p:sp>
        <p:nvSpPr>
          <p:cNvPr id="4" name="Rectangle 3">
            <a:extLst>
              <a:ext uri="{FF2B5EF4-FFF2-40B4-BE49-F238E27FC236}">
                <a16:creationId xmlns:a16="http://schemas.microsoft.com/office/drawing/2014/main" id="{A7163129-EC90-2F93-BDE1-BB0E5C48C790}"/>
              </a:ext>
            </a:extLst>
          </p:cNvPr>
          <p:cNvSpPr/>
          <p:nvPr/>
        </p:nvSpPr>
        <p:spPr>
          <a:xfrm>
            <a:off x="-75414" y="1450975"/>
            <a:ext cx="1669813" cy="610783"/>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r>
              <a:rPr lang="pt-BR" sz="1200" dirty="0">
                <a:solidFill>
                  <a:schemeClr val="tx1"/>
                </a:solidFill>
                <a:latin typeface="Source Serif Pro" panose="02040603050405020204" pitchFamily="18" charset="0"/>
                <a:ea typeface="Source Serif Pro" panose="02040603050405020204" pitchFamily="18" charset="0"/>
              </a:rPr>
              <a:t>Buscar gráfico de serviços de mineração global</a:t>
            </a:r>
          </a:p>
        </p:txBody>
      </p:sp>
    </p:spTree>
    <p:extLst>
      <p:ext uri="{BB962C8B-B14F-4D97-AF65-F5344CB8AC3E}">
        <p14:creationId xmlns:p14="http://schemas.microsoft.com/office/powerpoint/2010/main" val="11341344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72285-99AB-B8C5-B453-A8565E10D383}"/>
            </a:ext>
          </a:extLst>
        </p:cNvPr>
        <p:cNvGrpSpPr/>
        <p:nvPr/>
      </p:nvGrpSpPr>
      <p:grpSpPr>
        <a:xfrm>
          <a:off x="0" y="0"/>
          <a:ext cx="0" cy="0"/>
          <a:chOff x="0" y="0"/>
          <a:chExt cx="0" cy="0"/>
        </a:xfrm>
      </p:grpSpPr>
      <p:cxnSp>
        <p:nvCxnSpPr>
          <p:cNvPr id="279" name="Conector reto 278">
            <a:extLst>
              <a:ext uri="{FF2B5EF4-FFF2-40B4-BE49-F238E27FC236}">
                <a16:creationId xmlns:a16="http://schemas.microsoft.com/office/drawing/2014/main" id="{5BB2182A-3D64-8700-C13D-64AFBA4AD1E6}"/>
              </a:ext>
            </a:extLst>
          </p:cNvPr>
          <p:cNvCxnSpPr>
            <a:cxnSpLocks/>
          </p:cNvCxnSpPr>
          <p:nvPr/>
        </p:nvCxnSpPr>
        <p:spPr>
          <a:xfrm>
            <a:off x="0" y="5918200"/>
            <a:ext cx="8537607" cy="0"/>
          </a:xfrm>
          <a:prstGeom prst="line">
            <a:avLst/>
          </a:prstGeom>
          <a:ln>
            <a:solidFill>
              <a:schemeClr val="accent3"/>
            </a:solidFill>
          </a:ln>
        </p:spPr>
        <p:style>
          <a:lnRef idx="1">
            <a:schemeClr val="accent1"/>
          </a:lnRef>
          <a:fillRef idx="0">
            <a:schemeClr val="accent1"/>
          </a:fillRef>
          <a:effectRef idx="0">
            <a:schemeClr val="accent1"/>
          </a:effectRef>
          <a:fontRef idx="minor">
            <a:schemeClr val="tx1"/>
          </a:fontRef>
        </p:style>
      </p:cxnSp>
      <p:sp>
        <p:nvSpPr>
          <p:cNvPr id="20" name="Retângulo: Cantos Superiores Arredondados 19">
            <a:extLst>
              <a:ext uri="{FF2B5EF4-FFF2-40B4-BE49-F238E27FC236}">
                <a16:creationId xmlns:a16="http://schemas.microsoft.com/office/drawing/2014/main" id="{8EC7A3ED-437E-7C94-AE8A-4CD7729159A6}"/>
              </a:ext>
            </a:extLst>
          </p:cNvPr>
          <p:cNvSpPr/>
          <p:nvPr/>
        </p:nvSpPr>
        <p:spPr>
          <a:xfrm>
            <a:off x="8537607" y="2223218"/>
            <a:ext cx="3297205" cy="4634782"/>
          </a:xfrm>
          <a:prstGeom prst="round2SameRect">
            <a:avLst>
              <a:gd name="adj1" fmla="val 3067"/>
              <a:gd name="adj2" fmla="val 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 name="Retângulo: Cantos Superiores Arredondados 12">
            <a:extLst>
              <a:ext uri="{FF2B5EF4-FFF2-40B4-BE49-F238E27FC236}">
                <a16:creationId xmlns:a16="http://schemas.microsoft.com/office/drawing/2014/main" id="{06A9843B-32ED-C88E-3431-CD2F4F8717F8}"/>
              </a:ext>
            </a:extLst>
          </p:cNvPr>
          <p:cNvSpPr/>
          <p:nvPr/>
        </p:nvSpPr>
        <p:spPr>
          <a:xfrm>
            <a:off x="572321" y="2980391"/>
            <a:ext cx="1470176" cy="2937809"/>
          </a:xfrm>
          <a:prstGeom prst="round2SameRect">
            <a:avLst>
              <a:gd name="adj1" fmla="val 5956"/>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29" name="Gráfico 8">
            <a:extLst>
              <a:ext uri="{FF2B5EF4-FFF2-40B4-BE49-F238E27FC236}">
                <a16:creationId xmlns:a16="http://schemas.microsoft.com/office/drawing/2014/main" id="{FAC73E3D-57D2-3E37-3452-633446B0EE00}"/>
              </a:ext>
            </a:extLst>
          </p:cNvPr>
          <p:cNvGrpSpPr/>
          <p:nvPr/>
        </p:nvGrpSpPr>
        <p:grpSpPr>
          <a:xfrm>
            <a:off x="765642" y="3850535"/>
            <a:ext cx="234274" cy="234274"/>
            <a:chOff x="5539572" y="5807459"/>
            <a:chExt cx="142420" cy="142420"/>
          </a:xfrm>
          <a:noFill/>
        </p:grpSpPr>
        <p:sp>
          <p:nvSpPr>
            <p:cNvPr id="30" name="Forma Livre: Forma 1488">
              <a:extLst>
                <a:ext uri="{FF2B5EF4-FFF2-40B4-BE49-F238E27FC236}">
                  <a16:creationId xmlns:a16="http://schemas.microsoft.com/office/drawing/2014/main" id="{AB7B8A90-EA5F-63DF-D3FD-06719DBF885D}"/>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31" name="Forma Livre: Forma 1489">
              <a:extLst>
                <a:ext uri="{FF2B5EF4-FFF2-40B4-BE49-F238E27FC236}">
                  <a16:creationId xmlns:a16="http://schemas.microsoft.com/office/drawing/2014/main" id="{CBBD78E2-DEF6-290C-2282-51222436F408}"/>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32" name="Forma Livre: Forma 1490">
              <a:extLst>
                <a:ext uri="{FF2B5EF4-FFF2-40B4-BE49-F238E27FC236}">
                  <a16:creationId xmlns:a16="http://schemas.microsoft.com/office/drawing/2014/main" id="{09C3A6D6-AD14-998C-C2D8-32E13303F33C}"/>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33" name="Espaço Reservado para Conteúdo 4">
            <a:extLst>
              <a:ext uri="{FF2B5EF4-FFF2-40B4-BE49-F238E27FC236}">
                <a16:creationId xmlns:a16="http://schemas.microsoft.com/office/drawing/2014/main" id="{8ABF2B01-598D-677C-2075-CA3B0C6A145A}"/>
              </a:ext>
            </a:extLst>
          </p:cNvPr>
          <p:cNvSpPr txBox="1">
            <a:spLocks/>
          </p:cNvSpPr>
          <p:nvPr/>
        </p:nvSpPr>
        <p:spPr>
          <a:xfrm>
            <a:off x="1101639" y="3800287"/>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36" name="Gráfico 8">
            <a:extLst>
              <a:ext uri="{FF2B5EF4-FFF2-40B4-BE49-F238E27FC236}">
                <a16:creationId xmlns:a16="http://schemas.microsoft.com/office/drawing/2014/main" id="{D8CB3E5C-522A-0205-47E9-BDB980A85DF0}"/>
              </a:ext>
            </a:extLst>
          </p:cNvPr>
          <p:cNvGrpSpPr/>
          <p:nvPr/>
        </p:nvGrpSpPr>
        <p:grpSpPr>
          <a:xfrm>
            <a:off x="765642" y="4344304"/>
            <a:ext cx="234274" cy="234274"/>
            <a:chOff x="5539572" y="5807459"/>
            <a:chExt cx="142420" cy="142420"/>
          </a:xfrm>
          <a:noFill/>
        </p:grpSpPr>
        <p:sp>
          <p:nvSpPr>
            <p:cNvPr id="38" name="Forma Livre: Forma 1488">
              <a:extLst>
                <a:ext uri="{FF2B5EF4-FFF2-40B4-BE49-F238E27FC236}">
                  <a16:creationId xmlns:a16="http://schemas.microsoft.com/office/drawing/2014/main" id="{51E84E09-BDCF-9810-8D60-1F425128AD50}"/>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39" name="Forma Livre: Forma 1489">
              <a:extLst>
                <a:ext uri="{FF2B5EF4-FFF2-40B4-BE49-F238E27FC236}">
                  <a16:creationId xmlns:a16="http://schemas.microsoft.com/office/drawing/2014/main" id="{173D0CB0-152E-45B1-675C-44649B705E84}"/>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40" name="Forma Livre: Forma 1490">
              <a:extLst>
                <a:ext uri="{FF2B5EF4-FFF2-40B4-BE49-F238E27FC236}">
                  <a16:creationId xmlns:a16="http://schemas.microsoft.com/office/drawing/2014/main" id="{0A9176A4-DCF2-CCCE-3E08-6D67303ABCA4}"/>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37" name="Espaço Reservado para Conteúdo 4">
            <a:extLst>
              <a:ext uri="{FF2B5EF4-FFF2-40B4-BE49-F238E27FC236}">
                <a16:creationId xmlns:a16="http://schemas.microsoft.com/office/drawing/2014/main" id="{1E731D45-0727-AE01-8392-4BA1579BAE41}"/>
              </a:ext>
            </a:extLst>
          </p:cNvPr>
          <p:cNvSpPr txBox="1">
            <a:spLocks/>
          </p:cNvSpPr>
          <p:nvPr/>
        </p:nvSpPr>
        <p:spPr>
          <a:xfrm>
            <a:off x="1101639" y="4294056"/>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42" name="Gráfico 8">
            <a:extLst>
              <a:ext uri="{FF2B5EF4-FFF2-40B4-BE49-F238E27FC236}">
                <a16:creationId xmlns:a16="http://schemas.microsoft.com/office/drawing/2014/main" id="{9CEF6BFE-AF2A-E957-5610-6EC2C36BA0A3}"/>
              </a:ext>
            </a:extLst>
          </p:cNvPr>
          <p:cNvGrpSpPr/>
          <p:nvPr/>
        </p:nvGrpSpPr>
        <p:grpSpPr>
          <a:xfrm>
            <a:off x="765642" y="4838073"/>
            <a:ext cx="234274" cy="234274"/>
            <a:chOff x="5539572" y="5807459"/>
            <a:chExt cx="142420" cy="142420"/>
          </a:xfrm>
          <a:noFill/>
        </p:grpSpPr>
        <p:sp>
          <p:nvSpPr>
            <p:cNvPr id="44" name="Forma Livre: Forma 1488">
              <a:extLst>
                <a:ext uri="{FF2B5EF4-FFF2-40B4-BE49-F238E27FC236}">
                  <a16:creationId xmlns:a16="http://schemas.microsoft.com/office/drawing/2014/main" id="{70EF85EB-F2BE-9A71-8B7B-BC5101DECD4D}"/>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47" name="Forma Livre: Forma 1489">
              <a:extLst>
                <a:ext uri="{FF2B5EF4-FFF2-40B4-BE49-F238E27FC236}">
                  <a16:creationId xmlns:a16="http://schemas.microsoft.com/office/drawing/2014/main" id="{1B6562A1-146D-936D-406F-2A45AF74CDD4}"/>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48" name="Forma Livre: Forma 1490">
              <a:extLst>
                <a:ext uri="{FF2B5EF4-FFF2-40B4-BE49-F238E27FC236}">
                  <a16:creationId xmlns:a16="http://schemas.microsoft.com/office/drawing/2014/main" id="{CB07703C-4238-FBF8-D930-73C45FA94407}"/>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43" name="Espaço Reservado para Conteúdo 4">
            <a:extLst>
              <a:ext uri="{FF2B5EF4-FFF2-40B4-BE49-F238E27FC236}">
                <a16:creationId xmlns:a16="http://schemas.microsoft.com/office/drawing/2014/main" id="{59FA7163-8DCD-50CD-664B-C20A04185161}"/>
              </a:ext>
            </a:extLst>
          </p:cNvPr>
          <p:cNvSpPr txBox="1">
            <a:spLocks/>
          </p:cNvSpPr>
          <p:nvPr/>
        </p:nvSpPr>
        <p:spPr>
          <a:xfrm>
            <a:off x="1101639" y="478782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50" name="Gráfico 8">
            <a:extLst>
              <a:ext uri="{FF2B5EF4-FFF2-40B4-BE49-F238E27FC236}">
                <a16:creationId xmlns:a16="http://schemas.microsoft.com/office/drawing/2014/main" id="{1A61BD40-8225-AE40-D7C1-794308ACBB43}"/>
              </a:ext>
            </a:extLst>
          </p:cNvPr>
          <p:cNvGrpSpPr/>
          <p:nvPr/>
        </p:nvGrpSpPr>
        <p:grpSpPr>
          <a:xfrm>
            <a:off x="765642" y="5331843"/>
            <a:ext cx="234274" cy="234274"/>
            <a:chOff x="5539572" y="5807459"/>
            <a:chExt cx="142420" cy="142420"/>
          </a:xfrm>
          <a:noFill/>
        </p:grpSpPr>
        <p:sp>
          <p:nvSpPr>
            <p:cNvPr id="52" name="Forma Livre: Forma 1488">
              <a:extLst>
                <a:ext uri="{FF2B5EF4-FFF2-40B4-BE49-F238E27FC236}">
                  <a16:creationId xmlns:a16="http://schemas.microsoft.com/office/drawing/2014/main" id="{C0F58DEE-6B07-3159-A1C6-C6F28D5F0CA8}"/>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53" name="Forma Livre: Forma 1489">
              <a:extLst>
                <a:ext uri="{FF2B5EF4-FFF2-40B4-BE49-F238E27FC236}">
                  <a16:creationId xmlns:a16="http://schemas.microsoft.com/office/drawing/2014/main" id="{8E093D44-8144-2763-07A5-895419CEDB6A}"/>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57" name="Forma Livre: Forma 1490">
              <a:extLst>
                <a:ext uri="{FF2B5EF4-FFF2-40B4-BE49-F238E27FC236}">
                  <a16:creationId xmlns:a16="http://schemas.microsoft.com/office/drawing/2014/main" id="{9F749B22-1A18-DD35-371C-74C24677C5FD}"/>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51" name="Espaço Reservado para Conteúdo 4">
            <a:extLst>
              <a:ext uri="{FF2B5EF4-FFF2-40B4-BE49-F238E27FC236}">
                <a16:creationId xmlns:a16="http://schemas.microsoft.com/office/drawing/2014/main" id="{187B2740-C203-BA0B-8B79-E4594F82FDE0}"/>
              </a:ext>
            </a:extLst>
          </p:cNvPr>
          <p:cNvSpPr txBox="1">
            <a:spLocks/>
          </p:cNvSpPr>
          <p:nvPr/>
        </p:nvSpPr>
        <p:spPr>
          <a:xfrm>
            <a:off x="1101639" y="528159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sp>
        <p:nvSpPr>
          <p:cNvPr id="170" name="Retângulo: Cantos Superiores Arredondados 169">
            <a:extLst>
              <a:ext uri="{FF2B5EF4-FFF2-40B4-BE49-F238E27FC236}">
                <a16:creationId xmlns:a16="http://schemas.microsoft.com/office/drawing/2014/main" id="{F23580DE-E533-B524-CEC0-C28CF026A69E}"/>
              </a:ext>
            </a:extLst>
          </p:cNvPr>
          <p:cNvSpPr/>
          <p:nvPr/>
        </p:nvSpPr>
        <p:spPr>
          <a:xfrm>
            <a:off x="6944550" y="2980391"/>
            <a:ext cx="1470176" cy="2937809"/>
          </a:xfrm>
          <a:prstGeom prst="round2SameRect">
            <a:avLst>
              <a:gd name="adj1" fmla="val 5956"/>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171" name="Gráfico 8">
            <a:extLst>
              <a:ext uri="{FF2B5EF4-FFF2-40B4-BE49-F238E27FC236}">
                <a16:creationId xmlns:a16="http://schemas.microsoft.com/office/drawing/2014/main" id="{0E84E93C-0A78-C5DB-6546-D1B7FD857127}"/>
              </a:ext>
            </a:extLst>
          </p:cNvPr>
          <p:cNvGrpSpPr/>
          <p:nvPr/>
        </p:nvGrpSpPr>
        <p:grpSpPr>
          <a:xfrm>
            <a:off x="7137871" y="3850535"/>
            <a:ext cx="234274" cy="234274"/>
            <a:chOff x="5539572" y="5807459"/>
            <a:chExt cx="142420" cy="142420"/>
          </a:xfrm>
          <a:noFill/>
        </p:grpSpPr>
        <p:sp>
          <p:nvSpPr>
            <p:cNvPr id="188" name="Forma Livre: Forma 1488">
              <a:extLst>
                <a:ext uri="{FF2B5EF4-FFF2-40B4-BE49-F238E27FC236}">
                  <a16:creationId xmlns:a16="http://schemas.microsoft.com/office/drawing/2014/main" id="{CD1B9E09-29A4-7B54-5312-6128B1EEF5E5}"/>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9" name="Forma Livre: Forma 1489">
              <a:extLst>
                <a:ext uri="{FF2B5EF4-FFF2-40B4-BE49-F238E27FC236}">
                  <a16:creationId xmlns:a16="http://schemas.microsoft.com/office/drawing/2014/main" id="{9286E400-956F-435A-F2C5-EA17D36124EC}"/>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90" name="Forma Livre: Forma 1490">
              <a:extLst>
                <a:ext uri="{FF2B5EF4-FFF2-40B4-BE49-F238E27FC236}">
                  <a16:creationId xmlns:a16="http://schemas.microsoft.com/office/drawing/2014/main" id="{26527658-EA8D-6ECD-1E7F-4CD750D0AE7C}"/>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72" name="Espaço Reservado para Conteúdo 4">
            <a:extLst>
              <a:ext uri="{FF2B5EF4-FFF2-40B4-BE49-F238E27FC236}">
                <a16:creationId xmlns:a16="http://schemas.microsoft.com/office/drawing/2014/main" id="{F1767093-2342-2C63-EF88-B85D47CCB8C8}"/>
              </a:ext>
            </a:extLst>
          </p:cNvPr>
          <p:cNvSpPr txBox="1">
            <a:spLocks/>
          </p:cNvSpPr>
          <p:nvPr/>
        </p:nvSpPr>
        <p:spPr>
          <a:xfrm>
            <a:off x="7473868" y="3800287"/>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73" name="Gráfico 8">
            <a:extLst>
              <a:ext uri="{FF2B5EF4-FFF2-40B4-BE49-F238E27FC236}">
                <a16:creationId xmlns:a16="http://schemas.microsoft.com/office/drawing/2014/main" id="{BE5B9F28-C447-F25B-16FC-D5739BFDA73B}"/>
              </a:ext>
            </a:extLst>
          </p:cNvPr>
          <p:cNvGrpSpPr/>
          <p:nvPr/>
        </p:nvGrpSpPr>
        <p:grpSpPr>
          <a:xfrm>
            <a:off x="7137871" y="4344304"/>
            <a:ext cx="234274" cy="234274"/>
            <a:chOff x="5539572" y="5807459"/>
            <a:chExt cx="142420" cy="142420"/>
          </a:xfrm>
          <a:noFill/>
        </p:grpSpPr>
        <p:sp>
          <p:nvSpPr>
            <p:cNvPr id="185" name="Forma Livre: Forma 1488">
              <a:extLst>
                <a:ext uri="{FF2B5EF4-FFF2-40B4-BE49-F238E27FC236}">
                  <a16:creationId xmlns:a16="http://schemas.microsoft.com/office/drawing/2014/main" id="{BA681E94-C6CC-F031-D657-43E4107E4A92}"/>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6" name="Forma Livre: Forma 1489">
              <a:extLst>
                <a:ext uri="{FF2B5EF4-FFF2-40B4-BE49-F238E27FC236}">
                  <a16:creationId xmlns:a16="http://schemas.microsoft.com/office/drawing/2014/main" id="{9D61B68A-BAC5-5F14-3243-7FCE7495F46C}"/>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7" name="Forma Livre: Forma 1490">
              <a:extLst>
                <a:ext uri="{FF2B5EF4-FFF2-40B4-BE49-F238E27FC236}">
                  <a16:creationId xmlns:a16="http://schemas.microsoft.com/office/drawing/2014/main" id="{8EE8DF6B-5B6E-FC9A-8403-C235A986ABD2}"/>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74" name="Espaço Reservado para Conteúdo 4">
            <a:extLst>
              <a:ext uri="{FF2B5EF4-FFF2-40B4-BE49-F238E27FC236}">
                <a16:creationId xmlns:a16="http://schemas.microsoft.com/office/drawing/2014/main" id="{B2647C63-2EED-C414-4A79-3CC230388182}"/>
              </a:ext>
            </a:extLst>
          </p:cNvPr>
          <p:cNvSpPr txBox="1">
            <a:spLocks/>
          </p:cNvSpPr>
          <p:nvPr/>
        </p:nvSpPr>
        <p:spPr>
          <a:xfrm>
            <a:off x="7473868" y="4294056"/>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75" name="Gráfico 8">
            <a:extLst>
              <a:ext uri="{FF2B5EF4-FFF2-40B4-BE49-F238E27FC236}">
                <a16:creationId xmlns:a16="http://schemas.microsoft.com/office/drawing/2014/main" id="{06E8E3D9-5E74-BBFB-4544-CC590A2A738A}"/>
              </a:ext>
            </a:extLst>
          </p:cNvPr>
          <p:cNvGrpSpPr/>
          <p:nvPr/>
        </p:nvGrpSpPr>
        <p:grpSpPr>
          <a:xfrm>
            <a:off x="7137871" y="4838073"/>
            <a:ext cx="234274" cy="234274"/>
            <a:chOff x="5539572" y="5807459"/>
            <a:chExt cx="142420" cy="142420"/>
          </a:xfrm>
          <a:noFill/>
        </p:grpSpPr>
        <p:sp>
          <p:nvSpPr>
            <p:cNvPr id="182" name="Forma Livre: Forma 1488">
              <a:extLst>
                <a:ext uri="{FF2B5EF4-FFF2-40B4-BE49-F238E27FC236}">
                  <a16:creationId xmlns:a16="http://schemas.microsoft.com/office/drawing/2014/main" id="{773D9B8F-112B-1880-8A20-8B4A2529E62F}"/>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3" name="Forma Livre: Forma 1489">
              <a:extLst>
                <a:ext uri="{FF2B5EF4-FFF2-40B4-BE49-F238E27FC236}">
                  <a16:creationId xmlns:a16="http://schemas.microsoft.com/office/drawing/2014/main" id="{2E1E35F7-35FA-5D53-3AC1-5B596031C1DD}"/>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4" name="Forma Livre: Forma 1490">
              <a:extLst>
                <a:ext uri="{FF2B5EF4-FFF2-40B4-BE49-F238E27FC236}">
                  <a16:creationId xmlns:a16="http://schemas.microsoft.com/office/drawing/2014/main" id="{BF8AFAB8-F01B-4BB5-A477-D083C7928583}"/>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76" name="Espaço Reservado para Conteúdo 4">
            <a:extLst>
              <a:ext uri="{FF2B5EF4-FFF2-40B4-BE49-F238E27FC236}">
                <a16:creationId xmlns:a16="http://schemas.microsoft.com/office/drawing/2014/main" id="{04949E35-04D5-C4D6-DE8A-D8242C864BEA}"/>
              </a:ext>
            </a:extLst>
          </p:cNvPr>
          <p:cNvSpPr txBox="1">
            <a:spLocks/>
          </p:cNvSpPr>
          <p:nvPr/>
        </p:nvSpPr>
        <p:spPr>
          <a:xfrm>
            <a:off x="7473868" y="478782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77" name="Gráfico 8">
            <a:extLst>
              <a:ext uri="{FF2B5EF4-FFF2-40B4-BE49-F238E27FC236}">
                <a16:creationId xmlns:a16="http://schemas.microsoft.com/office/drawing/2014/main" id="{B4480E18-7880-0147-40E8-117126B66C98}"/>
              </a:ext>
            </a:extLst>
          </p:cNvPr>
          <p:cNvGrpSpPr/>
          <p:nvPr/>
        </p:nvGrpSpPr>
        <p:grpSpPr>
          <a:xfrm>
            <a:off x="7137871" y="5331843"/>
            <a:ext cx="234274" cy="234274"/>
            <a:chOff x="5539572" y="5807459"/>
            <a:chExt cx="142420" cy="142420"/>
          </a:xfrm>
          <a:noFill/>
        </p:grpSpPr>
        <p:sp>
          <p:nvSpPr>
            <p:cNvPr id="179" name="Forma Livre: Forma 1488">
              <a:extLst>
                <a:ext uri="{FF2B5EF4-FFF2-40B4-BE49-F238E27FC236}">
                  <a16:creationId xmlns:a16="http://schemas.microsoft.com/office/drawing/2014/main" id="{54AE6202-D571-AD25-40C4-03B000B18172}"/>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0" name="Forma Livre: Forma 1489">
              <a:extLst>
                <a:ext uri="{FF2B5EF4-FFF2-40B4-BE49-F238E27FC236}">
                  <a16:creationId xmlns:a16="http://schemas.microsoft.com/office/drawing/2014/main" id="{F20AF276-2727-F669-EBA0-4F99C4BD8C0E}"/>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81" name="Forma Livre: Forma 1490">
              <a:extLst>
                <a:ext uri="{FF2B5EF4-FFF2-40B4-BE49-F238E27FC236}">
                  <a16:creationId xmlns:a16="http://schemas.microsoft.com/office/drawing/2014/main" id="{668EAF0A-C471-7EF0-55FE-742275C708E7}"/>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78" name="Espaço Reservado para Conteúdo 4">
            <a:extLst>
              <a:ext uri="{FF2B5EF4-FFF2-40B4-BE49-F238E27FC236}">
                <a16:creationId xmlns:a16="http://schemas.microsoft.com/office/drawing/2014/main" id="{D130B7C8-9FB2-0B03-A377-B3464DB67F54}"/>
              </a:ext>
            </a:extLst>
          </p:cNvPr>
          <p:cNvSpPr txBox="1">
            <a:spLocks/>
          </p:cNvSpPr>
          <p:nvPr/>
        </p:nvSpPr>
        <p:spPr>
          <a:xfrm>
            <a:off x="7473868" y="528159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sp>
        <p:nvSpPr>
          <p:cNvPr id="148" name="Retângulo: Cantos Superiores Arredondados 147">
            <a:extLst>
              <a:ext uri="{FF2B5EF4-FFF2-40B4-BE49-F238E27FC236}">
                <a16:creationId xmlns:a16="http://schemas.microsoft.com/office/drawing/2014/main" id="{DFC009ED-87DE-BD20-69AD-97E31A29374D}"/>
              </a:ext>
            </a:extLst>
          </p:cNvPr>
          <p:cNvSpPr/>
          <p:nvPr/>
        </p:nvSpPr>
        <p:spPr>
          <a:xfrm>
            <a:off x="5351493" y="2980391"/>
            <a:ext cx="1470176" cy="2937809"/>
          </a:xfrm>
          <a:prstGeom prst="round2SameRect">
            <a:avLst>
              <a:gd name="adj1" fmla="val 5956"/>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149" name="Gráfico 8">
            <a:extLst>
              <a:ext uri="{FF2B5EF4-FFF2-40B4-BE49-F238E27FC236}">
                <a16:creationId xmlns:a16="http://schemas.microsoft.com/office/drawing/2014/main" id="{F586C92C-ADA4-A2ED-D06B-3272552E334A}"/>
              </a:ext>
            </a:extLst>
          </p:cNvPr>
          <p:cNvGrpSpPr/>
          <p:nvPr/>
        </p:nvGrpSpPr>
        <p:grpSpPr>
          <a:xfrm>
            <a:off x="5544814" y="3850535"/>
            <a:ext cx="234274" cy="234274"/>
            <a:chOff x="5539572" y="5807459"/>
            <a:chExt cx="142420" cy="142420"/>
          </a:xfrm>
          <a:noFill/>
        </p:grpSpPr>
        <p:sp>
          <p:nvSpPr>
            <p:cNvPr id="166" name="Forma Livre: Forma 1488">
              <a:extLst>
                <a:ext uri="{FF2B5EF4-FFF2-40B4-BE49-F238E27FC236}">
                  <a16:creationId xmlns:a16="http://schemas.microsoft.com/office/drawing/2014/main" id="{73EB8AD7-3098-C802-E3C6-B22626E01504}"/>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7" name="Forma Livre: Forma 1489">
              <a:extLst>
                <a:ext uri="{FF2B5EF4-FFF2-40B4-BE49-F238E27FC236}">
                  <a16:creationId xmlns:a16="http://schemas.microsoft.com/office/drawing/2014/main" id="{A803ABF8-27A9-A556-96C0-35FA7FEA6359}"/>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8" name="Forma Livre: Forma 1490">
              <a:extLst>
                <a:ext uri="{FF2B5EF4-FFF2-40B4-BE49-F238E27FC236}">
                  <a16:creationId xmlns:a16="http://schemas.microsoft.com/office/drawing/2014/main" id="{B9FD04E5-B5C2-A740-D64D-F05FF934837E}"/>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50" name="Espaço Reservado para Conteúdo 4">
            <a:extLst>
              <a:ext uri="{FF2B5EF4-FFF2-40B4-BE49-F238E27FC236}">
                <a16:creationId xmlns:a16="http://schemas.microsoft.com/office/drawing/2014/main" id="{B0F9BE37-AEDC-BF0D-EB72-3ED6EA526514}"/>
              </a:ext>
            </a:extLst>
          </p:cNvPr>
          <p:cNvSpPr txBox="1">
            <a:spLocks/>
          </p:cNvSpPr>
          <p:nvPr/>
        </p:nvSpPr>
        <p:spPr>
          <a:xfrm>
            <a:off x="5880811" y="3800287"/>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51" name="Gráfico 8">
            <a:extLst>
              <a:ext uri="{FF2B5EF4-FFF2-40B4-BE49-F238E27FC236}">
                <a16:creationId xmlns:a16="http://schemas.microsoft.com/office/drawing/2014/main" id="{00FB52E7-7931-A368-E38B-68D4A5C94EE0}"/>
              </a:ext>
            </a:extLst>
          </p:cNvPr>
          <p:cNvGrpSpPr/>
          <p:nvPr/>
        </p:nvGrpSpPr>
        <p:grpSpPr>
          <a:xfrm>
            <a:off x="5544814" y="4344304"/>
            <a:ext cx="234274" cy="234274"/>
            <a:chOff x="5539572" y="5807459"/>
            <a:chExt cx="142420" cy="142420"/>
          </a:xfrm>
          <a:noFill/>
        </p:grpSpPr>
        <p:sp>
          <p:nvSpPr>
            <p:cNvPr id="163" name="Forma Livre: Forma 1488">
              <a:extLst>
                <a:ext uri="{FF2B5EF4-FFF2-40B4-BE49-F238E27FC236}">
                  <a16:creationId xmlns:a16="http://schemas.microsoft.com/office/drawing/2014/main" id="{93CFB9FF-0128-18DB-F279-2591894958C6}"/>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4" name="Forma Livre: Forma 1489">
              <a:extLst>
                <a:ext uri="{FF2B5EF4-FFF2-40B4-BE49-F238E27FC236}">
                  <a16:creationId xmlns:a16="http://schemas.microsoft.com/office/drawing/2014/main" id="{B261EFE3-D290-C469-C483-DB1CBAADAD30}"/>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5" name="Forma Livre: Forma 1490">
              <a:extLst>
                <a:ext uri="{FF2B5EF4-FFF2-40B4-BE49-F238E27FC236}">
                  <a16:creationId xmlns:a16="http://schemas.microsoft.com/office/drawing/2014/main" id="{32457D48-9F68-0123-A1C4-A11CBA72B567}"/>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52" name="Espaço Reservado para Conteúdo 4">
            <a:extLst>
              <a:ext uri="{FF2B5EF4-FFF2-40B4-BE49-F238E27FC236}">
                <a16:creationId xmlns:a16="http://schemas.microsoft.com/office/drawing/2014/main" id="{321C4F0E-8222-A944-DA0A-7C5AB7706E8F}"/>
              </a:ext>
            </a:extLst>
          </p:cNvPr>
          <p:cNvSpPr txBox="1">
            <a:spLocks/>
          </p:cNvSpPr>
          <p:nvPr/>
        </p:nvSpPr>
        <p:spPr>
          <a:xfrm>
            <a:off x="5880811" y="4294056"/>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53" name="Gráfico 8">
            <a:extLst>
              <a:ext uri="{FF2B5EF4-FFF2-40B4-BE49-F238E27FC236}">
                <a16:creationId xmlns:a16="http://schemas.microsoft.com/office/drawing/2014/main" id="{AB223396-57B0-812C-F2CD-062CE82EB475}"/>
              </a:ext>
            </a:extLst>
          </p:cNvPr>
          <p:cNvGrpSpPr/>
          <p:nvPr/>
        </p:nvGrpSpPr>
        <p:grpSpPr>
          <a:xfrm>
            <a:off x="5544814" y="4838073"/>
            <a:ext cx="234274" cy="234274"/>
            <a:chOff x="5539572" y="5807459"/>
            <a:chExt cx="142420" cy="142420"/>
          </a:xfrm>
          <a:noFill/>
        </p:grpSpPr>
        <p:sp>
          <p:nvSpPr>
            <p:cNvPr id="160" name="Forma Livre: Forma 1488">
              <a:extLst>
                <a:ext uri="{FF2B5EF4-FFF2-40B4-BE49-F238E27FC236}">
                  <a16:creationId xmlns:a16="http://schemas.microsoft.com/office/drawing/2014/main" id="{9BD84CC3-799F-E97E-F5B0-103FE35ECB7C}"/>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1" name="Forma Livre: Forma 1489">
              <a:extLst>
                <a:ext uri="{FF2B5EF4-FFF2-40B4-BE49-F238E27FC236}">
                  <a16:creationId xmlns:a16="http://schemas.microsoft.com/office/drawing/2014/main" id="{4A3F50BD-C341-7CEA-D35E-20E4F48331B8}"/>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62" name="Forma Livre: Forma 1490">
              <a:extLst>
                <a:ext uri="{FF2B5EF4-FFF2-40B4-BE49-F238E27FC236}">
                  <a16:creationId xmlns:a16="http://schemas.microsoft.com/office/drawing/2014/main" id="{3E8926CA-49D7-03B2-F5AC-134E7ACFE985}"/>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54" name="Espaço Reservado para Conteúdo 4">
            <a:extLst>
              <a:ext uri="{FF2B5EF4-FFF2-40B4-BE49-F238E27FC236}">
                <a16:creationId xmlns:a16="http://schemas.microsoft.com/office/drawing/2014/main" id="{AE65D91B-23DA-BEEF-389F-68A666B57820}"/>
              </a:ext>
            </a:extLst>
          </p:cNvPr>
          <p:cNvSpPr txBox="1">
            <a:spLocks/>
          </p:cNvSpPr>
          <p:nvPr/>
        </p:nvSpPr>
        <p:spPr>
          <a:xfrm>
            <a:off x="5880811" y="478782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55" name="Gráfico 8">
            <a:extLst>
              <a:ext uri="{FF2B5EF4-FFF2-40B4-BE49-F238E27FC236}">
                <a16:creationId xmlns:a16="http://schemas.microsoft.com/office/drawing/2014/main" id="{DB67D2AB-DEEE-F3F0-EC7A-768552A7191C}"/>
              </a:ext>
            </a:extLst>
          </p:cNvPr>
          <p:cNvGrpSpPr/>
          <p:nvPr/>
        </p:nvGrpSpPr>
        <p:grpSpPr>
          <a:xfrm>
            <a:off x="5544814" y="5331843"/>
            <a:ext cx="234274" cy="234274"/>
            <a:chOff x="5539572" y="5807459"/>
            <a:chExt cx="142420" cy="142420"/>
          </a:xfrm>
          <a:noFill/>
        </p:grpSpPr>
        <p:sp>
          <p:nvSpPr>
            <p:cNvPr id="157" name="Forma Livre: Forma 1488">
              <a:extLst>
                <a:ext uri="{FF2B5EF4-FFF2-40B4-BE49-F238E27FC236}">
                  <a16:creationId xmlns:a16="http://schemas.microsoft.com/office/drawing/2014/main" id="{FFCEC172-8435-9D13-92BA-1EF0D5E47A87}"/>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58" name="Forma Livre: Forma 1489">
              <a:extLst>
                <a:ext uri="{FF2B5EF4-FFF2-40B4-BE49-F238E27FC236}">
                  <a16:creationId xmlns:a16="http://schemas.microsoft.com/office/drawing/2014/main" id="{A94A2E79-189C-5562-2CF1-E7230A57DB81}"/>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59" name="Forma Livre: Forma 1490">
              <a:extLst>
                <a:ext uri="{FF2B5EF4-FFF2-40B4-BE49-F238E27FC236}">
                  <a16:creationId xmlns:a16="http://schemas.microsoft.com/office/drawing/2014/main" id="{D2683D9C-E582-CC95-065A-103524D2905B}"/>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56" name="Espaço Reservado para Conteúdo 4">
            <a:extLst>
              <a:ext uri="{FF2B5EF4-FFF2-40B4-BE49-F238E27FC236}">
                <a16:creationId xmlns:a16="http://schemas.microsoft.com/office/drawing/2014/main" id="{D888E14C-DC46-8998-BB11-BAC99451C772}"/>
              </a:ext>
            </a:extLst>
          </p:cNvPr>
          <p:cNvSpPr txBox="1">
            <a:spLocks/>
          </p:cNvSpPr>
          <p:nvPr/>
        </p:nvSpPr>
        <p:spPr>
          <a:xfrm>
            <a:off x="5880811" y="528159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sp>
        <p:nvSpPr>
          <p:cNvPr id="102" name="Retângulo: Cantos Superiores Arredondados 101">
            <a:extLst>
              <a:ext uri="{FF2B5EF4-FFF2-40B4-BE49-F238E27FC236}">
                <a16:creationId xmlns:a16="http://schemas.microsoft.com/office/drawing/2014/main" id="{97597E7C-E28B-6F52-C62E-FBD51E241233}"/>
              </a:ext>
            </a:extLst>
          </p:cNvPr>
          <p:cNvSpPr/>
          <p:nvPr/>
        </p:nvSpPr>
        <p:spPr>
          <a:xfrm>
            <a:off x="3758435" y="2980391"/>
            <a:ext cx="1470176" cy="2937809"/>
          </a:xfrm>
          <a:prstGeom prst="round2SameRect">
            <a:avLst>
              <a:gd name="adj1" fmla="val 5956"/>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103" name="Gráfico 8">
            <a:extLst>
              <a:ext uri="{FF2B5EF4-FFF2-40B4-BE49-F238E27FC236}">
                <a16:creationId xmlns:a16="http://schemas.microsoft.com/office/drawing/2014/main" id="{F50CC4BF-81AD-024F-9911-3858D1D5A573}"/>
              </a:ext>
            </a:extLst>
          </p:cNvPr>
          <p:cNvGrpSpPr/>
          <p:nvPr/>
        </p:nvGrpSpPr>
        <p:grpSpPr>
          <a:xfrm>
            <a:off x="3951756" y="3850535"/>
            <a:ext cx="234274" cy="234274"/>
            <a:chOff x="5539572" y="5807459"/>
            <a:chExt cx="142420" cy="142420"/>
          </a:xfrm>
          <a:noFill/>
        </p:grpSpPr>
        <p:sp>
          <p:nvSpPr>
            <p:cNvPr id="144" name="Forma Livre: Forma 1488">
              <a:extLst>
                <a:ext uri="{FF2B5EF4-FFF2-40B4-BE49-F238E27FC236}">
                  <a16:creationId xmlns:a16="http://schemas.microsoft.com/office/drawing/2014/main" id="{EAAB98EA-1311-4B7B-283F-5C5A9A2BB6C2}"/>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45" name="Forma Livre: Forma 1489">
              <a:extLst>
                <a:ext uri="{FF2B5EF4-FFF2-40B4-BE49-F238E27FC236}">
                  <a16:creationId xmlns:a16="http://schemas.microsoft.com/office/drawing/2014/main" id="{5B74FC57-2362-2E80-11E4-D386DF6B3596}"/>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46" name="Forma Livre: Forma 1490">
              <a:extLst>
                <a:ext uri="{FF2B5EF4-FFF2-40B4-BE49-F238E27FC236}">
                  <a16:creationId xmlns:a16="http://schemas.microsoft.com/office/drawing/2014/main" id="{E0F3B154-C54D-2979-FA8D-E71CEE1D8002}"/>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04" name="Espaço Reservado para Conteúdo 4">
            <a:extLst>
              <a:ext uri="{FF2B5EF4-FFF2-40B4-BE49-F238E27FC236}">
                <a16:creationId xmlns:a16="http://schemas.microsoft.com/office/drawing/2014/main" id="{CFB00B04-1376-946E-EAFC-A610CA1CD323}"/>
              </a:ext>
            </a:extLst>
          </p:cNvPr>
          <p:cNvSpPr txBox="1">
            <a:spLocks/>
          </p:cNvSpPr>
          <p:nvPr/>
        </p:nvSpPr>
        <p:spPr>
          <a:xfrm>
            <a:off x="4287753" y="3800287"/>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05" name="Gráfico 8">
            <a:extLst>
              <a:ext uri="{FF2B5EF4-FFF2-40B4-BE49-F238E27FC236}">
                <a16:creationId xmlns:a16="http://schemas.microsoft.com/office/drawing/2014/main" id="{0901A928-7CB2-5462-367F-ED3F2604B347}"/>
              </a:ext>
            </a:extLst>
          </p:cNvPr>
          <p:cNvGrpSpPr/>
          <p:nvPr/>
        </p:nvGrpSpPr>
        <p:grpSpPr>
          <a:xfrm>
            <a:off x="3951756" y="4344304"/>
            <a:ext cx="234274" cy="234274"/>
            <a:chOff x="5539572" y="5807459"/>
            <a:chExt cx="142420" cy="142420"/>
          </a:xfrm>
          <a:noFill/>
        </p:grpSpPr>
        <p:sp>
          <p:nvSpPr>
            <p:cNvPr id="141" name="Forma Livre: Forma 1488">
              <a:extLst>
                <a:ext uri="{FF2B5EF4-FFF2-40B4-BE49-F238E27FC236}">
                  <a16:creationId xmlns:a16="http://schemas.microsoft.com/office/drawing/2014/main" id="{64887E7C-BEC8-223B-0218-901B07E65615}"/>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42" name="Forma Livre: Forma 1489">
              <a:extLst>
                <a:ext uri="{FF2B5EF4-FFF2-40B4-BE49-F238E27FC236}">
                  <a16:creationId xmlns:a16="http://schemas.microsoft.com/office/drawing/2014/main" id="{E1D1DF8E-C076-FBDF-33DE-829A9D36AE21}"/>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43" name="Forma Livre: Forma 1490">
              <a:extLst>
                <a:ext uri="{FF2B5EF4-FFF2-40B4-BE49-F238E27FC236}">
                  <a16:creationId xmlns:a16="http://schemas.microsoft.com/office/drawing/2014/main" id="{BEB017ED-72E6-A974-49CE-674B05DA54C1}"/>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06" name="Espaço Reservado para Conteúdo 4">
            <a:extLst>
              <a:ext uri="{FF2B5EF4-FFF2-40B4-BE49-F238E27FC236}">
                <a16:creationId xmlns:a16="http://schemas.microsoft.com/office/drawing/2014/main" id="{42ADD73C-20D6-499A-DE61-BE2B1D12C1BD}"/>
              </a:ext>
            </a:extLst>
          </p:cNvPr>
          <p:cNvSpPr txBox="1">
            <a:spLocks/>
          </p:cNvSpPr>
          <p:nvPr/>
        </p:nvSpPr>
        <p:spPr>
          <a:xfrm>
            <a:off x="4287753" y="4294056"/>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07" name="Gráfico 8">
            <a:extLst>
              <a:ext uri="{FF2B5EF4-FFF2-40B4-BE49-F238E27FC236}">
                <a16:creationId xmlns:a16="http://schemas.microsoft.com/office/drawing/2014/main" id="{BBE843AC-A3F2-DC38-1D4C-1E9D7C782852}"/>
              </a:ext>
            </a:extLst>
          </p:cNvPr>
          <p:cNvGrpSpPr/>
          <p:nvPr/>
        </p:nvGrpSpPr>
        <p:grpSpPr>
          <a:xfrm>
            <a:off x="3951756" y="4838073"/>
            <a:ext cx="234274" cy="234274"/>
            <a:chOff x="5539572" y="5807459"/>
            <a:chExt cx="142420" cy="142420"/>
          </a:xfrm>
          <a:noFill/>
        </p:grpSpPr>
        <p:sp>
          <p:nvSpPr>
            <p:cNvPr id="138" name="Forma Livre: Forma 1488">
              <a:extLst>
                <a:ext uri="{FF2B5EF4-FFF2-40B4-BE49-F238E27FC236}">
                  <a16:creationId xmlns:a16="http://schemas.microsoft.com/office/drawing/2014/main" id="{1F8ACF57-7492-2A57-CE27-DEAAC8AAC224}"/>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39" name="Forma Livre: Forma 1489">
              <a:extLst>
                <a:ext uri="{FF2B5EF4-FFF2-40B4-BE49-F238E27FC236}">
                  <a16:creationId xmlns:a16="http://schemas.microsoft.com/office/drawing/2014/main" id="{2E61626A-06FB-EA84-FA83-64BC08EB4448}"/>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40" name="Forma Livre: Forma 1490">
              <a:extLst>
                <a:ext uri="{FF2B5EF4-FFF2-40B4-BE49-F238E27FC236}">
                  <a16:creationId xmlns:a16="http://schemas.microsoft.com/office/drawing/2014/main" id="{EE54CD39-1694-9F14-0B44-69C92870A128}"/>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08" name="Espaço Reservado para Conteúdo 4">
            <a:extLst>
              <a:ext uri="{FF2B5EF4-FFF2-40B4-BE49-F238E27FC236}">
                <a16:creationId xmlns:a16="http://schemas.microsoft.com/office/drawing/2014/main" id="{BD69A05B-7369-E7F6-CC37-37DCD7608448}"/>
              </a:ext>
            </a:extLst>
          </p:cNvPr>
          <p:cNvSpPr txBox="1">
            <a:spLocks/>
          </p:cNvSpPr>
          <p:nvPr/>
        </p:nvSpPr>
        <p:spPr>
          <a:xfrm>
            <a:off x="4287753" y="478782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109" name="Gráfico 8">
            <a:extLst>
              <a:ext uri="{FF2B5EF4-FFF2-40B4-BE49-F238E27FC236}">
                <a16:creationId xmlns:a16="http://schemas.microsoft.com/office/drawing/2014/main" id="{4F8FEE6D-E1EF-74A6-657C-AEA10CA8D82D}"/>
              </a:ext>
            </a:extLst>
          </p:cNvPr>
          <p:cNvGrpSpPr/>
          <p:nvPr/>
        </p:nvGrpSpPr>
        <p:grpSpPr>
          <a:xfrm>
            <a:off x="3951756" y="5331843"/>
            <a:ext cx="234274" cy="234274"/>
            <a:chOff x="5539572" y="5807459"/>
            <a:chExt cx="142420" cy="142420"/>
          </a:xfrm>
          <a:noFill/>
        </p:grpSpPr>
        <p:sp>
          <p:nvSpPr>
            <p:cNvPr id="135" name="Forma Livre: Forma 1488">
              <a:extLst>
                <a:ext uri="{FF2B5EF4-FFF2-40B4-BE49-F238E27FC236}">
                  <a16:creationId xmlns:a16="http://schemas.microsoft.com/office/drawing/2014/main" id="{C2EE7ACD-DABF-2949-9823-0B1D594666BD}"/>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36" name="Forma Livre: Forma 1489">
              <a:extLst>
                <a:ext uri="{FF2B5EF4-FFF2-40B4-BE49-F238E27FC236}">
                  <a16:creationId xmlns:a16="http://schemas.microsoft.com/office/drawing/2014/main" id="{279B43D9-6215-1F20-92B8-47BB264B1DD0}"/>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37" name="Forma Livre: Forma 1490">
              <a:extLst>
                <a:ext uri="{FF2B5EF4-FFF2-40B4-BE49-F238E27FC236}">
                  <a16:creationId xmlns:a16="http://schemas.microsoft.com/office/drawing/2014/main" id="{A476FD09-AFF8-750F-F3B8-5E064FC0F754}"/>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110" name="Espaço Reservado para Conteúdo 4">
            <a:extLst>
              <a:ext uri="{FF2B5EF4-FFF2-40B4-BE49-F238E27FC236}">
                <a16:creationId xmlns:a16="http://schemas.microsoft.com/office/drawing/2014/main" id="{126C813A-DE10-D8CE-06B1-7360F3A8DB8C}"/>
              </a:ext>
            </a:extLst>
          </p:cNvPr>
          <p:cNvSpPr txBox="1">
            <a:spLocks/>
          </p:cNvSpPr>
          <p:nvPr/>
        </p:nvSpPr>
        <p:spPr>
          <a:xfrm>
            <a:off x="4287753" y="528159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sp>
        <p:nvSpPr>
          <p:cNvPr id="68" name="Retângulo: Cantos Superiores Arredondados 67">
            <a:extLst>
              <a:ext uri="{FF2B5EF4-FFF2-40B4-BE49-F238E27FC236}">
                <a16:creationId xmlns:a16="http://schemas.microsoft.com/office/drawing/2014/main" id="{AB122FAF-73C7-6C47-F157-3586F059FE46}"/>
              </a:ext>
            </a:extLst>
          </p:cNvPr>
          <p:cNvSpPr/>
          <p:nvPr/>
        </p:nvSpPr>
        <p:spPr>
          <a:xfrm>
            <a:off x="2165378" y="2980391"/>
            <a:ext cx="1470176" cy="2937809"/>
          </a:xfrm>
          <a:prstGeom prst="round2SameRect">
            <a:avLst>
              <a:gd name="adj1" fmla="val 5956"/>
              <a:gd name="adj2" fmla="val 0"/>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nvGrpSpPr>
          <p:cNvPr id="73" name="Gráfico 8">
            <a:extLst>
              <a:ext uri="{FF2B5EF4-FFF2-40B4-BE49-F238E27FC236}">
                <a16:creationId xmlns:a16="http://schemas.microsoft.com/office/drawing/2014/main" id="{E55E25A4-8F0D-60BF-FB19-83D3633ADA61}"/>
              </a:ext>
            </a:extLst>
          </p:cNvPr>
          <p:cNvGrpSpPr/>
          <p:nvPr/>
        </p:nvGrpSpPr>
        <p:grpSpPr>
          <a:xfrm>
            <a:off x="2358699" y="3850535"/>
            <a:ext cx="234274" cy="234274"/>
            <a:chOff x="5539572" y="5807459"/>
            <a:chExt cx="142420" cy="142420"/>
          </a:xfrm>
          <a:noFill/>
        </p:grpSpPr>
        <p:sp>
          <p:nvSpPr>
            <p:cNvPr id="98" name="Forma Livre: Forma 1488">
              <a:extLst>
                <a:ext uri="{FF2B5EF4-FFF2-40B4-BE49-F238E27FC236}">
                  <a16:creationId xmlns:a16="http://schemas.microsoft.com/office/drawing/2014/main" id="{A977081F-0E2C-71BD-4D42-F830033507E6}"/>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9" name="Forma Livre: Forma 1489">
              <a:extLst>
                <a:ext uri="{FF2B5EF4-FFF2-40B4-BE49-F238E27FC236}">
                  <a16:creationId xmlns:a16="http://schemas.microsoft.com/office/drawing/2014/main" id="{F9CEE923-055A-6F82-0FC1-D13E9029BCA7}"/>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100" name="Forma Livre: Forma 1490">
              <a:extLst>
                <a:ext uri="{FF2B5EF4-FFF2-40B4-BE49-F238E27FC236}">
                  <a16:creationId xmlns:a16="http://schemas.microsoft.com/office/drawing/2014/main" id="{EF1A0074-7324-B04D-9BB6-78E0FB47602C}"/>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78" name="Espaço Reservado para Conteúdo 4">
            <a:extLst>
              <a:ext uri="{FF2B5EF4-FFF2-40B4-BE49-F238E27FC236}">
                <a16:creationId xmlns:a16="http://schemas.microsoft.com/office/drawing/2014/main" id="{74039017-0324-7778-954A-AA815FCC84EC}"/>
              </a:ext>
            </a:extLst>
          </p:cNvPr>
          <p:cNvSpPr txBox="1">
            <a:spLocks/>
          </p:cNvSpPr>
          <p:nvPr/>
        </p:nvSpPr>
        <p:spPr>
          <a:xfrm>
            <a:off x="2694696" y="3800287"/>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83" name="Gráfico 8">
            <a:extLst>
              <a:ext uri="{FF2B5EF4-FFF2-40B4-BE49-F238E27FC236}">
                <a16:creationId xmlns:a16="http://schemas.microsoft.com/office/drawing/2014/main" id="{5EA50ACA-61CD-FDCB-E5B2-F4F65734D6F4}"/>
              </a:ext>
            </a:extLst>
          </p:cNvPr>
          <p:cNvGrpSpPr/>
          <p:nvPr/>
        </p:nvGrpSpPr>
        <p:grpSpPr>
          <a:xfrm>
            <a:off x="2358699" y="4344304"/>
            <a:ext cx="234274" cy="234274"/>
            <a:chOff x="5539572" y="5807459"/>
            <a:chExt cx="142420" cy="142420"/>
          </a:xfrm>
          <a:noFill/>
        </p:grpSpPr>
        <p:sp>
          <p:nvSpPr>
            <p:cNvPr id="95" name="Forma Livre: Forma 1488">
              <a:extLst>
                <a:ext uri="{FF2B5EF4-FFF2-40B4-BE49-F238E27FC236}">
                  <a16:creationId xmlns:a16="http://schemas.microsoft.com/office/drawing/2014/main" id="{940E01BD-EE9D-7E96-E00C-9BC8F44818E4}"/>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6" name="Forma Livre: Forma 1489">
              <a:extLst>
                <a:ext uri="{FF2B5EF4-FFF2-40B4-BE49-F238E27FC236}">
                  <a16:creationId xmlns:a16="http://schemas.microsoft.com/office/drawing/2014/main" id="{8011A8F0-2974-9405-4ACA-3EC30D83F127}"/>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7" name="Forma Livre: Forma 1490">
              <a:extLst>
                <a:ext uri="{FF2B5EF4-FFF2-40B4-BE49-F238E27FC236}">
                  <a16:creationId xmlns:a16="http://schemas.microsoft.com/office/drawing/2014/main" id="{7D6B9E11-3DD9-E268-4E9F-6888B65525CD}"/>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84" name="Espaço Reservado para Conteúdo 4">
            <a:extLst>
              <a:ext uri="{FF2B5EF4-FFF2-40B4-BE49-F238E27FC236}">
                <a16:creationId xmlns:a16="http://schemas.microsoft.com/office/drawing/2014/main" id="{B5A444D1-2B11-35CB-1ACF-1DCB3E678B75}"/>
              </a:ext>
            </a:extLst>
          </p:cNvPr>
          <p:cNvSpPr txBox="1">
            <a:spLocks/>
          </p:cNvSpPr>
          <p:nvPr/>
        </p:nvSpPr>
        <p:spPr>
          <a:xfrm>
            <a:off x="2694696" y="4294056"/>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85" name="Gráfico 8">
            <a:extLst>
              <a:ext uri="{FF2B5EF4-FFF2-40B4-BE49-F238E27FC236}">
                <a16:creationId xmlns:a16="http://schemas.microsoft.com/office/drawing/2014/main" id="{8099961A-A0CD-74F0-457B-D0ACD680E608}"/>
              </a:ext>
            </a:extLst>
          </p:cNvPr>
          <p:cNvGrpSpPr/>
          <p:nvPr/>
        </p:nvGrpSpPr>
        <p:grpSpPr>
          <a:xfrm>
            <a:off x="2358699" y="4838073"/>
            <a:ext cx="234274" cy="234274"/>
            <a:chOff x="5539572" y="5807459"/>
            <a:chExt cx="142420" cy="142420"/>
          </a:xfrm>
          <a:noFill/>
        </p:grpSpPr>
        <p:sp>
          <p:nvSpPr>
            <p:cNvPr id="92" name="Forma Livre: Forma 1488">
              <a:extLst>
                <a:ext uri="{FF2B5EF4-FFF2-40B4-BE49-F238E27FC236}">
                  <a16:creationId xmlns:a16="http://schemas.microsoft.com/office/drawing/2014/main" id="{E6CB6C60-0D4F-196B-4A5D-7D5044D4817E}"/>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3" name="Forma Livre: Forma 1489">
              <a:extLst>
                <a:ext uri="{FF2B5EF4-FFF2-40B4-BE49-F238E27FC236}">
                  <a16:creationId xmlns:a16="http://schemas.microsoft.com/office/drawing/2014/main" id="{DC5739F7-26F2-E92C-C2A0-BA78C908BF3B}"/>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4" name="Forma Livre: Forma 1490">
              <a:extLst>
                <a:ext uri="{FF2B5EF4-FFF2-40B4-BE49-F238E27FC236}">
                  <a16:creationId xmlns:a16="http://schemas.microsoft.com/office/drawing/2014/main" id="{8487534C-D37B-8173-4347-972D8D360601}"/>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86" name="Espaço Reservado para Conteúdo 4">
            <a:extLst>
              <a:ext uri="{FF2B5EF4-FFF2-40B4-BE49-F238E27FC236}">
                <a16:creationId xmlns:a16="http://schemas.microsoft.com/office/drawing/2014/main" id="{F93D0E4F-0C16-319B-B883-6E35EC5C2813}"/>
              </a:ext>
            </a:extLst>
          </p:cNvPr>
          <p:cNvSpPr txBox="1">
            <a:spLocks/>
          </p:cNvSpPr>
          <p:nvPr/>
        </p:nvSpPr>
        <p:spPr>
          <a:xfrm>
            <a:off x="2694696" y="478782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grpSp>
        <p:nvGrpSpPr>
          <p:cNvPr id="87" name="Gráfico 8">
            <a:extLst>
              <a:ext uri="{FF2B5EF4-FFF2-40B4-BE49-F238E27FC236}">
                <a16:creationId xmlns:a16="http://schemas.microsoft.com/office/drawing/2014/main" id="{41B4538B-CC69-8EA8-7C43-AF20B03A3A03}"/>
              </a:ext>
            </a:extLst>
          </p:cNvPr>
          <p:cNvGrpSpPr/>
          <p:nvPr/>
        </p:nvGrpSpPr>
        <p:grpSpPr>
          <a:xfrm>
            <a:off x="2358699" y="5331843"/>
            <a:ext cx="234274" cy="234274"/>
            <a:chOff x="5539572" y="5807459"/>
            <a:chExt cx="142420" cy="142420"/>
          </a:xfrm>
          <a:noFill/>
        </p:grpSpPr>
        <p:sp>
          <p:nvSpPr>
            <p:cNvPr id="89" name="Forma Livre: Forma 1488">
              <a:extLst>
                <a:ext uri="{FF2B5EF4-FFF2-40B4-BE49-F238E27FC236}">
                  <a16:creationId xmlns:a16="http://schemas.microsoft.com/office/drawing/2014/main" id="{8429B3D1-F6BF-F574-1092-DAF0E9E59388}"/>
                </a:ext>
              </a:extLst>
            </p:cNvPr>
            <p:cNvSpPr/>
            <p:nvPr/>
          </p:nvSpPr>
          <p:spPr>
            <a:xfrm>
              <a:off x="5539572" y="5807459"/>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0" name="Forma Livre: Forma 1489">
              <a:extLst>
                <a:ext uri="{FF2B5EF4-FFF2-40B4-BE49-F238E27FC236}">
                  <a16:creationId xmlns:a16="http://schemas.microsoft.com/office/drawing/2014/main" id="{A9DA7216-1377-CB29-6621-D52938D4E22E}"/>
                </a:ext>
              </a:extLst>
            </p:cNvPr>
            <p:cNvSpPr/>
            <p:nvPr/>
          </p:nvSpPr>
          <p:spPr>
            <a:xfrm>
              <a:off x="5581408" y="5849295"/>
              <a:ext cx="58748" cy="58748"/>
            </a:xfrm>
            <a:custGeom>
              <a:avLst/>
              <a:gdLst>
                <a:gd name="connsiteX0" fmla="*/ 58749 w 58748"/>
                <a:gd name="connsiteY0" fmla="*/ 0 h 58748"/>
                <a:gd name="connsiteX1" fmla="*/ 0 w 58748"/>
                <a:gd name="connsiteY1" fmla="*/ 58749 h 58748"/>
              </a:gdLst>
              <a:ahLst/>
              <a:cxnLst>
                <a:cxn ang="0">
                  <a:pos x="connsiteX0" y="connsiteY0"/>
                </a:cxn>
                <a:cxn ang="0">
                  <a:pos x="connsiteX1" y="connsiteY1"/>
                </a:cxn>
              </a:cxnLst>
              <a:rect l="l" t="t" r="r" b="b"/>
              <a:pathLst>
                <a:path w="58748" h="58748">
                  <a:moveTo>
                    <a:pt x="58749" y="0"/>
                  </a:moveTo>
                  <a:lnTo>
                    <a:pt x="0"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sp>
          <p:nvSpPr>
            <p:cNvPr id="91" name="Forma Livre: Forma 1490">
              <a:extLst>
                <a:ext uri="{FF2B5EF4-FFF2-40B4-BE49-F238E27FC236}">
                  <a16:creationId xmlns:a16="http://schemas.microsoft.com/office/drawing/2014/main" id="{50FB9E77-1BC9-89F9-2221-F048531E5D73}"/>
                </a:ext>
              </a:extLst>
            </p:cNvPr>
            <p:cNvSpPr/>
            <p:nvPr/>
          </p:nvSpPr>
          <p:spPr>
            <a:xfrm>
              <a:off x="5581408" y="5849295"/>
              <a:ext cx="58748" cy="58748"/>
            </a:xfrm>
            <a:custGeom>
              <a:avLst/>
              <a:gdLst>
                <a:gd name="connsiteX0" fmla="*/ 0 w 58748"/>
                <a:gd name="connsiteY0" fmla="*/ 0 h 58748"/>
                <a:gd name="connsiteX1" fmla="*/ 58749 w 58748"/>
                <a:gd name="connsiteY1" fmla="*/ 58749 h 58748"/>
              </a:gdLst>
              <a:ahLst/>
              <a:cxnLst>
                <a:cxn ang="0">
                  <a:pos x="connsiteX0" y="connsiteY0"/>
                </a:cxn>
                <a:cxn ang="0">
                  <a:pos x="connsiteX1" y="connsiteY1"/>
                </a:cxn>
              </a:cxnLst>
              <a:rect l="l" t="t" r="r" b="b"/>
              <a:pathLst>
                <a:path w="58748" h="58748">
                  <a:moveTo>
                    <a:pt x="0" y="0"/>
                  </a:moveTo>
                  <a:lnTo>
                    <a:pt x="58749" y="58749"/>
                  </a:lnTo>
                </a:path>
              </a:pathLst>
            </a:custGeom>
            <a:ln w="6350" cap="flat">
              <a:solidFill>
                <a:schemeClr val="bg1">
                  <a:lumMod val="50000"/>
                </a:schemeClr>
              </a:solidFill>
              <a:prstDash val="solid"/>
              <a:miter/>
            </a:ln>
          </p:spPr>
          <p:txBody>
            <a:bodyPr rtlCol="0" anchor="ctr"/>
            <a:lstStyle/>
            <a:p>
              <a:endParaRPr lang="pt-BR">
                <a:solidFill>
                  <a:schemeClr val="bg1">
                    <a:lumMod val="50000"/>
                  </a:schemeClr>
                </a:solidFill>
              </a:endParaRPr>
            </a:p>
          </p:txBody>
        </p:sp>
      </p:grpSp>
      <p:sp>
        <p:nvSpPr>
          <p:cNvPr id="88" name="Espaço Reservado para Conteúdo 4">
            <a:extLst>
              <a:ext uri="{FF2B5EF4-FFF2-40B4-BE49-F238E27FC236}">
                <a16:creationId xmlns:a16="http://schemas.microsoft.com/office/drawing/2014/main" id="{A2CDD21C-A9DF-C9EF-66E3-55ED41ED4325}"/>
              </a:ext>
            </a:extLst>
          </p:cNvPr>
          <p:cNvSpPr txBox="1">
            <a:spLocks/>
          </p:cNvSpPr>
          <p:nvPr/>
        </p:nvSpPr>
        <p:spPr>
          <a:xfrm>
            <a:off x="2694696" y="5281595"/>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lumMod val="50000"/>
                  </a:schemeClr>
                </a:solidFill>
                <a:latin typeface="Poppins SemiBold" panose="00000700000000000000" pitchFamily="2" charset="0"/>
                <a:cs typeface="Poppins SemiBold" panose="00000700000000000000" pitchFamily="2" charset="0"/>
              </a:rPr>
              <a:t>Lorem ipsum dolor sit </a:t>
            </a:r>
            <a:r>
              <a:rPr lang="en-US" sz="800" dirty="0" err="1">
                <a:solidFill>
                  <a:schemeClr val="bg1">
                    <a:lumMod val="50000"/>
                  </a:schemeClr>
                </a:solidFill>
                <a:latin typeface="Poppins SemiBold" panose="00000700000000000000" pitchFamily="2" charset="0"/>
                <a:cs typeface="Poppins SemiBold" panose="00000700000000000000" pitchFamily="2" charset="0"/>
              </a:rPr>
              <a:t>amet</a:t>
            </a:r>
            <a:endParaRPr lang="en-US" sz="800" dirty="0">
              <a:solidFill>
                <a:schemeClr val="bg1">
                  <a:lumMod val="50000"/>
                </a:schemeClr>
              </a:solidFill>
              <a:latin typeface="Poppins SemiBold" panose="00000700000000000000" pitchFamily="2" charset="0"/>
              <a:cs typeface="Poppins SemiBold" panose="00000700000000000000" pitchFamily="2" charset="0"/>
            </a:endParaRPr>
          </a:p>
        </p:txBody>
      </p:sp>
      <p:sp>
        <p:nvSpPr>
          <p:cNvPr id="2" name="Título 1">
            <a:extLst>
              <a:ext uri="{FF2B5EF4-FFF2-40B4-BE49-F238E27FC236}">
                <a16:creationId xmlns:a16="http://schemas.microsoft.com/office/drawing/2014/main" id="{1EAF61DA-DCB7-9550-C0C6-945D4B56365D}"/>
              </a:ext>
            </a:extLst>
          </p:cNvPr>
          <p:cNvSpPr>
            <a:spLocks noGrp="1"/>
          </p:cNvSpPr>
          <p:nvPr>
            <p:ph type="title"/>
          </p:nvPr>
        </p:nvSpPr>
        <p:spPr/>
        <p:txBody>
          <a:bodyPr/>
          <a:lstStyle/>
          <a:p>
            <a:r>
              <a:rPr lang="en-US" dirty="0"/>
              <a:t>Lorem ipsum dolor sit </a:t>
            </a:r>
            <a:r>
              <a:rPr lang="en-US" dirty="0" err="1"/>
              <a:t>amet</a:t>
            </a:r>
            <a:r>
              <a:rPr lang="en-US" dirty="0"/>
              <a:t> </a:t>
            </a:r>
            <a:r>
              <a:rPr lang="en-US" dirty="0" err="1"/>
              <a:t>consectetur</a:t>
            </a:r>
            <a:r>
              <a:rPr lang="en-US" dirty="0"/>
              <a:t> </a:t>
            </a:r>
            <a:r>
              <a:rPr lang="en-US" dirty="0" err="1"/>
              <a:t>adisciping</a:t>
            </a:r>
            <a:r>
              <a:rPr lang="en-US" dirty="0"/>
              <a:t> </a:t>
            </a:r>
            <a:r>
              <a:rPr lang="en-US" dirty="0" err="1"/>
              <a:t>elit</a:t>
            </a:r>
            <a:endParaRPr lang="pt-BR" dirty="0"/>
          </a:p>
        </p:txBody>
      </p:sp>
      <p:sp>
        <p:nvSpPr>
          <p:cNvPr id="5" name="Espaço Reservado para Conteúdo 4">
            <a:extLst>
              <a:ext uri="{FF2B5EF4-FFF2-40B4-BE49-F238E27FC236}">
                <a16:creationId xmlns:a16="http://schemas.microsoft.com/office/drawing/2014/main" id="{F0D58420-E460-A378-AF56-8FAA7C113520}"/>
              </a:ext>
            </a:extLst>
          </p:cNvPr>
          <p:cNvSpPr>
            <a:spLocks noGrp="1"/>
          </p:cNvSpPr>
          <p:nvPr>
            <p:ph sz="quarter" idx="13"/>
          </p:nvPr>
        </p:nvSpPr>
        <p:spPr>
          <a:xfrm>
            <a:off x="731838" y="1052961"/>
            <a:ext cx="11102975" cy="215503"/>
          </a:xfrm>
        </p:spPr>
        <p:txBody>
          <a:bodyPr/>
          <a:lstStyle/>
          <a:p>
            <a:r>
              <a:rPr lang="en-US" dirty="0">
                <a:solidFill>
                  <a:schemeClr val="bg2"/>
                </a:solidFill>
              </a:rPr>
              <a:t>Lorem ipsum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r>
              <a:rPr lang="en-US" dirty="0" err="1">
                <a:solidFill>
                  <a:schemeClr val="bg2"/>
                </a:solidFill>
              </a:rPr>
              <a:t>elit</a:t>
            </a:r>
            <a:r>
              <a:rPr lang="en-US" dirty="0">
                <a:solidFill>
                  <a:schemeClr val="bg2"/>
                </a:solidFill>
              </a:rPr>
              <a:t> lorem </a:t>
            </a:r>
            <a:r>
              <a:rPr lang="en-US" dirty="0" err="1">
                <a:solidFill>
                  <a:schemeClr val="bg2"/>
                </a:solidFill>
              </a:rPr>
              <a:t>ispum</a:t>
            </a:r>
            <a:r>
              <a:rPr lang="en-US" dirty="0">
                <a:solidFill>
                  <a:schemeClr val="bg2"/>
                </a:solidFill>
              </a:rPr>
              <a:t>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p>
        </p:txBody>
      </p:sp>
      <p:sp>
        <p:nvSpPr>
          <p:cNvPr id="10" name="Espaço Reservado para Texto 9">
            <a:extLst>
              <a:ext uri="{FF2B5EF4-FFF2-40B4-BE49-F238E27FC236}">
                <a16:creationId xmlns:a16="http://schemas.microsoft.com/office/drawing/2014/main" id="{420EDE17-8556-C6E2-73B8-2B44546AF8BD}"/>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BA114722-6366-1B51-FAF9-ECF303633368}"/>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11</a:t>
            </a:fld>
            <a:endParaRPr lang="en-US" dirty="0">
              <a:latin typeface="Poppins Light" panose="00000400000000000000" pitchFamily="2" charset="0"/>
              <a:cs typeface="Poppins Light" panose="00000400000000000000" pitchFamily="2" charset="0"/>
            </a:endParaRPr>
          </a:p>
        </p:txBody>
      </p:sp>
      <p:sp>
        <p:nvSpPr>
          <p:cNvPr id="3" name="Retângulo 2">
            <a:extLst>
              <a:ext uri="{FF2B5EF4-FFF2-40B4-BE49-F238E27FC236}">
                <a16:creationId xmlns:a16="http://schemas.microsoft.com/office/drawing/2014/main" id="{564BB9A3-B53E-3D29-46E2-580FAB12DDF3}"/>
              </a:ext>
            </a:extLst>
          </p:cNvPr>
          <p:cNvSpPr/>
          <p:nvPr/>
        </p:nvSpPr>
        <p:spPr>
          <a:xfrm>
            <a:off x="-57150" y="1457244"/>
            <a:ext cx="12249150" cy="431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7" name="Espaço Reservado para Conteúdo 4">
            <a:extLst>
              <a:ext uri="{FF2B5EF4-FFF2-40B4-BE49-F238E27FC236}">
                <a16:creationId xmlns:a16="http://schemas.microsoft.com/office/drawing/2014/main" id="{FEA8B343-890C-036F-377C-DD5989366ECD}"/>
              </a:ext>
            </a:extLst>
          </p:cNvPr>
          <p:cNvSpPr txBox="1">
            <a:spLocks/>
          </p:cNvSpPr>
          <p:nvPr/>
        </p:nvSpPr>
        <p:spPr>
          <a:xfrm>
            <a:off x="731838" y="1513735"/>
            <a:ext cx="11102975" cy="264363"/>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400" dirty="0">
                <a:solidFill>
                  <a:schemeClr val="bg1"/>
                </a:solidFill>
                <a:latin typeface="Poppins SemiBold" panose="00000700000000000000" pitchFamily="2" charset="0"/>
                <a:cs typeface="Poppins SemiBold" panose="00000700000000000000" pitchFamily="2" charset="0"/>
              </a:rPr>
              <a:t>Mining services is </a:t>
            </a:r>
            <a:r>
              <a:rPr lang="en-US" sz="1400" dirty="0" err="1">
                <a:solidFill>
                  <a:schemeClr val="bg1"/>
                </a:solidFill>
                <a:latin typeface="Poppins SemiBold" panose="00000700000000000000" pitchFamily="2" charset="0"/>
                <a:cs typeface="Poppins SemiBold" panose="00000700000000000000" pitchFamily="2" charset="0"/>
              </a:rPr>
              <a:t>fragemented</a:t>
            </a:r>
            <a:r>
              <a:rPr lang="en-US" sz="1400" dirty="0">
                <a:solidFill>
                  <a:schemeClr val="bg1"/>
                </a:solidFill>
                <a:latin typeface="Poppins SemiBold" panose="00000700000000000000" pitchFamily="2" charset="0"/>
                <a:cs typeface="Poppins SemiBold" panose="00000700000000000000" pitchFamily="2" charset="0"/>
              </a:rPr>
              <a:t> in Brazil and few operators have fully mastered full-service production model</a:t>
            </a:r>
          </a:p>
        </p:txBody>
      </p:sp>
      <p:sp>
        <p:nvSpPr>
          <p:cNvPr id="22" name="Espaço Reservado para Conteúdo 4">
            <a:extLst>
              <a:ext uri="{FF2B5EF4-FFF2-40B4-BE49-F238E27FC236}">
                <a16:creationId xmlns:a16="http://schemas.microsoft.com/office/drawing/2014/main" id="{8214D3F7-D999-4CF1-7ACB-F658B027EBB7}"/>
              </a:ext>
            </a:extLst>
          </p:cNvPr>
          <p:cNvSpPr txBox="1">
            <a:spLocks/>
          </p:cNvSpPr>
          <p:nvPr/>
        </p:nvSpPr>
        <p:spPr>
          <a:xfrm>
            <a:off x="725435" y="2201097"/>
            <a:ext cx="7407911" cy="434922"/>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1200" dirty="0">
                <a:latin typeface="Poppins SemiBold" panose="00000700000000000000" pitchFamily="2" charset="0"/>
                <a:cs typeface="Poppins SemiBold" panose="00000700000000000000" pitchFamily="2" charset="0"/>
              </a:rPr>
              <a:t>Lorem ipsum dolor sit </a:t>
            </a:r>
            <a:r>
              <a:rPr lang="en-US" sz="1200" dirty="0" err="1">
                <a:latin typeface="Poppins SemiBold" panose="00000700000000000000" pitchFamily="2" charset="0"/>
                <a:cs typeface="Poppins SemiBold" panose="00000700000000000000" pitchFamily="2" charset="0"/>
              </a:rPr>
              <a:t>amet</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consectetur</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adisciping</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elit</a:t>
            </a:r>
            <a:r>
              <a:rPr lang="en-US" sz="1200" dirty="0">
                <a:latin typeface="Poppins SemiBold" panose="00000700000000000000" pitchFamily="2" charset="0"/>
                <a:cs typeface="Poppins SemiBold" panose="00000700000000000000" pitchFamily="2" charset="0"/>
              </a:rPr>
              <a:t> Lorem ipsum dolor sit </a:t>
            </a:r>
            <a:r>
              <a:rPr lang="en-US" sz="1200" dirty="0" err="1">
                <a:latin typeface="Poppins SemiBold" panose="00000700000000000000" pitchFamily="2" charset="0"/>
                <a:cs typeface="Poppins SemiBold" panose="00000700000000000000" pitchFamily="2" charset="0"/>
              </a:rPr>
              <a:t>amet</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consectetur</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adisciping</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elit</a:t>
            </a:r>
            <a:r>
              <a:rPr lang="en-US" sz="1200" dirty="0">
                <a:latin typeface="Poppins SemiBold" panose="00000700000000000000" pitchFamily="2" charset="0"/>
                <a:cs typeface="Poppins SemiBold" panose="00000700000000000000" pitchFamily="2" charset="0"/>
              </a:rPr>
              <a:t> lorem ipsum dolor sit </a:t>
            </a:r>
            <a:r>
              <a:rPr lang="en-US" sz="1200" dirty="0" err="1">
                <a:latin typeface="Poppins SemiBold" panose="00000700000000000000" pitchFamily="2" charset="0"/>
                <a:cs typeface="Poppins SemiBold" panose="00000700000000000000" pitchFamily="2" charset="0"/>
              </a:rPr>
              <a:t>amet</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consectetur</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adisciping</a:t>
            </a:r>
            <a:r>
              <a:rPr lang="en-US" sz="1200" dirty="0">
                <a:latin typeface="Poppins SemiBold" panose="00000700000000000000" pitchFamily="2" charset="0"/>
                <a:cs typeface="Poppins SemiBold" panose="00000700000000000000" pitchFamily="2" charset="0"/>
              </a:rPr>
              <a:t> </a:t>
            </a:r>
            <a:r>
              <a:rPr lang="en-US" sz="1200" dirty="0" err="1">
                <a:latin typeface="Poppins SemiBold" panose="00000700000000000000" pitchFamily="2" charset="0"/>
                <a:cs typeface="Poppins SemiBold" panose="00000700000000000000" pitchFamily="2" charset="0"/>
              </a:rPr>
              <a:t>elit</a:t>
            </a:r>
            <a:endParaRPr lang="en-US" sz="1200" dirty="0">
              <a:latin typeface="Poppins SemiBold" panose="00000700000000000000" pitchFamily="2" charset="0"/>
              <a:cs typeface="Poppins SemiBold" panose="00000700000000000000" pitchFamily="2" charset="0"/>
            </a:endParaRPr>
          </a:p>
        </p:txBody>
      </p:sp>
      <p:pic>
        <p:nvPicPr>
          <p:cNvPr id="23" name="Imagem 22" descr="U&amp;M Mineração e Construção S/A | Matias Barbosa MG">
            <a:extLst>
              <a:ext uri="{FF2B5EF4-FFF2-40B4-BE49-F238E27FC236}">
                <a16:creationId xmlns:a16="http://schemas.microsoft.com/office/drawing/2014/main" id="{E89AD50F-7661-BBE6-2008-59A2308546EB}"/>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864564" y="3160587"/>
            <a:ext cx="885690" cy="472530"/>
          </a:xfrm>
          <a:prstGeom prst="rect">
            <a:avLst/>
          </a:prstGeom>
        </p:spPr>
      </p:pic>
      <p:pic>
        <p:nvPicPr>
          <p:cNvPr id="24" name="Imagem 23" descr="Fagundes Construção e Mineração updated their profile picture.">
            <a:extLst>
              <a:ext uri="{FF2B5EF4-FFF2-40B4-BE49-F238E27FC236}">
                <a16:creationId xmlns:a16="http://schemas.microsoft.com/office/drawing/2014/main" id="{57460264-3AD1-50CE-8D23-CEC7DED94C5F}"/>
              </a:ext>
            </a:extLst>
          </p:cNvPr>
          <p:cNvPicPr>
            <a:picLocks noChangeAspect="1"/>
          </p:cNvPicPr>
          <p:nvPr/>
        </p:nvPicPr>
        <p:blipFill>
          <a:blip r:embed="rId4">
            <a:clrChange>
              <a:clrFrom>
                <a:srgbClr val="FFFFFF"/>
              </a:clrFrom>
              <a:clrTo>
                <a:srgbClr val="FFFFFF">
                  <a:alpha val="0"/>
                </a:srgbClr>
              </a:clrTo>
            </a:clrChange>
            <a:duotone>
              <a:schemeClr val="accent4">
                <a:shade val="45000"/>
                <a:satMod val="135000"/>
              </a:schemeClr>
              <a:prstClr val="white"/>
            </a:duotone>
          </a:blip>
          <a:srcRect t="18375" b="17704"/>
          <a:stretch>
            <a:fillRect/>
          </a:stretch>
        </p:blipFill>
        <p:spPr>
          <a:xfrm>
            <a:off x="2455371" y="3127115"/>
            <a:ext cx="890191" cy="569019"/>
          </a:xfrm>
          <a:prstGeom prst="rect">
            <a:avLst/>
          </a:prstGeom>
        </p:spPr>
      </p:pic>
      <p:pic>
        <p:nvPicPr>
          <p:cNvPr id="25" name="Imagem 24" descr="U&amp;M Mineração e Construção S/A | Matias Barbosa MG">
            <a:extLst>
              <a:ext uri="{FF2B5EF4-FFF2-40B4-BE49-F238E27FC236}">
                <a16:creationId xmlns:a16="http://schemas.microsoft.com/office/drawing/2014/main" id="{FC1B6FAC-C54D-7717-4DFE-ABD80C14D801}"/>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4050678" y="3160587"/>
            <a:ext cx="885690" cy="472530"/>
          </a:xfrm>
          <a:prstGeom prst="rect">
            <a:avLst/>
          </a:prstGeom>
        </p:spPr>
      </p:pic>
      <p:pic>
        <p:nvPicPr>
          <p:cNvPr id="26" name="Imagem 25">
            <a:extLst>
              <a:ext uri="{FF2B5EF4-FFF2-40B4-BE49-F238E27FC236}">
                <a16:creationId xmlns:a16="http://schemas.microsoft.com/office/drawing/2014/main" id="{42EC65EA-4FC0-EBB7-FAC6-19068C830AAD}"/>
              </a:ext>
            </a:extLst>
          </p:cNvPr>
          <p:cNvPicPr>
            <a:picLocks noChangeAspect="1"/>
          </p:cNvPicPr>
          <p:nvPr/>
        </p:nvPicPr>
        <p:blipFill>
          <a:blip r:embed="rId5">
            <a:duotone>
              <a:schemeClr val="accent3">
                <a:shade val="45000"/>
                <a:satMod val="135000"/>
              </a:schemeClr>
              <a:prstClr val="white"/>
            </a:duotone>
          </a:blip>
          <a:srcRect t="-913" r="83211"/>
          <a:stretch>
            <a:fillRect/>
          </a:stretch>
        </p:blipFill>
        <p:spPr>
          <a:xfrm>
            <a:off x="5830011" y="3117640"/>
            <a:ext cx="513140" cy="512204"/>
          </a:xfrm>
          <a:prstGeom prst="rect">
            <a:avLst/>
          </a:prstGeom>
        </p:spPr>
      </p:pic>
      <p:pic>
        <p:nvPicPr>
          <p:cNvPr id="27" name="Imagem 26" descr="Programa Trainee Armac - Sua hora de fazer acontecer">
            <a:extLst>
              <a:ext uri="{FF2B5EF4-FFF2-40B4-BE49-F238E27FC236}">
                <a16:creationId xmlns:a16="http://schemas.microsoft.com/office/drawing/2014/main" id="{3DEACD47-6C43-502E-EE8D-056075A5590C}"/>
              </a:ext>
            </a:extLst>
          </p:cNvPr>
          <p:cNvPicPr>
            <a:picLocks noChangeAspect="1"/>
          </p:cNvPicPr>
          <p:nvPr/>
        </p:nvPicPr>
        <p:blipFill>
          <a:blip r:embed="rId6">
            <a:clrChange>
              <a:clrFrom>
                <a:srgbClr val="FFFFFF"/>
              </a:clrFrom>
              <a:clrTo>
                <a:srgbClr val="FFFFFF">
                  <a:alpha val="0"/>
                </a:srgbClr>
              </a:clrTo>
            </a:clrChange>
            <a:duotone>
              <a:schemeClr val="accent3">
                <a:shade val="45000"/>
                <a:satMod val="135000"/>
              </a:schemeClr>
              <a:prstClr val="white"/>
            </a:duotone>
          </a:blip>
          <a:stretch>
            <a:fillRect/>
          </a:stretch>
        </p:blipFill>
        <p:spPr>
          <a:xfrm>
            <a:off x="7026054" y="3140744"/>
            <a:ext cx="1307168" cy="492866"/>
          </a:xfrm>
          <a:prstGeom prst="rect">
            <a:avLst/>
          </a:prstGeom>
        </p:spPr>
      </p:pic>
      <p:pic>
        <p:nvPicPr>
          <p:cNvPr id="28" name="Imagem 27">
            <a:extLst>
              <a:ext uri="{FF2B5EF4-FFF2-40B4-BE49-F238E27FC236}">
                <a16:creationId xmlns:a16="http://schemas.microsoft.com/office/drawing/2014/main" id="{41D7D07B-F0B3-EAAE-B6F4-53418AED6510}"/>
              </a:ext>
            </a:extLst>
          </p:cNvPr>
          <p:cNvPicPr>
            <a:picLocks noChangeAspect="1"/>
          </p:cNvPicPr>
          <p:nvPr/>
        </p:nvPicPr>
        <p:blipFill>
          <a:blip r:embed="rId7">
            <a:biLevel thresh="75000"/>
            <a:extLst>
              <a:ext uri="{BEBA8EAE-BF5A-486C-A8C5-ECC9F3942E4B}">
                <a14:imgProps xmlns:a14="http://schemas.microsoft.com/office/drawing/2010/main">
                  <a14:imgLayer r:embed="rId8">
                    <a14:imgEffect>
                      <a14:brightnessContrast bright="100000"/>
                    </a14:imgEffect>
                  </a14:imgLayer>
                </a14:imgProps>
              </a:ext>
            </a:extLst>
          </a:blip>
          <a:stretch>
            <a:fillRect/>
          </a:stretch>
        </p:blipFill>
        <p:spPr>
          <a:xfrm>
            <a:off x="9564784" y="2472098"/>
            <a:ext cx="1242851" cy="398102"/>
          </a:xfrm>
          <a:prstGeom prst="rect">
            <a:avLst/>
          </a:prstGeom>
        </p:spPr>
      </p:pic>
      <p:grpSp>
        <p:nvGrpSpPr>
          <p:cNvPr id="274" name="Agrupar 273">
            <a:extLst>
              <a:ext uri="{FF2B5EF4-FFF2-40B4-BE49-F238E27FC236}">
                <a16:creationId xmlns:a16="http://schemas.microsoft.com/office/drawing/2014/main" id="{3D85E927-8092-A5AA-6075-6F89D29AF48C}"/>
              </a:ext>
            </a:extLst>
          </p:cNvPr>
          <p:cNvGrpSpPr/>
          <p:nvPr/>
        </p:nvGrpSpPr>
        <p:grpSpPr>
          <a:xfrm>
            <a:off x="8846469" y="3043114"/>
            <a:ext cx="2679480" cy="2540544"/>
            <a:chOff x="8729988" y="3011364"/>
            <a:chExt cx="2679480" cy="2540544"/>
          </a:xfrm>
        </p:grpSpPr>
        <p:grpSp>
          <p:nvGrpSpPr>
            <p:cNvPr id="243" name="Gráfico 8">
              <a:extLst>
                <a:ext uri="{FF2B5EF4-FFF2-40B4-BE49-F238E27FC236}">
                  <a16:creationId xmlns:a16="http://schemas.microsoft.com/office/drawing/2014/main" id="{AD20FCEF-7090-886C-779A-4270E60EF91D}"/>
                </a:ext>
              </a:extLst>
            </p:cNvPr>
            <p:cNvGrpSpPr/>
            <p:nvPr/>
          </p:nvGrpSpPr>
          <p:grpSpPr>
            <a:xfrm>
              <a:off x="8729988" y="5300341"/>
              <a:ext cx="230872" cy="230872"/>
              <a:chOff x="5397151" y="5688775"/>
              <a:chExt cx="142420" cy="142420"/>
            </a:xfrm>
            <a:noFill/>
          </p:grpSpPr>
          <p:sp>
            <p:nvSpPr>
              <p:cNvPr id="245" name="Forma Livre: Forma 1491">
                <a:extLst>
                  <a:ext uri="{FF2B5EF4-FFF2-40B4-BE49-F238E27FC236}">
                    <a16:creationId xmlns:a16="http://schemas.microsoft.com/office/drawing/2014/main" id="{FF22485E-9FB4-3A48-A765-A770D05030EC}"/>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46" name="Forma Livre: Forma 1492">
                <a:extLst>
                  <a:ext uri="{FF2B5EF4-FFF2-40B4-BE49-F238E27FC236}">
                    <a16:creationId xmlns:a16="http://schemas.microsoft.com/office/drawing/2014/main" id="{BF05B32B-312A-B709-F2D7-F571839162AC}"/>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44" name="Espaço Reservado para Conteúdo 4">
              <a:extLst>
                <a:ext uri="{FF2B5EF4-FFF2-40B4-BE49-F238E27FC236}">
                  <a16:creationId xmlns:a16="http://schemas.microsoft.com/office/drawing/2014/main" id="{E4CF650E-96C7-4C8F-F06E-7B935A70693D}"/>
                </a:ext>
              </a:extLst>
            </p:cNvPr>
            <p:cNvSpPr txBox="1">
              <a:spLocks/>
            </p:cNvSpPr>
            <p:nvPr/>
          </p:nvSpPr>
          <p:spPr>
            <a:xfrm>
              <a:off x="9066924" y="524984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38" name="Gráfico 8">
              <a:extLst>
                <a:ext uri="{FF2B5EF4-FFF2-40B4-BE49-F238E27FC236}">
                  <a16:creationId xmlns:a16="http://schemas.microsoft.com/office/drawing/2014/main" id="{4B1F6BF7-06BB-3759-84F2-D2DCC3FD26DA}"/>
                </a:ext>
              </a:extLst>
            </p:cNvPr>
            <p:cNvGrpSpPr/>
            <p:nvPr/>
          </p:nvGrpSpPr>
          <p:grpSpPr>
            <a:xfrm>
              <a:off x="8729988" y="4740721"/>
              <a:ext cx="230872" cy="230872"/>
              <a:chOff x="5397151" y="5688775"/>
              <a:chExt cx="142420" cy="142420"/>
            </a:xfrm>
            <a:noFill/>
          </p:grpSpPr>
          <p:sp>
            <p:nvSpPr>
              <p:cNvPr id="240" name="Forma Livre: Forma 1491">
                <a:extLst>
                  <a:ext uri="{FF2B5EF4-FFF2-40B4-BE49-F238E27FC236}">
                    <a16:creationId xmlns:a16="http://schemas.microsoft.com/office/drawing/2014/main" id="{C5F18543-CD19-5FB1-2D3B-10C20AC28283}"/>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41" name="Forma Livre: Forma 1492">
                <a:extLst>
                  <a:ext uri="{FF2B5EF4-FFF2-40B4-BE49-F238E27FC236}">
                    <a16:creationId xmlns:a16="http://schemas.microsoft.com/office/drawing/2014/main" id="{B595D8E5-0F37-7B33-1F55-C7CAF745A9D8}"/>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39" name="Espaço Reservado para Conteúdo 4">
              <a:extLst>
                <a:ext uri="{FF2B5EF4-FFF2-40B4-BE49-F238E27FC236}">
                  <a16:creationId xmlns:a16="http://schemas.microsoft.com/office/drawing/2014/main" id="{FB7F25F3-DBF2-9DE6-C178-5FD5E6ACB53C}"/>
                </a:ext>
              </a:extLst>
            </p:cNvPr>
            <p:cNvSpPr txBox="1">
              <a:spLocks/>
            </p:cNvSpPr>
            <p:nvPr/>
          </p:nvSpPr>
          <p:spPr>
            <a:xfrm>
              <a:off x="9066924" y="469022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33" name="Gráfico 8">
              <a:extLst>
                <a:ext uri="{FF2B5EF4-FFF2-40B4-BE49-F238E27FC236}">
                  <a16:creationId xmlns:a16="http://schemas.microsoft.com/office/drawing/2014/main" id="{7F84B731-C8A3-5450-F89F-40CF89F37D22}"/>
                </a:ext>
              </a:extLst>
            </p:cNvPr>
            <p:cNvGrpSpPr/>
            <p:nvPr/>
          </p:nvGrpSpPr>
          <p:grpSpPr>
            <a:xfrm>
              <a:off x="8729988" y="4181101"/>
              <a:ext cx="230872" cy="230872"/>
              <a:chOff x="5397151" y="5688775"/>
              <a:chExt cx="142420" cy="142420"/>
            </a:xfrm>
            <a:noFill/>
          </p:grpSpPr>
          <p:sp>
            <p:nvSpPr>
              <p:cNvPr id="235" name="Forma Livre: Forma 1491">
                <a:extLst>
                  <a:ext uri="{FF2B5EF4-FFF2-40B4-BE49-F238E27FC236}">
                    <a16:creationId xmlns:a16="http://schemas.microsoft.com/office/drawing/2014/main" id="{5715861E-B638-8B45-EF02-04481E8C3B62}"/>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36" name="Forma Livre: Forma 1492">
                <a:extLst>
                  <a:ext uri="{FF2B5EF4-FFF2-40B4-BE49-F238E27FC236}">
                    <a16:creationId xmlns:a16="http://schemas.microsoft.com/office/drawing/2014/main" id="{18CA2C69-C7F0-8845-BB74-98691CEA16CD}"/>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34" name="Espaço Reservado para Conteúdo 4">
              <a:extLst>
                <a:ext uri="{FF2B5EF4-FFF2-40B4-BE49-F238E27FC236}">
                  <a16:creationId xmlns:a16="http://schemas.microsoft.com/office/drawing/2014/main" id="{457E4131-B78B-AFEE-95A0-3BDCED05000B}"/>
                </a:ext>
              </a:extLst>
            </p:cNvPr>
            <p:cNvSpPr txBox="1">
              <a:spLocks/>
            </p:cNvSpPr>
            <p:nvPr/>
          </p:nvSpPr>
          <p:spPr>
            <a:xfrm>
              <a:off x="9066924" y="413060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28" name="Gráfico 8">
              <a:extLst>
                <a:ext uri="{FF2B5EF4-FFF2-40B4-BE49-F238E27FC236}">
                  <a16:creationId xmlns:a16="http://schemas.microsoft.com/office/drawing/2014/main" id="{92AB96BD-E503-C76D-191E-2936FC256915}"/>
                </a:ext>
              </a:extLst>
            </p:cNvPr>
            <p:cNvGrpSpPr/>
            <p:nvPr/>
          </p:nvGrpSpPr>
          <p:grpSpPr>
            <a:xfrm>
              <a:off x="8729988" y="3621481"/>
              <a:ext cx="230872" cy="230872"/>
              <a:chOff x="5397151" y="5688775"/>
              <a:chExt cx="142420" cy="142420"/>
            </a:xfrm>
            <a:noFill/>
          </p:grpSpPr>
          <p:sp>
            <p:nvSpPr>
              <p:cNvPr id="230" name="Forma Livre: Forma 1491">
                <a:extLst>
                  <a:ext uri="{FF2B5EF4-FFF2-40B4-BE49-F238E27FC236}">
                    <a16:creationId xmlns:a16="http://schemas.microsoft.com/office/drawing/2014/main" id="{042FD91B-BB1B-1BBD-C476-23BC34F7D892}"/>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31" name="Forma Livre: Forma 1492">
                <a:extLst>
                  <a:ext uri="{FF2B5EF4-FFF2-40B4-BE49-F238E27FC236}">
                    <a16:creationId xmlns:a16="http://schemas.microsoft.com/office/drawing/2014/main" id="{99E63425-EB1A-B629-102F-2DDD85E0BAFB}"/>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29" name="Espaço Reservado para Conteúdo 4">
              <a:extLst>
                <a:ext uri="{FF2B5EF4-FFF2-40B4-BE49-F238E27FC236}">
                  <a16:creationId xmlns:a16="http://schemas.microsoft.com/office/drawing/2014/main" id="{F0ED5098-30BC-A3F5-C2DC-6DBA2B785829}"/>
                </a:ext>
              </a:extLst>
            </p:cNvPr>
            <p:cNvSpPr txBox="1">
              <a:spLocks/>
            </p:cNvSpPr>
            <p:nvPr/>
          </p:nvSpPr>
          <p:spPr>
            <a:xfrm>
              <a:off x="9066924" y="357098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23" name="Gráfico 8">
              <a:extLst>
                <a:ext uri="{FF2B5EF4-FFF2-40B4-BE49-F238E27FC236}">
                  <a16:creationId xmlns:a16="http://schemas.microsoft.com/office/drawing/2014/main" id="{1014ACF3-1A6C-D161-26A5-022DCE5A2A28}"/>
                </a:ext>
              </a:extLst>
            </p:cNvPr>
            <p:cNvGrpSpPr/>
            <p:nvPr/>
          </p:nvGrpSpPr>
          <p:grpSpPr>
            <a:xfrm>
              <a:off x="8729988" y="3061862"/>
              <a:ext cx="230872" cy="230872"/>
              <a:chOff x="5397151" y="5688775"/>
              <a:chExt cx="142420" cy="142420"/>
            </a:xfrm>
            <a:noFill/>
          </p:grpSpPr>
          <p:sp>
            <p:nvSpPr>
              <p:cNvPr id="224" name="Forma Livre: Forma 1491">
                <a:extLst>
                  <a:ext uri="{FF2B5EF4-FFF2-40B4-BE49-F238E27FC236}">
                    <a16:creationId xmlns:a16="http://schemas.microsoft.com/office/drawing/2014/main" id="{8D5FD8BE-6613-8D39-D8D5-CC61C8E54C9E}"/>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25" name="Forma Livre: Forma 1492">
                <a:extLst>
                  <a:ext uri="{FF2B5EF4-FFF2-40B4-BE49-F238E27FC236}">
                    <a16:creationId xmlns:a16="http://schemas.microsoft.com/office/drawing/2014/main" id="{5D21632B-2B9B-3108-E208-F2949C512F78}"/>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194" name="Espaço Reservado para Conteúdo 4">
              <a:extLst>
                <a:ext uri="{FF2B5EF4-FFF2-40B4-BE49-F238E27FC236}">
                  <a16:creationId xmlns:a16="http://schemas.microsoft.com/office/drawing/2014/main" id="{07D04559-49DE-0A3C-B4C4-6A6C48D15F91}"/>
                </a:ext>
              </a:extLst>
            </p:cNvPr>
            <p:cNvSpPr txBox="1">
              <a:spLocks/>
            </p:cNvSpPr>
            <p:nvPr/>
          </p:nvSpPr>
          <p:spPr>
            <a:xfrm>
              <a:off x="9066924" y="3011364"/>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54" name="Gráfico 8">
              <a:extLst>
                <a:ext uri="{FF2B5EF4-FFF2-40B4-BE49-F238E27FC236}">
                  <a16:creationId xmlns:a16="http://schemas.microsoft.com/office/drawing/2014/main" id="{96B29E44-5B7D-B1A3-33AB-8C5A4CCE9B4C}"/>
                </a:ext>
              </a:extLst>
            </p:cNvPr>
            <p:cNvGrpSpPr/>
            <p:nvPr/>
          </p:nvGrpSpPr>
          <p:grpSpPr>
            <a:xfrm>
              <a:off x="10298416" y="5300341"/>
              <a:ext cx="230872" cy="230872"/>
              <a:chOff x="5397151" y="5688775"/>
              <a:chExt cx="142420" cy="142420"/>
            </a:xfrm>
            <a:noFill/>
          </p:grpSpPr>
          <p:sp>
            <p:nvSpPr>
              <p:cNvPr id="255" name="Forma Livre: Forma 1491">
                <a:extLst>
                  <a:ext uri="{FF2B5EF4-FFF2-40B4-BE49-F238E27FC236}">
                    <a16:creationId xmlns:a16="http://schemas.microsoft.com/office/drawing/2014/main" id="{2A469922-12BD-01D3-50DF-FCF723EB155B}"/>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56" name="Forma Livre: Forma 1492">
                <a:extLst>
                  <a:ext uri="{FF2B5EF4-FFF2-40B4-BE49-F238E27FC236}">
                    <a16:creationId xmlns:a16="http://schemas.microsoft.com/office/drawing/2014/main" id="{004C6B61-8463-FAE4-25BB-62F3136D1793}"/>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57" name="Espaço Reservado para Conteúdo 4">
              <a:extLst>
                <a:ext uri="{FF2B5EF4-FFF2-40B4-BE49-F238E27FC236}">
                  <a16:creationId xmlns:a16="http://schemas.microsoft.com/office/drawing/2014/main" id="{636ED0A9-A713-CD1F-9E45-494CC8C8B6B6}"/>
                </a:ext>
              </a:extLst>
            </p:cNvPr>
            <p:cNvSpPr txBox="1">
              <a:spLocks/>
            </p:cNvSpPr>
            <p:nvPr/>
          </p:nvSpPr>
          <p:spPr>
            <a:xfrm>
              <a:off x="10635352" y="524984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58" name="Gráfico 8">
              <a:extLst>
                <a:ext uri="{FF2B5EF4-FFF2-40B4-BE49-F238E27FC236}">
                  <a16:creationId xmlns:a16="http://schemas.microsoft.com/office/drawing/2014/main" id="{DDDED569-8D8D-50E4-1574-153FFB35C591}"/>
                </a:ext>
              </a:extLst>
            </p:cNvPr>
            <p:cNvGrpSpPr/>
            <p:nvPr/>
          </p:nvGrpSpPr>
          <p:grpSpPr>
            <a:xfrm>
              <a:off x="10298416" y="4740721"/>
              <a:ext cx="230872" cy="230872"/>
              <a:chOff x="5397151" y="5688775"/>
              <a:chExt cx="142420" cy="142420"/>
            </a:xfrm>
            <a:noFill/>
          </p:grpSpPr>
          <p:sp>
            <p:nvSpPr>
              <p:cNvPr id="259" name="Forma Livre: Forma 1491">
                <a:extLst>
                  <a:ext uri="{FF2B5EF4-FFF2-40B4-BE49-F238E27FC236}">
                    <a16:creationId xmlns:a16="http://schemas.microsoft.com/office/drawing/2014/main" id="{0CBC12CA-1642-815E-F612-19B3AA2CF603}"/>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60" name="Forma Livre: Forma 1492">
                <a:extLst>
                  <a:ext uri="{FF2B5EF4-FFF2-40B4-BE49-F238E27FC236}">
                    <a16:creationId xmlns:a16="http://schemas.microsoft.com/office/drawing/2014/main" id="{6946F3C4-C88A-CBD7-04CA-9C77DE55A3BF}"/>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61" name="Espaço Reservado para Conteúdo 4">
              <a:extLst>
                <a:ext uri="{FF2B5EF4-FFF2-40B4-BE49-F238E27FC236}">
                  <a16:creationId xmlns:a16="http://schemas.microsoft.com/office/drawing/2014/main" id="{10A7DEE9-24DB-7420-1B15-F6A19ED3631F}"/>
                </a:ext>
              </a:extLst>
            </p:cNvPr>
            <p:cNvSpPr txBox="1">
              <a:spLocks/>
            </p:cNvSpPr>
            <p:nvPr/>
          </p:nvSpPr>
          <p:spPr>
            <a:xfrm>
              <a:off x="10635352" y="469022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62" name="Gráfico 8">
              <a:extLst>
                <a:ext uri="{FF2B5EF4-FFF2-40B4-BE49-F238E27FC236}">
                  <a16:creationId xmlns:a16="http://schemas.microsoft.com/office/drawing/2014/main" id="{CF900289-3E5F-FC18-6900-07E079147D89}"/>
                </a:ext>
              </a:extLst>
            </p:cNvPr>
            <p:cNvGrpSpPr/>
            <p:nvPr/>
          </p:nvGrpSpPr>
          <p:grpSpPr>
            <a:xfrm>
              <a:off x="10298416" y="4181101"/>
              <a:ext cx="230872" cy="230872"/>
              <a:chOff x="5397151" y="5688775"/>
              <a:chExt cx="142420" cy="142420"/>
            </a:xfrm>
            <a:noFill/>
          </p:grpSpPr>
          <p:sp>
            <p:nvSpPr>
              <p:cNvPr id="263" name="Forma Livre: Forma 1491">
                <a:extLst>
                  <a:ext uri="{FF2B5EF4-FFF2-40B4-BE49-F238E27FC236}">
                    <a16:creationId xmlns:a16="http://schemas.microsoft.com/office/drawing/2014/main" id="{D775F6A2-C6B1-E7AD-0D82-CB9D2E0EFFD5}"/>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64" name="Forma Livre: Forma 1492">
                <a:extLst>
                  <a:ext uri="{FF2B5EF4-FFF2-40B4-BE49-F238E27FC236}">
                    <a16:creationId xmlns:a16="http://schemas.microsoft.com/office/drawing/2014/main" id="{0CE1AD9C-A5C5-E614-DED6-FFF391143C6F}"/>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65" name="Espaço Reservado para Conteúdo 4">
              <a:extLst>
                <a:ext uri="{FF2B5EF4-FFF2-40B4-BE49-F238E27FC236}">
                  <a16:creationId xmlns:a16="http://schemas.microsoft.com/office/drawing/2014/main" id="{56D7F030-E0CB-3742-55F4-F1F464B58C24}"/>
                </a:ext>
              </a:extLst>
            </p:cNvPr>
            <p:cNvSpPr txBox="1">
              <a:spLocks/>
            </p:cNvSpPr>
            <p:nvPr/>
          </p:nvSpPr>
          <p:spPr>
            <a:xfrm>
              <a:off x="10635352" y="413060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66" name="Gráfico 8">
              <a:extLst>
                <a:ext uri="{FF2B5EF4-FFF2-40B4-BE49-F238E27FC236}">
                  <a16:creationId xmlns:a16="http://schemas.microsoft.com/office/drawing/2014/main" id="{94183059-AEA1-80B0-D2BD-4B1E6D210F16}"/>
                </a:ext>
              </a:extLst>
            </p:cNvPr>
            <p:cNvGrpSpPr/>
            <p:nvPr/>
          </p:nvGrpSpPr>
          <p:grpSpPr>
            <a:xfrm>
              <a:off x="10298416" y="3621481"/>
              <a:ext cx="230872" cy="230872"/>
              <a:chOff x="5397151" y="5688775"/>
              <a:chExt cx="142420" cy="142420"/>
            </a:xfrm>
            <a:noFill/>
          </p:grpSpPr>
          <p:sp>
            <p:nvSpPr>
              <p:cNvPr id="267" name="Forma Livre: Forma 1491">
                <a:extLst>
                  <a:ext uri="{FF2B5EF4-FFF2-40B4-BE49-F238E27FC236}">
                    <a16:creationId xmlns:a16="http://schemas.microsoft.com/office/drawing/2014/main" id="{9913C49A-3D02-FE9E-F963-58D77A291DA5}"/>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68" name="Forma Livre: Forma 1492">
                <a:extLst>
                  <a:ext uri="{FF2B5EF4-FFF2-40B4-BE49-F238E27FC236}">
                    <a16:creationId xmlns:a16="http://schemas.microsoft.com/office/drawing/2014/main" id="{758347FA-EBAB-3AAA-F3ED-F47A0F3BD6F7}"/>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69" name="Espaço Reservado para Conteúdo 4">
              <a:extLst>
                <a:ext uri="{FF2B5EF4-FFF2-40B4-BE49-F238E27FC236}">
                  <a16:creationId xmlns:a16="http://schemas.microsoft.com/office/drawing/2014/main" id="{47C444D5-68AE-9ABB-2907-1ED287E9A610}"/>
                </a:ext>
              </a:extLst>
            </p:cNvPr>
            <p:cNvSpPr txBox="1">
              <a:spLocks/>
            </p:cNvSpPr>
            <p:nvPr/>
          </p:nvSpPr>
          <p:spPr>
            <a:xfrm>
              <a:off x="10635352" y="3570983"/>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nvGrpSpPr>
            <p:cNvPr id="270" name="Gráfico 8">
              <a:extLst>
                <a:ext uri="{FF2B5EF4-FFF2-40B4-BE49-F238E27FC236}">
                  <a16:creationId xmlns:a16="http://schemas.microsoft.com/office/drawing/2014/main" id="{CEC242D3-8217-DB89-41AD-630ECA4B788F}"/>
                </a:ext>
              </a:extLst>
            </p:cNvPr>
            <p:cNvGrpSpPr/>
            <p:nvPr/>
          </p:nvGrpSpPr>
          <p:grpSpPr>
            <a:xfrm>
              <a:off x="10298416" y="3061862"/>
              <a:ext cx="230872" cy="230872"/>
              <a:chOff x="5397151" y="5688775"/>
              <a:chExt cx="142420" cy="142420"/>
            </a:xfrm>
            <a:noFill/>
          </p:grpSpPr>
          <p:sp>
            <p:nvSpPr>
              <p:cNvPr id="271" name="Forma Livre: Forma 1491">
                <a:extLst>
                  <a:ext uri="{FF2B5EF4-FFF2-40B4-BE49-F238E27FC236}">
                    <a16:creationId xmlns:a16="http://schemas.microsoft.com/office/drawing/2014/main" id="{D14AE948-0235-04E4-2C7A-C35166048291}"/>
                  </a:ext>
                </a:extLst>
              </p:cNvPr>
              <p:cNvSpPr/>
              <p:nvPr/>
            </p:nvSpPr>
            <p:spPr>
              <a:xfrm>
                <a:off x="5397151" y="5688775"/>
                <a:ext cx="142420" cy="142420"/>
              </a:xfrm>
              <a:custGeom>
                <a:avLst/>
                <a:gdLst>
                  <a:gd name="connsiteX0" fmla="*/ 142421 w 142420"/>
                  <a:gd name="connsiteY0" fmla="*/ 71210 h 142420"/>
                  <a:gd name="connsiteX1" fmla="*/ 71210 w 142420"/>
                  <a:gd name="connsiteY1" fmla="*/ 142421 h 142420"/>
                  <a:gd name="connsiteX2" fmla="*/ 0 w 142420"/>
                  <a:gd name="connsiteY2" fmla="*/ 71210 h 142420"/>
                  <a:gd name="connsiteX3" fmla="*/ 71210 w 142420"/>
                  <a:gd name="connsiteY3" fmla="*/ 0 h 142420"/>
                  <a:gd name="connsiteX4" fmla="*/ 142421 w 142420"/>
                  <a:gd name="connsiteY4" fmla="*/ 71210 h 1424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420" h="142420">
                    <a:moveTo>
                      <a:pt x="142421" y="71210"/>
                    </a:moveTo>
                    <a:cubicBezTo>
                      <a:pt x="142421" y="110539"/>
                      <a:pt x="110539" y="142421"/>
                      <a:pt x="71210" y="142421"/>
                    </a:cubicBezTo>
                    <a:cubicBezTo>
                      <a:pt x="31882" y="142421"/>
                      <a:pt x="0" y="110539"/>
                      <a:pt x="0" y="71210"/>
                    </a:cubicBezTo>
                    <a:cubicBezTo>
                      <a:pt x="0" y="31882"/>
                      <a:pt x="31882" y="0"/>
                      <a:pt x="71210" y="0"/>
                    </a:cubicBezTo>
                    <a:cubicBezTo>
                      <a:pt x="110539" y="0"/>
                      <a:pt x="142421" y="31882"/>
                      <a:pt x="142421" y="71210"/>
                    </a:cubicBezTo>
                    <a:close/>
                  </a:path>
                </a:pathLst>
              </a:custGeom>
              <a:noFill/>
              <a:ln w="6350" cap="flat">
                <a:solidFill>
                  <a:schemeClr val="bg1"/>
                </a:solidFill>
                <a:prstDash val="solid"/>
                <a:miter/>
              </a:ln>
            </p:spPr>
            <p:txBody>
              <a:bodyPr rtlCol="0" anchor="ctr"/>
              <a:lstStyle/>
              <a:p>
                <a:endParaRPr lang="pt-BR"/>
              </a:p>
            </p:txBody>
          </p:sp>
          <p:sp>
            <p:nvSpPr>
              <p:cNvPr id="272" name="Forma Livre: Forma 1492">
                <a:extLst>
                  <a:ext uri="{FF2B5EF4-FFF2-40B4-BE49-F238E27FC236}">
                    <a16:creationId xmlns:a16="http://schemas.microsoft.com/office/drawing/2014/main" id="{11C710EF-1484-3F3E-8C94-95D830AC53D5}"/>
                  </a:ext>
                </a:extLst>
              </p:cNvPr>
              <p:cNvSpPr/>
              <p:nvPr/>
            </p:nvSpPr>
            <p:spPr>
              <a:xfrm>
                <a:off x="5432756" y="5730314"/>
                <a:ext cx="71210" cy="47473"/>
              </a:xfrm>
              <a:custGeom>
                <a:avLst/>
                <a:gdLst>
                  <a:gd name="connsiteX0" fmla="*/ 0 w 71210"/>
                  <a:gd name="connsiteY0" fmla="*/ 23737 h 47473"/>
                  <a:gd name="connsiteX1" fmla="*/ 23737 w 71210"/>
                  <a:gd name="connsiteY1" fmla="*/ 47473 h 47473"/>
                  <a:gd name="connsiteX2" fmla="*/ 71210 w 71210"/>
                  <a:gd name="connsiteY2" fmla="*/ 0 h 47473"/>
                </a:gdLst>
                <a:ahLst/>
                <a:cxnLst>
                  <a:cxn ang="0">
                    <a:pos x="connsiteX0" y="connsiteY0"/>
                  </a:cxn>
                  <a:cxn ang="0">
                    <a:pos x="connsiteX1" y="connsiteY1"/>
                  </a:cxn>
                  <a:cxn ang="0">
                    <a:pos x="connsiteX2" y="connsiteY2"/>
                  </a:cxn>
                </a:cxnLst>
                <a:rect l="l" t="t" r="r" b="b"/>
                <a:pathLst>
                  <a:path w="71210" h="47473">
                    <a:moveTo>
                      <a:pt x="0" y="23737"/>
                    </a:moveTo>
                    <a:lnTo>
                      <a:pt x="23737" y="47473"/>
                    </a:lnTo>
                    <a:lnTo>
                      <a:pt x="71210" y="0"/>
                    </a:lnTo>
                  </a:path>
                </a:pathLst>
              </a:custGeom>
              <a:noFill/>
              <a:ln w="6350" cap="flat">
                <a:solidFill>
                  <a:schemeClr val="bg1"/>
                </a:solidFill>
                <a:prstDash val="solid"/>
                <a:miter/>
              </a:ln>
            </p:spPr>
            <p:txBody>
              <a:bodyPr rtlCol="0" anchor="ctr"/>
              <a:lstStyle/>
              <a:p>
                <a:endParaRPr lang="pt-BR"/>
              </a:p>
            </p:txBody>
          </p:sp>
        </p:grpSp>
        <p:sp>
          <p:nvSpPr>
            <p:cNvPr id="273" name="Espaço Reservado para Conteúdo 4">
              <a:extLst>
                <a:ext uri="{FF2B5EF4-FFF2-40B4-BE49-F238E27FC236}">
                  <a16:creationId xmlns:a16="http://schemas.microsoft.com/office/drawing/2014/main" id="{6D06DFDD-47F5-87E4-0BA6-2BCF8B7D2791}"/>
                </a:ext>
              </a:extLst>
            </p:cNvPr>
            <p:cNvSpPr txBox="1">
              <a:spLocks/>
            </p:cNvSpPr>
            <p:nvPr/>
          </p:nvSpPr>
          <p:spPr>
            <a:xfrm>
              <a:off x="10635352" y="3011364"/>
              <a:ext cx="774116" cy="302065"/>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800" dirty="0">
                  <a:solidFill>
                    <a:schemeClr val="bg1"/>
                  </a:solidFill>
                  <a:latin typeface="Poppins SemiBold" panose="00000700000000000000" pitchFamily="2" charset="0"/>
                  <a:cs typeface="Poppins SemiBold" panose="00000700000000000000" pitchFamily="2" charset="0"/>
                </a:rPr>
                <a:t>Lorem ipsum dolor sit </a:t>
              </a:r>
              <a:r>
                <a:rPr lang="en-US" sz="800" dirty="0" err="1">
                  <a:solidFill>
                    <a:schemeClr val="bg1"/>
                  </a:solidFill>
                  <a:latin typeface="Poppins SemiBold" panose="00000700000000000000" pitchFamily="2" charset="0"/>
                  <a:cs typeface="Poppins SemiBold" panose="00000700000000000000" pitchFamily="2" charset="0"/>
                </a:rPr>
                <a:t>amet</a:t>
              </a:r>
              <a:endParaRPr lang="en-US" sz="800" dirty="0">
                <a:solidFill>
                  <a:schemeClr val="bg1"/>
                </a:solidFill>
                <a:latin typeface="Poppins SemiBold" panose="00000700000000000000" pitchFamily="2" charset="0"/>
                <a:cs typeface="Poppins SemiBold" panose="00000700000000000000" pitchFamily="2" charset="0"/>
              </a:endParaRPr>
            </a:p>
          </p:txBody>
        </p:sp>
      </p:grpSp>
    </p:spTree>
    <p:extLst>
      <p:ext uri="{BB962C8B-B14F-4D97-AF65-F5344CB8AC3E}">
        <p14:creationId xmlns:p14="http://schemas.microsoft.com/office/powerpoint/2010/main" val="25577060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769CA0-102F-BFAD-17EB-C57EBB71A1F4}"/>
            </a:ext>
          </a:extLst>
        </p:cNvPr>
        <p:cNvGrpSpPr/>
        <p:nvPr/>
      </p:nvGrpSpPr>
      <p:grpSpPr>
        <a:xfrm>
          <a:off x="0" y="0"/>
          <a:ext cx="0" cy="0"/>
          <a:chOff x="0" y="0"/>
          <a:chExt cx="0" cy="0"/>
        </a:xfrm>
      </p:grpSpPr>
      <p:sp>
        <p:nvSpPr>
          <p:cNvPr id="9" name="Retângulo 8">
            <a:extLst>
              <a:ext uri="{FF2B5EF4-FFF2-40B4-BE49-F238E27FC236}">
                <a16:creationId xmlns:a16="http://schemas.microsoft.com/office/drawing/2014/main" id="{DF7B6C6B-CB92-6D26-06EA-73DD60853571}"/>
              </a:ext>
            </a:extLst>
          </p:cNvPr>
          <p:cNvSpPr/>
          <p:nvPr/>
        </p:nvSpPr>
        <p:spPr>
          <a:xfrm>
            <a:off x="0" y="3764771"/>
            <a:ext cx="12192000" cy="309322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BEA608D7-732B-89D6-E603-8E65DFC6148C}"/>
              </a:ext>
            </a:extLst>
          </p:cNvPr>
          <p:cNvSpPr>
            <a:spLocks noGrp="1"/>
          </p:cNvSpPr>
          <p:nvPr>
            <p:ph type="title"/>
          </p:nvPr>
        </p:nvSpPr>
        <p:spPr>
          <a:xfrm>
            <a:off x="731838" y="745259"/>
            <a:ext cx="11052176" cy="284693"/>
          </a:xfrm>
        </p:spPr>
        <p:txBody>
          <a:bodyPr/>
          <a:lstStyle/>
          <a:p>
            <a:r>
              <a:rPr lang="en-US" dirty="0" err="1">
                <a:solidFill>
                  <a:schemeClr val="accent1"/>
                </a:solidFill>
              </a:rPr>
              <a:t>Infrabrasil</a:t>
            </a:r>
            <a:r>
              <a:rPr lang="en-US" dirty="0">
                <a:solidFill>
                  <a:schemeClr val="accent1"/>
                </a:solidFill>
              </a:rPr>
              <a:t> </a:t>
            </a:r>
            <a:r>
              <a:rPr lang="en-US" dirty="0"/>
              <a:t>has solid track record with blue chip companies, working with more than xx Years in the market</a:t>
            </a:r>
          </a:p>
        </p:txBody>
      </p:sp>
      <p:sp>
        <p:nvSpPr>
          <p:cNvPr id="10" name="Espaço Reservado para Texto 9">
            <a:extLst>
              <a:ext uri="{FF2B5EF4-FFF2-40B4-BE49-F238E27FC236}">
                <a16:creationId xmlns:a16="http://schemas.microsoft.com/office/drawing/2014/main" id="{D69738C4-A725-E1D4-A6F7-234463259CDE}"/>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46C227AD-5FE9-FD3A-E166-17CFC37A085C}"/>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12</a:t>
            </a:fld>
            <a:endParaRPr lang="en-US" dirty="0">
              <a:latin typeface="Poppins Light" panose="00000400000000000000" pitchFamily="2" charset="0"/>
              <a:cs typeface="Poppins Light" panose="00000400000000000000" pitchFamily="2" charset="0"/>
            </a:endParaRPr>
          </a:p>
        </p:txBody>
      </p:sp>
      <p:grpSp>
        <p:nvGrpSpPr>
          <p:cNvPr id="74" name="Agrupar 73">
            <a:extLst>
              <a:ext uri="{FF2B5EF4-FFF2-40B4-BE49-F238E27FC236}">
                <a16:creationId xmlns:a16="http://schemas.microsoft.com/office/drawing/2014/main" id="{F4471415-BF79-8DF9-7F24-480D850377C7}"/>
              </a:ext>
            </a:extLst>
          </p:cNvPr>
          <p:cNvGrpSpPr/>
          <p:nvPr/>
        </p:nvGrpSpPr>
        <p:grpSpPr>
          <a:xfrm>
            <a:off x="731837" y="1544825"/>
            <a:ext cx="3638038" cy="1938578"/>
            <a:chOff x="731837" y="1659125"/>
            <a:chExt cx="3638038" cy="2116786"/>
          </a:xfrm>
        </p:grpSpPr>
        <p:pic>
          <p:nvPicPr>
            <p:cNvPr id="15" name="placeholder_foto_1">
              <a:extLst>
                <a:ext uri="{FF2B5EF4-FFF2-40B4-BE49-F238E27FC236}">
                  <a16:creationId xmlns:a16="http://schemas.microsoft.com/office/drawing/2014/main" id="{44CD33C7-15D5-6DB3-21D4-B8CD80C0794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16" name="Título 1">
              <a:extLst>
                <a:ext uri="{FF2B5EF4-FFF2-40B4-BE49-F238E27FC236}">
                  <a16:creationId xmlns:a16="http://schemas.microsoft.com/office/drawing/2014/main" id="{D3EA7D83-39F6-3DAC-778D-D43108E25622}"/>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latin typeface="Poppins SemiBold" panose="00000700000000000000" pitchFamily="2" charset="0"/>
                  <a:cs typeface="Poppins SemiBold" panose="00000700000000000000" pitchFamily="2" charset="0"/>
                </a:rPr>
                <a:t>Lorem</a:t>
              </a:r>
              <a:r>
                <a:rPr lang="pt-BR" sz="1200" b="0" dirty="0">
                  <a:latin typeface="Poppins SemiBold" panose="00000700000000000000" pitchFamily="2" charset="0"/>
                  <a:cs typeface="Poppins SemiBold" panose="00000700000000000000" pitchFamily="2" charset="0"/>
                </a:rPr>
                <a:t> ipsum </a:t>
              </a:r>
              <a:r>
                <a:rPr lang="pt-BR" sz="1200" b="0" dirty="0" err="1">
                  <a:latin typeface="Poppins SemiBold" panose="00000700000000000000" pitchFamily="2" charset="0"/>
                  <a:cs typeface="Poppins SemiBold" panose="00000700000000000000" pitchFamily="2" charset="0"/>
                </a:rPr>
                <a:t>dolor</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sit</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amet</a:t>
              </a:r>
              <a:endParaRPr lang="pt-BR" sz="1200" b="0" dirty="0">
                <a:latin typeface="Poppins SemiBold" panose="00000700000000000000" pitchFamily="2" charset="0"/>
                <a:cs typeface="Poppins SemiBold" panose="00000700000000000000" pitchFamily="2" charset="0"/>
              </a:endParaRPr>
            </a:p>
          </p:txBody>
        </p:sp>
        <p:grpSp>
          <p:nvGrpSpPr>
            <p:cNvPr id="54" name="Agrupar 53">
              <a:extLst>
                <a:ext uri="{FF2B5EF4-FFF2-40B4-BE49-F238E27FC236}">
                  <a16:creationId xmlns:a16="http://schemas.microsoft.com/office/drawing/2014/main" id="{53B499DB-3140-6C85-4CF4-2968113AE8D4}"/>
                </a:ext>
              </a:extLst>
            </p:cNvPr>
            <p:cNvGrpSpPr/>
            <p:nvPr/>
          </p:nvGrpSpPr>
          <p:grpSpPr>
            <a:xfrm>
              <a:off x="3080596" y="1693949"/>
              <a:ext cx="1289279" cy="489691"/>
              <a:chOff x="3080596" y="1439949"/>
              <a:chExt cx="1289279" cy="489691"/>
            </a:xfrm>
          </p:grpSpPr>
          <p:sp>
            <p:nvSpPr>
              <p:cNvPr id="17" name="Título 1">
                <a:extLst>
                  <a:ext uri="{FF2B5EF4-FFF2-40B4-BE49-F238E27FC236}">
                    <a16:creationId xmlns:a16="http://schemas.microsoft.com/office/drawing/2014/main" id="{7EB6591E-BF64-2F12-6912-F1FC7B8DEE24}"/>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8" name="Título 1">
                <a:extLst>
                  <a:ext uri="{FF2B5EF4-FFF2-40B4-BE49-F238E27FC236}">
                    <a16:creationId xmlns:a16="http://schemas.microsoft.com/office/drawing/2014/main" id="{F0CD12BF-5210-5FBB-DA4E-F41B9395479E}"/>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49" name="Agrupar 48">
              <a:extLst>
                <a:ext uri="{FF2B5EF4-FFF2-40B4-BE49-F238E27FC236}">
                  <a16:creationId xmlns:a16="http://schemas.microsoft.com/office/drawing/2014/main" id="{AC768DEF-974D-6487-A297-78C51E842E24}"/>
                </a:ext>
              </a:extLst>
            </p:cNvPr>
            <p:cNvGrpSpPr/>
            <p:nvPr/>
          </p:nvGrpSpPr>
          <p:grpSpPr>
            <a:xfrm>
              <a:off x="3080596" y="2490085"/>
              <a:ext cx="1289279" cy="489691"/>
              <a:chOff x="3080596" y="2099559"/>
              <a:chExt cx="1289279" cy="489691"/>
            </a:xfrm>
          </p:grpSpPr>
          <p:sp>
            <p:nvSpPr>
              <p:cNvPr id="19" name="Título 1">
                <a:extLst>
                  <a:ext uri="{FF2B5EF4-FFF2-40B4-BE49-F238E27FC236}">
                    <a16:creationId xmlns:a16="http://schemas.microsoft.com/office/drawing/2014/main" id="{4B649AD3-390D-BF19-A3BE-D14BE3EEFE7E}"/>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21" name="Título 1">
                <a:extLst>
                  <a:ext uri="{FF2B5EF4-FFF2-40B4-BE49-F238E27FC236}">
                    <a16:creationId xmlns:a16="http://schemas.microsoft.com/office/drawing/2014/main" id="{0125BB9F-D472-9134-40B1-DEE971D71C5D}"/>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55" name="Agrupar 54">
              <a:extLst>
                <a:ext uri="{FF2B5EF4-FFF2-40B4-BE49-F238E27FC236}">
                  <a16:creationId xmlns:a16="http://schemas.microsoft.com/office/drawing/2014/main" id="{12FA152C-46BA-04A4-E00D-CADE8C7C70E6}"/>
                </a:ext>
              </a:extLst>
            </p:cNvPr>
            <p:cNvGrpSpPr/>
            <p:nvPr/>
          </p:nvGrpSpPr>
          <p:grpSpPr>
            <a:xfrm>
              <a:off x="3080596" y="3286220"/>
              <a:ext cx="1289279" cy="489691"/>
              <a:chOff x="3080596" y="2784570"/>
              <a:chExt cx="1289279" cy="489691"/>
            </a:xfrm>
          </p:grpSpPr>
          <p:sp>
            <p:nvSpPr>
              <p:cNvPr id="45" name="Título 1">
                <a:extLst>
                  <a:ext uri="{FF2B5EF4-FFF2-40B4-BE49-F238E27FC236}">
                    <a16:creationId xmlns:a16="http://schemas.microsoft.com/office/drawing/2014/main" id="{F1A44163-347F-29E9-6363-B76F2EC85171}"/>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46" name="Título 1">
                <a:extLst>
                  <a:ext uri="{FF2B5EF4-FFF2-40B4-BE49-F238E27FC236}">
                    <a16:creationId xmlns:a16="http://schemas.microsoft.com/office/drawing/2014/main" id="{AF03EF0E-982F-A177-DAE7-DD8D667190A5}"/>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cxnSp>
          <p:nvCxnSpPr>
            <p:cNvPr id="58" name="Conector reto 57">
              <a:extLst>
                <a:ext uri="{FF2B5EF4-FFF2-40B4-BE49-F238E27FC236}">
                  <a16:creationId xmlns:a16="http://schemas.microsoft.com/office/drawing/2014/main" id="{D8C361FB-28D3-8092-2E95-07D8E1F923E5}"/>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67" name="Conector reto 66">
              <a:extLst>
                <a:ext uri="{FF2B5EF4-FFF2-40B4-BE49-F238E27FC236}">
                  <a16:creationId xmlns:a16="http://schemas.microsoft.com/office/drawing/2014/main" id="{6401A1D1-A090-B098-A49D-4392C816F576}"/>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72" name="Conector reto 71">
              <a:extLst>
                <a:ext uri="{FF2B5EF4-FFF2-40B4-BE49-F238E27FC236}">
                  <a16:creationId xmlns:a16="http://schemas.microsoft.com/office/drawing/2014/main" id="{07E3EBB7-CC93-1348-A419-A9A5F32B3B93}"/>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75" name="Agrupar 74">
            <a:extLst>
              <a:ext uri="{FF2B5EF4-FFF2-40B4-BE49-F238E27FC236}">
                <a16:creationId xmlns:a16="http://schemas.microsoft.com/office/drawing/2014/main" id="{9A739AB7-C3DA-5FA2-7ADD-C558F9CB533A}"/>
              </a:ext>
            </a:extLst>
          </p:cNvPr>
          <p:cNvGrpSpPr/>
          <p:nvPr/>
        </p:nvGrpSpPr>
        <p:grpSpPr>
          <a:xfrm>
            <a:off x="4527193" y="1544825"/>
            <a:ext cx="3638038" cy="1938578"/>
            <a:chOff x="731837" y="1659125"/>
            <a:chExt cx="3638038" cy="2116786"/>
          </a:xfrm>
        </p:grpSpPr>
        <p:pic>
          <p:nvPicPr>
            <p:cNvPr id="76" name="placeholder_foto_1">
              <a:extLst>
                <a:ext uri="{FF2B5EF4-FFF2-40B4-BE49-F238E27FC236}">
                  <a16:creationId xmlns:a16="http://schemas.microsoft.com/office/drawing/2014/main" id="{E7F176EC-E58C-565A-8642-7416378537A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77" name="Título 1">
              <a:extLst>
                <a:ext uri="{FF2B5EF4-FFF2-40B4-BE49-F238E27FC236}">
                  <a16:creationId xmlns:a16="http://schemas.microsoft.com/office/drawing/2014/main" id="{9E28FF5E-778B-F3A3-ADFC-BA79B9DAAA55}"/>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latin typeface="Poppins SemiBold" panose="00000700000000000000" pitchFamily="2" charset="0"/>
                  <a:cs typeface="Poppins SemiBold" panose="00000700000000000000" pitchFamily="2" charset="0"/>
                </a:rPr>
                <a:t>Lorem</a:t>
              </a:r>
              <a:r>
                <a:rPr lang="pt-BR" sz="1200" b="0" dirty="0">
                  <a:latin typeface="Poppins SemiBold" panose="00000700000000000000" pitchFamily="2" charset="0"/>
                  <a:cs typeface="Poppins SemiBold" panose="00000700000000000000" pitchFamily="2" charset="0"/>
                </a:rPr>
                <a:t> ipsum </a:t>
              </a:r>
              <a:r>
                <a:rPr lang="pt-BR" sz="1200" b="0" dirty="0" err="1">
                  <a:latin typeface="Poppins SemiBold" panose="00000700000000000000" pitchFamily="2" charset="0"/>
                  <a:cs typeface="Poppins SemiBold" panose="00000700000000000000" pitchFamily="2" charset="0"/>
                </a:rPr>
                <a:t>dolor</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sit</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amet</a:t>
              </a:r>
              <a:endParaRPr lang="pt-BR" sz="1200" b="0" dirty="0">
                <a:latin typeface="Poppins SemiBold" panose="00000700000000000000" pitchFamily="2" charset="0"/>
                <a:cs typeface="Poppins SemiBold" panose="00000700000000000000" pitchFamily="2" charset="0"/>
              </a:endParaRPr>
            </a:p>
          </p:txBody>
        </p:sp>
        <p:grpSp>
          <p:nvGrpSpPr>
            <p:cNvPr id="79" name="Agrupar 78">
              <a:extLst>
                <a:ext uri="{FF2B5EF4-FFF2-40B4-BE49-F238E27FC236}">
                  <a16:creationId xmlns:a16="http://schemas.microsoft.com/office/drawing/2014/main" id="{526690A2-919F-FCB0-3449-FD8D61CC819F}"/>
                </a:ext>
              </a:extLst>
            </p:cNvPr>
            <p:cNvGrpSpPr/>
            <p:nvPr/>
          </p:nvGrpSpPr>
          <p:grpSpPr>
            <a:xfrm>
              <a:off x="3080596" y="1693949"/>
              <a:ext cx="1289279" cy="489691"/>
              <a:chOff x="3080596" y="1439949"/>
              <a:chExt cx="1289279" cy="489691"/>
            </a:xfrm>
          </p:grpSpPr>
          <p:sp>
            <p:nvSpPr>
              <p:cNvPr id="116" name="Título 1">
                <a:extLst>
                  <a:ext uri="{FF2B5EF4-FFF2-40B4-BE49-F238E27FC236}">
                    <a16:creationId xmlns:a16="http://schemas.microsoft.com/office/drawing/2014/main" id="{8E825F0D-53F6-E2D3-2896-6664343E646B}"/>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17" name="Título 1">
                <a:extLst>
                  <a:ext uri="{FF2B5EF4-FFF2-40B4-BE49-F238E27FC236}">
                    <a16:creationId xmlns:a16="http://schemas.microsoft.com/office/drawing/2014/main" id="{5ECB56AF-FE78-BEB8-0518-C666809D3590}"/>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80" name="Agrupar 79">
              <a:extLst>
                <a:ext uri="{FF2B5EF4-FFF2-40B4-BE49-F238E27FC236}">
                  <a16:creationId xmlns:a16="http://schemas.microsoft.com/office/drawing/2014/main" id="{953F7262-56F4-286A-B4E3-A958F35DA4AE}"/>
                </a:ext>
              </a:extLst>
            </p:cNvPr>
            <p:cNvGrpSpPr/>
            <p:nvPr/>
          </p:nvGrpSpPr>
          <p:grpSpPr>
            <a:xfrm>
              <a:off x="3080596" y="2490085"/>
              <a:ext cx="1289279" cy="489691"/>
              <a:chOff x="3080596" y="2099559"/>
              <a:chExt cx="1289279" cy="489691"/>
            </a:xfrm>
          </p:grpSpPr>
          <p:sp>
            <p:nvSpPr>
              <p:cNvPr id="114" name="Título 1">
                <a:extLst>
                  <a:ext uri="{FF2B5EF4-FFF2-40B4-BE49-F238E27FC236}">
                    <a16:creationId xmlns:a16="http://schemas.microsoft.com/office/drawing/2014/main" id="{4398D2C2-CC61-923D-0A1F-A137D0709DD2}"/>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15" name="Título 1">
                <a:extLst>
                  <a:ext uri="{FF2B5EF4-FFF2-40B4-BE49-F238E27FC236}">
                    <a16:creationId xmlns:a16="http://schemas.microsoft.com/office/drawing/2014/main" id="{5CB20B73-FD6E-61F1-CDE6-9D85C72925C1}"/>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81" name="Agrupar 80">
              <a:extLst>
                <a:ext uri="{FF2B5EF4-FFF2-40B4-BE49-F238E27FC236}">
                  <a16:creationId xmlns:a16="http://schemas.microsoft.com/office/drawing/2014/main" id="{151D17C1-A74D-39FC-11B7-AE6E4B514AE0}"/>
                </a:ext>
              </a:extLst>
            </p:cNvPr>
            <p:cNvGrpSpPr/>
            <p:nvPr/>
          </p:nvGrpSpPr>
          <p:grpSpPr>
            <a:xfrm>
              <a:off x="3080596" y="3286220"/>
              <a:ext cx="1289279" cy="489691"/>
              <a:chOff x="3080596" y="2784570"/>
              <a:chExt cx="1289279" cy="489691"/>
            </a:xfrm>
          </p:grpSpPr>
          <p:sp>
            <p:nvSpPr>
              <p:cNvPr id="112" name="Título 1">
                <a:extLst>
                  <a:ext uri="{FF2B5EF4-FFF2-40B4-BE49-F238E27FC236}">
                    <a16:creationId xmlns:a16="http://schemas.microsoft.com/office/drawing/2014/main" id="{785CDE04-BAA8-87F3-FEE7-64A9210573E0}"/>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13" name="Título 1">
                <a:extLst>
                  <a:ext uri="{FF2B5EF4-FFF2-40B4-BE49-F238E27FC236}">
                    <a16:creationId xmlns:a16="http://schemas.microsoft.com/office/drawing/2014/main" id="{2EFDD421-AC4C-E197-F52C-E45367A26C03}"/>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cxnSp>
          <p:nvCxnSpPr>
            <p:cNvPr id="82" name="Conector reto 81">
              <a:extLst>
                <a:ext uri="{FF2B5EF4-FFF2-40B4-BE49-F238E27FC236}">
                  <a16:creationId xmlns:a16="http://schemas.microsoft.com/office/drawing/2014/main" id="{24101F11-81FF-3430-0BE9-AF7B1FC6AE3E}"/>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01" name="Conector reto 100">
              <a:extLst>
                <a:ext uri="{FF2B5EF4-FFF2-40B4-BE49-F238E27FC236}">
                  <a16:creationId xmlns:a16="http://schemas.microsoft.com/office/drawing/2014/main" id="{0A26B0DD-C6D6-E8C2-BE53-F2E9B17CECEC}"/>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11" name="Conector reto 110">
              <a:extLst>
                <a:ext uri="{FF2B5EF4-FFF2-40B4-BE49-F238E27FC236}">
                  <a16:creationId xmlns:a16="http://schemas.microsoft.com/office/drawing/2014/main" id="{2EA5C02A-0BE4-5F18-FE1B-190DAA920F93}"/>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18" name="Agrupar 117">
            <a:extLst>
              <a:ext uri="{FF2B5EF4-FFF2-40B4-BE49-F238E27FC236}">
                <a16:creationId xmlns:a16="http://schemas.microsoft.com/office/drawing/2014/main" id="{937C2674-413B-6864-B715-1F5579978F9B}"/>
              </a:ext>
            </a:extLst>
          </p:cNvPr>
          <p:cNvGrpSpPr/>
          <p:nvPr/>
        </p:nvGrpSpPr>
        <p:grpSpPr>
          <a:xfrm>
            <a:off x="8322549" y="1544825"/>
            <a:ext cx="3638038" cy="1938578"/>
            <a:chOff x="731837" y="1659125"/>
            <a:chExt cx="3638038" cy="2116786"/>
          </a:xfrm>
        </p:grpSpPr>
        <p:pic>
          <p:nvPicPr>
            <p:cNvPr id="119" name="placeholder_foto_1">
              <a:extLst>
                <a:ext uri="{FF2B5EF4-FFF2-40B4-BE49-F238E27FC236}">
                  <a16:creationId xmlns:a16="http://schemas.microsoft.com/office/drawing/2014/main" id="{EF5773CE-0EED-61AC-8530-F9C62870E2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120" name="Título 1">
              <a:extLst>
                <a:ext uri="{FF2B5EF4-FFF2-40B4-BE49-F238E27FC236}">
                  <a16:creationId xmlns:a16="http://schemas.microsoft.com/office/drawing/2014/main" id="{0CD95C38-DC9F-B919-ACC2-129EE03E4D72}"/>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latin typeface="Poppins SemiBold" panose="00000700000000000000" pitchFamily="2" charset="0"/>
                  <a:cs typeface="Poppins SemiBold" panose="00000700000000000000" pitchFamily="2" charset="0"/>
                </a:rPr>
                <a:t>Lorem</a:t>
              </a:r>
              <a:r>
                <a:rPr lang="pt-BR" sz="1200" b="0" dirty="0">
                  <a:latin typeface="Poppins SemiBold" panose="00000700000000000000" pitchFamily="2" charset="0"/>
                  <a:cs typeface="Poppins SemiBold" panose="00000700000000000000" pitchFamily="2" charset="0"/>
                </a:rPr>
                <a:t> ipsum </a:t>
              </a:r>
              <a:r>
                <a:rPr lang="pt-BR" sz="1200" b="0" dirty="0" err="1">
                  <a:latin typeface="Poppins SemiBold" panose="00000700000000000000" pitchFamily="2" charset="0"/>
                  <a:cs typeface="Poppins SemiBold" panose="00000700000000000000" pitchFamily="2" charset="0"/>
                </a:rPr>
                <a:t>dolor</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sit</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amet</a:t>
              </a:r>
              <a:endParaRPr lang="pt-BR" sz="1200" b="0" dirty="0">
                <a:latin typeface="Poppins SemiBold" panose="00000700000000000000" pitchFamily="2" charset="0"/>
                <a:cs typeface="Poppins SemiBold" panose="00000700000000000000" pitchFamily="2" charset="0"/>
              </a:endParaRPr>
            </a:p>
          </p:txBody>
        </p:sp>
        <p:grpSp>
          <p:nvGrpSpPr>
            <p:cNvPr id="121" name="Agrupar 120">
              <a:extLst>
                <a:ext uri="{FF2B5EF4-FFF2-40B4-BE49-F238E27FC236}">
                  <a16:creationId xmlns:a16="http://schemas.microsoft.com/office/drawing/2014/main" id="{5EA4EEED-5839-3CD5-354A-24CABF232F07}"/>
                </a:ext>
              </a:extLst>
            </p:cNvPr>
            <p:cNvGrpSpPr/>
            <p:nvPr/>
          </p:nvGrpSpPr>
          <p:grpSpPr>
            <a:xfrm>
              <a:off x="3080596" y="1693949"/>
              <a:ext cx="1289279" cy="489691"/>
              <a:chOff x="3080596" y="1439949"/>
              <a:chExt cx="1289279" cy="489691"/>
            </a:xfrm>
          </p:grpSpPr>
          <p:sp>
            <p:nvSpPr>
              <p:cNvPr id="131" name="Título 1">
                <a:extLst>
                  <a:ext uri="{FF2B5EF4-FFF2-40B4-BE49-F238E27FC236}">
                    <a16:creationId xmlns:a16="http://schemas.microsoft.com/office/drawing/2014/main" id="{484D9FC8-8004-B394-E661-4EE47F271916}"/>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32" name="Título 1">
                <a:extLst>
                  <a:ext uri="{FF2B5EF4-FFF2-40B4-BE49-F238E27FC236}">
                    <a16:creationId xmlns:a16="http://schemas.microsoft.com/office/drawing/2014/main" id="{B325273A-DE76-D6A2-A1D6-FB4F8B40D19F}"/>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122" name="Agrupar 121">
              <a:extLst>
                <a:ext uri="{FF2B5EF4-FFF2-40B4-BE49-F238E27FC236}">
                  <a16:creationId xmlns:a16="http://schemas.microsoft.com/office/drawing/2014/main" id="{C739B340-74B0-7ECC-C7CA-1331B3CCAA0C}"/>
                </a:ext>
              </a:extLst>
            </p:cNvPr>
            <p:cNvGrpSpPr/>
            <p:nvPr/>
          </p:nvGrpSpPr>
          <p:grpSpPr>
            <a:xfrm>
              <a:off x="3080596" y="2490085"/>
              <a:ext cx="1289279" cy="489691"/>
              <a:chOff x="3080596" y="2099559"/>
              <a:chExt cx="1289279" cy="489691"/>
            </a:xfrm>
          </p:grpSpPr>
          <p:sp>
            <p:nvSpPr>
              <p:cNvPr id="129" name="Título 1">
                <a:extLst>
                  <a:ext uri="{FF2B5EF4-FFF2-40B4-BE49-F238E27FC236}">
                    <a16:creationId xmlns:a16="http://schemas.microsoft.com/office/drawing/2014/main" id="{748CD635-C96F-1098-37DD-8F3864AB10FB}"/>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30" name="Título 1">
                <a:extLst>
                  <a:ext uri="{FF2B5EF4-FFF2-40B4-BE49-F238E27FC236}">
                    <a16:creationId xmlns:a16="http://schemas.microsoft.com/office/drawing/2014/main" id="{6ED336E8-87C2-1175-5826-10E05478E17D}"/>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grpSp>
          <p:nvGrpSpPr>
            <p:cNvPr id="123" name="Agrupar 122">
              <a:extLst>
                <a:ext uri="{FF2B5EF4-FFF2-40B4-BE49-F238E27FC236}">
                  <a16:creationId xmlns:a16="http://schemas.microsoft.com/office/drawing/2014/main" id="{C85CF241-36C2-001B-3D16-8C37747FD8EA}"/>
                </a:ext>
              </a:extLst>
            </p:cNvPr>
            <p:cNvGrpSpPr/>
            <p:nvPr/>
          </p:nvGrpSpPr>
          <p:grpSpPr>
            <a:xfrm>
              <a:off x="3080596" y="3286220"/>
              <a:ext cx="1289279" cy="489691"/>
              <a:chOff x="3080596" y="2784570"/>
              <a:chExt cx="1289279" cy="489691"/>
            </a:xfrm>
          </p:grpSpPr>
          <p:sp>
            <p:nvSpPr>
              <p:cNvPr id="127" name="Título 1">
                <a:extLst>
                  <a:ext uri="{FF2B5EF4-FFF2-40B4-BE49-F238E27FC236}">
                    <a16:creationId xmlns:a16="http://schemas.microsoft.com/office/drawing/2014/main" id="{77B770A3-BC1A-B347-AD1F-16D2DDC6028B}"/>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accent1"/>
                    </a:solidFill>
                  </a:rPr>
                  <a:t>XX%</a:t>
                </a:r>
              </a:p>
            </p:txBody>
          </p:sp>
          <p:sp>
            <p:nvSpPr>
              <p:cNvPr id="128" name="Título 1">
                <a:extLst>
                  <a:ext uri="{FF2B5EF4-FFF2-40B4-BE49-F238E27FC236}">
                    <a16:creationId xmlns:a16="http://schemas.microsoft.com/office/drawing/2014/main" id="{3DD75298-69DA-A9E4-4F0C-94047BCC8C6C}"/>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latin typeface="Poppins Light" panose="00000400000000000000" pitchFamily="2" charset="0"/>
                    <a:cs typeface="Poppins Light" panose="00000400000000000000" pitchFamily="2" charset="0"/>
                  </a:rPr>
                  <a:t>Lorem ipsum dolor sit </a:t>
                </a:r>
                <a:r>
                  <a:rPr lang="en-US" sz="800" b="0" dirty="0" err="1">
                    <a:latin typeface="Poppins Light" panose="00000400000000000000" pitchFamily="2" charset="0"/>
                    <a:cs typeface="Poppins Light" panose="00000400000000000000" pitchFamily="2" charset="0"/>
                  </a:rPr>
                  <a:t>amet</a:t>
                </a:r>
                <a:r>
                  <a:rPr lang="en-US" sz="800" b="0" dirty="0">
                    <a:latin typeface="Poppins Light" panose="00000400000000000000" pitchFamily="2" charset="0"/>
                    <a:cs typeface="Poppins Light" panose="00000400000000000000" pitchFamily="2" charset="0"/>
                  </a:rPr>
                  <a:t> </a:t>
                </a:r>
                <a:r>
                  <a:rPr lang="en-US" sz="800" b="0" dirty="0" err="1">
                    <a:latin typeface="Poppins Light" panose="00000400000000000000" pitchFamily="2" charset="0"/>
                    <a:cs typeface="Poppins Light" panose="00000400000000000000" pitchFamily="2" charset="0"/>
                  </a:rPr>
                  <a:t>consectetur</a:t>
                </a:r>
                <a:endParaRPr lang="en-US" sz="800" b="0" dirty="0">
                  <a:latin typeface="Poppins Light" panose="00000400000000000000" pitchFamily="2" charset="0"/>
                  <a:cs typeface="Poppins Light" panose="00000400000000000000" pitchFamily="2" charset="0"/>
                </a:endParaRPr>
              </a:p>
            </p:txBody>
          </p:sp>
        </p:grpSp>
        <p:cxnSp>
          <p:nvCxnSpPr>
            <p:cNvPr id="124" name="Conector reto 123">
              <a:extLst>
                <a:ext uri="{FF2B5EF4-FFF2-40B4-BE49-F238E27FC236}">
                  <a16:creationId xmlns:a16="http://schemas.microsoft.com/office/drawing/2014/main" id="{A2B484BC-B037-101B-6109-471CB85AD1CD}"/>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5" name="Conector reto 124">
              <a:extLst>
                <a:ext uri="{FF2B5EF4-FFF2-40B4-BE49-F238E27FC236}">
                  <a16:creationId xmlns:a16="http://schemas.microsoft.com/office/drawing/2014/main" id="{716C9BFD-E179-EBA1-EC82-70EAB01C2483}"/>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26" name="Conector reto 125">
              <a:extLst>
                <a:ext uri="{FF2B5EF4-FFF2-40B4-BE49-F238E27FC236}">
                  <a16:creationId xmlns:a16="http://schemas.microsoft.com/office/drawing/2014/main" id="{09CF78EE-CD52-E546-CEDF-64A0FF24C27B}"/>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133" name="Agrupar 132">
            <a:extLst>
              <a:ext uri="{FF2B5EF4-FFF2-40B4-BE49-F238E27FC236}">
                <a16:creationId xmlns:a16="http://schemas.microsoft.com/office/drawing/2014/main" id="{124E240D-FC0D-4D1B-20F0-D0A34EFAEE66}"/>
              </a:ext>
            </a:extLst>
          </p:cNvPr>
          <p:cNvGrpSpPr/>
          <p:nvPr/>
        </p:nvGrpSpPr>
        <p:grpSpPr>
          <a:xfrm>
            <a:off x="731837" y="4043122"/>
            <a:ext cx="3638038" cy="1938578"/>
            <a:chOff x="731837" y="1659125"/>
            <a:chExt cx="3638038" cy="2116786"/>
          </a:xfrm>
        </p:grpSpPr>
        <p:pic>
          <p:nvPicPr>
            <p:cNvPr id="134" name="placeholder_foto_1">
              <a:extLst>
                <a:ext uri="{FF2B5EF4-FFF2-40B4-BE49-F238E27FC236}">
                  <a16:creationId xmlns:a16="http://schemas.microsoft.com/office/drawing/2014/main" id="{B8D1EA34-B759-7717-4349-5AA19BD87C7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147" name="Título 1">
              <a:extLst>
                <a:ext uri="{FF2B5EF4-FFF2-40B4-BE49-F238E27FC236}">
                  <a16:creationId xmlns:a16="http://schemas.microsoft.com/office/drawing/2014/main" id="{D71E5FF7-ED97-ABB0-9687-F147ED5465B1}"/>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solidFill>
                    <a:schemeClr val="bg1"/>
                  </a:solidFill>
                  <a:latin typeface="Poppins SemiBold" panose="00000700000000000000" pitchFamily="2" charset="0"/>
                  <a:cs typeface="Poppins SemiBold" panose="00000700000000000000" pitchFamily="2" charset="0"/>
                </a:rPr>
                <a:t>Lorem</a:t>
              </a:r>
              <a:r>
                <a:rPr lang="pt-BR" sz="1200" b="0" dirty="0">
                  <a:solidFill>
                    <a:schemeClr val="bg1"/>
                  </a:solidFill>
                  <a:latin typeface="Poppins SemiBold" panose="00000700000000000000" pitchFamily="2" charset="0"/>
                  <a:cs typeface="Poppins SemiBold" panose="00000700000000000000" pitchFamily="2" charset="0"/>
                </a:rPr>
                <a:t> ipsum </a:t>
              </a:r>
              <a:r>
                <a:rPr lang="pt-BR" sz="1200" b="0" dirty="0" err="1">
                  <a:solidFill>
                    <a:schemeClr val="bg1"/>
                  </a:solidFill>
                  <a:latin typeface="Poppins SemiBold" panose="00000700000000000000" pitchFamily="2" charset="0"/>
                  <a:cs typeface="Poppins SemiBold" panose="00000700000000000000" pitchFamily="2" charset="0"/>
                </a:rPr>
                <a:t>dolor</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sit</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amet</a:t>
              </a:r>
              <a:endParaRPr lang="pt-BR" sz="1200" b="0" dirty="0">
                <a:solidFill>
                  <a:schemeClr val="bg1"/>
                </a:solidFill>
                <a:latin typeface="Poppins SemiBold" panose="00000700000000000000" pitchFamily="2" charset="0"/>
                <a:cs typeface="Poppins SemiBold" panose="00000700000000000000" pitchFamily="2" charset="0"/>
              </a:endParaRPr>
            </a:p>
          </p:txBody>
        </p:sp>
        <p:grpSp>
          <p:nvGrpSpPr>
            <p:cNvPr id="169" name="Agrupar 168">
              <a:extLst>
                <a:ext uri="{FF2B5EF4-FFF2-40B4-BE49-F238E27FC236}">
                  <a16:creationId xmlns:a16="http://schemas.microsoft.com/office/drawing/2014/main" id="{2877E434-EB7F-C221-0166-EA7FF6A8708A}"/>
                </a:ext>
              </a:extLst>
            </p:cNvPr>
            <p:cNvGrpSpPr/>
            <p:nvPr/>
          </p:nvGrpSpPr>
          <p:grpSpPr>
            <a:xfrm>
              <a:off x="3080596" y="1693949"/>
              <a:ext cx="1289279" cy="489691"/>
              <a:chOff x="3080596" y="1439949"/>
              <a:chExt cx="1289279" cy="489691"/>
            </a:xfrm>
          </p:grpSpPr>
          <p:sp>
            <p:nvSpPr>
              <p:cNvPr id="201" name="Título 1">
                <a:extLst>
                  <a:ext uri="{FF2B5EF4-FFF2-40B4-BE49-F238E27FC236}">
                    <a16:creationId xmlns:a16="http://schemas.microsoft.com/office/drawing/2014/main" id="{A51A0575-26C1-091C-3CE7-58642989EE60}"/>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02" name="Título 1">
                <a:extLst>
                  <a:ext uri="{FF2B5EF4-FFF2-40B4-BE49-F238E27FC236}">
                    <a16:creationId xmlns:a16="http://schemas.microsoft.com/office/drawing/2014/main" id="{755F37A4-2E2B-FF6A-770B-C1DC709775D0}"/>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191" name="Agrupar 190">
              <a:extLst>
                <a:ext uri="{FF2B5EF4-FFF2-40B4-BE49-F238E27FC236}">
                  <a16:creationId xmlns:a16="http://schemas.microsoft.com/office/drawing/2014/main" id="{0BBFADB7-852A-E9C1-0F56-CF885628F637}"/>
                </a:ext>
              </a:extLst>
            </p:cNvPr>
            <p:cNvGrpSpPr/>
            <p:nvPr/>
          </p:nvGrpSpPr>
          <p:grpSpPr>
            <a:xfrm>
              <a:off x="3080596" y="2490085"/>
              <a:ext cx="1289279" cy="489691"/>
              <a:chOff x="3080596" y="2099559"/>
              <a:chExt cx="1289279" cy="489691"/>
            </a:xfrm>
          </p:grpSpPr>
          <p:sp>
            <p:nvSpPr>
              <p:cNvPr id="199" name="Título 1">
                <a:extLst>
                  <a:ext uri="{FF2B5EF4-FFF2-40B4-BE49-F238E27FC236}">
                    <a16:creationId xmlns:a16="http://schemas.microsoft.com/office/drawing/2014/main" id="{1B15B0C2-419B-83E0-D97E-47ADC731B071}"/>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00" name="Título 1">
                <a:extLst>
                  <a:ext uri="{FF2B5EF4-FFF2-40B4-BE49-F238E27FC236}">
                    <a16:creationId xmlns:a16="http://schemas.microsoft.com/office/drawing/2014/main" id="{0FE402E8-E208-BFE8-9EC0-F6D4498CF8BB}"/>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192" name="Agrupar 191">
              <a:extLst>
                <a:ext uri="{FF2B5EF4-FFF2-40B4-BE49-F238E27FC236}">
                  <a16:creationId xmlns:a16="http://schemas.microsoft.com/office/drawing/2014/main" id="{643ABDD5-2633-77FA-BF3A-C05AB159C95E}"/>
                </a:ext>
              </a:extLst>
            </p:cNvPr>
            <p:cNvGrpSpPr/>
            <p:nvPr/>
          </p:nvGrpSpPr>
          <p:grpSpPr>
            <a:xfrm>
              <a:off x="3080596" y="3286220"/>
              <a:ext cx="1289279" cy="489691"/>
              <a:chOff x="3080596" y="2784570"/>
              <a:chExt cx="1289279" cy="489691"/>
            </a:xfrm>
          </p:grpSpPr>
          <p:sp>
            <p:nvSpPr>
              <p:cNvPr id="197" name="Título 1">
                <a:extLst>
                  <a:ext uri="{FF2B5EF4-FFF2-40B4-BE49-F238E27FC236}">
                    <a16:creationId xmlns:a16="http://schemas.microsoft.com/office/drawing/2014/main" id="{F6782549-70B5-4ACC-03F9-5D15B43F452C}"/>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198" name="Título 1">
                <a:extLst>
                  <a:ext uri="{FF2B5EF4-FFF2-40B4-BE49-F238E27FC236}">
                    <a16:creationId xmlns:a16="http://schemas.microsoft.com/office/drawing/2014/main" id="{1E4EFF49-1127-6E2B-D9B9-C4FD5DE9EBA0}"/>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cxnSp>
          <p:nvCxnSpPr>
            <p:cNvPr id="193" name="Conector reto 192">
              <a:extLst>
                <a:ext uri="{FF2B5EF4-FFF2-40B4-BE49-F238E27FC236}">
                  <a16:creationId xmlns:a16="http://schemas.microsoft.com/office/drawing/2014/main" id="{4C136360-00CA-8558-FF16-9533D3026B72}"/>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5" name="Conector reto 194">
              <a:extLst>
                <a:ext uri="{FF2B5EF4-FFF2-40B4-BE49-F238E27FC236}">
                  <a16:creationId xmlns:a16="http://schemas.microsoft.com/office/drawing/2014/main" id="{E570A049-895E-57F0-3293-994310B514B4}"/>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96" name="Conector reto 195">
              <a:extLst>
                <a:ext uri="{FF2B5EF4-FFF2-40B4-BE49-F238E27FC236}">
                  <a16:creationId xmlns:a16="http://schemas.microsoft.com/office/drawing/2014/main" id="{354C6803-27FE-37AF-FDC8-DED5EA213DEC}"/>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03" name="Agrupar 202">
            <a:extLst>
              <a:ext uri="{FF2B5EF4-FFF2-40B4-BE49-F238E27FC236}">
                <a16:creationId xmlns:a16="http://schemas.microsoft.com/office/drawing/2014/main" id="{CC019880-17E2-3244-662B-C7B1FC26304A}"/>
              </a:ext>
            </a:extLst>
          </p:cNvPr>
          <p:cNvGrpSpPr/>
          <p:nvPr/>
        </p:nvGrpSpPr>
        <p:grpSpPr>
          <a:xfrm>
            <a:off x="4527193" y="4043122"/>
            <a:ext cx="3638038" cy="1938578"/>
            <a:chOff x="731837" y="1659125"/>
            <a:chExt cx="3638038" cy="2116786"/>
          </a:xfrm>
        </p:grpSpPr>
        <p:pic>
          <p:nvPicPr>
            <p:cNvPr id="204" name="placeholder_foto_1">
              <a:extLst>
                <a:ext uri="{FF2B5EF4-FFF2-40B4-BE49-F238E27FC236}">
                  <a16:creationId xmlns:a16="http://schemas.microsoft.com/office/drawing/2014/main" id="{9BD2DFCD-0A2A-41E6-4D5B-74F46434F6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205" name="Título 1">
              <a:extLst>
                <a:ext uri="{FF2B5EF4-FFF2-40B4-BE49-F238E27FC236}">
                  <a16:creationId xmlns:a16="http://schemas.microsoft.com/office/drawing/2014/main" id="{9B91AA99-5836-9711-5CA5-9B7B3A82BBCB}"/>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solidFill>
                    <a:schemeClr val="bg1"/>
                  </a:solidFill>
                  <a:latin typeface="Poppins SemiBold" panose="00000700000000000000" pitchFamily="2" charset="0"/>
                  <a:cs typeface="Poppins SemiBold" panose="00000700000000000000" pitchFamily="2" charset="0"/>
                </a:rPr>
                <a:t>Lorem</a:t>
              </a:r>
              <a:r>
                <a:rPr lang="pt-BR" sz="1200" b="0" dirty="0">
                  <a:solidFill>
                    <a:schemeClr val="bg1"/>
                  </a:solidFill>
                  <a:latin typeface="Poppins SemiBold" panose="00000700000000000000" pitchFamily="2" charset="0"/>
                  <a:cs typeface="Poppins SemiBold" panose="00000700000000000000" pitchFamily="2" charset="0"/>
                </a:rPr>
                <a:t> ipsum </a:t>
              </a:r>
              <a:r>
                <a:rPr lang="pt-BR" sz="1200" b="0" dirty="0" err="1">
                  <a:solidFill>
                    <a:schemeClr val="bg1"/>
                  </a:solidFill>
                  <a:latin typeface="Poppins SemiBold" panose="00000700000000000000" pitchFamily="2" charset="0"/>
                  <a:cs typeface="Poppins SemiBold" panose="00000700000000000000" pitchFamily="2" charset="0"/>
                </a:rPr>
                <a:t>dolor</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sit</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amet</a:t>
              </a:r>
              <a:endParaRPr lang="pt-BR" sz="1200" b="0" dirty="0">
                <a:solidFill>
                  <a:schemeClr val="bg1"/>
                </a:solidFill>
                <a:latin typeface="Poppins SemiBold" panose="00000700000000000000" pitchFamily="2" charset="0"/>
                <a:cs typeface="Poppins SemiBold" panose="00000700000000000000" pitchFamily="2" charset="0"/>
              </a:endParaRPr>
            </a:p>
          </p:txBody>
        </p:sp>
        <p:grpSp>
          <p:nvGrpSpPr>
            <p:cNvPr id="206" name="Agrupar 205">
              <a:extLst>
                <a:ext uri="{FF2B5EF4-FFF2-40B4-BE49-F238E27FC236}">
                  <a16:creationId xmlns:a16="http://schemas.microsoft.com/office/drawing/2014/main" id="{181AD335-C2C9-D7E6-EA9F-485B1D7FC69A}"/>
                </a:ext>
              </a:extLst>
            </p:cNvPr>
            <p:cNvGrpSpPr/>
            <p:nvPr/>
          </p:nvGrpSpPr>
          <p:grpSpPr>
            <a:xfrm>
              <a:off x="3080596" y="1693949"/>
              <a:ext cx="1289279" cy="489691"/>
              <a:chOff x="3080596" y="1439949"/>
              <a:chExt cx="1289279" cy="489691"/>
            </a:xfrm>
          </p:grpSpPr>
          <p:sp>
            <p:nvSpPr>
              <p:cNvPr id="216" name="Título 1">
                <a:extLst>
                  <a:ext uri="{FF2B5EF4-FFF2-40B4-BE49-F238E27FC236}">
                    <a16:creationId xmlns:a16="http://schemas.microsoft.com/office/drawing/2014/main" id="{2E09447B-FE84-3126-40DE-CA0891455AE0}"/>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17" name="Título 1">
                <a:extLst>
                  <a:ext uri="{FF2B5EF4-FFF2-40B4-BE49-F238E27FC236}">
                    <a16:creationId xmlns:a16="http://schemas.microsoft.com/office/drawing/2014/main" id="{B3CEB59B-172C-E2A8-489E-0C693DEBEB43}"/>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207" name="Agrupar 206">
              <a:extLst>
                <a:ext uri="{FF2B5EF4-FFF2-40B4-BE49-F238E27FC236}">
                  <a16:creationId xmlns:a16="http://schemas.microsoft.com/office/drawing/2014/main" id="{9D3E35A7-96B2-1CA8-7388-0E7B6FE8AB52}"/>
                </a:ext>
              </a:extLst>
            </p:cNvPr>
            <p:cNvGrpSpPr/>
            <p:nvPr/>
          </p:nvGrpSpPr>
          <p:grpSpPr>
            <a:xfrm>
              <a:off x="3080596" y="2490085"/>
              <a:ext cx="1289279" cy="489691"/>
              <a:chOff x="3080596" y="2099559"/>
              <a:chExt cx="1289279" cy="489691"/>
            </a:xfrm>
          </p:grpSpPr>
          <p:sp>
            <p:nvSpPr>
              <p:cNvPr id="214" name="Título 1">
                <a:extLst>
                  <a:ext uri="{FF2B5EF4-FFF2-40B4-BE49-F238E27FC236}">
                    <a16:creationId xmlns:a16="http://schemas.microsoft.com/office/drawing/2014/main" id="{6E46827B-68A6-E710-F6CB-2BB2F48BCCE5}"/>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15" name="Título 1">
                <a:extLst>
                  <a:ext uri="{FF2B5EF4-FFF2-40B4-BE49-F238E27FC236}">
                    <a16:creationId xmlns:a16="http://schemas.microsoft.com/office/drawing/2014/main" id="{946094EB-17EE-9FC6-1B41-4F361615061D}"/>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208" name="Agrupar 207">
              <a:extLst>
                <a:ext uri="{FF2B5EF4-FFF2-40B4-BE49-F238E27FC236}">
                  <a16:creationId xmlns:a16="http://schemas.microsoft.com/office/drawing/2014/main" id="{ED50F315-E410-6F5D-7FE3-15F3D514EC6D}"/>
                </a:ext>
              </a:extLst>
            </p:cNvPr>
            <p:cNvGrpSpPr/>
            <p:nvPr/>
          </p:nvGrpSpPr>
          <p:grpSpPr>
            <a:xfrm>
              <a:off x="3080596" y="3286220"/>
              <a:ext cx="1289279" cy="489691"/>
              <a:chOff x="3080596" y="2784570"/>
              <a:chExt cx="1289279" cy="489691"/>
            </a:xfrm>
          </p:grpSpPr>
          <p:sp>
            <p:nvSpPr>
              <p:cNvPr id="212" name="Título 1">
                <a:extLst>
                  <a:ext uri="{FF2B5EF4-FFF2-40B4-BE49-F238E27FC236}">
                    <a16:creationId xmlns:a16="http://schemas.microsoft.com/office/drawing/2014/main" id="{24C32AC6-A120-7881-049A-830727592042}"/>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13" name="Título 1">
                <a:extLst>
                  <a:ext uri="{FF2B5EF4-FFF2-40B4-BE49-F238E27FC236}">
                    <a16:creationId xmlns:a16="http://schemas.microsoft.com/office/drawing/2014/main" id="{8C2CB646-EEE7-14C7-5904-702A3C834933}"/>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cxnSp>
          <p:nvCxnSpPr>
            <p:cNvPr id="209" name="Conector reto 208">
              <a:extLst>
                <a:ext uri="{FF2B5EF4-FFF2-40B4-BE49-F238E27FC236}">
                  <a16:creationId xmlns:a16="http://schemas.microsoft.com/office/drawing/2014/main" id="{39F0D200-4660-4400-2F82-CDF14CC1A2FA}"/>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0" name="Conector reto 209">
              <a:extLst>
                <a:ext uri="{FF2B5EF4-FFF2-40B4-BE49-F238E27FC236}">
                  <a16:creationId xmlns:a16="http://schemas.microsoft.com/office/drawing/2014/main" id="{A32021D6-6224-7051-1278-2DAC261028B1}"/>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11" name="Conector reto 210">
              <a:extLst>
                <a:ext uri="{FF2B5EF4-FFF2-40B4-BE49-F238E27FC236}">
                  <a16:creationId xmlns:a16="http://schemas.microsoft.com/office/drawing/2014/main" id="{B01167B6-C36E-0315-AC45-2596D9C3127A}"/>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grpSp>
        <p:nvGrpSpPr>
          <p:cNvPr id="218" name="Agrupar 217">
            <a:extLst>
              <a:ext uri="{FF2B5EF4-FFF2-40B4-BE49-F238E27FC236}">
                <a16:creationId xmlns:a16="http://schemas.microsoft.com/office/drawing/2014/main" id="{9C75C208-CDFE-DA9E-9682-F2E7A346D037}"/>
              </a:ext>
            </a:extLst>
          </p:cNvPr>
          <p:cNvGrpSpPr/>
          <p:nvPr/>
        </p:nvGrpSpPr>
        <p:grpSpPr>
          <a:xfrm>
            <a:off x="8322549" y="4043122"/>
            <a:ext cx="3638038" cy="1938578"/>
            <a:chOff x="731837" y="1659125"/>
            <a:chExt cx="3638038" cy="2116786"/>
          </a:xfrm>
        </p:grpSpPr>
        <p:pic>
          <p:nvPicPr>
            <p:cNvPr id="219" name="placeholder_foto_1">
              <a:extLst>
                <a:ext uri="{FF2B5EF4-FFF2-40B4-BE49-F238E27FC236}">
                  <a16:creationId xmlns:a16="http://schemas.microsoft.com/office/drawing/2014/main" id="{F13CE25C-36A9-4E6F-1331-6E6B033F8E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1837" y="1950331"/>
              <a:ext cx="2138363" cy="1789913"/>
            </a:xfrm>
            <a:prstGeom prst="rect">
              <a:avLst/>
            </a:prstGeom>
            <a:noFill/>
            <a:extLst>
              <a:ext uri="{909E8E84-426E-40DD-AFC4-6F175D3DCCD1}">
                <a14:hiddenFill xmlns:a14="http://schemas.microsoft.com/office/drawing/2010/main">
                  <a:solidFill>
                    <a:srgbClr val="FFFFFF"/>
                  </a:solidFill>
                </a14:hiddenFill>
              </a:ext>
            </a:extLst>
          </p:spPr>
        </p:pic>
        <p:sp>
          <p:nvSpPr>
            <p:cNvPr id="220" name="Título 1">
              <a:extLst>
                <a:ext uri="{FF2B5EF4-FFF2-40B4-BE49-F238E27FC236}">
                  <a16:creationId xmlns:a16="http://schemas.microsoft.com/office/drawing/2014/main" id="{6A722DB9-E28A-C920-0207-D593DD2CF10F}"/>
                </a:ext>
              </a:extLst>
            </p:cNvPr>
            <p:cNvSpPr txBox="1">
              <a:spLocks/>
            </p:cNvSpPr>
            <p:nvPr/>
          </p:nvSpPr>
          <p:spPr>
            <a:xfrm>
              <a:off x="731837" y="1659125"/>
              <a:ext cx="2252663" cy="17717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200" b="0" dirty="0" err="1">
                  <a:solidFill>
                    <a:schemeClr val="bg1"/>
                  </a:solidFill>
                  <a:latin typeface="Poppins SemiBold" panose="00000700000000000000" pitchFamily="2" charset="0"/>
                  <a:cs typeface="Poppins SemiBold" panose="00000700000000000000" pitchFamily="2" charset="0"/>
                </a:rPr>
                <a:t>Lorem</a:t>
              </a:r>
              <a:r>
                <a:rPr lang="pt-BR" sz="1200" b="0" dirty="0">
                  <a:solidFill>
                    <a:schemeClr val="bg1"/>
                  </a:solidFill>
                  <a:latin typeface="Poppins SemiBold" panose="00000700000000000000" pitchFamily="2" charset="0"/>
                  <a:cs typeface="Poppins SemiBold" panose="00000700000000000000" pitchFamily="2" charset="0"/>
                </a:rPr>
                <a:t> ipsum </a:t>
              </a:r>
              <a:r>
                <a:rPr lang="pt-BR" sz="1200" b="0" dirty="0" err="1">
                  <a:solidFill>
                    <a:schemeClr val="bg1"/>
                  </a:solidFill>
                  <a:latin typeface="Poppins SemiBold" panose="00000700000000000000" pitchFamily="2" charset="0"/>
                  <a:cs typeface="Poppins SemiBold" panose="00000700000000000000" pitchFamily="2" charset="0"/>
                </a:rPr>
                <a:t>dolor</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sit</a:t>
              </a:r>
              <a:r>
                <a:rPr lang="pt-BR" sz="1200" b="0" dirty="0">
                  <a:solidFill>
                    <a:schemeClr val="bg1"/>
                  </a:solidFill>
                  <a:latin typeface="Poppins SemiBold" panose="00000700000000000000" pitchFamily="2" charset="0"/>
                  <a:cs typeface="Poppins SemiBold" panose="00000700000000000000" pitchFamily="2" charset="0"/>
                </a:rPr>
                <a:t> </a:t>
              </a:r>
              <a:r>
                <a:rPr lang="pt-BR" sz="1200" b="0" dirty="0" err="1">
                  <a:solidFill>
                    <a:schemeClr val="bg1"/>
                  </a:solidFill>
                  <a:latin typeface="Poppins SemiBold" panose="00000700000000000000" pitchFamily="2" charset="0"/>
                  <a:cs typeface="Poppins SemiBold" panose="00000700000000000000" pitchFamily="2" charset="0"/>
                </a:rPr>
                <a:t>amet</a:t>
              </a:r>
              <a:endParaRPr lang="pt-BR" sz="1200" b="0" dirty="0">
                <a:solidFill>
                  <a:schemeClr val="bg1"/>
                </a:solidFill>
                <a:latin typeface="Poppins SemiBold" panose="00000700000000000000" pitchFamily="2" charset="0"/>
                <a:cs typeface="Poppins SemiBold" panose="00000700000000000000" pitchFamily="2" charset="0"/>
              </a:endParaRPr>
            </a:p>
          </p:txBody>
        </p:sp>
        <p:grpSp>
          <p:nvGrpSpPr>
            <p:cNvPr id="221" name="Agrupar 220">
              <a:extLst>
                <a:ext uri="{FF2B5EF4-FFF2-40B4-BE49-F238E27FC236}">
                  <a16:creationId xmlns:a16="http://schemas.microsoft.com/office/drawing/2014/main" id="{257ADB2A-099E-FEDC-0A17-9C7AAD6504EE}"/>
                </a:ext>
              </a:extLst>
            </p:cNvPr>
            <p:cNvGrpSpPr/>
            <p:nvPr/>
          </p:nvGrpSpPr>
          <p:grpSpPr>
            <a:xfrm>
              <a:off x="3080596" y="1693949"/>
              <a:ext cx="1289279" cy="489691"/>
              <a:chOff x="3080596" y="1439949"/>
              <a:chExt cx="1289279" cy="489691"/>
            </a:xfrm>
          </p:grpSpPr>
          <p:sp>
            <p:nvSpPr>
              <p:cNvPr id="250" name="Título 1">
                <a:extLst>
                  <a:ext uri="{FF2B5EF4-FFF2-40B4-BE49-F238E27FC236}">
                    <a16:creationId xmlns:a16="http://schemas.microsoft.com/office/drawing/2014/main" id="{7C4324C5-2B39-4C1F-93C4-E7E497A1D75F}"/>
                  </a:ext>
                </a:extLst>
              </p:cNvPr>
              <p:cNvSpPr txBox="1">
                <a:spLocks/>
              </p:cNvSpPr>
              <p:nvPr/>
            </p:nvSpPr>
            <p:spPr>
              <a:xfrm>
                <a:off x="3080596" y="143994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51" name="Título 1">
                <a:extLst>
                  <a:ext uri="{FF2B5EF4-FFF2-40B4-BE49-F238E27FC236}">
                    <a16:creationId xmlns:a16="http://schemas.microsoft.com/office/drawing/2014/main" id="{468F406F-94F8-4BB3-AF80-99FCBE4B2FC8}"/>
                  </a:ext>
                </a:extLst>
              </p:cNvPr>
              <p:cNvSpPr txBox="1">
                <a:spLocks/>
              </p:cNvSpPr>
              <p:nvPr/>
            </p:nvSpPr>
            <p:spPr>
              <a:xfrm>
                <a:off x="3163146" y="169837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222" name="Agrupar 221">
              <a:extLst>
                <a:ext uri="{FF2B5EF4-FFF2-40B4-BE49-F238E27FC236}">
                  <a16:creationId xmlns:a16="http://schemas.microsoft.com/office/drawing/2014/main" id="{14E48A69-9154-7B0A-77AF-821ABFAC8ABA}"/>
                </a:ext>
              </a:extLst>
            </p:cNvPr>
            <p:cNvGrpSpPr/>
            <p:nvPr/>
          </p:nvGrpSpPr>
          <p:grpSpPr>
            <a:xfrm>
              <a:off x="3080596" y="2490085"/>
              <a:ext cx="1289279" cy="489691"/>
              <a:chOff x="3080596" y="2099559"/>
              <a:chExt cx="1289279" cy="489691"/>
            </a:xfrm>
          </p:grpSpPr>
          <p:sp>
            <p:nvSpPr>
              <p:cNvPr id="248" name="Título 1">
                <a:extLst>
                  <a:ext uri="{FF2B5EF4-FFF2-40B4-BE49-F238E27FC236}">
                    <a16:creationId xmlns:a16="http://schemas.microsoft.com/office/drawing/2014/main" id="{AF197697-3696-85D6-F74C-C8FDE6EB20EA}"/>
                  </a:ext>
                </a:extLst>
              </p:cNvPr>
              <p:cNvSpPr txBox="1">
                <a:spLocks/>
              </p:cNvSpPr>
              <p:nvPr/>
            </p:nvSpPr>
            <p:spPr>
              <a:xfrm>
                <a:off x="3080596" y="2099559"/>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49" name="Título 1">
                <a:extLst>
                  <a:ext uri="{FF2B5EF4-FFF2-40B4-BE49-F238E27FC236}">
                    <a16:creationId xmlns:a16="http://schemas.microsoft.com/office/drawing/2014/main" id="{307BBED7-5427-7FF1-D787-4A4BB7C16906}"/>
                  </a:ext>
                </a:extLst>
              </p:cNvPr>
              <p:cNvSpPr txBox="1">
                <a:spLocks/>
              </p:cNvSpPr>
              <p:nvPr/>
            </p:nvSpPr>
            <p:spPr>
              <a:xfrm>
                <a:off x="3163146" y="2357987"/>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grpSp>
          <p:nvGrpSpPr>
            <p:cNvPr id="226" name="Agrupar 225">
              <a:extLst>
                <a:ext uri="{FF2B5EF4-FFF2-40B4-BE49-F238E27FC236}">
                  <a16:creationId xmlns:a16="http://schemas.microsoft.com/office/drawing/2014/main" id="{DD0D6833-42DE-E43E-386D-5A2973821521}"/>
                </a:ext>
              </a:extLst>
            </p:cNvPr>
            <p:cNvGrpSpPr/>
            <p:nvPr/>
          </p:nvGrpSpPr>
          <p:grpSpPr>
            <a:xfrm>
              <a:off x="3080596" y="3286220"/>
              <a:ext cx="1289279" cy="489691"/>
              <a:chOff x="3080596" y="2784570"/>
              <a:chExt cx="1289279" cy="489691"/>
            </a:xfrm>
          </p:grpSpPr>
          <p:sp>
            <p:nvSpPr>
              <p:cNvPr id="242" name="Título 1">
                <a:extLst>
                  <a:ext uri="{FF2B5EF4-FFF2-40B4-BE49-F238E27FC236}">
                    <a16:creationId xmlns:a16="http://schemas.microsoft.com/office/drawing/2014/main" id="{F4980D65-91EB-C565-232D-EBDBEF83E7DB}"/>
                  </a:ext>
                </a:extLst>
              </p:cNvPr>
              <p:cNvSpPr txBox="1">
                <a:spLocks/>
              </p:cNvSpPr>
              <p:nvPr/>
            </p:nvSpPr>
            <p:spPr>
              <a:xfrm>
                <a:off x="3080596" y="2784570"/>
                <a:ext cx="721091" cy="2846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r>
                  <a:rPr lang="en-US" sz="1800" dirty="0">
                    <a:solidFill>
                      <a:schemeClr val="bg1"/>
                    </a:solidFill>
                  </a:rPr>
                  <a:t>XX%</a:t>
                </a:r>
              </a:p>
            </p:txBody>
          </p:sp>
          <p:sp>
            <p:nvSpPr>
              <p:cNvPr id="247" name="Título 1">
                <a:extLst>
                  <a:ext uri="{FF2B5EF4-FFF2-40B4-BE49-F238E27FC236}">
                    <a16:creationId xmlns:a16="http://schemas.microsoft.com/office/drawing/2014/main" id="{8A896168-56F9-6975-34FF-4A62C2F5F1CE}"/>
                  </a:ext>
                </a:extLst>
              </p:cNvPr>
              <p:cNvSpPr txBox="1">
                <a:spLocks/>
              </p:cNvSpPr>
              <p:nvPr/>
            </p:nvSpPr>
            <p:spPr>
              <a:xfrm>
                <a:off x="3163146" y="3042998"/>
                <a:ext cx="1206729" cy="2312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800" b="0" dirty="0">
                    <a:solidFill>
                      <a:schemeClr val="bg1"/>
                    </a:solidFill>
                    <a:latin typeface="Poppins Light" panose="00000400000000000000" pitchFamily="2" charset="0"/>
                    <a:cs typeface="Poppins Light" panose="00000400000000000000" pitchFamily="2" charset="0"/>
                  </a:rPr>
                  <a:t>Lorem ipsum dolor sit </a:t>
                </a:r>
                <a:r>
                  <a:rPr lang="en-US" sz="800" b="0" dirty="0" err="1">
                    <a:solidFill>
                      <a:schemeClr val="bg1"/>
                    </a:solidFill>
                    <a:latin typeface="Poppins Light" panose="00000400000000000000" pitchFamily="2" charset="0"/>
                    <a:cs typeface="Poppins Light" panose="00000400000000000000" pitchFamily="2" charset="0"/>
                  </a:rPr>
                  <a:t>amet</a:t>
                </a:r>
                <a:r>
                  <a:rPr lang="en-US" sz="800" b="0" dirty="0">
                    <a:solidFill>
                      <a:schemeClr val="bg1"/>
                    </a:solidFill>
                    <a:latin typeface="Poppins Light" panose="00000400000000000000" pitchFamily="2" charset="0"/>
                    <a:cs typeface="Poppins Light" panose="00000400000000000000" pitchFamily="2" charset="0"/>
                  </a:rPr>
                  <a:t> </a:t>
                </a:r>
                <a:r>
                  <a:rPr lang="en-US" sz="800" b="0" dirty="0" err="1">
                    <a:solidFill>
                      <a:schemeClr val="bg1"/>
                    </a:solidFill>
                    <a:latin typeface="Poppins Light" panose="00000400000000000000" pitchFamily="2" charset="0"/>
                    <a:cs typeface="Poppins Light" panose="00000400000000000000" pitchFamily="2" charset="0"/>
                  </a:rPr>
                  <a:t>consectetur</a:t>
                </a:r>
                <a:endParaRPr lang="en-US" sz="800" b="0" dirty="0">
                  <a:solidFill>
                    <a:schemeClr val="bg1"/>
                  </a:solidFill>
                  <a:latin typeface="Poppins Light" panose="00000400000000000000" pitchFamily="2" charset="0"/>
                  <a:cs typeface="Poppins Light" panose="00000400000000000000" pitchFamily="2" charset="0"/>
                </a:endParaRPr>
              </a:p>
            </p:txBody>
          </p:sp>
        </p:grpSp>
        <p:cxnSp>
          <p:nvCxnSpPr>
            <p:cNvPr id="227" name="Conector reto 226">
              <a:extLst>
                <a:ext uri="{FF2B5EF4-FFF2-40B4-BE49-F238E27FC236}">
                  <a16:creationId xmlns:a16="http://schemas.microsoft.com/office/drawing/2014/main" id="{B5364F5B-BEC7-7CCC-82EA-BDE62EEB21CE}"/>
                </a:ext>
              </a:extLst>
            </p:cNvPr>
            <p:cNvCxnSpPr>
              <a:cxnSpLocks/>
            </p:cNvCxnSpPr>
            <p:nvPr/>
          </p:nvCxnSpPr>
          <p:spPr>
            <a:xfrm>
              <a:off x="3017096" y="1706649"/>
              <a:ext cx="0" cy="2046295"/>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2" name="Conector reto 231">
              <a:extLst>
                <a:ext uri="{FF2B5EF4-FFF2-40B4-BE49-F238E27FC236}">
                  <a16:creationId xmlns:a16="http://schemas.microsoft.com/office/drawing/2014/main" id="{D72EFC5A-24AB-7E76-8D04-CF75BE48FB67}"/>
                </a:ext>
              </a:extLst>
            </p:cNvPr>
            <p:cNvCxnSpPr>
              <a:cxnSpLocks/>
            </p:cNvCxnSpPr>
            <p:nvPr/>
          </p:nvCxnSpPr>
          <p:spPr>
            <a:xfrm>
              <a:off x="3017096" y="232154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37" name="Conector reto 236">
              <a:extLst>
                <a:ext uri="{FF2B5EF4-FFF2-40B4-BE49-F238E27FC236}">
                  <a16:creationId xmlns:a16="http://schemas.microsoft.com/office/drawing/2014/main" id="{8B201BEE-A0E5-9B8F-DCEA-83FAA66F3809}"/>
                </a:ext>
              </a:extLst>
            </p:cNvPr>
            <p:cNvCxnSpPr>
              <a:cxnSpLocks/>
            </p:cNvCxnSpPr>
            <p:nvPr/>
          </p:nvCxnSpPr>
          <p:spPr>
            <a:xfrm>
              <a:off x="3017096" y="3127992"/>
              <a:ext cx="1238250" cy="0"/>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grpSp>
      <p:pic>
        <p:nvPicPr>
          <p:cNvPr id="252" name="Imagem 251">
            <a:extLst>
              <a:ext uri="{FF2B5EF4-FFF2-40B4-BE49-F238E27FC236}">
                <a16:creationId xmlns:a16="http://schemas.microsoft.com/office/drawing/2014/main" id="{724EF099-C04B-1384-E27C-1046BAF75817}"/>
              </a:ext>
            </a:extLst>
          </p:cNvPr>
          <p:cNvPicPr>
            <a:picLocks noChangeAspect="1"/>
          </p:cNvPicPr>
          <p:nvPr/>
        </p:nvPicPr>
        <p:blipFill>
          <a:blip r:embed="rId4">
            <a:biLevel thresh="75000"/>
            <a:extLst>
              <a:ext uri="{BEBA8EAE-BF5A-486C-A8C5-ECC9F3942E4B}">
                <a14:imgProps xmlns:a14="http://schemas.microsoft.com/office/drawing/2010/main">
                  <a14:imgLayer r:embed="rId5">
                    <a14:imgEffect>
                      <a14:brightnessContrast bright="100000"/>
                    </a14:imgEffect>
                  </a14:imgLayer>
                </a14:imgProps>
              </a:ext>
            </a:extLst>
          </a:blip>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20418319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C7BB9-EA13-B999-8555-3BECDE01257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8D0371-0AC3-BFBD-A6A1-7FB93237EFB9}"/>
              </a:ext>
            </a:extLst>
          </p:cNvPr>
          <p:cNvSpPr>
            <a:spLocks noGrp="1"/>
          </p:cNvSpPr>
          <p:nvPr>
            <p:ph type="title"/>
          </p:nvPr>
        </p:nvSpPr>
        <p:spPr/>
        <p:txBody>
          <a:bodyPr/>
          <a:lstStyle/>
          <a:p>
            <a:r>
              <a:rPr lang="en-US" dirty="0"/>
              <a:t>Lorem ipsum dolor sit </a:t>
            </a:r>
            <a:r>
              <a:rPr lang="en-US" dirty="0" err="1"/>
              <a:t>amet</a:t>
            </a:r>
            <a:r>
              <a:rPr lang="en-US" dirty="0"/>
              <a:t> </a:t>
            </a:r>
            <a:r>
              <a:rPr lang="en-US" dirty="0" err="1"/>
              <a:t>consectetur</a:t>
            </a:r>
            <a:r>
              <a:rPr lang="en-US" dirty="0"/>
              <a:t> </a:t>
            </a:r>
            <a:r>
              <a:rPr lang="en-US" dirty="0" err="1"/>
              <a:t>adisciping</a:t>
            </a:r>
            <a:r>
              <a:rPr lang="en-US" dirty="0"/>
              <a:t> </a:t>
            </a:r>
            <a:r>
              <a:rPr lang="en-US" dirty="0" err="1"/>
              <a:t>elit</a:t>
            </a:r>
            <a:endParaRPr lang="pt-BR" dirty="0"/>
          </a:p>
        </p:txBody>
      </p:sp>
      <p:sp>
        <p:nvSpPr>
          <p:cNvPr id="5" name="Espaço Reservado para Conteúdo 4">
            <a:extLst>
              <a:ext uri="{FF2B5EF4-FFF2-40B4-BE49-F238E27FC236}">
                <a16:creationId xmlns:a16="http://schemas.microsoft.com/office/drawing/2014/main" id="{E890B00B-791C-5E17-E84B-758B67F7D758}"/>
              </a:ext>
            </a:extLst>
          </p:cNvPr>
          <p:cNvSpPr>
            <a:spLocks noGrp="1"/>
          </p:cNvSpPr>
          <p:nvPr>
            <p:ph sz="quarter" idx="13"/>
          </p:nvPr>
        </p:nvSpPr>
        <p:spPr>
          <a:xfrm>
            <a:off x="731838" y="1052961"/>
            <a:ext cx="11102975" cy="215503"/>
          </a:xfrm>
        </p:spPr>
        <p:txBody>
          <a:bodyPr/>
          <a:lstStyle/>
          <a:p>
            <a:r>
              <a:rPr lang="en-US" dirty="0">
                <a:solidFill>
                  <a:schemeClr val="bg2"/>
                </a:solidFill>
              </a:rPr>
              <a:t>Lorem ipsum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r>
              <a:rPr lang="en-US" dirty="0" err="1">
                <a:solidFill>
                  <a:schemeClr val="bg2"/>
                </a:solidFill>
              </a:rPr>
              <a:t>elit</a:t>
            </a:r>
            <a:r>
              <a:rPr lang="en-US" dirty="0">
                <a:solidFill>
                  <a:schemeClr val="bg2"/>
                </a:solidFill>
              </a:rPr>
              <a:t> lorem </a:t>
            </a:r>
            <a:r>
              <a:rPr lang="en-US" dirty="0" err="1">
                <a:solidFill>
                  <a:schemeClr val="bg2"/>
                </a:solidFill>
              </a:rPr>
              <a:t>ispum</a:t>
            </a:r>
            <a:r>
              <a:rPr lang="en-US" dirty="0">
                <a:solidFill>
                  <a:schemeClr val="bg2"/>
                </a:solidFill>
              </a:rPr>
              <a:t>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p>
        </p:txBody>
      </p:sp>
      <p:sp>
        <p:nvSpPr>
          <p:cNvPr id="10" name="Espaço Reservado para Texto 9">
            <a:extLst>
              <a:ext uri="{FF2B5EF4-FFF2-40B4-BE49-F238E27FC236}">
                <a16:creationId xmlns:a16="http://schemas.microsoft.com/office/drawing/2014/main" id="{3C3B9B89-F71D-84AE-E5C1-6E49C65D8921}"/>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FB182D87-0102-F85E-8D48-FC4A85C8A86A}"/>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13</a:t>
            </a:fld>
            <a:endParaRPr lang="en-US" dirty="0">
              <a:latin typeface="Poppins Light" panose="00000400000000000000" pitchFamily="2" charset="0"/>
              <a:cs typeface="Poppins Light" panose="00000400000000000000" pitchFamily="2" charset="0"/>
            </a:endParaRPr>
          </a:p>
        </p:txBody>
      </p:sp>
      <p:sp>
        <p:nvSpPr>
          <p:cNvPr id="4" name="Retângulo 3">
            <a:extLst>
              <a:ext uri="{FF2B5EF4-FFF2-40B4-BE49-F238E27FC236}">
                <a16:creationId xmlns:a16="http://schemas.microsoft.com/office/drawing/2014/main" id="{ABD61E00-73AA-86CF-1F36-604778DCEC87}"/>
              </a:ext>
            </a:extLst>
          </p:cNvPr>
          <p:cNvSpPr/>
          <p:nvPr/>
        </p:nvSpPr>
        <p:spPr>
          <a:xfrm>
            <a:off x="0" y="1457244"/>
            <a:ext cx="12192000" cy="4318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6" name="Espaço Reservado para Conteúdo 4">
            <a:extLst>
              <a:ext uri="{FF2B5EF4-FFF2-40B4-BE49-F238E27FC236}">
                <a16:creationId xmlns:a16="http://schemas.microsoft.com/office/drawing/2014/main" id="{20FB2958-23F8-0C1B-6FF5-02DF0FA51528}"/>
              </a:ext>
            </a:extLst>
          </p:cNvPr>
          <p:cNvSpPr txBox="1">
            <a:spLocks/>
          </p:cNvSpPr>
          <p:nvPr/>
        </p:nvSpPr>
        <p:spPr>
          <a:xfrm>
            <a:off x="731838" y="1532985"/>
            <a:ext cx="11102975" cy="231790"/>
          </a:xfrm>
          <a:prstGeom prst="rect">
            <a:avLst/>
          </a:prstGeom>
        </p:spPr>
        <p:txBody>
          <a:bodyPr vert="horz"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err="1">
                <a:solidFill>
                  <a:schemeClr val="accent1"/>
                </a:solidFill>
                <a:latin typeface="Poppins SemiBold" panose="00000700000000000000" pitchFamily="2" charset="0"/>
                <a:cs typeface="Poppins SemiBold" panose="00000700000000000000" pitchFamily="2" charset="0"/>
              </a:rPr>
              <a:t>Infrabrasil</a:t>
            </a:r>
            <a:r>
              <a:rPr lang="en-US" sz="1200" dirty="0">
                <a:solidFill>
                  <a:schemeClr val="bg1"/>
                </a:solidFill>
                <a:latin typeface="Poppins SemiBold" panose="00000700000000000000" pitchFamily="2" charset="0"/>
                <a:cs typeface="Poppins SemiBold" panose="00000700000000000000" pitchFamily="2" charset="0"/>
              </a:rPr>
              <a:t> works with different revenue models, according to client demands</a:t>
            </a:r>
          </a:p>
        </p:txBody>
      </p:sp>
      <p:grpSp>
        <p:nvGrpSpPr>
          <p:cNvPr id="49" name="Agrupar 48">
            <a:extLst>
              <a:ext uri="{FF2B5EF4-FFF2-40B4-BE49-F238E27FC236}">
                <a16:creationId xmlns:a16="http://schemas.microsoft.com/office/drawing/2014/main" id="{EBFAADE3-DACF-2471-2526-A95E9C8A555F}"/>
              </a:ext>
            </a:extLst>
          </p:cNvPr>
          <p:cNvGrpSpPr/>
          <p:nvPr/>
        </p:nvGrpSpPr>
        <p:grpSpPr>
          <a:xfrm>
            <a:off x="687388" y="2185315"/>
            <a:ext cx="2540770" cy="310826"/>
            <a:chOff x="451849" y="2185315"/>
            <a:chExt cx="2540770" cy="310826"/>
          </a:xfrm>
        </p:grpSpPr>
        <p:sp>
          <p:nvSpPr>
            <p:cNvPr id="7" name="Retângulo: Cantos Arredondados 6">
              <a:extLst>
                <a:ext uri="{FF2B5EF4-FFF2-40B4-BE49-F238E27FC236}">
                  <a16:creationId xmlns:a16="http://schemas.microsoft.com/office/drawing/2014/main" id="{BB4F7C0C-D258-A61B-1B5A-83DE8D1EF13D}"/>
                </a:ext>
              </a:extLst>
            </p:cNvPr>
            <p:cNvSpPr/>
            <p:nvPr/>
          </p:nvSpPr>
          <p:spPr>
            <a:xfrm>
              <a:off x="451849" y="2185315"/>
              <a:ext cx="2540770" cy="310826"/>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3" name="Título 1">
              <a:extLst>
                <a:ext uri="{FF2B5EF4-FFF2-40B4-BE49-F238E27FC236}">
                  <a16:creationId xmlns:a16="http://schemas.microsoft.com/office/drawing/2014/main" id="{56B43FFF-5D63-499C-60AB-4AD868CA0BB8}"/>
                </a:ext>
              </a:extLst>
            </p:cNvPr>
            <p:cNvSpPr txBox="1">
              <a:spLocks/>
            </p:cNvSpPr>
            <p:nvPr/>
          </p:nvSpPr>
          <p:spPr>
            <a:xfrm>
              <a:off x="1284908" y="2226702"/>
              <a:ext cx="874653" cy="1622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200" b="0" dirty="0">
                  <a:latin typeface="Poppins SemiBold" panose="00000700000000000000" pitchFamily="2" charset="0"/>
                  <a:cs typeface="Poppins SemiBold" panose="00000700000000000000" pitchFamily="2" charset="0"/>
                </a:rPr>
                <a:t>Full </a:t>
              </a:r>
              <a:r>
                <a:rPr lang="pt-BR" sz="1200" b="0" dirty="0" err="1">
                  <a:latin typeface="Poppins SemiBold" panose="00000700000000000000" pitchFamily="2" charset="0"/>
                  <a:cs typeface="Poppins SemiBold" panose="00000700000000000000" pitchFamily="2" charset="0"/>
                </a:rPr>
                <a:t>service</a:t>
              </a:r>
              <a:endParaRPr lang="pt-BR" sz="1200" b="0" dirty="0">
                <a:latin typeface="Poppins SemiBold" panose="00000700000000000000" pitchFamily="2" charset="0"/>
                <a:cs typeface="Poppins SemiBold" panose="00000700000000000000" pitchFamily="2" charset="0"/>
              </a:endParaRPr>
            </a:p>
          </p:txBody>
        </p:sp>
      </p:grpSp>
      <p:pic>
        <p:nvPicPr>
          <p:cNvPr id="13" name="placeholder_foto_1">
            <a:extLst>
              <a:ext uri="{FF2B5EF4-FFF2-40B4-BE49-F238E27FC236}">
                <a16:creationId xmlns:a16="http://schemas.microsoft.com/office/drawing/2014/main" id="{83BAFDC0-D896-2071-DF17-DF3524DAF13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0657" y="2728159"/>
            <a:ext cx="2497500" cy="1639224"/>
          </a:xfrm>
          <a:prstGeom prst="rect">
            <a:avLst/>
          </a:prstGeom>
          <a:noFill/>
          <a:extLst>
            <a:ext uri="{909E8E84-426E-40DD-AFC4-6F175D3DCCD1}">
              <a14:hiddenFill xmlns:a14="http://schemas.microsoft.com/office/drawing/2010/main">
                <a:solidFill>
                  <a:srgbClr val="FFFFFF"/>
                </a:solidFill>
              </a14:hiddenFill>
            </a:ext>
          </a:extLst>
        </p:spPr>
      </p:pic>
      <p:sp>
        <p:nvSpPr>
          <p:cNvPr id="14" name="Título 1">
            <a:extLst>
              <a:ext uri="{FF2B5EF4-FFF2-40B4-BE49-F238E27FC236}">
                <a16:creationId xmlns:a16="http://schemas.microsoft.com/office/drawing/2014/main" id="{13D95CC5-435A-5871-C743-2BAE2E4F6C1A}"/>
              </a:ext>
            </a:extLst>
          </p:cNvPr>
          <p:cNvSpPr txBox="1">
            <a:spLocks/>
          </p:cNvSpPr>
          <p:nvPr/>
        </p:nvSpPr>
        <p:spPr>
          <a:xfrm>
            <a:off x="730657" y="4541532"/>
            <a:ext cx="2540771" cy="30074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15" name="Título 1">
            <a:extLst>
              <a:ext uri="{FF2B5EF4-FFF2-40B4-BE49-F238E27FC236}">
                <a16:creationId xmlns:a16="http://schemas.microsoft.com/office/drawing/2014/main" id="{DDEED6F2-140C-F806-90DD-E51813080E3B}"/>
              </a:ext>
            </a:extLst>
          </p:cNvPr>
          <p:cNvSpPr txBox="1">
            <a:spLocks/>
          </p:cNvSpPr>
          <p:nvPr/>
        </p:nvSpPr>
        <p:spPr>
          <a:xfrm>
            <a:off x="730658" y="5143378"/>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17" name="Título 1">
            <a:extLst>
              <a:ext uri="{FF2B5EF4-FFF2-40B4-BE49-F238E27FC236}">
                <a16:creationId xmlns:a16="http://schemas.microsoft.com/office/drawing/2014/main" id="{2A342D61-4915-61EB-F7E5-2F48F754D1F1}"/>
              </a:ext>
            </a:extLst>
          </p:cNvPr>
          <p:cNvSpPr txBox="1">
            <a:spLocks/>
          </p:cNvSpPr>
          <p:nvPr/>
        </p:nvSpPr>
        <p:spPr>
          <a:xfrm>
            <a:off x="1608121" y="5162883"/>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sp>
        <p:nvSpPr>
          <p:cNvPr id="18" name="Título 1">
            <a:extLst>
              <a:ext uri="{FF2B5EF4-FFF2-40B4-BE49-F238E27FC236}">
                <a16:creationId xmlns:a16="http://schemas.microsoft.com/office/drawing/2014/main" id="{936129BF-EE87-B4C7-C281-157B69790C89}"/>
              </a:ext>
            </a:extLst>
          </p:cNvPr>
          <p:cNvSpPr txBox="1">
            <a:spLocks/>
          </p:cNvSpPr>
          <p:nvPr/>
        </p:nvSpPr>
        <p:spPr>
          <a:xfrm>
            <a:off x="730658" y="5642295"/>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19" name="Título 1">
            <a:extLst>
              <a:ext uri="{FF2B5EF4-FFF2-40B4-BE49-F238E27FC236}">
                <a16:creationId xmlns:a16="http://schemas.microsoft.com/office/drawing/2014/main" id="{9E4ED056-1B1C-367C-EBEF-EE0B17998A5C}"/>
              </a:ext>
            </a:extLst>
          </p:cNvPr>
          <p:cNvSpPr txBox="1">
            <a:spLocks/>
          </p:cNvSpPr>
          <p:nvPr/>
        </p:nvSpPr>
        <p:spPr>
          <a:xfrm>
            <a:off x="1608121" y="5661800"/>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grpSp>
        <p:nvGrpSpPr>
          <p:cNvPr id="47" name="Agrupar 46">
            <a:extLst>
              <a:ext uri="{FF2B5EF4-FFF2-40B4-BE49-F238E27FC236}">
                <a16:creationId xmlns:a16="http://schemas.microsoft.com/office/drawing/2014/main" id="{794758CA-CA6E-BB30-4CDD-E68B0E608259}"/>
              </a:ext>
            </a:extLst>
          </p:cNvPr>
          <p:cNvGrpSpPr/>
          <p:nvPr/>
        </p:nvGrpSpPr>
        <p:grpSpPr>
          <a:xfrm>
            <a:off x="3614761" y="2185315"/>
            <a:ext cx="5335950" cy="310826"/>
            <a:chOff x="3492741" y="2185315"/>
            <a:chExt cx="5335950" cy="310826"/>
          </a:xfrm>
        </p:grpSpPr>
        <p:sp>
          <p:nvSpPr>
            <p:cNvPr id="20" name="Retângulo: Cantos Arredondados 19">
              <a:extLst>
                <a:ext uri="{FF2B5EF4-FFF2-40B4-BE49-F238E27FC236}">
                  <a16:creationId xmlns:a16="http://schemas.microsoft.com/office/drawing/2014/main" id="{978FFE6C-7260-4760-0E72-7A80EA63890B}"/>
                </a:ext>
              </a:extLst>
            </p:cNvPr>
            <p:cNvSpPr/>
            <p:nvPr/>
          </p:nvSpPr>
          <p:spPr>
            <a:xfrm>
              <a:off x="3492741" y="2185315"/>
              <a:ext cx="5335950" cy="310826"/>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1" name="Título 1">
              <a:extLst>
                <a:ext uri="{FF2B5EF4-FFF2-40B4-BE49-F238E27FC236}">
                  <a16:creationId xmlns:a16="http://schemas.microsoft.com/office/drawing/2014/main" id="{C120A14E-3FC9-1554-25ED-4FC5E1CFDCC4}"/>
                </a:ext>
              </a:extLst>
            </p:cNvPr>
            <p:cNvSpPr txBox="1">
              <a:spLocks/>
            </p:cNvSpPr>
            <p:nvPr/>
          </p:nvSpPr>
          <p:spPr>
            <a:xfrm>
              <a:off x="4296283" y="2226702"/>
              <a:ext cx="3728867" cy="21433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en-US" sz="1200" b="0" dirty="0">
                  <a:latin typeface="Poppins SemiBold" panose="00000700000000000000" pitchFamily="2" charset="0"/>
                  <a:cs typeface="Poppins SemiBold" panose="00000700000000000000" pitchFamily="2" charset="0"/>
                </a:rPr>
                <a:t>Rental of equipment with or without employees</a:t>
              </a:r>
            </a:p>
          </p:txBody>
        </p:sp>
      </p:grpSp>
      <p:grpSp>
        <p:nvGrpSpPr>
          <p:cNvPr id="48" name="Agrupar 47">
            <a:extLst>
              <a:ext uri="{FF2B5EF4-FFF2-40B4-BE49-F238E27FC236}">
                <a16:creationId xmlns:a16="http://schemas.microsoft.com/office/drawing/2014/main" id="{B43AB9DC-F1D7-C1AA-57F7-46B3F23ED776}"/>
              </a:ext>
            </a:extLst>
          </p:cNvPr>
          <p:cNvGrpSpPr/>
          <p:nvPr/>
        </p:nvGrpSpPr>
        <p:grpSpPr>
          <a:xfrm>
            <a:off x="3614760" y="2728159"/>
            <a:ext cx="5401990" cy="3174861"/>
            <a:chOff x="4042391" y="2728159"/>
            <a:chExt cx="5401990" cy="3174861"/>
          </a:xfrm>
        </p:grpSpPr>
        <p:pic>
          <p:nvPicPr>
            <p:cNvPr id="22" name="placeholder_foto_1">
              <a:extLst>
                <a:ext uri="{FF2B5EF4-FFF2-40B4-BE49-F238E27FC236}">
                  <a16:creationId xmlns:a16="http://schemas.microsoft.com/office/drawing/2014/main" id="{73F642CD-F1BD-F848-8E3E-AB5595FDEB4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42391" y="2728159"/>
              <a:ext cx="2497500" cy="1639224"/>
            </a:xfrm>
            <a:prstGeom prst="rect">
              <a:avLst/>
            </a:prstGeom>
            <a:noFill/>
            <a:extLst>
              <a:ext uri="{909E8E84-426E-40DD-AFC4-6F175D3DCCD1}">
                <a14:hiddenFill xmlns:a14="http://schemas.microsoft.com/office/drawing/2010/main">
                  <a:solidFill>
                    <a:srgbClr val="FFFFFF"/>
                  </a:solidFill>
                </a14:hiddenFill>
              </a:ext>
            </a:extLst>
          </p:spPr>
        </p:pic>
        <p:sp>
          <p:nvSpPr>
            <p:cNvPr id="23" name="Título 1">
              <a:extLst>
                <a:ext uri="{FF2B5EF4-FFF2-40B4-BE49-F238E27FC236}">
                  <a16:creationId xmlns:a16="http://schemas.microsoft.com/office/drawing/2014/main" id="{61E0F2F1-DE9B-1392-3EE7-C4E89999531F}"/>
                </a:ext>
              </a:extLst>
            </p:cNvPr>
            <p:cNvSpPr txBox="1">
              <a:spLocks/>
            </p:cNvSpPr>
            <p:nvPr/>
          </p:nvSpPr>
          <p:spPr>
            <a:xfrm>
              <a:off x="4042391" y="4541532"/>
              <a:ext cx="2563540" cy="30074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24" name="Título 1">
              <a:extLst>
                <a:ext uri="{FF2B5EF4-FFF2-40B4-BE49-F238E27FC236}">
                  <a16:creationId xmlns:a16="http://schemas.microsoft.com/office/drawing/2014/main" id="{CBECF38B-86D0-82A2-C882-66783494E8EA}"/>
                </a:ext>
              </a:extLst>
            </p:cNvPr>
            <p:cNvSpPr txBox="1">
              <a:spLocks/>
            </p:cNvSpPr>
            <p:nvPr/>
          </p:nvSpPr>
          <p:spPr>
            <a:xfrm>
              <a:off x="4042392" y="5143378"/>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25" name="Título 1">
              <a:extLst>
                <a:ext uri="{FF2B5EF4-FFF2-40B4-BE49-F238E27FC236}">
                  <a16:creationId xmlns:a16="http://schemas.microsoft.com/office/drawing/2014/main" id="{526AC63A-91BA-797E-8217-BB16B68C1F26}"/>
                </a:ext>
              </a:extLst>
            </p:cNvPr>
            <p:cNvSpPr txBox="1">
              <a:spLocks/>
            </p:cNvSpPr>
            <p:nvPr/>
          </p:nvSpPr>
          <p:spPr>
            <a:xfrm>
              <a:off x="4919855" y="5162883"/>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sp>
          <p:nvSpPr>
            <p:cNvPr id="26" name="Título 1">
              <a:extLst>
                <a:ext uri="{FF2B5EF4-FFF2-40B4-BE49-F238E27FC236}">
                  <a16:creationId xmlns:a16="http://schemas.microsoft.com/office/drawing/2014/main" id="{98C022E2-63EE-F7C8-75C5-B91E838F4FEF}"/>
                </a:ext>
              </a:extLst>
            </p:cNvPr>
            <p:cNvSpPr txBox="1">
              <a:spLocks/>
            </p:cNvSpPr>
            <p:nvPr/>
          </p:nvSpPr>
          <p:spPr>
            <a:xfrm>
              <a:off x="4042392" y="5642295"/>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27" name="Título 1">
              <a:extLst>
                <a:ext uri="{FF2B5EF4-FFF2-40B4-BE49-F238E27FC236}">
                  <a16:creationId xmlns:a16="http://schemas.microsoft.com/office/drawing/2014/main" id="{CAD3F732-E3AE-1507-6A6D-12D7C894D8F4}"/>
                </a:ext>
              </a:extLst>
            </p:cNvPr>
            <p:cNvSpPr txBox="1">
              <a:spLocks/>
            </p:cNvSpPr>
            <p:nvPr/>
          </p:nvSpPr>
          <p:spPr>
            <a:xfrm>
              <a:off x="4919855" y="5661800"/>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pic>
          <p:nvPicPr>
            <p:cNvPr id="39" name="placeholder_foto_1">
              <a:extLst>
                <a:ext uri="{FF2B5EF4-FFF2-40B4-BE49-F238E27FC236}">
                  <a16:creationId xmlns:a16="http://schemas.microsoft.com/office/drawing/2014/main" id="{2FB04BE8-FC70-97FB-8E46-EFF5F2B1E2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80841" y="2728159"/>
              <a:ext cx="2497500" cy="1639224"/>
            </a:xfrm>
            <a:prstGeom prst="rect">
              <a:avLst/>
            </a:prstGeom>
            <a:noFill/>
            <a:extLst>
              <a:ext uri="{909E8E84-426E-40DD-AFC4-6F175D3DCCD1}">
                <a14:hiddenFill xmlns:a14="http://schemas.microsoft.com/office/drawing/2010/main">
                  <a:solidFill>
                    <a:srgbClr val="FFFFFF"/>
                  </a:solidFill>
                </a14:hiddenFill>
              </a:ext>
            </a:extLst>
          </p:spPr>
        </p:pic>
        <p:sp>
          <p:nvSpPr>
            <p:cNvPr id="40" name="Título 1">
              <a:extLst>
                <a:ext uri="{FF2B5EF4-FFF2-40B4-BE49-F238E27FC236}">
                  <a16:creationId xmlns:a16="http://schemas.microsoft.com/office/drawing/2014/main" id="{18E8FEF4-0CD7-BB15-6EFD-DCBF5CC1616F}"/>
                </a:ext>
              </a:extLst>
            </p:cNvPr>
            <p:cNvSpPr txBox="1">
              <a:spLocks/>
            </p:cNvSpPr>
            <p:nvPr/>
          </p:nvSpPr>
          <p:spPr>
            <a:xfrm>
              <a:off x="6880841" y="4541532"/>
              <a:ext cx="2540771" cy="30074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41" name="Título 1">
              <a:extLst>
                <a:ext uri="{FF2B5EF4-FFF2-40B4-BE49-F238E27FC236}">
                  <a16:creationId xmlns:a16="http://schemas.microsoft.com/office/drawing/2014/main" id="{5B8EADA5-98AD-1CDB-D472-39CB791F3577}"/>
                </a:ext>
              </a:extLst>
            </p:cNvPr>
            <p:cNvSpPr txBox="1">
              <a:spLocks/>
            </p:cNvSpPr>
            <p:nvPr/>
          </p:nvSpPr>
          <p:spPr>
            <a:xfrm>
              <a:off x="6880842" y="5143378"/>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42" name="Título 1">
              <a:extLst>
                <a:ext uri="{FF2B5EF4-FFF2-40B4-BE49-F238E27FC236}">
                  <a16:creationId xmlns:a16="http://schemas.microsoft.com/office/drawing/2014/main" id="{5324639C-A1DE-A6B9-17AE-69ABD0E4B98C}"/>
                </a:ext>
              </a:extLst>
            </p:cNvPr>
            <p:cNvSpPr txBox="1">
              <a:spLocks/>
            </p:cNvSpPr>
            <p:nvPr/>
          </p:nvSpPr>
          <p:spPr>
            <a:xfrm>
              <a:off x="7758305" y="5162883"/>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sp>
          <p:nvSpPr>
            <p:cNvPr id="43" name="Título 1">
              <a:extLst>
                <a:ext uri="{FF2B5EF4-FFF2-40B4-BE49-F238E27FC236}">
                  <a16:creationId xmlns:a16="http://schemas.microsoft.com/office/drawing/2014/main" id="{FAFEF6C2-0FEE-B9E4-D7D1-FFC134ABABDF}"/>
                </a:ext>
              </a:extLst>
            </p:cNvPr>
            <p:cNvSpPr txBox="1">
              <a:spLocks/>
            </p:cNvSpPr>
            <p:nvPr/>
          </p:nvSpPr>
          <p:spPr>
            <a:xfrm>
              <a:off x="6880842" y="5642295"/>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44" name="Título 1">
              <a:extLst>
                <a:ext uri="{FF2B5EF4-FFF2-40B4-BE49-F238E27FC236}">
                  <a16:creationId xmlns:a16="http://schemas.microsoft.com/office/drawing/2014/main" id="{9B767095-B042-521D-0548-58A5F708690D}"/>
                </a:ext>
              </a:extLst>
            </p:cNvPr>
            <p:cNvSpPr txBox="1">
              <a:spLocks/>
            </p:cNvSpPr>
            <p:nvPr/>
          </p:nvSpPr>
          <p:spPr>
            <a:xfrm>
              <a:off x="7758305" y="5661800"/>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grpSp>
      <p:grpSp>
        <p:nvGrpSpPr>
          <p:cNvPr id="78" name="Agrupar 77">
            <a:extLst>
              <a:ext uri="{FF2B5EF4-FFF2-40B4-BE49-F238E27FC236}">
                <a16:creationId xmlns:a16="http://schemas.microsoft.com/office/drawing/2014/main" id="{6AD61342-974A-13A1-93B2-2318222C613A}"/>
              </a:ext>
            </a:extLst>
          </p:cNvPr>
          <p:cNvGrpSpPr/>
          <p:nvPr/>
        </p:nvGrpSpPr>
        <p:grpSpPr>
          <a:xfrm>
            <a:off x="9337313" y="2185315"/>
            <a:ext cx="2497499" cy="310826"/>
            <a:chOff x="495118" y="2185315"/>
            <a:chExt cx="2497499" cy="310826"/>
          </a:xfrm>
        </p:grpSpPr>
        <p:sp>
          <p:nvSpPr>
            <p:cNvPr id="83" name="Retângulo: Cantos Arredondados 82">
              <a:extLst>
                <a:ext uri="{FF2B5EF4-FFF2-40B4-BE49-F238E27FC236}">
                  <a16:creationId xmlns:a16="http://schemas.microsoft.com/office/drawing/2014/main" id="{156585A7-9BAB-B480-A64C-7EF74233FC51}"/>
                </a:ext>
              </a:extLst>
            </p:cNvPr>
            <p:cNvSpPr/>
            <p:nvPr/>
          </p:nvSpPr>
          <p:spPr>
            <a:xfrm>
              <a:off x="495118" y="2185315"/>
              <a:ext cx="2497499" cy="310826"/>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84" name="Título 1">
              <a:extLst>
                <a:ext uri="{FF2B5EF4-FFF2-40B4-BE49-F238E27FC236}">
                  <a16:creationId xmlns:a16="http://schemas.microsoft.com/office/drawing/2014/main" id="{FAACEE0C-6F5D-1E33-FFEC-8C3A7591D93B}"/>
                </a:ext>
              </a:extLst>
            </p:cNvPr>
            <p:cNvSpPr txBox="1">
              <a:spLocks/>
            </p:cNvSpPr>
            <p:nvPr/>
          </p:nvSpPr>
          <p:spPr>
            <a:xfrm>
              <a:off x="773257" y="2226702"/>
              <a:ext cx="1941221" cy="162254"/>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200" b="0" dirty="0" err="1">
                  <a:latin typeface="Poppins SemiBold" panose="00000700000000000000" pitchFamily="2" charset="0"/>
                  <a:cs typeface="Poppins SemiBold" panose="00000700000000000000" pitchFamily="2" charset="0"/>
                </a:rPr>
                <a:t>Sale</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of</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used</a:t>
              </a:r>
              <a:r>
                <a:rPr lang="pt-BR" sz="1200" b="0" dirty="0">
                  <a:latin typeface="Poppins SemiBold" panose="00000700000000000000" pitchFamily="2" charset="0"/>
                  <a:cs typeface="Poppins SemiBold" panose="00000700000000000000" pitchFamily="2" charset="0"/>
                </a:rPr>
                <a:t> </a:t>
              </a:r>
              <a:r>
                <a:rPr lang="pt-BR" sz="1200" b="0" dirty="0" err="1">
                  <a:latin typeface="Poppins SemiBold" panose="00000700000000000000" pitchFamily="2" charset="0"/>
                  <a:cs typeface="Poppins SemiBold" panose="00000700000000000000" pitchFamily="2" charset="0"/>
                </a:rPr>
                <a:t>equipment</a:t>
              </a:r>
              <a:endParaRPr lang="pt-BR" sz="1200" b="0" dirty="0">
                <a:latin typeface="Poppins SemiBold" panose="00000700000000000000" pitchFamily="2" charset="0"/>
                <a:cs typeface="Poppins SemiBold" panose="00000700000000000000" pitchFamily="2" charset="0"/>
              </a:endParaRPr>
            </a:p>
          </p:txBody>
        </p:sp>
      </p:grpSp>
      <p:pic>
        <p:nvPicPr>
          <p:cNvPr id="85" name="placeholder_foto_1">
            <a:extLst>
              <a:ext uri="{FF2B5EF4-FFF2-40B4-BE49-F238E27FC236}">
                <a16:creationId xmlns:a16="http://schemas.microsoft.com/office/drawing/2014/main" id="{12CB0140-5D97-492F-EDC1-7283F887057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337313" y="2728159"/>
            <a:ext cx="2497500" cy="1639224"/>
          </a:xfrm>
          <a:prstGeom prst="rect">
            <a:avLst/>
          </a:prstGeom>
          <a:noFill/>
          <a:extLst>
            <a:ext uri="{909E8E84-426E-40DD-AFC4-6F175D3DCCD1}">
              <a14:hiddenFill xmlns:a14="http://schemas.microsoft.com/office/drawing/2010/main">
                <a:solidFill>
                  <a:srgbClr val="FFFFFF"/>
                </a:solidFill>
              </a14:hiddenFill>
            </a:ext>
          </a:extLst>
        </p:spPr>
      </p:pic>
      <p:sp>
        <p:nvSpPr>
          <p:cNvPr id="86" name="Título 1">
            <a:extLst>
              <a:ext uri="{FF2B5EF4-FFF2-40B4-BE49-F238E27FC236}">
                <a16:creationId xmlns:a16="http://schemas.microsoft.com/office/drawing/2014/main" id="{139F6391-11C5-80D1-B3BE-AFD8E0168E90}"/>
              </a:ext>
            </a:extLst>
          </p:cNvPr>
          <p:cNvSpPr txBox="1">
            <a:spLocks/>
          </p:cNvSpPr>
          <p:nvPr/>
        </p:nvSpPr>
        <p:spPr>
          <a:xfrm>
            <a:off x="9337313" y="4541532"/>
            <a:ext cx="2540771" cy="30074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87" name="Título 1">
            <a:extLst>
              <a:ext uri="{FF2B5EF4-FFF2-40B4-BE49-F238E27FC236}">
                <a16:creationId xmlns:a16="http://schemas.microsoft.com/office/drawing/2014/main" id="{D7D094CA-690D-CA21-3897-98C587CD6E64}"/>
              </a:ext>
            </a:extLst>
          </p:cNvPr>
          <p:cNvSpPr txBox="1">
            <a:spLocks/>
          </p:cNvSpPr>
          <p:nvPr/>
        </p:nvSpPr>
        <p:spPr>
          <a:xfrm>
            <a:off x="9337314" y="5143378"/>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88" name="Título 1">
            <a:extLst>
              <a:ext uri="{FF2B5EF4-FFF2-40B4-BE49-F238E27FC236}">
                <a16:creationId xmlns:a16="http://schemas.microsoft.com/office/drawing/2014/main" id="{8FEA5567-1879-6EA4-73B4-507899B2E620}"/>
              </a:ext>
            </a:extLst>
          </p:cNvPr>
          <p:cNvSpPr txBox="1">
            <a:spLocks/>
          </p:cNvSpPr>
          <p:nvPr/>
        </p:nvSpPr>
        <p:spPr>
          <a:xfrm>
            <a:off x="10214777" y="5162883"/>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sp>
        <p:nvSpPr>
          <p:cNvPr id="89" name="Título 1">
            <a:extLst>
              <a:ext uri="{FF2B5EF4-FFF2-40B4-BE49-F238E27FC236}">
                <a16:creationId xmlns:a16="http://schemas.microsoft.com/office/drawing/2014/main" id="{7A7105C4-EA18-8DDB-0963-C7B54713E347}"/>
              </a:ext>
            </a:extLst>
          </p:cNvPr>
          <p:cNvSpPr txBox="1">
            <a:spLocks/>
          </p:cNvSpPr>
          <p:nvPr/>
        </p:nvSpPr>
        <p:spPr>
          <a:xfrm>
            <a:off x="9337314" y="5642295"/>
            <a:ext cx="706452" cy="260725"/>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2400" dirty="0">
                <a:solidFill>
                  <a:schemeClr val="accent1"/>
                </a:solidFill>
              </a:rPr>
              <a:t>XX%</a:t>
            </a:r>
          </a:p>
        </p:txBody>
      </p:sp>
      <p:sp>
        <p:nvSpPr>
          <p:cNvPr id="90" name="Título 1">
            <a:extLst>
              <a:ext uri="{FF2B5EF4-FFF2-40B4-BE49-F238E27FC236}">
                <a16:creationId xmlns:a16="http://schemas.microsoft.com/office/drawing/2014/main" id="{52347DBC-5FD6-E8B7-B6CA-263CFE5258C3}"/>
              </a:ext>
            </a:extLst>
          </p:cNvPr>
          <p:cNvSpPr txBox="1">
            <a:spLocks/>
          </p:cNvSpPr>
          <p:nvPr/>
        </p:nvSpPr>
        <p:spPr>
          <a:xfrm>
            <a:off x="10214777" y="5661800"/>
            <a:ext cx="1686076" cy="21179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endParaRPr lang="en-US" sz="900" b="0"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87515827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4C4075-4554-BB63-41EF-A0BCB71F0B9E}"/>
            </a:ext>
          </a:extLst>
        </p:cNvPr>
        <p:cNvGrpSpPr/>
        <p:nvPr/>
      </p:nvGrpSpPr>
      <p:grpSpPr>
        <a:xfrm>
          <a:off x="0" y="0"/>
          <a:ext cx="0" cy="0"/>
          <a:chOff x="0" y="0"/>
          <a:chExt cx="0" cy="0"/>
        </a:xfrm>
      </p:grpSpPr>
      <p:cxnSp>
        <p:nvCxnSpPr>
          <p:cNvPr id="181" name="Conector reto 180">
            <a:extLst>
              <a:ext uri="{FF2B5EF4-FFF2-40B4-BE49-F238E27FC236}">
                <a16:creationId xmlns:a16="http://schemas.microsoft.com/office/drawing/2014/main" id="{11C7C8F9-E1FA-7DBF-740F-FAE3134BF8A4}"/>
              </a:ext>
            </a:extLst>
          </p:cNvPr>
          <p:cNvCxnSpPr>
            <a:cxnSpLocks/>
          </p:cNvCxnSpPr>
          <p:nvPr/>
        </p:nvCxnSpPr>
        <p:spPr>
          <a:xfrm>
            <a:off x="3276600" y="1628325"/>
            <a:ext cx="0" cy="26759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3" name="Conector reto 182">
            <a:extLst>
              <a:ext uri="{FF2B5EF4-FFF2-40B4-BE49-F238E27FC236}">
                <a16:creationId xmlns:a16="http://schemas.microsoft.com/office/drawing/2014/main" id="{F65F3CA4-31B3-5FD6-5C6C-A84C10D09319}"/>
              </a:ext>
            </a:extLst>
          </p:cNvPr>
          <p:cNvCxnSpPr>
            <a:cxnSpLocks/>
          </p:cNvCxnSpPr>
          <p:nvPr/>
        </p:nvCxnSpPr>
        <p:spPr>
          <a:xfrm>
            <a:off x="6237288" y="1628325"/>
            <a:ext cx="0" cy="26759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184" name="Conector reto 183">
            <a:extLst>
              <a:ext uri="{FF2B5EF4-FFF2-40B4-BE49-F238E27FC236}">
                <a16:creationId xmlns:a16="http://schemas.microsoft.com/office/drawing/2014/main" id="{EBF3DFE9-E667-7956-4FE9-6506D112EAD7}"/>
              </a:ext>
            </a:extLst>
          </p:cNvPr>
          <p:cNvCxnSpPr>
            <a:cxnSpLocks/>
          </p:cNvCxnSpPr>
          <p:nvPr/>
        </p:nvCxnSpPr>
        <p:spPr>
          <a:xfrm>
            <a:off x="9192580" y="1628325"/>
            <a:ext cx="0" cy="2675966"/>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8" name="Retângulo 7">
            <a:extLst>
              <a:ext uri="{FF2B5EF4-FFF2-40B4-BE49-F238E27FC236}">
                <a16:creationId xmlns:a16="http://schemas.microsoft.com/office/drawing/2014/main" id="{B2457CE8-C7EC-DF44-CE48-C93018A4ECF1}"/>
              </a:ext>
            </a:extLst>
          </p:cNvPr>
          <p:cNvSpPr/>
          <p:nvPr/>
        </p:nvSpPr>
        <p:spPr>
          <a:xfrm>
            <a:off x="0" y="4304327"/>
            <a:ext cx="12192000" cy="2553673"/>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DD6451F8-B7A5-61FC-DE2B-EB208B8B36E0}"/>
              </a:ext>
            </a:extLst>
          </p:cNvPr>
          <p:cNvSpPr>
            <a:spLocks noGrp="1"/>
          </p:cNvSpPr>
          <p:nvPr>
            <p:ph type="title"/>
          </p:nvPr>
        </p:nvSpPr>
        <p:spPr/>
        <p:txBody>
          <a:bodyPr/>
          <a:lstStyle/>
          <a:p>
            <a:r>
              <a:rPr lang="en-US" dirty="0" err="1">
                <a:solidFill>
                  <a:schemeClr val="accent1"/>
                </a:solidFill>
              </a:rPr>
              <a:t>Infrabrasil</a:t>
            </a:r>
            <a:r>
              <a:rPr lang="en-US" dirty="0">
                <a:solidFill>
                  <a:schemeClr val="accent1"/>
                </a:solidFill>
              </a:rPr>
              <a:t> </a:t>
            </a:r>
            <a:r>
              <a:rPr lang="en-US" dirty="0"/>
              <a:t>offers a full portfolio of equipment, ideal for any client operation</a:t>
            </a:r>
          </a:p>
        </p:txBody>
      </p:sp>
      <p:sp>
        <p:nvSpPr>
          <p:cNvPr id="5" name="Espaço Reservado para Conteúdo 4">
            <a:extLst>
              <a:ext uri="{FF2B5EF4-FFF2-40B4-BE49-F238E27FC236}">
                <a16:creationId xmlns:a16="http://schemas.microsoft.com/office/drawing/2014/main" id="{32D81263-E910-4A02-C6C4-8C9E625E0A1D}"/>
              </a:ext>
            </a:extLst>
          </p:cNvPr>
          <p:cNvSpPr>
            <a:spLocks noGrp="1"/>
          </p:cNvSpPr>
          <p:nvPr>
            <p:ph sz="quarter" idx="13"/>
          </p:nvPr>
        </p:nvSpPr>
        <p:spPr>
          <a:xfrm>
            <a:off x="731838" y="1052961"/>
            <a:ext cx="11102975" cy="215503"/>
          </a:xfrm>
        </p:spPr>
        <p:txBody>
          <a:bodyPr/>
          <a:lstStyle/>
          <a:p>
            <a:r>
              <a:rPr lang="en-US" dirty="0">
                <a:solidFill>
                  <a:schemeClr val="bg2"/>
                </a:solidFill>
              </a:rPr>
              <a:t>Lorem ipsum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r>
              <a:rPr lang="en-US" dirty="0" err="1">
                <a:solidFill>
                  <a:schemeClr val="bg2"/>
                </a:solidFill>
              </a:rPr>
              <a:t>elit</a:t>
            </a:r>
            <a:r>
              <a:rPr lang="en-US" dirty="0">
                <a:solidFill>
                  <a:schemeClr val="bg2"/>
                </a:solidFill>
              </a:rPr>
              <a:t> lorem </a:t>
            </a:r>
            <a:r>
              <a:rPr lang="en-US" dirty="0" err="1">
                <a:solidFill>
                  <a:schemeClr val="bg2"/>
                </a:solidFill>
              </a:rPr>
              <a:t>ispum</a:t>
            </a:r>
            <a:r>
              <a:rPr lang="en-US" dirty="0">
                <a:solidFill>
                  <a:schemeClr val="bg2"/>
                </a:solidFill>
              </a:rPr>
              <a:t> dolor sit </a:t>
            </a:r>
            <a:r>
              <a:rPr lang="en-US" dirty="0" err="1">
                <a:solidFill>
                  <a:schemeClr val="bg2"/>
                </a:solidFill>
              </a:rPr>
              <a:t>amet</a:t>
            </a:r>
            <a:r>
              <a:rPr lang="en-US" dirty="0">
                <a:solidFill>
                  <a:schemeClr val="bg2"/>
                </a:solidFill>
              </a:rPr>
              <a:t> </a:t>
            </a:r>
            <a:r>
              <a:rPr lang="en-US" dirty="0" err="1">
                <a:solidFill>
                  <a:schemeClr val="bg2"/>
                </a:solidFill>
              </a:rPr>
              <a:t>consectetur</a:t>
            </a:r>
            <a:r>
              <a:rPr lang="en-US" dirty="0">
                <a:solidFill>
                  <a:schemeClr val="bg2"/>
                </a:solidFill>
              </a:rPr>
              <a:t> </a:t>
            </a:r>
            <a:r>
              <a:rPr lang="en-US" dirty="0" err="1">
                <a:solidFill>
                  <a:schemeClr val="bg2"/>
                </a:solidFill>
              </a:rPr>
              <a:t>adisciping</a:t>
            </a:r>
            <a:r>
              <a:rPr lang="en-US" dirty="0">
                <a:solidFill>
                  <a:schemeClr val="bg2"/>
                </a:solidFill>
              </a:rPr>
              <a:t> </a:t>
            </a:r>
          </a:p>
        </p:txBody>
      </p:sp>
      <p:sp>
        <p:nvSpPr>
          <p:cNvPr id="10" name="Espaço Reservado para Texto 9">
            <a:extLst>
              <a:ext uri="{FF2B5EF4-FFF2-40B4-BE49-F238E27FC236}">
                <a16:creationId xmlns:a16="http://schemas.microsoft.com/office/drawing/2014/main" id="{2D0F2B4C-F8B1-0588-B770-DB6E2B6FD553}"/>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838785F1-6043-081D-9E83-6ADB22254158}"/>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14</a:t>
            </a:fld>
            <a:endParaRPr lang="en-US" dirty="0">
              <a:latin typeface="Poppins Light" panose="00000400000000000000" pitchFamily="2" charset="0"/>
              <a:cs typeface="Poppins Light" panose="00000400000000000000" pitchFamily="2" charset="0"/>
            </a:endParaRPr>
          </a:p>
        </p:txBody>
      </p:sp>
      <p:sp>
        <p:nvSpPr>
          <p:cNvPr id="12" name="Retângulo: Cantos Arredondados 11">
            <a:extLst>
              <a:ext uri="{FF2B5EF4-FFF2-40B4-BE49-F238E27FC236}">
                <a16:creationId xmlns:a16="http://schemas.microsoft.com/office/drawing/2014/main" id="{D9C7C3EF-B1D0-C9C4-CD82-566FF15963D6}"/>
              </a:ext>
            </a:extLst>
          </p:cNvPr>
          <p:cNvSpPr/>
          <p:nvPr/>
        </p:nvSpPr>
        <p:spPr>
          <a:xfrm>
            <a:off x="612962" y="1613815"/>
            <a:ext cx="2331900" cy="299733"/>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2"/>
              </a:solidFill>
              <a:latin typeface="Source Serif Pro" panose="02040603050405020204" pitchFamily="18" charset="0"/>
              <a:ea typeface="Source Serif Pro" panose="02040603050405020204" pitchFamily="18" charset="0"/>
            </a:endParaRPr>
          </a:p>
        </p:txBody>
      </p:sp>
      <p:sp>
        <p:nvSpPr>
          <p:cNvPr id="16" name="Título 1">
            <a:extLst>
              <a:ext uri="{FF2B5EF4-FFF2-40B4-BE49-F238E27FC236}">
                <a16:creationId xmlns:a16="http://schemas.microsoft.com/office/drawing/2014/main" id="{1227CB46-82EE-37E9-B3E6-4A836EAB7929}"/>
              </a:ext>
            </a:extLst>
          </p:cNvPr>
          <p:cNvSpPr txBox="1">
            <a:spLocks/>
          </p:cNvSpPr>
          <p:nvPr/>
        </p:nvSpPr>
        <p:spPr>
          <a:xfrm>
            <a:off x="952285" y="1662192"/>
            <a:ext cx="1653255" cy="1564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100" b="0" dirty="0" err="1">
                <a:solidFill>
                  <a:schemeClr val="tx2"/>
                </a:solidFill>
                <a:latin typeface="Poppins SemiBold" panose="00000700000000000000" pitchFamily="2" charset="0"/>
                <a:cs typeface="Poppins SemiBold" panose="00000700000000000000" pitchFamily="2" charset="0"/>
              </a:rPr>
              <a:t>Lorem</a:t>
            </a:r>
            <a:r>
              <a:rPr lang="pt-BR" sz="1100" b="0" dirty="0">
                <a:solidFill>
                  <a:schemeClr val="tx2"/>
                </a:solidFill>
                <a:latin typeface="Poppins SemiBold" panose="00000700000000000000" pitchFamily="2" charset="0"/>
                <a:cs typeface="Poppins SemiBold" panose="00000700000000000000" pitchFamily="2" charset="0"/>
              </a:rPr>
              <a:t> ipsum </a:t>
            </a:r>
            <a:r>
              <a:rPr lang="pt-BR" sz="1100" b="0" dirty="0" err="1">
                <a:solidFill>
                  <a:schemeClr val="tx2"/>
                </a:solidFill>
                <a:latin typeface="Poppins SemiBold" panose="00000700000000000000" pitchFamily="2" charset="0"/>
                <a:cs typeface="Poppins SemiBold" panose="00000700000000000000" pitchFamily="2" charset="0"/>
              </a:rPr>
              <a:t>dolor</a:t>
            </a:r>
            <a:r>
              <a:rPr lang="pt-BR" sz="1100" b="0" dirty="0">
                <a:solidFill>
                  <a:schemeClr val="tx2"/>
                </a:solidFill>
                <a:latin typeface="Poppins SemiBold" panose="00000700000000000000" pitchFamily="2" charset="0"/>
                <a:cs typeface="Poppins SemiBold" panose="00000700000000000000" pitchFamily="2" charset="0"/>
              </a:rPr>
              <a:t> </a:t>
            </a:r>
            <a:r>
              <a:rPr lang="pt-BR" sz="1100" b="0" dirty="0" err="1">
                <a:solidFill>
                  <a:schemeClr val="tx2"/>
                </a:solidFill>
                <a:latin typeface="Poppins SemiBold" panose="00000700000000000000" pitchFamily="2" charset="0"/>
                <a:cs typeface="Poppins SemiBold" panose="00000700000000000000" pitchFamily="2" charset="0"/>
              </a:rPr>
              <a:t>sit</a:t>
            </a:r>
            <a:endParaRPr lang="pt-BR" sz="1100" b="0" dirty="0">
              <a:solidFill>
                <a:schemeClr val="tx2"/>
              </a:solidFill>
              <a:latin typeface="Poppins SemiBold" panose="00000700000000000000" pitchFamily="2" charset="0"/>
              <a:cs typeface="Poppins SemiBold" panose="00000700000000000000" pitchFamily="2" charset="0"/>
            </a:endParaRPr>
          </a:p>
        </p:txBody>
      </p:sp>
      <p:sp>
        <p:nvSpPr>
          <p:cNvPr id="28" name="Título 1">
            <a:extLst>
              <a:ext uri="{FF2B5EF4-FFF2-40B4-BE49-F238E27FC236}">
                <a16:creationId xmlns:a16="http://schemas.microsoft.com/office/drawing/2014/main" id="{BF60C1D3-8415-F72E-D220-96D9EFC3EE19}"/>
              </a:ext>
            </a:extLst>
          </p:cNvPr>
          <p:cNvSpPr txBox="1">
            <a:spLocks/>
          </p:cNvSpPr>
          <p:nvPr/>
        </p:nvSpPr>
        <p:spPr>
          <a:xfrm>
            <a:off x="612963" y="2137789"/>
            <a:ext cx="849954" cy="32897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chemeClr val="accent1"/>
                </a:solidFill>
                <a:latin typeface="Poppins SemiBold" panose="00000700000000000000" pitchFamily="2" charset="0"/>
                <a:cs typeface="Poppins SemiBold" panose="00000700000000000000" pitchFamily="2" charset="0"/>
              </a:rPr>
              <a:t>Lorem</a:t>
            </a:r>
            <a:r>
              <a:rPr lang="pt-BR" sz="1000" b="0" dirty="0">
                <a:solidFill>
                  <a:schemeClr val="accent1"/>
                </a:solidFill>
                <a:latin typeface="Poppins SemiBold" panose="00000700000000000000" pitchFamily="2" charset="0"/>
                <a:cs typeface="Poppins SemiBold" panose="00000700000000000000" pitchFamily="2" charset="0"/>
              </a:rPr>
              <a:t> ipsum </a:t>
            </a:r>
            <a:r>
              <a:rPr lang="pt-BR" sz="1000" b="0" dirty="0" err="1">
                <a:solidFill>
                  <a:schemeClr val="accent1"/>
                </a:solidFill>
                <a:latin typeface="Poppins SemiBold" panose="00000700000000000000" pitchFamily="2" charset="0"/>
                <a:cs typeface="Poppins SemiBold" panose="00000700000000000000" pitchFamily="2" charset="0"/>
              </a:rPr>
              <a:t>dolor</a:t>
            </a:r>
            <a:r>
              <a:rPr lang="pt-BR" sz="1000" b="0" dirty="0">
                <a:solidFill>
                  <a:schemeClr val="accent1"/>
                </a:solidFill>
                <a:latin typeface="Poppins SemiBold" panose="00000700000000000000" pitchFamily="2" charset="0"/>
                <a:cs typeface="Poppins SemiBold" panose="00000700000000000000" pitchFamily="2" charset="0"/>
              </a:rPr>
              <a:t> </a:t>
            </a:r>
            <a:r>
              <a:rPr lang="pt-BR" sz="1000" b="0" dirty="0" err="1">
                <a:solidFill>
                  <a:schemeClr val="accent1"/>
                </a:solidFill>
                <a:latin typeface="Poppins SemiBold" panose="00000700000000000000" pitchFamily="2" charset="0"/>
                <a:cs typeface="Poppins SemiBold" panose="00000700000000000000" pitchFamily="2" charset="0"/>
              </a:rPr>
              <a:t>sit</a:t>
            </a:r>
            <a:endParaRPr lang="pt-BR" sz="1000" b="0" dirty="0">
              <a:solidFill>
                <a:schemeClr val="accent1"/>
              </a:solidFill>
              <a:latin typeface="Poppins SemiBold" panose="00000700000000000000" pitchFamily="2" charset="0"/>
              <a:cs typeface="Poppins SemiBold" panose="00000700000000000000" pitchFamily="2" charset="0"/>
            </a:endParaRPr>
          </a:p>
        </p:txBody>
      </p:sp>
      <p:grpSp>
        <p:nvGrpSpPr>
          <p:cNvPr id="31" name="Agrupar 30">
            <a:extLst>
              <a:ext uri="{FF2B5EF4-FFF2-40B4-BE49-F238E27FC236}">
                <a16:creationId xmlns:a16="http://schemas.microsoft.com/office/drawing/2014/main" id="{B932C86F-1978-385A-77DE-DAA8777773F3}"/>
              </a:ext>
            </a:extLst>
          </p:cNvPr>
          <p:cNvGrpSpPr/>
          <p:nvPr/>
        </p:nvGrpSpPr>
        <p:grpSpPr>
          <a:xfrm>
            <a:off x="1638578" y="2147152"/>
            <a:ext cx="1373922" cy="297415"/>
            <a:chOff x="1712863" y="2118516"/>
            <a:chExt cx="2084467" cy="451228"/>
          </a:xfrm>
        </p:grpSpPr>
        <p:pic>
          <p:nvPicPr>
            <p:cNvPr id="29" name="Imagem 28" descr="U&amp;M Mineração e Construção S/A | Matias Barbosa MG">
              <a:extLst>
                <a:ext uri="{FF2B5EF4-FFF2-40B4-BE49-F238E27FC236}">
                  <a16:creationId xmlns:a16="http://schemas.microsoft.com/office/drawing/2014/main" id="{0CD7E01E-F961-2E47-FB0A-453D86B1CED0}"/>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1712863" y="2134071"/>
              <a:ext cx="816607" cy="435673"/>
            </a:xfrm>
            <a:prstGeom prst="rect">
              <a:avLst/>
            </a:prstGeom>
          </p:spPr>
        </p:pic>
        <p:pic>
          <p:nvPicPr>
            <p:cNvPr id="30" name="Imagem 29" descr="Programa Trainee Armac - Sua hora de fazer acontecer">
              <a:extLst>
                <a:ext uri="{FF2B5EF4-FFF2-40B4-BE49-F238E27FC236}">
                  <a16:creationId xmlns:a16="http://schemas.microsoft.com/office/drawing/2014/main" id="{8E9F6B99-2B55-3111-402D-B13FBE73F13B}"/>
                </a:ext>
              </a:extLst>
            </p:cNvPr>
            <p:cNvPicPr>
              <a:picLocks noChangeAspect="1"/>
            </p:cNvPicPr>
            <p:nvPr/>
          </p:nvPicPr>
          <p:blipFill>
            <a:blip r:embed="rId4">
              <a:clrChange>
                <a:clrFrom>
                  <a:srgbClr val="FFFFFF"/>
                </a:clrFrom>
                <a:clrTo>
                  <a:srgbClr val="FFFFFF">
                    <a:alpha val="0"/>
                  </a:srgbClr>
                </a:clrTo>
              </a:clrChange>
              <a:duotone>
                <a:schemeClr val="accent3">
                  <a:shade val="45000"/>
                  <a:satMod val="135000"/>
                </a:schemeClr>
                <a:prstClr val="white"/>
              </a:duotone>
            </a:blip>
            <a:stretch>
              <a:fillRect/>
            </a:stretch>
          </p:blipFill>
          <p:spPr>
            <a:xfrm>
              <a:off x="2641848" y="2118516"/>
              <a:ext cx="1155482" cy="435672"/>
            </a:xfrm>
            <a:prstGeom prst="rect">
              <a:avLst/>
            </a:prstGeom>
          </p:spPr>
        </p:pic>
      </p:grpSp>
      <p:pic>
        <p:nvPicPr>
          <p:cNvPr id="32" name="Imagem 31">
            <a:extLst>
              <a:ext uri="{FF2B5EF4-FFF2-40B4-BE49-F238E27FC236}">
                <a16:creationId xmlns:a16="http://schemas.microsoft.com/office/drawing/2014/main" id="{BA6524D2-7FE0-AE05-CF6D-780C58E06FD1}"/>
              </a:ext>
            </a:extLst>
          </p:cNvPr>
          <p:cNvPicPr>
            <a:picLocks noChangeAspect="1"/>
          </p:cNvPicPr>
          <p:nvPr/>
        </p:nvPicPr>
        <p:blipFill>
          <a:blip r:embed="rId5">
            <a:clrChange>
              <a:clrFrom>
                <a:srgbClr val="FFFFFF"/>
              </a:clrFrom>
              <a:clrTo>
                <a:srgbClr val="FFFFFF">
                  <a:alpha val="0"/>
                </a:srgbClr>
              </a:clrTo>
            </a:clrChange>
          </a:blip>
          <a:srcRect t="12703" b="11630"/>
          <a:stretch>
            <a:fillRect/>
          </a:stretch>
        </p:blipFill>
        <p:spPr>
          <a:xfrm>
            <a:off x="1908777" y="2778057"/>
            <a:ext cx="980795" cy="742128"/>
          </a:xfrm>
          <a:prstGeom prst="rect">
            <a:avLst/>
          </a:prstGeom>
        </p:spPr>
      </p:pic>
      <p:pic>
        <p:nvPicPr>
          <p:cNvPr id="33" name="Imagem 32">
            <a:extLst>
              <a:ext uri="{FF2B5EF4-FFF2-40B4-BE49-F238E27FC236}">
                <a16:creationId xmlns:a16="http://schemas.microsoft.com/office/drawing/2014/main" id="{D76CB9AA-8A83-0E62-A455-5F45A0069A39}"/>
              </a:ext>
            </a:extLst>
          </p:cNvPr>
          <p:cNvPicPr>
            <a:picLocks noChangeAspect="1"/>
          </p:cNvPicPr>
          <p:nvPr/>
        </p:nvPicPr>
        <p:blipFill>
          <a:blip r:embed="rId6"/>
          <a:srcRect t="16019" b="16134"/>
          <a:stretch>
            <a:fillRect/>
          </a:stretch>
        </p:blipFill>
        <p:spPr>
          <a:xfrm>
            <a:off x="642172" y="2822496"/>
            <a:ext cx="1028328" cy="697688"/>
          </a:xfrm>
          <a:prstGeom prst="rect">
            <a:avLst/>
          </a:prstGeom>
        </p:spPr>
      </p:pic>
      <p:sp>
        <p:nvSpPr>
          <p:cNvPr id="35" name="Título 1">
            <a:extLst>
              <a:ext uri="{FF2B5EF4-FFF2-40B4-BE49-F238E27FC236}">
                <a16:creationId xmlns:a16="http://schemas.microsoft.com/office/drawing/2014/main" id="{734EF617-E35F-B49F-0207-18B500F23C67}"/>
              </a:ext>
            </a:extLst>
          </p:cNvPr>
          <p:cNvSpPr txBox="1">
            <a:spLocks/>
          </p:cNvSpPr>
          <p:nvPr/>
        </p:nvSpPr>
        <p:spPr>
          <a:xfrm>
            <a:off x="752752"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36" name="Retângulo: Cantos Arredondados 35">
            <a:extLst>
              <a:ext uri="{FF2B5EF4-FFF2-40B4-BE49-F238E27FC236}">
                <a16:creationId xmlns:a16="http://schemas.microsoft.com/office/drawing/2014/main" id="{6093B522-CAEF-1B34-5FD9-2BDEE818CE4D}"/>
              </a:ext>
            </a:extLst>
          </p:cNvPr>
          <p:cNvSpPr/>
          <p:nvPr/>
        </p:nvSpPr>
        <p:spPr>
          <a:xfrm>
            <a:off x="612962"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37" name="Título 1">
            <a:extLst>
              <a:ext uri="{FF2B5EF4-FFF2-40B4-BE49-F238E27FC236}">
                <a16:creationId xmlns:a16="http://schemas.microsoft.com/office/drawing/2014/main" id="{64EC824C-BDBB-1C1F-8BBF-9EF5306BA64A}"/>
              </a:ext>
            </a:extLst>
          </p:cNvPr>
          <p:cNvSpPr txBox="1">
            <a:spLocks/>
          </p:cNvSpPr>
          <p:nvPr/>
        </p:nvSpPr>
        <p:spPr>
          <a:xfrm>
            <a:off x="1993277"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38" name="Retângulo: Cantos Arredondados 37">
            <a:extLst>
              <a:ext uri="{FF2B5EF4-FFF2-40B4-BE49-F238E27FC236}">
                <a16:creationId xmlns:a16="http://schemas.microsoft.com/office/drawing/2014/main" id="{D30060DC-F9BF-DD58-F5DA-19E913EF523F}"/>
              </a:ext>
            </a:extLst>
          </p:cNvPr>
          <p:cNvSpPr/>
          <p:nvPr/>
        </p:nvSpPr>
        <p:spPr>
          <a:xfrm>
            <a:off x="1853487"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39" name="Retângulo: Cantos Arredondados 138">
            <a:extLst>
              <a:ext uri="{FF2B5EF4-FFF2-40B4-BE49-F238E27FC236}">
                <a16:creationId xmlns:a16="http://schemas.microsoft.com/office/drawing/2014/main" id="{92E56D9F-6226-AE78-5128-8972219266B8}"/>
              </a:ext>
            </a:extLst>
          </p:cNvPr>
          <p:cNvSpPr/>
          <p:nvPr/>
        </p:nvSpPr>
        <p:spPr>
          <a:xfrm>
            <a:off x="3573716" y="1613815"/>
            <a:ext cx="2331900" cy="299733"/>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2"/>
              </a:solidFill>
              <a:latin typeface="Source Serif Pro" panose="02040603050405020204" pitchFamily="18" charset="0"/>
              <a:ea typeface="Source Serif Pro" panose="02040603050405020204" pitchFamily="18" charset="0"/>
            </a:endParaRPr>
          </a:p>
        </p:txBody>
      </p:sp>
      <p:sp>
        <p:nvSpPr>
          <p:cNvPr id="140" name="Título 1">
            <a:extLst>
              <a:ext uri="{FF2B5EF4-FFF2-40B4-BE49-F238E27FC236}">
                <a16:creationId xmlns:a16="http://schemas.microsoft.com/office/drawing/2014/main" id="{8CDF6F98-E309-453B-3F74-C29766852AD5}"/>
              </a:ext>
            </a:extLst>
          </p:cNvPr>
          <p:cNvSpPr txBox="1">
            <a:spLocks/>
          </p:cNvSpPr>
          <p:nvPr/>
        </p:nvSpPr>
        <p:spPr>
          <a:xfrm>
            <a:off x="3913039" y="1662192"/>
            <a:ext cx="1653255" cy="1564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100" b="0" dirty="0" err="1">
                <a:solidFill>
                  <a:schemeClr val="tx2"/>
                </a:solidFill>
                <a:latin typeface="Poppins SemiBold" panose="00000700000000000000" pitchFamily="2" charset="0"/>
                <a:cs typeface="Poppins SemiBold" panose="00000700000000000000" pitchFamily="2" charset="0"/>
              </a:rPr>
              <a:t>Lorem</a:t>
            </a:r>
            <a:r>
              <a:rPr lang="pt-BR" sz="1100" b="0" dirty="0">
                <a:solidFill>
                  <a:schemeClr val="tx2"/>
                </a:solidFill>
                <a:latin typeface="Poppins SemiBold" panose="00000700000000000000" pitchFamily="2" charset="0"/>
                <a:cs typeface="Poppins SemiBold" panose="00000700000000000000" pitchFamily="2" charset="0"/>
              </a:rPr>
              <a:t> ipsum </a:t>
            </a:r>
            <a:r>
              <a:rPr lang="pt-BR" sz="1100" b="0" dirty="0" err="1">
                <a:solidFill>
                  <a:schemeClr val="tx2"/>
                </a:solidFill>
                <a:latin typeface="Poppins SemiBold" panose="00000700000000000000" pitchFamily="2" charset="0"/>
                <a:cs typeface="Poppins SemiBold" panose="00000700000000000000" pitchFamily="2" charset="0"/>
              </a:rPr>
              <a:t>dolor</a:t>
            </a:r>
            <a:r>
              <a:rPr lang="pt-BR" sz="1100" b="0" dirty="0">
                <a:solidFill>
                  <a:schemeClr val="tx2"/>
                </a:solidFill>
                <a:latin typeface="Poppins SemiBold" panose="00000700000000000000" pitchFamily="2" charset="0"/>
                <a:cs typeface="Poppins SemiBold" panose="00000700000000000000" pitchFamily="2" charset="0"/>
              </a:rPr>
              <a:t> </a:t>
            </a:r>
            <a:r>
              <a:rPr lang="pt-BR" sz="1100" b="0" dirty="0" err="1">
                <a:solidFill>
                  <a:schemeClr val="tx2"/>
                </a:solidFill>
                <a:latin typeface="Poppins SemiBold" panose="00000700000000000000" pitchFamily="2" charset="0"/>
                <a:cs typeface="Poppins SemiBold" panose="00000700000000000000" pitchFamily="2" charset="0"/>
              </a:rPr>
              <a:t>sit</a:t>
            </a:r>
            <a:endParaRPr lang="pt-BR" sz="1100" b="0" dirty="0">
              <a:solidFill>
                <a:schemeClr val="tx2"/>
              </a:solidFill>
              <a:latin typeface="Poppins SemiBold" panose="00000700000000000000" pitchFamily="2" charset="0"/>
              <a:cs typeface="Poppins SemiBold" panose="00000700000000000000" pitchFamily="2" charset="0"/>
            </a:endParaRPr>
          </a:p>
        </p:txBody>
      </p:sp>
      <p:sp>
        <p:nvSpPr>
          <p:cNvPr id="141" name="Título 1">
            <a:extLst>
              <a:ext uri="{FF2B5EF4-FFF2-40B4-BE49-F238E27FC236}">
                <a16:creationId xmlns:a16="http://schemas.microsoft.com/office/drawing/2014/main" id="{5F5FE521-2388-0318-8365-90CFFF336C70}"/>
              </a:ext>
            </a:extLst>
          </p:cNvPr>
          <p:cNvSpPr txBox="1">
            <a:spLocks/>
          </p:cNvSpPr>
          <p:nvPr/>
        </p:nvSpPr>
        <p:spPr>
          <a:xfrm>
            <a:off x="3573717" y="2137789"/>
            <a:ext cx="849954" cy="32897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chemeClr val="accent1"/>
                </a:solidFill>
                <a:latin typeface="Poppins SemiBold" panose="00000700000000000000" pitchFamily="2" charset="0"/>
                <a:cs typeface="Poppins SemiBold" panose="00000700000000000000" pitchFamily="2" charset="0"/>
              </a:rPr>
              <a:t>Lorem</a:t>
            </a:r>
            <a:r>
              <a:rPr lang="pt-BR" sz="1000" b="0" dirty="0">
                <a:solidFill>
                  <a:schemeClr val="accent1"/>
                </a:solidFill>
                <a:latin typeface="Poppins SemiBold" panose="00000700000000000000" pitchFamily="2" charset="0"/>
                <a:cs typeface="Poppins SemiBold" panose="00000700000000000000" pitchFamily="2" charset="0"/>
              </a:rPr>
              <a:t> ipsum </a:t>
            </a:r>
            <a:r>
              <a:rPr lang="pt-BR" sz="1000" b="0" dirty="0" err="1">
                <a:solidFill>
                  <a:schemeClr val="accent1"/>
                </a:solidFill>
                <a:latin typeface="Poppins SemiBold" panose="00000700000000000000" pitchFamily="2" charset="0"/>
                <a:cs typeface="Poppins SemiBold" panose="00000700000000000000" pitchFamily="2" charset="0"/>
              </a:rPr>
              <a:t>dolor</a:t>
            </a:r>
            <a:r>
              <a:rPr lang="pt-BR" sz="1000" b="0" dirty="0">
                <a:solidFill>
                  <a:schemeClr val="accent1"/>
                </a:solidFill>
                <a:latin typeface="Poppins SemiBold" panose="00000700000000000000" pitchFamily="2" charset="0"/>
                <a:cs typeface="Poppins SemiBold" panose="00000700000000000000" pitchFamily="2" charset="0"/>
              </a:rPr>
              <a:t> </a:t>
            </a:r>
            <a:r>
              <a:rPr lang="pt-BR" sz="1000" b="0" dirty="0" err="1">
                <a:solidFill>
                  <a:schemeClr val="accent1"/>
                </a:solidFill>
                <a:latin typeface="Poppins SemiBold" panose="00000700000000000000" pitchFamily="2" charset="0"/>
                <a:cs typeface="Poppins SemiBold" panose="00000700000000000000" pitchFamily="2" charset="0"/>
              </a:rPr>
              <a:t>sit</a:t>
            </a:r>
            <a:endParaRPr lang="pt-BR" sz="1000" b="0" dirty="0">
              <a:solidFill>
                <a:schemeClr val="accent1"/>
              </a:solidFill>
              <a:latin typeface="Poppins SemiBold" panose="00000700000000000000" pitchFamily="2" charset="0"/>
              <a:cs typeface="Poppins SemiBold" panose="00000700000000000000" pitchFamily="2" charset="0"/>
            </a:endParaRPr>
          </a:p>
        </p:txBody>
      </p:sp>
      <p:grpSp>
        <p:nvGrpSpPr>
          <p:cNvPr id="142" name="Agrupar 141">
            <a:extLst>
              <a:ext uri="{FF2B5EF4-FFF2-40B4-BE49-F238E27FC236}">
                <a16:creationId xmlns:a16="http://schemas.microsoft.com/office/drawing/2014/main" id="{CC3EAB47-910A-9261-4CD1-1BE380F26C94}"/>
              </a:ext>
            </a:extLst>
          </p:cNvPr>
          <p:cNvGrpSpPr/>
          <p:nvPr/>
        </p:nvGrpSpPr>
        <p:grpSpPr>
          <a:xfrm>
            <a:off x="4599332" y="2147152"/>
            <a:ext cx="1373922" cy="297415"/>
            <a:chOff x="1712863" y="2118516"/>
            <a:chExt cx="2084467" cy="451228"/>
          </a:xfrm>
        </p:grpSpPr>
        <p:pic>
          <p:nvPicPr>
            <p:cNvPr id="150" name="Imagem 149" descr="U&amp;M Mineração e Construção S/A | Matias Barbosa MG">
              <a:extLst>
                <a:ext uri="{FF2B5EF4-FFF2-40B4-BE49-F238E27FC236}">
                  <a16:creationId xmlns:a16="http://schemas.microsoft.com/office/drawing/2014/main" id="{C29764B9-956E-8F0A-0053-B048A126EB83}"/>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1712863" y="2134071"/>
              <a:ext cx="816607" cy="435673"/>
            </a:xfrm>
            <a:prstGeom prst="rect">
              <a:avLst/>
            </a:prstGeom>
          </p:spPr>
        </p:pic>
        <p:pic>
          <p:nvPicPr>
            <p:cNvPr id="151" name="Imagem 150" descr="Programa Trainee Armac - Sua hora de fazer acontecer">
              <a:extLst>
                <a:ext uri="{FF2B5EF4-FFF2-40B4-BE49-F238E27FC236}">
                  <a16:creationId xmlns:a16="http://schemas.microsoft.com/office/drawing/2014/main" id="{F62DBFC3-B08D-0B21-43B3-3DD0CFB3CFC3}"/>
                </a:ext>
              </a:extLst>
            </p:cNvPr>
            <p:cNvPicPr>
              <a:picLocks noChangeAspect="1"/>
            </p:cNvPicPr>
            <p:nvPr/>
          </p:nvPicPr>
          <p:blipFill>
            <a:blip r:embed="rId4">
              <a:clrChange>
                <a:clrFrom>
                  <a:srgbClr val="FFFFFF"/>
                </a:clrFrom>
                <a:clrTo>
                  <a:srgbClr val="FFFFFF">
                    <a:alpha val="0"/>
                  </a:srgbClr>
                </a:clrTo>
              </a:clrChange>
              <a:duotone>
                <a:schemeClr val="accent3">
                  <a:shade val="45000"/>
                  <a:satMod val="135000"/>
                </a:schemeClr>
                <a:prstClr val="white"/>
              </a:duotone>
            </a:blip>
            <a:stretch>
              <a:fillRect/>
            </a:stretch>
          </p:blipFill>
          <p:spPr>
            <a:xfrm>
              <a:off x="2641848" y="2118516"/>
              <a:ext cx="1155482" cy="435672"/>
            </a:xfrm>
            <a:prstGeom prst="rect">
              <a:avLst/>
            </a:prstGeom>
          </p:spPr>
        </p:pic>
      </p:grpSp>
      <p:pic>
        <p:nvPicPr>
          <p:cNvPr id="144" name="Imagem 143">
            <a:extLst>
              <a:ext uri="{FF2B5EF4-FFF2-40B4-BE49-F238E27FC236}">
                <a16:creationId xmlns:a16="http://schemas.microsoft.com/office/drawing/2014/main" id="{471A30A1-3A28-2F2B-9A1D-A7E50181003E}"/>
              </a:ext>
            </a:extLst>
          </p:cNvPr>
          <p:cNvPicPr>
            <a:picLocks noChangeAspect="1"/>
          </p:cNvPicPr>
          <p:nvPr/>
        </p:nvPicPr>
        <p:blipFill>
          <a:blip r:embed="rId5">
            <a:clrChange>
              <a:clrFrom>
                <a:srgbClr val="FFFFFF"/>
              </a:clrFrom>
              <a:clrTo>
                <a:srgbClr val="FFFFFF">
                  <a:alpha val="0"/>
                </a:srgbClr>
              </a:clrTo>
            </a:clrChange>
          </a:blip>
          <a:srcRect t="12703" b="11630"/>
          <a:stretch>
            <a:fillRect/>
          </a:stretch>
        </p:blipFill>
        <p:spPr>
          <a:xfrm>
            <a:off x="4869531" y="2778057"/>
            <a:ext cx="980795" cy="742128"/>
          </a:xfrm>
          <a:prstGeom prst="rect">
            <a:avLst/>
          </a:prstGeom>
        </p:spPr>
      </p:pic>
      <p:pic>
        <p:nvPicPr>
          <p:cNvPr id="145" name="Imagem 144">
            <a:extLst>
              <a:ext uri="{FF2B5EF4-FFF2-40B4-BE49-F238E27FC236}">
                <a16:creationId xmlns:a16="http://schemas.microsoft.com/office/drawing/2014/main" id="{C503BB8F-B16F-F446-7332-BCAADE0F79D0}"/>
              </a:ext>
            </a:extLst>
          </p:cNvPr>
          <p:cNvPicPr>
            <a:picLocks noChangeAspect="1"/>
          </p:cNvPicPr>
          <p:nvPr/>
        </p:nvPicPr>
        <p:blipFill>
          <a:blip r:embed="rId6"/>
          <a:srcRect t="16019" b="16134"/>
          <a:stretch>
            <a:fillRect/>
          </a:stretch>
        </p:blipFill>
        <p:spPr>
          <a:xfrm>
            <a:off x="3602926" y="2822496"/>
            <a:ext cx="1028328" cy="697688"/>
          </a:xfrm>
          <a:prstGeom prst="rect">
            <a:avLst/>
          </a:prstGeom>
        </p:spPr>
      </p:pic>
      <p:sp>
        <p:nvSpPr>
          <p:cNvPr id="146" name="Título 1">
            <a:extLst>
              <a:ext uri="{FF2B5EF4-FFF2-40B4-BE49-F238E27FC236}">
                <a16:creationId xmlns:a16="http://schemas.microsoft.com/office/drawing/2014/main" id="{5B5B0573-2B87-2F4B-381A-BFFF24261425}"/>
              </a:ext>
            </a:extLst>
          </p:cNvPr>
          <p:cNvSpPr txBox="1">
            <a:spLocks/>
          </p:cNvSpPr>
          <p:nvPr/>
        </p:nvSpPr>
        <p:spPr>
          <a:xfrm>
            <a:off x="3713506"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47" name="Retângulo: Cantos Arredondados 146">
            <a:extLst>
              <a:ext uri="{FF2B5EF4-FFF2-40B4-BE49-F238E27FC236}">
                <a16:creationId xmlns:a16="http://schemas.microsoft.com/office/drawing/2014/main" id="{7D6C45CD-81A3-41D2-B4AE-6BCDD474F9C7}"/>
              </a:ext>
            </a:extLst>
          </p:cNvPr>
          <p:cNvSpPr/>
          <p:nvPr/>
        </p:nvSpPr>
        <p:spPr>
          <a:xfrm>
            <a:off x="3573716"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48" name="Título 1">
            <a:extLst>
              <a:ext uri="{FF2B5EF4-FFF2-40B4-BE49-F238E27FC236}">
                <a16:creationId xmlns:a16="http://schemas.microsoft.com/office/drawing/2014/main" id="{31687317-0538-773E-4DEB-361E03A3392D}"/>
              </a:ext>
            </a:extLst>
          </p:cNvPr>
          <p:cNvSpPr txBox="1">
            <a:spLocks/>
          </p:cNvSpPr>
          <p:nvPr/>
        </p:nvSpPr>
        <p:spPr>
          <a:xfrm>
            <a:off x="4954031"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49" name="Retângulo: Cantos Arredondados 148">
            <a:extLst>
              <a:ext uri="{FF2B5EF4-FFF2-40B4-BE49-F238E27FC236}">
                <a16:creationId xmlns:a16="http://schemas.microsoft.com/office/drawing/2014/main" id="{7298A3C6-416C-C422-B868-C22BEAEAD4A8}"/>
              </a:ext>
            </a:extLst>
          </p:cNvPr>
          <p:cNvSpPr/>
          <p:nvPr/>
        </p:nvSpPr>
        <p:spPr>
          <a:xfrm>
            <a:off x="4814241"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53" name="Retângulo: Cantos Arredondados 152">
            <a:extLst>
              <a:ext uri="{FF2B5EF4-FFF2-40B4-BE49-F238E27FC236}">
                <a16:creationId xmlns:a16="http://schemas.microsoft.com/office/drawing/2014/main" id="{5CB8BEB8-C0A4-A600-E9BE-A517B18D297E}"/>
              </a:ext>
            </a:extLst>
          </p:cNvPr>
          <p:cNvSpPr/>
          <p:nvPr/>
        </p:nvSpPr>
        <p:spPr>
          <a:xfrm>
            <a:off x="6534470" y="1613815"/>
            <a:ext cx="2331900" cy="299733"/>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2"/>
              </a:solidFill>
              <a:latin typeface="Source Serif Pro" panose="02040603050405020204" pitchFamily="18" charset="0"/>
              <a:ea typeface="Source Serif Pro" panose="02040603050405020204" pitchFamily="18" charset="0"/>
            </a:endParaRPr>
          </a:p>
        </p:txBody>
      </p:sp>
      <p:sp>
        <p:nvSpPr>
          <p:cNvPr id="154" name="Título 1">
            <a:extLst>
              <a:ext uri="{FF2B5EF4-FFF2-40B4-BE49-F238E27FC236}">
                <a16:creationId xmlns:a16="http://schemas.microsoft.com/office/drawing/2014/main" id="{E27A166C-CB46-C041-7D4D-BA08FFF34F7E}"/>
              </a:ext>
            </a:extLst>
          </p:cNvPr>
          <p:cNvSpPr txBox="1">
            <a:spLocks/>
          </p:cNvSpPr>
          <p:nvPr/>
        </p:nvSpPr>
        <p:spPr>
          <a:xfrm>
            <a:off x="6873793" y="1662192"/>
            <a:ext cx="1653255" cy="1564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100" b="0" dirty="0" err="1">
                <a:solidFill>
                  <a:schemeClr val="tx2"/>
                </a:solidFill>
                <a:latin typeface="Poppins SemiBold" panose="00000700000000000000" pitchFamily="2" charset="0"/>
                <a:cs typeface="Poppins SemiBold" panose="00000700000000000000" pitchFamily="2" charset="0"/>
              </a:rPr>
              <a:t>Lorem</a:t>
            </a:r>
            <a:r>
              <a:rPr lang="pt-BR" sz="1100" b="0" dirty="0">
                <a:solidFill>
                  <a:schemeClr val="tx2"/>
                </a:solidFill>
                <a:latin typeface="Poppins SemiBold" panose="00000700000000000000" pitchFamily="2" charset="0"/>
                <a:cs typeface="Poppins SemiBold" panose="00000700000000000000" pitchFamily="2" charset="0"/>
              </a:rPr>
              <a:t> ipsum </a:t>
            </a:r>
            <a:r>
              <a:rPr lang="pt-BR" sz="1100" b="0" dirty="0" err="1">
                <a:solidFill>
                  <a:schemeClr val="tx2"/>
                </a:solidFill>
                <a:latin typeface="Poppins SemiBold" panose="00000700000000000000" pitchFamily="2" charset="0"/>
                <a:cs typeface="Poppins SemiBold" panose="00000700000000000000" pitchFamily="2" charset="0"/>
              </a:rPr>
              <a:t>dolor</a:t>
            </a:r>
            <a:r>
              <a:rPr lang="pt-BR" sz="1100" b="0" dirty="0">
                <a:solidFill>
                  <a:schemeClr val="tx2"/>
                </a:solidFill>
                <a:latin typeface="Poppins SemiBold" panose="00000700000000000000" pitchFamily="2" charset="0"/>
                <a:cs typeface="Poppins SemiBold" panose="00000700000000000000" pitchFamily="2" charset="0"/>
              </a:rPr>
              <a:t> </a:t>
            </a:r>
            <a:r>
              <a:rPr lang="pt-BR" sz="1100" b="0" dirty="0" err="1">
                <a:solidFill>
                  <a:schemeClr val="tx2"/>
                </a:solidFill>
                <a:latin typeface="Poppins SemiBold" panose="00000700000000000000" pitchFamily="2" charset="0"/>
                <a:cs typeface="Poppins SemiBold" panose="00000700000000000000" pitchFamily="2" charset="0"/>
              </a:rPr>
              <a:t>sit</a:t>
            </a:r>
            <a:endParaRPr lang="pt-BR" sz="1100" b="0" dirty="0">
              <a:solidFill>
                <a:schemeClr val="tx2"/>
              </a:solidFill>
              <a:latin typeface="Poppins SemiBold" panose="00000700000000000000" pitchFamily="2" charset="0"/>
              <a:cs typeface="Poppins SemiBold" panose="00000700000000000000" pitchFamily="2" charset="0"/>
            </a:endParaRPr>
          </a:p>
        </p:txBody>
      </p:sp>
      <p:sp>
        <p:nvSpPr>
          <p:cNvPr id="155" name="Título 1">
            <a:extLst>
              <a:ext uri="{FF2B5EF4-FFF2-40B4-BE49-F238E27FC236}">
                <a16:creationId xmlns:a16="http://schemas.microsoft.com/office/drawing/2014/main" id="{36D82AFC-A432-DEC8-0426-E505ADAFB172}"/>
              </a:ext>
            </a:extLst>
          </p:cNvPr>
          <p:cNvSpPr txBox="1">
            <a:spLocks/>
          </p:cNvSpPr>
          <p:nvPr/>
        </p:nvSpPr>
        <p:spPr>
          <a:xfrm>
            <a:off x="6534471" y="2137789"/>
            <a:ext cx="849954" cy="32897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chemeClr val="accent1"/>
                </a:solidFill>
                <a:latin typeface="Poppins SemiBold" panose="00000700000000000000" pitchFamily="2" charset="0"/>
                <a:cs typeface="Poppins SemiBold" panose="00000700000000000000" pitchFamily="2" charset="0"/>
              </a:rPr>
              <a:t>Lorem</a:t>
            </a:r>
            <a:r>
              <a:rPr lang="pt-BR" sz="1000" b="0" dirty="0">
                <a:solidFill>
                  <a:schemeClr val="accent1"/>
                </a:solidFill>
                <a:latin typeface="Poppins SemiBold" panose="00000700000000000000" pitchFamily="2" charset="0"/>
                <a:cs typeface="Poppins SemiBold" panose="00000700000000000000" pitchFamily="2" charset="0"/>
              </a:rPr>
              <a:t> ipsum </a:t>
            </a:r>
            <a:r>
              <a:rPr lang="pt-BR" sz="1000" b="0" dirty="0" err="1">
                <a:solidFill>
                  <a:schemeClr val="accent1"/>
                </a:solidFill>
                <a:latin typeface="Poppins SemiBold" panose="00000700000000000000" pitchFamily="2" charset="0"/>
                <a:cs typeface="Poppins SemiBold" panose="00000700000000000000" pitchFamily="2" charset="0"/>
              </a:rPr>
              <a:t>dolor</a:t>
            </a:r>
            <a:r>
              <a:rPr lang="pt-BR" sz="1000" b="0" dirty="0">
                <a:solidFill>
                  <a:schemeClr val="accent1"/>
                </a:solidFill>
                <a:latin typeface="Poppins SemiBold" panose="00000700000000000000" pitchFamily="2" charset="0"/>
                <a:cs typeface="Poppins SemiBold" panose="00000700000000000000" pitchFamily="2" charset="0"/>
              </a:rPr>
              <a:t> </a:t>
            </a:r>
            <a:r>
              <a:rPr lang="pt-BR" sz="1000" b="0" dirty="0" err="1">
                <a:solidFill>
                  <a:schemeClr val="accent1"/>
                </a:solidFill>
                <a:latin typeface="Poppins SemiBold" panose="00000700000000000000" pitchFamily="2" charset="0"/>
                <a:cs typeface="Poppins SemiBold" panose="00000700000000000000" pitchFamily="2" charset="0"/>
              </a:rPr>
              <a:t>sit</a:t>
            </a:r>
            <a:endParaRPr lang="pt-BR" sz="1000" b="0" dirty="0">
              <a:solidFill>
                <a:schemeClr val="accent1"/>
              </a:solidFill>
              <a:latin typeface="Poppins SemiBold" panose="00000700000000000000" pitchFamily="2" charset="0"/>
              <a:cs typeface="Poppins SemiBold" panose="00000700000000000000" pitchFamily="2" charset="0"/>
            </a:endParaRPr>
          </a:p>
        </p:txBody>
      </p:sp>
      <p:grpSp>
        <p:nvGrpSpPr>
          <p:cNvPr id="156" name="Agrupar 155">
            <a:extLst>
              <a:ext uri="{FF2B5EF4-FFF2-40B4-BE49-F238E27FC236}">
                <a16:creationId xmlns:a16="http://schemas.microsoft.com/office/drawing/2014/main" id="{65251588-1BF9-AE2F-36D9-073306747518}"/>
              </a:ext>
            </a:extLst>
          </p:cNvPr>
          <p:cNvGrpSpPr/>
          <p:nvPr/>
        </p:nvGrpSpPr>
        <p:grpSpPr>
          <a:xfrm>
            <a:off x="7560086" y="2147152"/>
            <a:ext cx="1373922" cy="297415"/>
            <a:chOff x="1712863" y="2118516"/>
            <a:chExt cx="2084467" cy="451228"/>
          </a:xfrm>
        </p:grpSpPr>
        <p:pic>
          <p:nvPicPr>
            <p:cNvPr id="164" name="Imagem 163" descr="U&amp;M Mineração e Construção S/A | Matias Barbosa MG">
              <a:extLst>
                <a:ext uri="{FF2B5EF4-FFF2-40B4-BE49-F238E27FC236}">
                  <a16:creationId xmlns:a16="http://schemas.microsoft.com/office/drawing/2014/main" id="{0C2FD8F4-53A0-DC62-FEFD-FBB1C2954B51}"/>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1712863" y="2134071"/>
              <a:ext cx="816607" cy="435673"/>
            </a:xfrm>
            <a:prstGeom prst="rect">
              <a:avLst/>
            </a:prstGeom>
          </p:spPr>
        </p:pic>
        <p:pic>
          <p:nvPicPr>
            <p:cNvPr id="165" name="Imagem 164" descr="Programa Trainee Armac - Sua hora de fazer acontecer">
              <a:extLst>
                <a:ext uri="{FF2B5EF4-FFF2-40B4-BE49-F238E27FC236}">
                  <a16:creationId xmlns:a16="http://schemas.microsoft.com/office/drawing/2014/main" id="{9ECD98F4-722A-07DD-94E4-3D11AC7159FD}"/>
                </a:ext>
              </a:extLst>
            </p:cNvPr>
            <p:cNvPicPr>
              <a:picLocks noChangeAspect="1"/>
            </p:cNvPicPr>
            <p:nvPr/>
          </p:nvPicPr>
          <p:blipFill>
            <a:blip r:embed="rId4">
              <a:clrChange>
                <a:clrFrom>
                  <a:srgbClr val="FFFFFF"/>
                </a:clrFrom>
                <a:clrTo>
                  <a:srgbClr val="FFFFFF">
                    <a:alpha val="0"/>
                  </a:srgbClr>
                </a:clrTo>
              </a:clrChange>
              <a:duotone>
                <a:schemeClr val="accent3">
                  <a:shade val="45000"/>
                  <a:satMod val="135000"/>
                </a:schemeClr>
                <a:prstClr val="white"/>
              </a:duotone>
            </a:blip>
            <a:stretch>
              <a:fillRect/>
            </a:stretch>
          </p:blipFill>
          <p:spPr>
            <a:xfrm>
              <a:off x="2641848" y="2118516"/>
              <a:ext cx="1155482" cy="435672"/>
            </a:xfrm>
            <a:prstGeom prst="rect">
              <a:avLst/>
            </a:prstGeom>
          </p:spPr>
        </p:pic>
      </p:grpSp>
      <p:pic>
        <p:nvPicPr>
          <p:cNvPr id="158" name="Imagem 157">
            <a:extLst>
              <a:ext uri="{FF2B5EF4-FFF2-40B4-BE49-F238E27FC236}">
                <a16:creationId xmlns:a16="http://schemas.microsoft.com/office/drawing/2014/main" id="{E831E9F8-E839-2751-0F13-2B04AC82595B}"/>
              </a:ext>
            </a:extLst>
          </p:cNvPr>
          <p:cNvPicPr>
            <a:picLocks noChangeAspect="1"/>
          </p:cNvPicPr>
          <p:nvPr/>
        </p:nvPicPr>
        <p:blipFill>
          <a:blip r:embed="rId5">
            <a:clrChange>
              <a:clrFrom>
                <a:srgbClr val="FFFFFF"/>
              </a:clrFrom>
              <a:clrTo>
                <a:srgbClr val="FFFFFF">
                  <a:alpha val="0"/>
                </a:srgbClr>
              </a:clrTo>
            </a:clrChange>
          </a:blip>
          <a:srcRect t="12703" b="11630"/>
          <a:stretch>
            <a:fillRect/>
          </a:stretch>
        </p:blipFill>
        <p:spPr>
          <a:xfrm>
            <a:off x="7830285" y="2778057"/>
            <a:ext cx="980795" cy="742128"/>
          </a:xfrm>
          <a:prstGeom prst="rect">
            <a:avLst/>
          </a:prstGeom>
        </p:spPr>
      </p:pic>
      <p:pic>
        <p:nvPicPr>
          <p:cNvPr id="159" name="Imagem 158">
            <a:extLst>
              <a:ext uri="{FF2B5EF4-FFF2-40B4-BE49-F238E27FC236}">
                <a16:creationId xmlns:a16="http://schemas.microsoft.com/office/drawing/2014/main" id="{4BA77EF4-DC02-E0EC-9DF2-625C88D95FC6}"/>
              </a:ext>
            </a:extLst>
          </p:cNvPr>
          <p:cNvPicPr>
            <a:picLocks noChangeAspect="1"/>
          </p:cNvPicPr>
          <p:nvPr/>
        </p:nvPicPr>
        <p:blipFill>
          <a:blip r:embed="rId6"/>
          <a:srcRect t="16019" b="16134"/>
          <a:stretch>
            <a:fillRect/>
          </a:stretch>
        </p:blipFill>
        <p:spPr>
          <a:xfrm>
            <a:off x="6563680" y="2822496"/>
            <a:ext cx="1028328" cy="697688"/>
          </a:xfrm>
          <a:prstGeom prst="rect">
            <a:avLst/>
          </a:prstGeom>
        </p:spPr>
      </p:pic>
      <p:sp>
        <p:nvSpPr>
          <p:cNvPr id="160" name="Título 1">
            <a:extLst>
              <a:ext uri="{FF2B5EF4-FFF2-40B4-BE49-F238E27FC236}">
                <a16:creationId xmlns:a16="http://schemas.microsoft.com/office/drawing/2014/main" id="{B059E0A7-C591-78CC-BBBF-FE625E260381}"/>
              </a:ext>
            </a:extLst>
          </p:cNvPr>
          <p:cNvSpPr txBox="1">
            <a:spLocks/>
          </p:cNvSpPr>
          <p:nvPr/>
        </p:nvSpPr>
        <p:spPr>
          <a:xfrm>
            <a:off x="6674260"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61" name="Retângulo: Cantos Arredondados 160">
            <a:extLst>
              <a:ext uri="{FF2B5EF4-FFF2-40B4-BE49-F238E27FC236}">
                <a16:creationId xmlns:a16="http://schemas.microsoft.com/office/drawing/2014/main" id="{705C1E68-C995-AE67-3669-78B960E8D734}"/>
              </a:ext>
            </a:extLst>
          </p:cNvPr>
          <p:cNvSpPr/>
          <p:nvPr/>
        </p:nvSpPr>
        <p:spPr>
          <a:xfrm>
            <a:off x="6534470"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62" name="Título 1">
            <a:extLst>
              <a:ext uri="{FF2B5EF4-FFF2-40B4-BE49-F238E27FC236}">
                <a16:creationId xmlns:a16="http://schemas.microsoft.com/office/drawing/2014/main" id="{E2AA9375-12F6-B6F7-DEF0-C5195E0282DE}"/>
              </a:ext>
            </a:extLst>
          </p:cNvPr>
          <p:cNvSpPr txBox="1">
            <a:spLocks/>
          </p:cNvSpPr>
          <p:nvPr/>
        </p:nvSpPr>
        <p:spPr>
          <a:xfrm>
            <a:off x="7914785"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63" name="Retângulo: Cantos Arredondados 162">
            <a:extLst>
              <a:ext uri="{FF2B5EF4-FFF2-40B4-BE49-F238E27FC236}">
                <a16:creationId xmlns:a16="http://schemas.microsoft.com/office/drawing/2014/main" id="{7ED877E8-DC0A-E3CF-C4A4-8F3F99682FEF}"/>
              </a:ext>
            </a:extLst>
          </p:cNvPr>
          <p:cNvSpPr/>
          <p:nvPr/>
        </p:nvSpPr>
        <p:spPr>
          <a:xfrm>
            <a:off x="7774995"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67" name="Retângulo: Cantos Arredondados 166">
            <a:extLst>
              <a:ext uri="{FF2B5EF4-FFF2-40B4-BE49-F238E27FC236}">
                <a16:creationId xmlns:a16="http://schemas.microsoft.com/office/drawing/2014/main" id="{E0ED5B74-CBAC-92C9-E6FA-9FA510F60149}"/>
              </a:ext>
            </a:extLst>
          </p:cNvPr>
          <p:cNvSpPr/>
          <p:nvPr/>
        </p:nvSpPr>
        <p:spPr>
          <a:xfrm>
            <a:off x="9495224" y="1613815"/>
            <a:ext cx="2331900" cy="299733"/>
          </a:xfrm>
          <a:prstGeom prst="roundRect">
            <a:avLst>
              <a:gd name="adj" fmla="val 50000"/>
            </a:avLst>
          </a:prstGeom>
          <a:solidFill>
            <a:schemeClr val="bg1"/>
          </a:solidFill>
          <a:ln w="6350">
            <a:noFill/>
          </a:ln>
          <a:effectLst>
            <a:outerShdw blurRad="63500" sx="102000" sy="102000" algn="ctr" rotWithShape="0">
              <a:schemeClr val="bg1">
                <a:lumMod val="75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2"/>
              </a:solidFill>
              <a:latin typeface="Source Serif Pro" panose="02040603050405020204" pitchFamily="18" charset="0"/>
              <a:ea typeface="Source Serif Pro" panose="02040603050405020204" pitchFamily="18" charset="0"/>
            </a:endParaRPr>
          </a:p>
        </p:txBody>
      </p:sp>
      <p:sp>
        <p:nvSpPr>
          <p:cNvPr id="168" name="Título 1">
            <a:extLst>
              <a:ext uri="{FF2B5EF4-FFF2-40B4-BE49-F238E27FC236}">
                <a16:creationId xmlns:a16="http://schemas.microsoft.com/office/drawing/2014/main" id="{7599FBBF-80C0-24E3-6C37-82FEABC68C54}"/>
              </a:ext>
            </a:extLst>
          </p:cNvPr>
          <p:cNvSpPr txBox="1">
            <a:spLocks/>
          </p:cNvSpPr>
          <p:nvPr/>
        </p:nvSpPr>
        <p:spPr>
          <a:xfrm>
            <a:off x="9834547" y="1662192"/>
            <a:ext cx="1653255" cy="156463"/>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1100" b="0" dirty="0" err="1">
                <a:solidFill>
                  <a:schemeClr val="tx2"/>
                </a:solidFill>
                <a:latin typeface="Poppins SemiBold" panose="00000700000000000000" pitchFamily="2" charset="0"/>
                <a:cs typeface="Poppins SemiBold" panose="00000700000000000000" pitchFamily="2" charset="0"/>
              </a:rPr>
              <a:t>Lorem</a:t>
            </a:r>
            <a:r>
              <a:rPr lang="pt-BR" sz="1100" b="0" dirty="0">
                <a:solidFill>
                  <a:schemeClr val="tx2"/>
                </a:solidFill>
                <a:latin typeface="Poppins SemiBold" panose="00000700000000000000" pitchFamily="2" charset="0"/>
                <a:cs typeface="Poppins SemiBold" panose="00000700000000000000" pitchFamily="2" charset="0"/>
              </a:rPr>
              <a:t> ipsum </a:t>
            </a:r>
            <a:r>
              <a:rPr lang="pt-BR" sz="1100" b="0" dirty="0" err="1">
                <a:solidFill>
                  <a:schemeClr val="tx2"/>
                </a:solidFill>
                <a:latin typeface="Poppins SemiBold" panose="00000700000000000000" pitchFamily="2" charset="0"/>
                <a:cs typeface="Poppins SemiBold" panose="00000700000000000000" pitchFamily="2" charset="0"/>
              </a:rPr>
              <a:t>dolor</a:t>
            </a:r>
            <a:r>
              <a:rPr lang="pt-BR" sz="1100" b="0" dirty="0">
                <a:solidFill>
                  <a:schemeClr val="tx2"/>
                </a:solidFill>
                <a:latin typeface="Poppins SemiBold" panose="00000700000000000000" pitchFamily="2" charset="0"/>
                <a:cs typeface="Poppins SemiBold" panose="00000700000000000000" pitchFamily="2" charset="0"/>
              </a:rPr>
              <a:t> </a:t>
            </a:r>
            <a:r>
              <a:rPr lang="pt-BR" sz="1100" b="0" dirty="0" err="1">
                <a:solidFill>
                  <a:schemeClr val="tx2"/>
                </a:solidFill>
                <a:latin typeface="Poppins SemiBold" panose="00000700000000000000" pitchFamily="2" charset="0"/>
                <a:cs typeface="Poppins SemiBold" panose="00000700000000000000" pitchFamily="2" charset="0"/>
              </a:rPr>
              <a:t>sit</a:t>
            </a:r>
            <a:endParaRPr lang="pt-BR" sz="1100" b="0" dirty="0">
              <a:solidFill>
                <a:schemeClr val="tx2"/>
              </a:solidFill>
              <a:latin typeface="Poppins SemiBold" panose="00000700000000000000" pitchFamily="2" charset="0"/>
              <a:cs typeface="Poppins SemiBold" panose="00000700000000000000" pitchFamily="2" charset="0"/>
            </a:endParaRPr>
          </a:p>
        </p:txBody>
      </p:sp>
      <p:sp>
        <p:nvSpPr>
          <p:cNvPr id="169" name="Título 1">
            <a:extLst>
              <a:ext uri="{FF2B5EF4-FFF2-40B4-BE49-F238E27FC236}">
                <a16:creationId xmlns:a16="http://schemas.microsoft.com/office/drawing/2014/main" id="{22529346-6358-310F-8134-16C7EB3F5DE7}"/>
              </a:ext>
            </a:extLst>
          </p:cNvPr>
          <p:cNvSpPr txBox="1">
            <a:spLocks/>
          </p:cNvSpPr>
          <p:nvPr/>
        </p:nvSpPr>
        <p:spPr>
          <a:xfrm>
            <a:off x="9495225" y="2137789"/>
            <a:ext cx="849954" cy="328978"/>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chemeClr val="accent1"/>
                </a:solidFill>
                <a:latin typeface="Poppins SemiBold" panose="00000700000000000000" pitchFamily="2" charset="0"/>
                <a:cs typeface="Poppins SemiBold" panose="00000700000000000000" pitchFamily="2" charset="0"/>
              </a:rPr>
              <a:t>Lorem</a:t>
            </a:r>
            <a:r>
              <a:rPr lang="pt-BR" sz="1000" b="0" dirty="0">
                <a:solidFill>
                  <a:schemeClr val="accent1"/>
                </a:solidFill>
                <a:latin typeface="Poppins SemiBold" panose="00000700000000000000" pitchFamily="2" charset="0"/>
                <a:cs typeface="Poppins SemiBold" panose="00000700000000000000" pitchFamily="2" charset="0"/>
              </a:rPr>
              <a:t> ipsum </a:t>
            </a:r>
            <a:r>
              <a:rPr lang="pt-BR" sz="1000" b="0" dirty="0" err="1">
                <a:solidFill>
                  <a:schemeClr val="accent1"/>
                </a:solidFill>
                <a:latin typeface="Poppins SemiBold" panose="00000700000000000000" pitchFamily="2" charset="0"/>
                <a:cs typeface="Poppins SemiBold" panose="00000700000000000000" pitchFamily="2" charset="0"/>
              </a:rPr>
              <a:t>dolor</a:t>
            </a:r>
            <a:r>
              <a:rPr lang="pt-BR" sz="1000" b="0" dirty="0">
                <a:solidFill>
                  <a:schemeClr val="accent1"/>
                </a:solidFill>
                <a:latin typeface="Poppins SemiBold" panose="00000700000000000000" pitchFamily="2" charset="0"/>
                <a:cs typeface="Poppins SemiBold" panose="00000700000000000000" pitchFamily="2" charset="0"/>
              </a:rPr>
              <a:t> </a:t>
            </a:r>
            <a:r>
              <a:rPr lang="pt-BR" sz="1000" b="0" dirty="0" err="1">
                <a:solidFill>
                  <a:schemeClr val="accent1"/>
                </a:solidFill>
                <a:latin typeface="Poppins SemiBold" panose="00000700000000000000" pitchFamily="2" charset="0"/>
                <a:cs typeface="Poppins SemiBold" panose="00000700000000000000" pitchFamily="2" charset="0"/>
              </a:rPr>
              <a:t>sit</a:t>
            </a:r>
            <a:endParaRPr lang="pt-BR" sz="1000" b="0" dirty="0">
              <a:solidFill>
                <a:schemeClr val="accent1"/>
              </a:solidFill>
              <a:latin typeface="Poppins SemiBold" panose="00000700000000000000" pitchFamily="2" charset="0"/>
              <a:cs typeface="Poppins SemiBold" panose="00000700000000000000" pitchFamily="2" charset="0"/>
            </a:endParaRPr>
          </a:p>
        </p:txBody>
      </p:sp>
      <p:grpSp>
        <p:nvGrpSpPr>
          <p:cNvPr id="170" name="Agrupar 169">
            <a:extLst>
              <a:ext uri="{FF2B5EF4-FFF2-40B4-BE49-F238E27FC236}">
                <a16:creationId xmlns:a16="http://schemas.microsoft.com/office/drawing/2014/main" id="{1242D170-0C6A-B53E-2228-83DEA0903414}"/>
              </a:ext>
            </a:extLst>
          </p:cNvPr>
          <p:cNvGrpSpPr/>
          <p:nvPr/>
        </p:nvGrpSpPr>
        <p:grpSpPr>
          <a:xfrm>
            <a:off x="10520840" y="2147152"/>
            <a:ext cx="1373922" cy="297415"/>
            <a:chOff x="1712863" y="2118516"/>
            <a:chExt cx="2084467" cy="451228"/>
          </a:xfrm>
        </p:grpSpPr>
        <p:pic>
          <p:nvPicPr>
            <p:cNvPr id="178" name="Imagem 177" descr="U&amp;M Mineração e Construção S/A | Matias Barbosa MG">
              <a:extLst>
                <a:ext uri="{FF2B5EF4-FFF2-40B4-BE49-F238E27FC236}">
                  <a16:creationId xmlns:a16="http://schemas.microsoft.com/office/drawing/2014/main" id="{A9B6ACD6-BD6C-D15E-9F6B-2A1FE4F0C0AC}"/>
                </a:ext>
              </a:extLst>
            </p:cNvPr>
            <p:cNvPicPr>
              <a:picLocks noChangeAspect="1"/>
            </p:cNvPicPr>
            <p:nvPr/>
          </p:nvPicPr>
          <p:blipFill>
            <a:blip r:embed="rId3">
              <a:clrChange>
                <a:clrFrom>
                  <a:srgbClr val="FFFFFF"/>
                </a:clrFrom>
                <a:clrTo>
                  <a:srgbClr val="FFFFFF">
                    <a:alpha val="0"/>
                  </a:srgbClr>
                </a:clrTo>
              </a:clrChange>
              <a:duotone>
                <a:schemeClr val="accent3">
                  <a:shade val="45000"/>
                  <a:satMod val="135000"/>
                </a:schemeClr>
                <a:prstClr val="white"/>
              </a:duotone>
            </a:blip>
            <a:srcRect t="24205" b="22444"/>
            <a:stretch>
              <a:fillRect/>
            </a:stretch>
          </p:blipFill>
          <p:spPr>
            <a:xfrm>
              <a:off x="1712863" y="2134071"/>
              <a:ext cx="816607" cy="435673"/>
            </a:xfrm>
            <a:prstGeom prst="rect">
              <a:avLst/>
            </a:prstGeom>
          </p:spPr>
        </p:pic>
        <p:pic>
          <p:nvPicPr>
            <p:cNvPr id="179" name="Imagem 178" descr="Programa Trainee Armac - Sua hora de fazer acontecer">
              <a:extLst>
                <a:ext uri="{FF2B5EF4-FFF2-40B4-BE49-F238E27FC236}">
                  <a16:creationId xmlns:a16="http://schemas.microsoft.com/office/drawing/2014/main" id="{729792EA-4E4C-AAC2-47C5-3C25C033E9E7}"/>
                </a:ext>
              </a:extLst>
            </p:cNvPr>
            <p:cNvPicPr>
              <a:picLocks noChangeAspect="1"/>
            </p:cNvPicPr>
            <p:nvPr/>
          </p:nvPicPr>
          <p:blipFill>
            <a:blip r:embed="rId4">
              <a:clrChange>
                <a:clrFrom>
                  <a:srgbClr val="FFFFFF"/>
                </a:clrFrom>
                <a:clrTo>
                  <a:srgbClr val="FFFFFF">
                    <a:alpha val="0"/>
                  </a:srgbClr>
                </a:clrTo>
              </a:clrChange>
              <a:duotone>
                <a:schemeClr val="accent3">
                  <a:shade val="45000"/>
                  <a:satMod val="135000"/>
                </a:schemeClr>
                <a:prstClr val="white"/>
              </a:duotone>
            </a:blip>
            <a:stretch>
              <a:fillRect/>
            </a:stretch>
          </p:blipFill>
          <p:spPr>
            <a:xfrm>
              <a:off x="2641848" y="2118516"/>
              <a:ext cx="1155482" cy="435672"/>
            </a:xfrm>
            <a:prstGeom prst="rect">
              <a:avLst/>
            </a:prstGeom>
          </p:spPr>
        </p:pic>
      </p:grpSp>
      <p:pic>
        <p:nvPicPr>
          <p:cNvPr id="172" name="Imagem 171">
            <a:extLst>
              <a:ext uri="{FF2B5EF4-FFF2-40B4-BE49-F238E27FC236}">
                <a16:creationId xmlns:a16="http://schemas.microsoft.com/office/drawing/2014/main" id="{DD85954E-FA41-6D2A-5A2C-6AC23FF9DD82}"/>
              </a:ext>
            </a:extLst>
          </p:cNvPr>
          <p:cNvPicPr>
            <a:picLocks noChangeAspect="1"/>
          </p:cNvPicPr>
          <p:nvPr/>
        </p:nvPicPr>
        <p:blipFill>
          <a:blip r:embed="rId5">
            <a:clrChange>
              <a:clrFrom>
                <a:srgbClr val="FFFFFF"/>
              </a:clrFrom>
              <a:clrTo>
                <a:srgbClr val="FFFFFF">
                  <a:alpha val="0"/>
                </a:srgbClr>
              </a:clrTo>
            </a:clrChange>
          </a:blip>
          <a:srcRect t="12703" b="11630"/>
          <a:stretch>
            <a:fillRect/>
          </a:stretch>
        </p:blipFill>
        <p:spPr>
          <a:xfrm>
            <a:off x="10791039" y="2778057"/>
            <a:ext cx="980795" cy="742128"/>
          </a:xfrm>
          <a:prstGeom prst="rect">
            <a:avLst/>
          </a:prstGeom>
        </p:spPr>
      </p:pic>
      <p:pic>
        <p:nvPicPr>
          <p:cNvPr id="173" name="Imagem 172">
            <a:extLst>
              <a:ext uri="{FF2B5EF4-FFF2-40B4-BE49-F238E27FC236}">
                <a16:creationId xmlns:a16="http://schemas.microsoft.com/office/drawing/2014/main" id="{A447F0FC-8B9C-21BC-02D3-8EA18618B881}"/>
              </a:ext>
            </a:extLst>
          </p:cNvPr>
          <p:cNvPicPr>
            <a:picLocks noChangeAspect="1"/>
          </p:cNvPicPr>
          <p:nvPr/>
        </p:nvPicPr>
        <p:blipFill>
          <a:blip r:embed="rId6"/>
          <a:srcRect t="16019" b="16134"/>
          <a:stretch>
            <a:fillRect/>
          </a:stretch>
        </p:blipFill>
        <p:spPr>
          <a:xfrm>
            <a:off x="9524434" y="2822496"/>
            <a:ext cx="1028328" cy="697688"/>
          </a:xfrm>
          <a:prstGeom prst="rect">
            <a:avLst/>
          </a:prstGeom>
        </p:spPr>
      </p:pic>
      <p:sp>
        <p:nvSpPr>
          <p:cNvPr id="174" name="Título 1">
            <a:extLst>
              <a:ext uri="{FF2B5EF4-FFF2-40B4-BE49-F238E27FC236}">
                <a16:creationId xmlns:a16="http://schemas.microsoft.com/office/drawing/2014/main" id="{E38B4A2F-DB1C-5BF1-FDB1-4207571296A8}"/>
              </a:ext>
            </a:extLst>
          </p:cNvPr>
          <p:cNvSpPr txBox="1">
            <a:spLocks/>
          </p:cNvSpPr>
          <p:nvPr/>
        </p:nvSpPr>
        <p:spPr>
          <a:xfrm>
            <a:off x="9635014"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75" name="Retângulo: Cantos Arredondados 174">
            <a:extLst>
              <a:ext uri="{FF2B5EF4-FFF2-40B4-BE49-F238E27FC236}">
                <a16:creationId xmlns:a16="http://schemas.microsoft.com/office/drawing/2014/main" id="{FFC2913C-1DE6-EBD0-0ECE-FA69D295519B}"/>
              </a:ext>
            </a:extLst>
          </p:cNvPr>
          <p:cNvSpPr/>
          <p:nvPr/>
        </p:nvSpPr>
        <p:spPr>
          <a:xfrm>
            <a:off x="9495224"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76" name="Título 1">
            <a:extLst>
              <a:ext uri="{FF2B5EF4-FFF2-40B4-BE49-F238E27FC236}">
                <a16:creationId xmlns:a16="http://schemas.microsoft.com/office/drawing/2014/main" id="{FD87BBF5-B5BC-1519-C5AF-2726054C8A78}"/>
              </a:ext>
            </a:extLst>
          </p:cNvPr>
          <p:cNvSpPr txBox="1">
            <a:spLocks/>
          </p:cNvSpPr>
          <p:nvPr/>
        </p:nvSpPr>
        <p:spPr>
          <a:xfrm>
            <a:off x="10875539" y="3582634"/>
            <a:ext cx="807167" cy="312417"/>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gn="ctr">
              <a:lnSpc>
                <a:spcPct val="110000"/>
              </a:lnSpc>
            </a:pPr>
            <a:r>
              <a:rPr lang="pt-BR" sz="800" b="0" dirty="0" err="1">
                <a:solidFill>
                  <a:schemeClr val="tx2"/>
                </a:solidFill>
                <a:latin typeface="Poppins Light" panose="00000400000000000000" pitchFamily="2" charset="0"/>
                <a:cs typeface="Poppins Light" panose="00000400000000000000" pitchFamily="2" charset="0"/>
              </a:rPr>
              <a:t>Lorem</a:t>
            </a:r>
            <a:r>
              <a:rPr lang="pt-BR" sz="800" b="0" dirty="0">
                <a:solidFill>
                  <a:schemeClr val="tx2"/>
                </a:solidFill>
                <a:latin typeface="Poppins Light" panose="00000400000000000000" pitchFamily="2" charset="0"/>
                <a:cs typeface="Poppins Light" panose="00000400000000000000" pitchFamily="2" charset="0"/>
              </a:rPr>
              <a:t> ipsum </a:t>
            </a:r>
            <a:r>
              <a:rPr lang="pt-BR" sz="800" b="0" dirty="0" err="1">
                <a:solidFill>
                  <a:schemeClr val="tx2"/>
                </a:solidFill>
                <a:latin typeface="Poppins Light" panose="00000400000000000000" pitchFamily="2" charset="0"/>
                <a:cs typeface="Poppins Light" panose="00000400000000000000" pitchFamily="2" charset="0"/>
              </a:rPr>
              <a:t>dolor</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sit</a:t>
            </a:r>
            <a:r>
              <a:rPr lang="pt-BR" sz="800" b="0" dirty="0">
                <a:solidFill>
                  <a:schemeClr val="tx2"/>
                </a:solidFill>
                <a:latin typeface="Poppins Light" panose="00000400000000000000" pitchFamily="2" charset="0"/>
                <a:cs typeface="Poppins Light" panose="00000400000000000000" pitchFamily="2" charset="0"/>
              </a:rPr>
              <a:t> </a:t>
            </a:r>
            <a:r>
              <a:rPr lang="pt-BR" sz="800" b="0" dirty="0" err="1">
                <a:solidFill>
                  <a:schemeClr val="tx2"/>
                </a:solidFill>
                <a:latin typeface="Poppins Light" panose="00000400000000000000" pitchFamily="2" charset="0"/>
                <a:cs typeface="Poppins Light" panose="00000400000000000000" pitchFamily="2" charset="0"/>
              </a:rPr>
              <a:t>amet</a:t>
            </a:r>
            <a:endParaRPr lang="pt-BR" sz="800" b="0" dirty="0">
              <a:solidFill>
                <a:schemeClr val="tx2"/>
              </a:solidFill>
              <a:latin typeface="Poppins Light" panose="00000400000000000000" pitchFamily="2" charset="0"/>
              <a:cs typeface="Poppins Light" panose="00000400000000000000" pitchFamily="2" charset="0"/>
            </a:endParaRPr>
          </a:p>
        </p:txBody>
      </p:sp>
      <p:sp>
        <p:nvSpPr>
          <p:cNvPr id="177" name="Retângulo: Cantos Arredondados 176">
            <a:extLst>
              <a:ext uri="{FF2B5EF4-FFF2-40B4-BE49-F238E27FC236}">
                <a16:creationId xmlns:a16="http://schemas.microsoft.com/office/drawing/2014/main" id="{341F9BF4-BC3F-2320-AEFC-23BF730D7ADA}"/>
              </a:ext>
            </a:extLst>
          </p:cNvPr>
          <p:cNvSpPr/>
          <p:nvPr/>
        </p:nvSpPr>
        <p:spPr>
          <a:xfrm>
            <a:off x="10735749" y="2683426"/>
            <a:ext cx="1091375" cy="1317105"/>
          </a:xfrm>
          <a:prstGeom prst="roundRect">
            <a:avLst>
              <a:gd name="adj" fmla="val 9976"/>
            </a:avLst>
          </a:prstGeom>
          <a:no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aphicFrame>
        <p:nvGraphicFramePr>
          <p:cNvPr id="189" name="Content Placeholder 2063">
            <a:extLst>
              <a:ext uri="{FF2B5EF4-FFF2-40B4-BE49-F238E27FC236}">
                <a16:creationId xmlns:a16="http://schemas.microsoft.com/office/drawing/2014/main" id="{8F5689B5-8700-6F45-EBE4-E0ED39F67EF8}"/>
              </a:ext>
            </a:extLst>
          </p:cNvPr>
          <p:cNvGraphicFramePr>
            <a:graphicFrameLocks/>
          </p:cNvGraphicFramePr>
          <p:nvPr>
            <p:extLst>
              <p:ext uri="{D42A27DB-BD31-4B8C-83A1-F6EECF244321}">
                <p14:modId xmlns:p14="http://schemas.microsoft.com/office/powerpoint/2010/main" val="1391051916"/>
              </p:ext>
            </p:extLst>
          </p:nvPr>
        </p:nvGraphicFramePr>
        <p:xfrm>
          <a:off x="612962" y="4304291"/>
          <a:ext cx="2331900" cy="1717097"/>
        </p:xfrm>
        <a:graphic>
          <a:graphicData uri="http://schemas.openxmlformats.org/drawingml/2006/chart">
            <c:chart xmlns:c="http://schemas.openxmlformats.org/drawingml/2006/chart" xmlns:r="http://schemas.openxmlformats.org/officeDocument/2006/relationships" r:id="rId7"/>
          </a:graphicData>
        </a:graphic>
      </p:graphicFrame>
      <p:graphicFrame>
        <p:nvGraphicFramePr>
          <p:cNvPr id="190" name="Content Placeholder 2063">
            <a:extLst>
              <a:ext uri="{FF2B5EF4-FFF2-40B4-BE49-F238E27FC236}">
                <a16:creationId xmlns:a16="http://schemas.microsoft.com/office/drawing/2014/main" id="{2FB1BE9E-30B8-BCB3-4A58-6BFDF776EE52}"/>
              </a:ext>
            </a:extLst>
          </p:cNvPr>
          <p:cNvGraphicFramePr>
            <a:graphicFrameLocks/>
          </p:cNvGraphicFramePr>
          <p:nvPr>
            <p:extLst>
              <p:ext uri="{D42A27DB-BD31-4B8C-83A1-F6EECF244321}">
                <p14:modId xmlns:p14="http://schemas.microsoft.com/office/powerpoint/2010/main" val="1825890405"/>
              </p:ext>
            </p:extLst>
          </p:nvPr>
        </p:nvGraphicFramePr>
        <p:xfrm>
          <a:off x="3573716" y="4304291"/>
          <a:ext cx="2331900" cy="1717097"/>
        </p:xfrm>
        <a:graphic>
          <a:graphicData uri="http://schemas.openxmlformats.org/drawingml/2006/chart">
            <c:chart xmlns:c="http://schemas.openxmlformats.org/drawingml/2006/chart" xmlns:r="http://schemas.openxmlformats.org/officeDocument/2006/relationships" r:id="rId8"/>
          </a:graphicData>
        </a:graphic>
      </p:graphicFrame>
      <p:graphicFrame>
        <p:nvGraphicFramePr>
          <p:cNvPr id="191" name="Content Placeholder 2063">
            <a:extLst>
              <a:ext uri="{FF2B5EF4-FFF2-40B4-BE49-F238E27FC236}">
                <a16:creationId xmlns:a16="http://schemas.microsoft.com/office/drawing/2014/main" id="{DC080C58-223D-5B1B-0F11-8DC4069C30AD}"/>
              </a:ext>
            </a:extLst>
          </p:cNvPr>
          <p:cNvGraphicFramePr>
            <a:graphicFrameLocks/>
          </p:cNvGraphicFramePr>
          <p:nvPr>
            <p:extLst>
              <p:ext uri="{D42A27DB-BD31-4B8C-83A1-F6EECF244321}">
                <p14:modId xmlns:p14="http://schemas.microsoft.com/office/powerpoint/2010/main" val="3501089778"/>
              </p:ext>
            </p:extLst>
          </p:nvPr>
        </p:nvGraphicFramePr>
        <p:xfrm>
          <a:off x="6534470" y="4304291"/>
          <a:ext cx="2331900" cy="1717097"/>
        </p:xfrm>
        <a:graphic>
          <a:graphicData uri="http://schemas.openxmlformats.org/drawingml/2006/chart">
            <c:chart xmlns:c="http://schemas.openxmlformats.org/drawingml/2006/chart" xmlns:r="http://schemas.openxmlformats.org/officeDocument/2006/relationships" r:id="rId9"/>
          </a:graphicData>
        </a:graphic>
      </p:graphicFrame>
      <p:graphicFrame>
        <p:nvGraphicFramePr>
          <p:cNvPr id="192" name="Content Placeholder 2063">
            <a:extLst>
              <a:ext uri="{FF2B5EF4-FFF2-40B4-BE49-F238E27FC236}">
                <a16:creationId xmlns:a16="http://schemas.microsoft.com/office/drawing/2014/main" id="{1E900DFD-F766-573F-A1E5-2B7F30F17BCB}"/>
              </a:ext>
            </a:extLst>
          </p:cNvPr>
          <p:cNvGraphicFramePr>
            <a:graphicFrameLocks/>
          </p:cNvGraphicFramePr>
          <p:nvPr>
            <p:extLst>
              <p:ext uri="{D42A27DB-BD31-4B8C-83A1-F6EECF244321}">
                <p14:modId xmlns:p14="http://schemas.microsoft.com/office/powerpoint/2010/main" val="1622544495"/>
              </p:ext>
            </p:extLst>
          </p:nvPr>
        </p:nvGraphicFramePr>
        <p:xfrm>
          <a:off x="9495224" y="4304291"/>
          <a:ext cx="2331900" cy="1717097"/>
        </p:xfrm>
        <a:graphic>
          <a:graphicData uri="http://schemas.openxmlformats.org/drawingml/2006/chart">
            <c:chart xmlns:c="http://schemas.openxmlformats.org/drawingml/2006/chart" xmlns:r="http://schemas.openxmlformats.org/officeDocument/2006/relationships" r:id="rId10"/>
          </a:graphicData>
        </a:graphic>
      </p:graphicFrame>
      <p:sp>
        <p:nvSpPr>
          <p:cNvPr id="194" name="Título 1">
            <a:extLst>
              <a:ext uri="{FF2B5EF4-FFF2-40B4-BE49-F238E27FC236}">
                <a16:creationId xmlns:a16="http://schemas.microsoft.com/office/drawing/2014/main" id="{FC8A7D7B-0DE2-A3DD-1502-AD1A6726805A}"/>
              </a:ext>
            </a:extLst>
          </p:cNvPr>
          <p:cNvSpPr txBox="1">
            <a:spLocks/>
          </p:cNvSpPr>
          <p:nvPr/>
        </p:nvSpPr>
        <p:spPr>
          <a:xfrm>
            <a:off x="612963" y="4518549"/>
            <a:ext cx="1444438" cy="20933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rgbClr val="FFFFFF"/>
                </a:solidFill>
                <a:latin typeface="Poppins SemiBold" panose="00000700000000000000" pitchFamily="2" charset="0"/>
                <a:cs typeface="Poppins SemiBold" panose="00000700000000000000" pitchFamily="2" charset="0"/>
              </a:rPr>
              <a:t>Lorem</a:t>
            </a:r>
            <a:r>
              <a:rPr lang="pt-BR" sz="1000" b="0" dirty="0">
                <a:solidFill>
                  <a:srgbClr val="FFFFFF"/>
                </a:solidFill>
                <a:latin typeface="Poppins SemiBold" panose="00000700000000000000" pitchFamily="2" charset="0"/>
                <a:cs typeface="Poppins SemiBold" panose="00000700000000000000" pitchFamily="2" charset="0"/>
              </a:rPr>
              <a:t> ipsum </a:t>
            </a:r>
            <a:r>
              <a:rPr lang="pt-BR" sz="1000" b="0" dirty="0" err="1">
                <a:solidFill>
                  <a:srgbClr val="FFFFFF"/>
                </a:solidFill>
                <a:latin typeface="Poppins SemiBold" panose="00000700000000000000" pitchFamily="2" charset="0"/>
                <a:cs typeface="Poppins SemiBold" panose="00000700000000000000" pitchFamily="2" charset="0"/>
              </a:rPr>
              <a:t>dolor</a:t>
            </a:r>
            <a:r>
              <a:rPr lang="pt-BR" sz="1000" b="0" dirty="0">
                <a:solidFill>
                  <a:srgbClr val="FFFFFF"/>
                </a:solidFill>
                <a:latin typeface="Poppins SemiBold" panose="00000700000000000000" pitchFamily="2" charset="0"/>
                <a:cs typeface="Poppins SemiBold" panose="00000700000000000000" pitchFamily="2" charset="0"/>
              </a:rPr>
              <a:t> </a:t>
            </a:r>
            <a:r>
              <a:rPr lang="pt-BR" sz="1000" b="0" dirty="0" err="1">
                <a:solidFill>
                  <a:srgbClr val="FFFFFF"/>
                </a:solidFill>
                <a:latin typeface="Poppins SemiBold" panose="00000700000000000000" pitchFamily="2" charset="0"/>
                <a:cs typeface="Poppins SemiBold" panose="00000700000000000000" pitchFamily="2" charset="0"/>
              </a:rPr>
              <a:t>sit</a:t>
            </a:r>
            <a:endParaRPr lang="pt-BR" sz="1000" b="0" dirty="0">
              <a:solidFill>
                <a:srgbClr val="FFFFFF"/>
              </a:solidFill>
              <a:latin typeface="Poppins SemiBold" panose="00000700000000000000" pitchFamily="2" charset="0"/>
              <a:cs typeface="Poppins SemiBold" panose="00000700000000000000" pitchFamily="2" charset="0"/>
            </a:endParaRPr>
          </a:p>
        </p:txBody>
      </p:sp>
      <p:sp>
        <p:nvSpPr>
          <p:cNvPr id="195" name="Título 1">
            <a:extLst>
              <a:ext uri="{FF2B5EF4-FFF2-40B4-BE49-F238E27FC236}">
                <a16:creationId xmlns:a16="http://schemas.microsoft.com/office/drawing/2014/main" id="{374F8F36-85DF-FFF3-ACCF-E44348BEB1FB}"/>
              </a:ext>
            </a:extLst>
          </p:cNvPr>
          <p:cNvSpPr txBox="1">
            <a:spLocks/>
          </p:cNvSpPr>
          <p:nvPr/>
        </p:nvSpPr>
        <p:spPr>
          <a:xfrm>
            <a:off x="3573716" y="4518549"/>
            <a:ext cx="1463951" cy="20933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rgbClr val="FFFFFF"/>
                </a:solidFill>
                <a:latin typeface="Poppins SemiBold" panose="00000700000000000000" pitchFamily="2" charset="0"/>
                <a:cs typeface="Poppins SemiBold" panose="00000700000000000000" pitchFamily="2" charset="0"/>
              </a:rPr>
              <a:t>Lorem</a:t>
            </a:r>
            <a:r>
              <a:rPr lang="pt-BR" sz="1000" b="0" dirty="0">
                <a:solidFill>
                  <a:srgbClr val="FFFFFF"/>
                </a:solidFill>
                <a:latin typeface="Poppins SemiBold" panose="00000700000000000000" pitchFamily="2" charset="0"/>
                <a:cs typeface="Poppins SemiBold" panose="00000700000000000000" pitchFamily="2" charset="0"/>
              </a:rPr>
              <a:t> ipsum </a:t>
            </a:r>
            <a:r>
              <a:rPr lang="pt-BR" sz="1000" b="0" dirty="0" err="1">
                <a:solidFill>
                  <a:srgbClr val="FFFFFF"/>
                </a:solidFill>
                <a:latin typeface="Poppins SemiBold" panose="00000700000000000000" pitchFamily="2" charset="0"/>
                <a:cs typeface="Poppins SemiBold" panose="00000700000000000000" pitchFamily="2" charset="0"/>
              </a:rPr>
              <a:t>dolor</a:t>
            </a:r>
            <a:r>
              <a:rPr lang="pt-BR" sz="1000" b="0" dirty="0">
                <a:solidFill>
                  <a:srgbClr val="FFFFFF"/>
                </a:solidFill>
                <a:latin typeface="Poppins SemiBold" panose="00000700000000000000" pitchFamily="2" charset="0"/>
                <a:cs typeface="Poppins SemiBold" panose="00000700000000000000" pitchFamily="2" charset="0"/>
              </a:rPr>
              <a:t> </a:t>
            </a:r>
            <a:r>
              <a:rPr lang="pt-BR" sz="1000" b="0" dirty="0" err="1">
                <a:solidFill>
                  <a:srgbClr val="FFFFFF"/>
                </a:solidFill>
                <a:latin typeface="Poppins SemiBold" panose="00000700000000000000" pitchFamily="2" charset="0"/>
                <a:cs typeface="Poppins SemiBold" panose="00000700000000000000" pitchFamily="2" charset="0"/>
              </a:rPr>
              <a:t>sit</a:t>
            </a:r>
            <a:endParaRPr lang="pt-BR" sz="1000" b="0" dirty="0">
              <a:solidFill>
                <a:srgbClr val="FFFFFF"/>
              </a:solidFill>
              <a:latin typeface="Poppins SemiBold" panose="00000700000000000000" pitchFamily="2" charset="0"/>
              <a:cs typeface="Poppins SemiBold" panose="00000700000000000000" pitchFamily="2" charset="0"/>
            </a:endParaRPr>
          </a:p>
        </p:txBody>
      </p:sp>
      <p:sp>
        <p:nvSpPr>
          <p:cNvPr id="196" name="Título 1">
            <a:extLst>
              <a:ext uri="{FF2B5EF4-FFF2-40B4-BE49-F238E27FC236}">
                <a16:creationId xmlns:a16="http://schemas.microsoft.com/office/drawing/2014/main" id="{1EADECEB-C0A4-3DBA-ED1B-DFF62D8D1BC0}"/>
              </a:ext>
            </a:extLst>
          </p:cNvPr>
          <p:cNvSpPr txBox="1">
            <a:spLocks/>
          </p:cNvSpPr>
          <p:nvPr/>
        </p:nvSpPr>
        <p:spPr>
          <a:xfrm>
            <a:off x="6534470" y="4518549"/>
            <a:ext cx="1463951" cy="20933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rgbClr val="FFFFFF"/>
                </a:solidFill>
                <a:latin typeface="Poppins SemiBold" panose="00000700000000000000" pitchFamily="2" charset="0"/>
                <a:cs typeface="Poppins SemiBold" panose="00000700000000000000" pitchFamily="2" charset="0"/>
              </a:rPr>
              <a:t>Lorem</a:t>
            </a:r>
            <a:r>
              <a:rPr lang="pt-BR" sz="1000" b="0" dirty="0">
                <a:solidFill>
                  <a:srgbClr val="FFFFFF"/>
                </a:solidFill>
                <a:latin typeface="Poppins SemiBold" panose="00000700000000000000" pitchFamily="2" charset="0"/>
                <a:cs typeface="Poppins SemiBold" panose="00000700000000000000" pitchFamily="2" charset="0"/>
              </a:rPr>
              <a:t> ipsum </a:t>
            </a:r>
            <a:r>
              <a:rPr lang="pt-BR" sz="1000" b="0" dirty="0" err="1">
                <a:solidFill>
                  <a:srgbClr val="FFFFFF"/>
                </a:solidFill>
                <a:latin typeface="Poppins SemiBold" panose="00000700000000000000" pitchFamily="2" charset="0"/>
                <a:cs typeface="Poppins SemiBold" panose="00000700000000000000" pitchFamily="2" charset="0"/>
              </a:rPr>
              <a:t>dolor</a:t>
            </a:r>
            <a:r>
              <a:rPr lang="pt-BR" sz="1000" b="0" dirty="0">
                <a:solidFill>
                  <a:srgbClr val="FFFFFF"/>
                </a:solidFill>
                <a:latin typeface="Poppins SemiBold" panose="00000700000000000000" pitchFamily="2" charset="0"/>
                <a:cs typeface="Poppins SemiBold" panose="00000700000000000000" pitchFamily="2" charset="0"/>
              </a:rPr>
              <a:t> </a:t>
            </a:r>
            <a:r>
              <a:rPr lang="pt-BR" sz="1000" b="0" dirty="0" err="1">
                <a:solidFill>
                  <a:srgbClr val="FFFFFF"/>
                </a:solidFill>
                <a:latin typeface="Poppins SemiBold" panose="00000700000000000000" pitchFamily="2" charset="0"/>
                <a:cs typeface="Poppins SemiBold" panose="00000700000000000000" pitchFamily="2" charset="0"/>
              </a:rPr>
              <a:t>sit</a:t>
            </a:r>
            <a:endParaRPr lang="pt-BR" sz="1000" b="0" dirty="0">
              <a:solidFill>
                <a:srgbClr val="FFFFFF"/>
              </a:solidFill>
              <a:latin typeface="Poppins SemiBold" panose="00000700000000000000" pitchFamily="2" charset="0"/>
              <a:cs typeface="Poppins SemiBold" panose="00000700000000000000" pitchFamily="2" charset="0"/>
            </a:endParaRPr>
          </a:p>
        </p:txBody>
      </p:sp>
      <p:sp>
        <p:nvSpPr>
          <p:cNvPr id="197" name="Título 1">
            <a:extLst>
              <a:ext uri="{FF2B5EF4-FFF2-40B4-BE49-F238E27FC236}">
                <a16:creationId xmlns:a16="http://schemas.microsoft.com/office/drawing/2014/main" id="{BEC96CC7-AF7A-1D1E-F930-27797BDB4317}"/>
              </a:ext>
            </a:extLst>
          </p:cNvPr>
          <p:cNvSpPr txBox="1">
            <a:spLocks/>
          </p:cNvSpPr>
          <p:nvPr/>
        </p:nvSpPr>
        <p:spPr>
          <a:xfrm>
            <a:off x="9495225" y="4518549"/>
            <a:ext cx="1463951" cy="20933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000" b="0" dirty="0" err="1">
                <a:solidFill>
                  <a:srgbClr val="FFFFFF"/>
                </a:solidFill>
                <a:latin typeface="Poppins SemiBold" panose="00000700000000000000" pitchFamily="2" charset="0"/>
                <a:cs typeface="Poppins SemiBold" panose="00000700000000000000" pitchFamily="2" charset="0"/>
              </a:rPr>
              <a:t>Lorem</a:t>
            </a:r>
            <a:r>
              <a:rPr lang="pt-BR" sz="1000" b="0" dirty="0">
                <a:solidFill>
                  <a:srgbClr val="FFFFFF"/>
                </a:solidFill>
                <a:latin typeface="Poppins SemiBold" panose="00000700000000000000" pitchFamily="2" charset="0"/>
                <a:cs typeface="Poppins SemiBold" panose="00000700000000000000" pitchFamily="2" charset="0"/>
              </a:rPr>
              <a:t> ipsum </a:t>
            </a:r>
            <a:r>
              <a:rPr lang="pt-BR" sz="1000" b="0" dirty="0" err="1">
                <a:solidFill>
                  <a:srgbClr val="FFFFFF"/>
                </a:solidFill>
                <a:latin typeface="Poppins SemiBold" panose="00000700000000000000" pitchFamily="2" charset="0"/>
                <a:cs typeface="Poppins SemiBold" panose="00000700000000000000" pitchFamily="2" charset="0"/>
              </a:rPr>
              <a:t>dolor</a:t>
            </a:r>
            <a:r>
              <a:rPr lang="pt-BR" sz="1000" b="0" dirty="0">
                <a:solidFill>
                  <a:srgbClr val="FFFFFF"/>
                </a:solidFill>
                <a:latin typeface="Poppins SemiBold" panose="00000700000000000000" pitchFamily="2" charset="0"/>
                <a:cs typeface="Poppins SemiBold" panose="00000700000000000000" pitchFamily="2" charset="0"/>
              </a:rPr>
              <a:t> </a:t>
            </a:r>
            <a:r>
              <a:rPr lang="pt-BR" sz="1000" b="0" dirty="0" err="1">
                <a:solidFill>
                  <a:srgbClr val="FFFFFF"/>
                </a:solidFill>
                <a:latin typeface="Poppins SemiBold" panose="00000700000000000000" pitchFamily="2" charset="0"/>
                <a:cs typeface="Poppins SemiBold" panose="00000700000000000000" pitchFamily="2" charset="0"/>
              </a:rPr>
              <a:t>sit</a:t>
            </a:r>
            <a:endParaRPr lang="pt-BR" sz="1000" b="0" dirty="0">
              <a:solidFill>
                <a:srgbClr val="FFFFFF"/>
              </a:solidFill>
              <a:latin typeface="Poppins SemiBold" panose="00000700000000000000" pitchFamily="2" charset="0"/>
              <a:cs typeface="Poppins SemiBold" panose="00000700000000000000" pitchFamily="2" charset="0"/>
            </a:endParaRPr>
          </a:p>
        </p:txBody>
      </p:sp>
      <p:pic>
        <p:nvPicPr>
          <p:cNvPr id="198" name="Imagem 197">
            <a:extLst>
              <a:ext uri="{FF2B5EF4-FFF2-40B4-BE49-F238E27FC236}">
                <a16:creationId xmlns:a16="http://schemas.microsoft.com/office/drawing/2014/main" id="{4D87FB73-9820-D816-133E-0C759868A9E5}"/>
              </a:ext>
            </a:extLst>
          </p:cNvPr>
          <p:cNvPicPr>
            <a:picLocks noChangeAspect="1"/>
          </p:cNvPicPr>
          <p:nvPr/>
        </p:nvPicPr>
        <p:blipFill>
          <a:blip r:embed="rId11">
            <a:biLevel thresh="75000"/>
            <a:extLst>
              <a:ext uri="{BEBA8EAE-BF5A-486C-A8C5-ECC9F3942E4B}">
                <a14:imgProps xmlns:a14="http://schemas.microsoft.com/office/drawing/2010/main">
                  <a14:imgLayer r:embed="rId12">
                    <a14:imgEffect>
                      <a14:brightnessContrast bright="100000"/>
                    </a14:imgEffect>
                  </a14:imgLayer>
                </a14:imgProps>
              </a:ext>
            </a:extLst>
          </a:blip>
          <a:stretch>
            <a:fillRect/>
          </a:stretch>
        </p:blipFill>
        <p:spPr>
          <a:xfrm>
            <a:off x="10775561" y="6179422"/>
            <a:ext cx="1079890" cy="345903"/>
          </a:xfrm>
          <a:prstGeom prst="rect">
            <a:avLst/>
          </a:prstGeom>
        </p:spPr>
      </p:pic>
    </p:spTree>
    <p:extLst>
      <p:ext uri="{BB962C8B-B14F-4D97-AF65-F5344CB8AC3E}">
        <p14:creationId xmlns:p14="http://schemas.microsoft.com/office/powerpoint/2010/main" val="4290324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1B9A7-4D0C-BE1F-A54F-459AD24E0AEF}"/>
            </a:ext>
          </a:extLst>
        </p:cNvPr>
        <p:cNvGrpSpPr/>
        <p:nvPr/>
      </p:nvGrpSpPr>
      <p:grpSpPr>
        <a:xfrm>
          <a:off x="0" y="0"/>
          <a:ext cx="0" cy="0"/>
          <a:chOff x="0" y="0"/>
          <a:chExt cx="0" cy="0"/>
        </a:xfrm>
      </p:grpSpPr>
      <p:sp>
        <p:nvSpPr>
          <p:cNvPr id="4" name="Retângulo 3">
            <a:extLst>
              <a:ext uri="{FF2B5EF4-FFF2-40B4-BE49-F238E27FC236}">
                <a16:creationId xmlns:a16="http://schemas.microsoft.com/office/drawing/2014/main" id="{E70E4088-978C-494D-3833-8D26598DAAC1}"/>
              </a:ext>
            </a:extLst>
          </p:cNvPr>
          <p:cNvSpPr/>
          <p:nvPr/>
        </p:nvSpPr>
        <p:spPr>
          <a:xfrm>
            <a:off x="0" y="-1"/>
            <a:ext cx="12192000" cy="2863703"/>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30" name="Retângulo: Cantos Arredondados 29">
            <a:extLst>
              <a:ext uri="{FF2B5EF4-FFF2-40B4-BE49-F238E27FC236}">
                <a16:creationId xmlns:a16="http://schemas.microsoft.com/office/drawing/2014/main" id="{514DC078-CDE3-69B9-5D1B-F48B053D9F9D}"/>
              </a:ext>
            </a:extLst>
          </p:cNvPr>
          <p:cNvSpPr/>
          <p:nvPr/>
        </p:nvSpPr>
        <p:spPr>
          <a:xfrm>
            <a:off x="1100309" y="1561337"/>
            <a:ext cx="9991382" cy="322512"/>
          </a:xfrm>
          <a:prstGeom prst="roundRect">
            <a:avLst>
              <a:gd name="adj" fmla="val 50000"/>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6" name="Espaço Reservado para Conteúdo 4">
            <a:extLst>
              <a:ext uri="{FF2B5EF4-FFF2-40B4-BE49-F238E27FC236}">
                <a16:creationId xmlns:a16="http://schemas.microsoft.com/office/drawing/2014/main" id="{74B73FF4-5822-7F51-88CA-2C16A7AD7DBF}"/>
              </a:ext>
            </a:extLst>
          </p:cNvPr>
          <p:cNvSpPr txBox="1">
            <a:spLocks/>
          </p:cNvSpPr>
          <p:nvPr/>
        </p:nvSpPr>
        <p:spPr>
          <a:xfrm>
            <a:off x="1598974" y="1579151"/>
            <a:ext cx="8994053" cy="231790"/>
          </a:xfrm>
          <a:prstGeom prst="rect">
            <a:avLst/>
          </a:prstGeom>
        </p:spPr>
        <p:txBody>
          <a:bodyPr vert="horz" wrap="square" lIns="0" tIns="36000" rIns="0" bIns="0" rtlCol="0">
            <a:spAutoFit/>
          </a:bodyPr>
          <a:lstStyle>
            <a:lvl1pPr marL="0" indent="0" algn="l" defTabSz="914400" rtl="0" eaLnBrk="1" latinLnBrk="0" hangingPunct="1">
              <a:lnSpc>
                <a:spcPct val="110000"/>
              </a:lnSpc>
              <a:spcBef>
                <a:spcPts val="0"/>
              </a:spcBef>
              <a:spcAft>
                <a:spcPts val="800"/>
              </a:spcAft>
              <a:buFont typeface="Arial" panose="020B0604020202020204" pitchFamily="34" charset="0"/>
              <a:buNone/>
              <a:defRPr lang="en-US" sz="1100" kern="1200" dirty="0">
                <a:solidFill>
                  <a:schemeClr val="tx1"/>
                </a:solidFill>
                <a:latin typeface="Poppins Light" panose="00000400000000000000" pitchFamily="2" charset="0"/>
                <a:ea typeface="Source Serif Pro Light" panose="02040303050405020204" pitchFamily="18" charset="0"/>
                <a:cs typeface="Poppins Light" panose="00000400000000000000" pitchFamily="2" charset="0"/>
              </a:defRPr>
            </a:lvl1pPr>
            <a:lvl2pPr marL="108000" indent="-108000" algn="l" defTabSz="914400" rtl="0" eaLnBrk="1" latinLnBrk="0" hangingPunct="1">
              <a:lnSpc>
                <a:spcPct val="110000"/>
              </a:lnSpc>
              <a:spcBef>
                <a:spcPts val="0"/>
              </a:spcBef>
              <a:spcAft>
                <a:spcPts val="800"/>
              </a:spcAft>
              <a:buClr>
                <a:schemeClr val="bg2"/>
              </a:buClr>
              <a:buFont typeface="Arial" panose="020B0604020202020204" pitchFamily="34" charset="0"/>
              <a:buChar char="•"/>
              <a:defRPr lang="en-US" sz="1200" kern="1200" dirty="0">
                <a:solidFill>
                  <a:schemeClr val="tx1"/>
                </a:solidFill>
                <a:latin typeface="Poppins Light" panose="00000400000000000000" pitchFamily="2" charset="0"/>
                <a:ea typeface="Source Serif Pro" panose="02040603050405020204" pitchFamily="18" charset="0"/>
                <a:cs typeface="Poppins Light" panose="00000400000000000000" pitchFamily="2" charset="0"/>
              </a:defRPr>
            </a:lvl2pPr>
            <a:lvl3pPr marL="108000" indent="-108000" algn="l" defTabSz="914400" rtl="0" eaLnBrk="1" latinLnBrk="0" hangingPunct="1">
              <a:lnSpc>
                <a:spcPct val="110000"/>
              </a:lnSpc>
              <a:spcBef>
                <a:spcPts val="0"/>
              </a:spcBef>
              <a:spcAft>
                <a:spcPts val="800"/>
              </a:spcAft>
              <a:buClr>
                <a:schemeClr val="bg2"/>
              </a:buClr>
              <a:buFont typeface="Source Sans Pro" panose="020B0503030403020204" pitchFamily="34" charset="0"/>
              <a:buChar char="−"/>
              <a:defRPr lang="en-US" sz="1200" kern="1200" dirty="0">
                <a:solidFill>
                  <a:schemeClr val="tx1"/>
                </a:solidFill>
                <a:latin typeface="Poppins Medium" panose="00000600000000000000" pitchFamily="2" charset="0"/>
                <a:ea typeface="Source Serif Pro Light" panose="02040303050405020204" pitchFamily="18" charset="0"/>
                <a:cs typeface="Poppins Medium" panose="00000600000000000000" pitchFamily="2" charset="0"/>
              </a:defRPr>
            </a:lvl3pPr>
            <a:lvl4pPr marL="0" indent="0" algn="l" defTabSz="914400" rtl="0" eaLnBrk="1" latinLnBrk="0" hangingPunct="1">
              <a:lnSpc>
                <a:spcPct val="110000"/>
              </a:lnSpc>
              <a:spcBef>
                <a:spcPts val="0"/>
              </a:spcBef>
              <a:spcAft>
                <a:spcPts val="800"/>
              </a:spcAft>
              <a:buFont typeface="Arial" panose="020B0604020202020204" pitchFamily="34" charset="0"/>
              <a:buNone/>
              <a:defRPr sz="1200" b="1" kern="1200">
                <a:solidFill>
                  <a:schemeClr val="tx1"/>
                </a:solidFill>
                <a:latin typeface="Source Serif Pro" panose="02040603050405020204" pitchFamily="18" charset="0"/>
                <a:ea typeface="Source Serif Pro" panose="02040603050405020204" pitchFamily="18" charset="0"/>
                <a:cs typeface="+mn-cs"/>
              </a:defRPr>
            </a:lvl4pPr>
            <a:lvl5pPr marL="0" indent="0" algn="l" defTabSz="914400" rtl="0" eaLnBrk="1" latinLnBrk="0" hangingPunct="1">
              <a:lnSpc>
                <a:spcPct val="110000"/>
              </a:lnSpc>
              <a:spcBef>
                <a:spcPts val="0"/>
              </a:spcBef>
              <a:spcAft>
                <a:spcPts val="800"/>
              </a:spcAft>
              <a:buFont typeface="Arial" panose="020B0604020202020204" pitchFamily="34" charset="0"/>
              <a:buNone/>
              <a:defRPr sz="1200" kern="1200">
                <a:solidFill>
                  <a:schemeClr val="accent1"/>
                </a:solidFill>
                <a:latin typeface="Source Serif Pro Black" panose="02040903050405020204" pitchFamily="18" charset="0"/>
                <a:ea typeface="Source Serif Pro Black" panose="0204090305040502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ctr"/>
            <a:r>
              <a:rPr lang="en-US" sz="1200" dirty="0">
                <a:solidFill>
                  <a:srgbClr val="FFFFFF"/>
                </a:solidFill>
                <a:latin typeface="Poppins SemiBold" panose="00000700000000000000" pitchFamily="2" charset="0"/>
                <a:cs typeface="Poppins SemiBold" panose="00000700000000000000" pitchFamily="2" charset="0"/>
              </a:rPr>
              <a:t>Full awareness on maintenance and telemetry boosts client retention, offering a realizable solution</a:t>
            </a:r>
          </a:p>
        </p:txBody>
      </p:sp>
      <p:sp>
        <p:nvSpPr>
          <p:cNvPr id="8" name="Retângulo: Cantos Superiores Arredondados 7">
            <a:extLst>
              <a:ext uri="{FF2B5EF4-FFF2-40B4-BE49-F238E27FC236}">
                <a16:creationId xmlns:a16="http://schemas.microsoft.com/office/drawing/2014/main" id="{710F32A8-600B-6B86-947A-CE07321C1A2C}"/>
              </a:ext>
            </a:extLst>
          </p:cNvPr>
          <p:cNvSpPr/>
          <p:nvPr/>
        </p:nvSpPr>
        <p:spPr>
          <a:xfrm>
            <a:off x="562453" y="2082915"/>
            <a:ext cx="5316279" cy="4775086"/>
          </a:xfrm>
          <a:prstGeom prst="round2SameRect">
            <a:avLst>
              <a:gd name="adj1" fmla="val 3904"/>
              <a:gd name="adj2" fmla="val 0"/>
            </a:avLst>
          </a:prstGeom>
          <a:solidFill>
            <a:schemeClr val="bg1"/>
          </a:solidFill>
          <a:ln w="63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2" name="Título 1">
            <a:extLst>
              <a:ext uri="{FF2B5EF4-FFF2-40B4-BE49-F238E27FC236}">
                <a16:creationId xmlns:a16="http://schemas.microsoft.com/office/drawing/2014/main" id="{55349294-A050-0EA7-7A85-937602E8D8D0}"/>
              </a:ext>
            </a:extLst>
          </p:cNvPr>
          <p:cNvSpPr>
            <a:spLocks noGrp="1"/>
          </p:cNvSpPr>
          <p:nvPr>
            <p:ph type="title"/>
          </p:nvPr>
        </p:nvSpPr>
        <p:spPr/>
        <p:txBody>
          <a:bodyPr/>
          <a:lstStyle/>
          <a:p>
            <a:r>
              <a:rPr lang="en-US" dirty="0">
                <a:solidFill>
                  <a:srgbClr val="FFFFFF"/>
                </a:solidFill>
              </a:rPr>
              <a:t>Lorem ipsum dolor sit </a:t>
            </a:r>
            <a:r>
              <a:rPr lang="en-US" dirty="0" err="1">
                <a:solidFill>
                  <a:srgbClr val="FFFFFF"/>
                </a:solidFill>
              </a:rPr>
              <a:t>amet</a:t>
            </a:r>
            <a:r>
              <a:rPr lang="en-US" dirty="0">
                <a:solidFill>
                  <a:srgbClr val="FFFFFF"/>
                </a:solidFill>
              </a:rPr>
              <a:t> </a:t>
            </a:r>
            <a:r>
              <a:rPr lang="en-US" dirty="0" err="1">
                <a:solidFill>
                  <a:srgbClr val="FFFFFF"/>
                </a:solidFill>
              </a:rPr>
              <a:t>consectetur</a:t>
            </a:r>
            <a:r>
              <a:rPr lang="en-US" dirty="0">
                <a:solidFill>
                  <a:srgbClr val="FFFFFF"/>
                </a:solidFill>
              </a:rPr>
              <a:t> </a:t>
            </a:r>
            <a:r>
              <a:rPr lang="en-US" dirty="0" err="1">
                <a:solidFill>
                  <a:srgbClr val="FFFFFF"/>
                </a:solidFill>
              </a:rPr>
              <a:t>adisciping</a:t>
            </a:r>
            <a:r>
              <a:rPr lang="en-US" dirty="0">
                <a:solidFill>
                  <a:srgbClr val="FFFFFF"/>
                </a:solidFill>
              </a:rPr>
              <a:t> </a:t>
            </a:r>
            <a:r>
              <a:rPr lang="en-US" dirty="0" err="1">
                <a:solidFill>
                  <a:srgbClr val="FFFFFF"/>
                </a:solidFill>
              </a:rPr>
              <a:t>elit</a:t>
            </a:r>
            <a:endParaRPr lang="pt-BR" dirty="0">
              <a:solidFill>
                <a:srgbClr val="FFFFFF"/>
              </a:solidFill>
            </a:endParaRPr>
          </a:p>
        </p:txBody>
      </p:sp>
      <p:sp>
        <p:nvSpPr>
          <p:cNvPr id="5" name="Espaço Reservado para Conteúdo 4">
            <a:extLst>
              <a:ext uri="{FF2B5EF4-FFF2-40B4-BE49-F238E27FC236}">
                <a16:creationId xmlns:a16="http://schemas.microsoft.com/office/drawing/2014/main" id="{B9506087-C924-2327-C2F8-49EC755B6BA7}"/>
              </a:ext>
            </a:extLst>
          </p:cNvPr>
          <p:cNvSpPr>
            <a:spLocks noGrp="1"/>
          </p:cNvSpPr>
          <p:nvPr>
            <p:ph sz="quarter" idx="13"/>
          </p:nvPr>
        </p:nvSpPr>
        <p:spPr>
          <a:xfrm>
            <a:off x="731838" y="1052961"/>
            <a:ext cx="11102975" cy="215503"/>
          </a:xfrm>
        </p:spPr>
        <p:txBody>
          <a:bodyPr/>
          <a:lstStyle/>
          <a:p>
            <a:r>
              <a:rPr lang="en-US" dirty="0">
                <a:solidFill>
                  <a:srgbClr val="FFFFFF"/>
                </a:solidFill>
              </a:rPr>
              <a:t>Lorem ipsum dolor sit </a:t>
            </a:r>
            <a:r>
              <a:rPr lang="en-US" dirty="0" err="1">
                <a:solidFill>
                  <a:srgbClr val="FFFFFF"/>
                </a:solidFill>
              </a:rPr>
              <a:t>amet</a:t>
            </a:r>
            <a:r>
              <a:rPr lang="en-US" dirty="0">
                <a:solidFill>
                  <a:srgbClr val="FFFFFF"/>
                </a:solidFill>
              </a:rPr>
              <a:t> </a:t>
            </a:r>
            <a:r>
              <a:rPr lang="en-US" dirty="0" err="1">
                <a:solidFill>
                  <a:srgbClr val="FFFFFF"/>
                </a:solidFill>
              </a:rPr>
              <a:t>consectetur</a:t>
            </a:r>
            <a:r>
              <a:rPr lang="en-US" dirty="0">
                <a:solidFill>
                  <a:srgbClr val="FFFFFF"/>
                </a:solidFill>
              </a:rPr>
              <a:t> </a:t>
            </a:r>
            <a:r>
              <a:rPr lang="en-US" dirty="0" err="1">
                <a:solidFill>
                  <a:srgbClr val="FFFFFF"/>
                </a:solidFill>
              </a:rPr>
              <a:t>adisciping</a:t>
            </a:r>
            <a:r>
              <a:rPr lang="en-US" dirty="0">
                <a:solidFill>
                  <a:srgbClr val="FFFFFF"/>
                </a:solidFill>
              </a:rPr>
              <a:t> </a:t>
            </a:r>
            <a:r>
              <a:rPr lang="en-US" dirty="0" err="1">
                <a:solidFill>
                  <a:srgbClr val="FFFFFF"/>
                </a:solidFill>
              </a:rPr>
              <a:t>elit</a:t>
            </a:r>
            <a:r>
              <a:rPr lang="en-US" dirty="0">
                <a:solidFill>
                  <a:srgbClr val="FFFFFF"/>
                </a:solidFill>
              </a:rPr>
              <a:t> lorem </a:t>
            </a:r>
            <a:r>
              <a:rPr lang="en-US" dirty="0" err="1">
                <a:solidFill>
                  <a:srgbClr val="FFFFFF"/>
                </a:solidFill>
              </a:rPr>
              <a:t>ispum</a:t>
            </a:r>
            <a:r>
              <a:rPr lang="en-US" dirty="0">
                <a:solidFill>
                  <a:srgbClr val="FFFFFF"/>
                </a:solidFill>
              </a:rPr>
              <a:t> dolor sit </a:t>
            </a:r>
            <a:r>
              <a:rPr lang="en-US" dirty="0" err="1">
                <a:solidFill>
                  <a:srgbClr val="FFFFFF"/>
                </a:solidFill>
              </a:rPr>
              <a:t>amet</a:t>
            </a:r>
            <a:r>
              <a:rPr lang="en-US" dirty="0">
                <a:solidFill>
                  <a:srgbClr val="FFFFFF"/>
                </a:solidFill>
              </a:rPr>
              <a:t> </a:t>
            </a:r>
            <a:r>
              <a:rPr lang="en-US" dirty="0" err="1">
                <a:solidFill>
                  <a:srgbClr val="FFFFFF"/>
                </a:solidFill>
              </a:rPr>
              <a:t>consectetur</a:t>
            </a:r>
            <a:r>
              <a:rPr lang="en-US" dirty="0">
                <a:solidFill>
                  <a:srgbClr val="FFFFFF"/>
                </a:solidFill>
              </a:rPr>
              <a:t> </a:t>
            </a:r>
            <a:r>
              <a:rPr lang="en-US" dirty="0" err="1">
                <a:solidFill>
                  <a:srgbClr val="FFFFFF"/>
                </a:solidFill>
              </a:rPr>
              <a:t>adisciping</a:t>
            </a:r>
            <a:r>
              <a:rPr lang="en-US" dirty="0">
                <a:solidFill>
                  <a:srgbClr val="FFFFFF"/>
                </a:solidFill>
              </a:rPr>
              <a:t> </a:t>
            </a:r>
          </a:p>
        </p:txBody>
      </p:sp>
      <p:pic>
        <p:nvPicPr>
          <p:cNvPr id="28" name="Gráfico 14">
            <a:extLst>
              <a:ext uri="{FF2B5EF4-FFF2-40B4-BE49-F238E27FC236}">
                <a16:creationId xmlns:a16="http://schemas.microsoft.com/office/drawing/2014/main" id="{4AE497E4-D4C7-7F89-6DBE-8A5CFD8D6D7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481969" y="307275"/>
            <a:ext cx="354839" cy="303818"/>
          </a:xfrm>
          <a:prstGeom prst="rect">
            <a:avLst/>
          </a:prstGeom>
        </p:spPr>
      </p:pic>
      <p:sp>
        <p:nvSpPr>
          <p:cNvPr id="29" name="CaixaDeTexto 3">
            <a:extLst>
              <a:ext uri="{FF2B5EF4-FFF2-40B4-BE49-F238E27FC236}">
                <a16:creationId xmlns:a16="http://schemas.microsoft.com/office/drawing/2014/main" id="{B17259DD-87B7-3270-6940-60BDFA7F9E0C}"/>
              </a:ext>
            </a:extLst>
          </p:cNvPr>
          <p:cNvSpPr txBox="1"/>
          <p:nvPr/>
        </p:nvSpPr>
        <p:spPr>
          <a:xfrm>
            <a:off x="731838" y="357006"/>
            <a:ext cx="1150373" cy="153888"/>
          </a:xfrm>
          <a:prstGeom prst="rect">
            <a:avLst/>
          </a:prstGeom>
          <a:noFill/>
        </p:spPr>
        <p:txBody>
          <a:bodyPr wrap="square" lIns="0" tIns="0" rIns="0" bIns="0">
            <a:spAutoFit/>
          </a:bodyPr>
          <a:lstStyle>
            <a:defPPr>
              <a:defRPr lang="pt-BR"/>
            </a:defPPr>
            <a:lvl1pPr>
              <a:defRPr sz="1000">
                <a:solidFill>
                  <a:srgbClr val="222F44"/>
                </a:solidFill>
                <a:latin typeface="Poppins Light" panose="00000400000000000000" pitchFamily="2" charset="0"/>
                <a:ea typeface="Source Serif Pro" panose="02040603050405020204" pitchFamily="18" charset="0"/>
                <a:cs typeface="Poppins Light" panose="00000400000000000000" pitchFamily="2" charset="0"/>
              </a:defRPr>
            </a:lvl1pPr>
          </a:lstStyle>
          <a:p>
            <a:pPr lvl="0"/>
            <a:r>
              <a:rPr lang="pt-BR" dirty="0" err="1">
                <a:solidFill>
                  <a:schemeClr val="bg1"/>
                </a:solidFill>
              </a:rPr>
              <a:t>Investment</a:t>
            </a:r>
            <a:r>
              <a:rPr lang="pt-BR" dirty="0">
                <a:solidFill>
                  <a:schemeClr val="bg1"/>
                </a:solidFill>
              </a:rPr>
              <a:t> </a:t>
            </a:r>
            <a:r>
              <a:rPr lang="pt-BR" dirty="0" err="1">
                <a:solidFill>
                  <a:schemeClr val="bg1"/>
                </a:solidFill>
              </a:rPr>
              <a:t>Thesis</a:t>
            </a:r>
            <a:endParaRPr lang="pt-BR" dirty="0">
              <a:solidFill>
                <a:schemeClr val="bg1"/>
              </a:solidFill>
            </a:endParaRPr>
          </a:p>
        </p:txBody>
      </p:sp>
      <p:sp>
        <p:nvSpPr>
          <p:cNvPr id="31" name="Título 1">
            <a:extLst>
              <a:ext uri="{FF2B5EF4-FFF2-40B4-BE49-F238E27FC236}">
                <a16:creationId xmlns:a16="http://schemas.microsoft.com/office/drawing/2014/main" id="{A0474D15-C008-2EE1-338A-9CCECEE46C84}"/>
              </a:ext>
            </a:extLst>
          </p:cNvPr>
          <p:cNvSpPr txBox="1">
            <a:spLocks/>
          </p:cNvSpPr>
          <p:nvPr/>
        </p:nvSpPr>
        <p:spPr>
          <a:xfrm>
            <a:off x="958125" y="2380450"/>
            <a:ext cx="12580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400" b="0" dirty="0">
                <a:solidFill>
                  <a:schemeClr val="tx2"/>
                </a:solidFill>
                <a:latin typeface="Poppins SemiBold" panose="00000700000000000000" pitchFamily="2" charset="0"/>
                <a:cs typeface="Poppins SemiBold" panose="00000700000000000000" pitchFamily="2" charset="0"/>
              </a:rPr>
              <a:t>Maintenance</a:t>
            </a:r>
          </a:p>
        </p:txBody>
      </p:sp>
      <p:sp>
        <p:nvSpPr>
          <p:cNvPr id="32" name="Título 1">
            <a:extLst>
              <a:ext uri="{FF2B5EF4-FFF2-40B4-BE49-F238E27FC236}">
                <a16:creationId xmlns:a16="http://schemas.microsoft.com/office/drawing/2014/main" id="{C2D46D87-2CF1-0474-5CFC-E32A5EDAAE56}"/>
              </a:ext>
            </a:extLst>
          </p:cNvPr>
          <p:cNvSpPr txBox="1">
            <a:spLocks/>
          </p:cNvSpPr>
          <p:nvPr/>
        </p:nvSpPr>
        <p:spPr>
          <a:xfrm>
            <a:off x="958124" y="2725598"/>
            <a:ext cx="4388576" cy="57362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35" name="Título 1">
            <a:extLst>
              <a:ext uri="{FF2B5EF4-FFF2-40B4-BE49-F238E27FC236}">
                <a16:creationId xmlns:a16="http://schemas.microsoft.com/office/drawing/2014/main" id="{38820880-4226-9B0C-8F72-D57D5BC31B26}"/>
              </a:ext>
            </a:extLst>
          </p:cNvPr>
          <p:cNvSpPr txBox="1">
            <a:spLocks/>
          </p:cNvSpPr>
          <p:nvPr/>
        </p:nvSpPr>
        <p:spPr>
          <a:xfrm>
            <a:off x="958125" y="3618553"/>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36" name="Título 1">
            <a:extLst>
              <a:ext uri="{FF2B5EF4-FFF2-40B4-BE49-F238E27FC236}">
                <a16:creationId xmlns:a16="http://schemas.microsoft.com/office/drawing/2014/main" id="{A4791EFD-81E5-0668-A926-9CD486866F26}"/>
              </a:ext>
            </a:extLst>
          </p:cNvPr>
          <p:cNvSpPr txBox="1">
            <a:spLocks/>
          </p:cNvSpPr>
          <p:nvPr/>
        </p:nvSpPr>
        <p:spPr>
          <a:xfrm>
            <a:off x="958123" y="3887501"/>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60" name="Título 1">
            <a:extLst>
              <a:ext uri="{FF2B5EF4-FFF2-40B4-BE49-F238E27FC236}">
                <a16:creationId xmlns:a16="http://schemas.microsoft.com/office/drawing/2014/main" id="{ECE563AF-BBA9-5407-FB47-57A29602B09A}"/>
              </a:ext>
            </a:extLst>
          </p:cNvPr>
          <p:cNvSpPr txBox="1">
            <a:spLocks/>
          </p:cNvSpPr>
          <p:nvPr/>
        </p:nvSpPr>
        <p:spPr>
          <a:xfrm>
            <a:off x="3356454" y="3618553"/>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61" name="Título 1">
            <a:extLst>
              <a:ext uri="{FF2B5EF4-FFF2-40B4-BE49-F238E27FC236}">
                <a16:creationId xmlns:a16="http://schemas.microsoft.com/office/drawing/2014/main" id="{DF71976E-37FE-B74A-1DC4-FBB62D93FA3A}"/>
              </a:ext>
            </a:extLst>
          </p:cNvPr>
          <p:cNvSpPr txBox="1">
            <a:spLocks/>
          </p:cNvSpPr>
          <p:nvPr/>
        </p:nvSpPr>
        <p:spPr>
          <a:xfrm>
            <a:off x="3356452" y="3887501"/>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62" name="Título 1">
            <a:extLst>
              <a:ext uri="{FF2B5EF4-FFF2-40B4-BE49-F238E27FC236}">
                <a16:creationId xmlns:a16="http://schemas.microsoft.com/office/drawing/2014/main" id="{0589CA77-0EDB-571B-8EB9-3DB118A6EEA9}"/>
              </a:ext>
            </a:extLst>
          </p:cNvPr>
          <p:cNvSpPr txBox="1">
            <a:spLocks/>
          </p:cNvSpPr>
          <p:nvPr/>
        </p:nvSpPr>
        <p:spPr>
          <a:xfrm>
            <a:off x="958125" y="4916528"/>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63" name="Título 1">
            <a:extLst>
              <a:ext uri="{FF2B5EF4-FFF2-40B4-BE49-F238E27FC236}">
                <a16:creationId xmlns:a16="http://schemas.microsoft.com/office/drawing/2014/main" id="{0677B6A5-B458-D097-8406-878DB9FDFC61}"/>
              </a:ext>
            </a:extLst>
          </p:cNvPr>
          <p:cNvSpPr txBox="1">
            <a:spLocks/>
          </p:cNvSpPr>
          <p:nvPr/>
        </p:nvSpPr>
        <p:spPr>
          <a:xfrm>
            <a:off x="958123" y="5185476"/>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64" name="Título 1">
            <a:extLst>
              <a:ext uri="{FF2B5EF4-FFF2-40B4-BE49-F238E27FC236}">
                <a16:creationId xmlns:a16="http://schemas.microsoft.com/office/drawing/2014/main" id="{872B0496-D6CC-6B88-C7B4-872CB25F9B46}"/>
              </a:ext>
            </a:extLst>
          </p:cNvPr>
          <p:cNvSpPr txBox="1">
            <a:spLocks/>
          </p:cNvSpPr>
          <p:nvPr/>
        </p:nvSpPr>
        <p:spPr>
          <a:xfrm>
            <a:off x="3356454" y="4916528"/>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65" name="Título 1">
            <a:extLst>
              <a:ext uri="{FF2B5EF4-FFF2-40B4-BE49-F238E27FC236}">
                <a16:creationId xmlns:a16="http://schemas.microsoft.com/office/drawing/2014/main" id="{5039C61F-0F39-C3D1-EE8C-A1410F511D6A}"/>
              </a:ext>
            </a:extLst>
          </p:cNvPr>
          <p:cNvSpPr txBox="1">
            <a:spLocks/>
          </p:cNvSpPr>
          <p:nvPr/>
        </p:nvSpPr>
        <p:spPr>
          <a:xfrm>
            <a:off x="3356452" y="5185476"/>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16" name="Retângulo: Cantos Arredondados 15">
            <a:extLst>
              <a:ext uri="{FF2B5EF4-FFF2-40B4-BE49-F238E27FC236}">
                <a16:creationId xmlns:a16="http://schemas.microsoft.com/office/drawing/2014/main" id="{3BA9FFFD-9827-19B2-2F5D-0A122E6ADB17}"/>
              </a:ext>
            </a:extLst>
          </p:cNvPr>
          <p:cNvSpPr>
            <a:spLocks noGrp="1" noRot="1" noMove="1" noResize="1" noEditPoints="1" noAdjustHandles="1" noChangeArrowheads="1" noChangeShapeType="1"/>
          </p:cNvSpPr>
          <p:nvPr/>
        </p:nvSpPr>
        <p:spPr>
          <a:xfrm>
            <a:off x="10590027" y="6021388"/>
            <a:ext cx="1389321" cy="719654"/>
          </a:xfrm>
          <a:prstGeom prst="round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10" name="Espaço Reservado para Texto 9">
            <a:extLst>
              <a:ext uri="{FF2B5EF4-FFF2-40B4-BE49-F238E27FC236}">
                <a16:creationId xmlns:a16="http://schemas.microsoft.com/office/drawing/2014/main" id="{D5231561-830F-6897-17DF-69BA231E7704}"/>
              </a:ext>
            </a:extLst>
          </p:cNvPr>
          <p:cNvSpPr>
            <a:spLocks noGrp="1"/>
          </p:cNvSpPr>
          <p:nvPr>
            <p:ph type="body" sz="quarter" idx="36"/>
          </p:nvPr>
        </p:nvSpPr>
        <p:spPr/>
        <p:txBody>
          <a:bodyPr/>
          <a:lstStyle/>
          <a:p>
            <a:endParaRPr lang="en-US" dirty="0"/>
          </a:p>
        </p:txBody>
      </p:sp>
      <p:sp>
        <p:nvSpPr>
          <p:cNvPr id="11" name="Slide Number Placeholder 5">
            <a:extLst>
              <a:ext uri="{FF2B5EF4-FFF2-40B4-BE49-F238E27FC236}">
                <a16:creationId xmlns:a16="http://schemas.microsoft.com/office/drawing/2014/main" id="{A00025CB-A1F7-3423-4828-35364932FCAB}"/>
              </a:ext>
            </a:extLst>
          </p:cNvPr>
          <p:cNvSpPr>
            <a:spLocks noGrp="1" noRot="1" noMove="1" noResize="1" noEditPoints="1" noAdjustHandles="1" noChangeArrowheads="1" noChangeShapeType="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15</a:t>
            </a:fld>
            <a:endParaRPr lang="en-US" dirty="0">
              <a:latin typeface="Poppins Light" panose="00000400000000000000" pitchFamily="2" charset="0"/>
              <a:cs typeface="Poppins Light" panose="00000400000000000000" pitchFamily="2" charset="0"/>
            </a:endParaRPr>
          </a:p>
        </p:txBody>
      </p:sp>
      <p:sp>
        <p:nvSpPr>
          <p:cNvPr id="66" name="Retângulo: Cantos Superiores Arredondados 65">
            <a:extLst>
              <a:ext uri="{FF2B5EF4-FFF2-40B4-BE49-F238E27FC236}">
                <a16:creationId xmlns:a16="http://schemas.microsoft.com/office/drawing/2014/main" id="{80D50DFD-9E65-6910-DA1E-24A5688B311B}"/>
              </a:ext>
            </a:extLst>
          </p:cNvPr>
          <p:cNvSpPr/>
          <p:nvPr/>
        </p:nvSpPr>
        <p:spPr>
          <a:xfrm>
            <a:off x="6363014" y="2082915"/>
            <a:ext cx="5316279" cy="4775086"/>
          </a:xfrm>
          <a:prstGeom prst="round2SameRect">
            <a:avLst>
              <a:gd name="adj1" fmla="val 3904"/>
              <a:gd name="adj2" fmla="val 0"/>
            </a:avLst>
          </a:prstGeom>
          <a:solidFill>
            <a:schemeClr val="bg1"/>
          </a:solidFill>
          <a:ln w="6350">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sp>
        <p:nvSpPr>
          <p:cNvPr id="67" name="Título 1">
            <a:extLst>
              <a:ext uri="{FF2B5EF4-FFF2-40B4-BE49-F238E27FC236}">
                <a16:creationId xmlns:a16="http://schemas.microsoft.com/office/drawing/2014/main" id="{42E1090F-D380-A2AD-3D04-01AE9EE60A56}"/>
              </a:ext>
            </a:extLst>
          </p:cNvPr>
          <p:cNvSpPr txBox="1">
            <a:spLocks/>
          </p:cNvSpPr>
          <p:nvPr/>
        </p:nvSpPr>
        <p:spPr>
          <a:xfrm>
            <a:off x="6758687" y="2380450"/>
            <a:ext cx="1013714"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400" b="0" dirty="0" err="1">
                <a:solidFill>
                  <a:schemeClr val="tx2"/>
                </a:solidFill>
                <a:latin typeface="Poppins SemiBold" panose="00000700000000000000" pitchFamily="2" charset="0"/>
                <a:cs typeface="Poppins SemiBold" panose="00000700000000000000" pitchFamily="2" charset="0"/>
              </a:rPr>
              <a:t>Telemetry</a:t>
            </a:r>
            <a:endParaRPr lang="pt-BR" sz="1400" b="0" dirty="0">
              <a:solidFill>
                <a:schemeClr val="tx2"/>
              </a:solidFill>
              <a:latin typeface="Poppins SemiBold" panose="00000700000000000000" pitchFamily="2" charset="0"/>
              <a:cs typeface="Poppins SemiBold" panose="00000700000000000000" pitchFamily="2" charset="0"/>
            </a:endParaRPr>
          </a:p>
        </p:txBody>
      </p:sp>
      <p:sp>
        <p:nvSpPr>
          <p:cNvPr id="68" name="Título 1">
            <a:extLst>
              <a:ext uri="{FF2B5EF4-FFF2-40B4-BE49-F238E27FC236}">
                <a16:creationId xmlns:a16="http://schemas.microsoft.com/office/drawing/2014/main" id="{463780A8-04A4-8BBC-DE64-809CEBB49893}"/>
              </a:ext>
            </a:extLst>
          </p:cNvPr>
          <p:cNvSpPr txBox="1">
            <a:spLocks/>
          </p:cNvSpPr>
          <p:nvPr/>
        </p:nvSpPr>
        <p:spPr>
          <a:xfrm>
            <a:off x="6758685" y="2725598"/>
            <a:ext cx="4388576" cy="573622"/>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1000" b="0" dirty="0"/>
              <a:t>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 Lorem ipsum dolor sit </a:t>
            </a:r>
            <a:r>
              <a:rPr lang="en-US" sz="1000" b="0" dirty="0" err="1"/>
              <a:t>amet</a:t>
            </a:r>
            <a:r>
              <a:rPr lang="en-US" sz="1000" b="0" dirty="0"/>
              <a:t> </a:t>
            </a:r>
            <a:r>
              <a:rPr lang="en-US" sz="1000" b="0" dirty="0" err="1"/>
              <a:t>consectetur</a:t>
            </a:r>
            <a:r>
              <a:rPr lang="en-US" sz="1000" b="0" dirty="0"/>
              <a:t> </a:t>
            </a:r>
            <a:r>
              <a:rPr lang="en-US" sz="1000" b="0" dirty="0" err="1"/>
              <a:t>adisciping</a:t>
            </a:r>
            <a:r>
              <a:rPr lang="en-US" sz="1000" b="0" dirty="0"/>
              <a:t> </a:t>
            </a:r>
            <a:r>
              <a:rPr lang="en-US" sz="1000" b="0" dirty="0" err="1"/>
              <a:t>elit</a:t>
            </a:r>
            <a:r>
              <a:rPr lang="en-US" sz="1000" b="0" dirty="0"/>
              <a:t> lorem ipsum dolor</a:t>
            </a:r>
          </a:p>
        </p:txBody>
      </p:sp>
      <p:sp>
        <p:nvSpPr>
          <p:cNvPr id="69" name="Título 1">
            <a:extLst>
              <a:ext uri="{FF2B5EF4-FFF2-40B4-BE49-F238E27FC236}">
                <a16:creationId xmlns:a16="http://schemas.microsoft.com/office/drawing/2014/main" id="{D65AF290-D4A1-6C31-B845-B98355248075}"/>
              </a:ext>
            </a:extLst>
          </p:cNvPr>
          <p:cNvSpPr txBox="1">
            <a:spLocks/>
          </p:cNvSpPr>
          <p:nvPr/>
        </p:nvSpPr>
        <p:spPr>
          <a:xfrm>
            <a:off x="6758686" y="3618553"/>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70" name="Título 1">
            <a:extLst>
              <a:ext uri="{FF2B5EF4-FFF2-40B4-BE49-F238E27FC236}">
                <a16:creationId xmlns:a16="http://schemas.microsoft.com/office/drawing/2014/main" id="{1BF6226D-8770-A083-BA8A-65635491497B}"/>
              </a:ext>
            </a:extLst>
          </p:cNvPr>
          <p:cNvSpPr txBox="1">
            <a:spLocks/>
          </p:cNvSpPr>
          <p:nvPr/>
        </p:nvSpPr>
        <p:spPr>
          <a:xfrm>
            <a:off x="6758684" y="3887501"/>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71" name="Título 1">
            <a:extLst>
              <a:ext uri="{FF2B5EF4-FFF2-40B4-BE49-F238E27FC236}">
                <a16:creationId xmlns:a16="http://schemas.microsoft.com/office/drawing/2014/main" id="{A79ECADD-439C-82FF-8D16-CFBC226DD0CD}"/>
              </a:ext>
            </a:extLst>
          </p:cNvPr>
          <p:cNvSpPr txBox="1">
            <a:spLocks/>
          </p:cNvSpPr>
          <p:nvPr/>
        </p:nvSpPr>
        <p:spPr>
          <a:xfrm>
            <a:off x="9157015" y="3618553"/>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72" name="Título 1">
            <a:extLst>
              <a:ext uri="{FF2B5EF4-FFF2-40B4-BE49-F238E27FC236}">
                <a16:creationId xmlns:a16="http://schemas.microsoft.com/office/drawing/2014/main" id="{9059176B-6BA6-F997-AB5D-E6594E20657D}"/>
              </a:ext>
            </a:extLst>
          </p:cNvPr>
          <p:cNvSpPr txBox="1">
            <a:spLocks/>
          </p:cNvSpPr>
          <p:nvPr/>
        </p:nvSpPr>
        <p:spPr>
          <a:xfrm>
            <a:off x="9157013" y="3887501"/>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73" name="Título 1">
            <a:extLst>
              <a:ext uri="{FF2B5EF4-FFF2-40B4-BE49-F238E27FC236}">
                <a16:creationId xmlns:a16="http://schemas.microsoft.com/office/drawing/2014/main" id="{F19EBBFA-FC17-74B3-4996-E66EACB96132}"/>
              </a:ext>
            </a:extLst>
          </p:cNvPr>
          <p:cNvSpPr txBox="1">
            <a:spLocks/>
          </p:cNvSpPr>
          <p:nvPr/>
        </p:nvSpPr>
        <p:spPr>
          <a:xfrm>
            <a:off x="6758686" y="4916528"/>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74" name="Título 1">
            <a:extLst>
              <a:ext uri="{FF2B5EF4-FFF2-40B4-BE49-F238E27FC236}">
                <a16:creationId xmlns:a16="http://schemas.microsoft.com/office/drawing/2014/main" id="{0B690FCF-4F53-9B50-D0C9-AB1CB08B0342}"/>
              </a:ext>
            </a:extLst>
          </p:cNvPr>
          <p:cNvSpPr txBox="1">
            <a:spLocks/>
          </p:cNvSpPr>
          <p:nvPr/>
        </p:nvSpPr>
        <p:spPr>
          <a:xfrm>
            <a:off x="6758684" y="5185476"/>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
        <p:nvSpPr>
          <p:cNvPr id="75" name="Título 1">
            <a:extLst>
              <a:ext uri="{FF2B5EF4-FFF2-40B4-BE49-F238E27FC236}">
                <a16:creationId xmlns:a16="http://schemas.microsoft.com/office/drawing/2014/main" id="{5095FF51-5580-6A8F-E819-91AEC6C3109E}"/>
              </a:ext>
            </a:extLst>
          </p:cNvPr>
          <p:cNvSpPr txBox="1">
            <a:spLocks/>
          </p:cNvSpPr>
          <p:nvPr/>
        </p:nvSpPr>
        <p:spPr>
          <a:xfrm>
            <a:off x="9157015" y="4916528"/>
            <a:ext cx="1626325" cy="21971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pt-BR" sz="1100" b="0" dirty="0" err="1">
                <a:solidFill>
                  <a:schemeClr val="accent1"/>
                </a:solidFill>
                <a:latin typeface="Poppins SemiBold" panose="00000700000000000000" pitchFamily="2" charset="0"/>
                <a:cs typeface="Poppins SemiBold" panose="00000700000000000000" pitchFamily="2" charset="0"/>
              </a:rPr>
              <a:t>Lorem</a:t>
            </a:r>
            <a:r>
              <a:rPr lang="pt-BR" sz="1100" b="0" dirty="0">
                <a:solidFill>
                  <a:schemeClr val="accent1"/>
                </a:solidFill>
                <a:latin typeface="Poppins SemiBold" panose="00000700000000000000" pitchFamily="2" charset="0"/>
                <a:cs typeface="Poppins SemiBold" panose="00000700000000000000" pitchFamily="2" charset="0"/>
              </a:rPr>
              <a:t> ipsum </a:t>
            </a:r>
            <a:r>
              <a:rPr lang="pt-BR" sz="1100" b="0" dirty="0" err="1">
                <a:solidFill>
                  <a:schemeClr val="accent1"/>
                </a:solidFill>
                <a:latin typeface="Poppins SemiBold" panose="00000700000000000000" pitchFamily="2" charset="0"/>
                <a:cs typeface="Poppins SemiBold" panose="00000700000000000000" pitchFamily="2" charset="0"/>
              </a:rPr>
              <a:t>dolor</a:t>
            </a:r>
            <a:r>
              <a:rPr lang="pt-BR" sz="1100" b="0" dirty="0">
                <a:solidFill>
                  <a:schemeClr val="accent1"/>
                </a:solidFill>
                <a:latin typeface="Poppins SemiBold" panose="00000700000000000000" pitchFamily="2" charset="0"/>
                <a:cs typeface="Poppins SemiBold" panose="00000700000000000000" pitchFamily="2" charset="0"/>
              </a:rPr>
              <a:t> </a:t>
            </a:r>
            <a:r>
              <a:rPr lang="pt-BR" sz="1100" b="0" dirty="0" err="1">
                <a:solidFill>
                  <a:schemeClr val="accent1"/>
                </a:solidFill>
                <a:latin typeface="Poppins SemiBold" panose="00000700000000000000" pitchFamily="2" charset="0"/>
                <a:cs typeface="Poppins SemiBold" panose="00000700000000000000" pitchFamily="2" charset="0"/>
              </a:rPr>
              <a:t>sit</a:t>
            </a:r>
            <a:endParaRPr lang="pt-BR" sz="1100" b="0" dirty="0">
              <a:solidFill>
                <a:schemeClr val="accent1"/>
              </a:solidFill>
              <a:latin typeface="Poppins SemiBold" panose="00000700000000000000" pitchFamily="2" charset="0"/>
              <a:cs typeface="Poppins SemiBold" panose="00000700000000000000" pitchFamily="2" charset="0"/>
            </a:endParaRPr>
          </a:p>
        </p:txBody>
      </p:sp>
      <p:sp>
        <p:nvSpPr>
          <p:cNvPr id="76" name="Título 1">
            <a:extLst>
              <a:ext uri="{FF2B5EF4-FFF2-40B4-BE49-F238E27FC236}">
                <a16:creationId xmlns:a16="http://schemas.microsoft.com/office/drawing/2014/main" id="{AF5F1C8C-B83A-0EE3-6AD8-4EBA25A85B6B}"/>
              </a:ext>
            </a:extLst>
          </p:cNvPr>
          <p:cNvSpPr txBox="1">
            <a:spLocks/>
          </p:cNvSpPr>
          <p:nvPr/>
        </p:nvSpPr>
        <p:spPr>
          <a:xfrm>
            <a:off x="9157013" y="5185476"/>
            <a:ext cx="1914047" cy="646400"/>
          </a:xfrm>
          <a:prstGeom prst="rect">
            <a:avLst/>
          </a:prstGeom>
        </p:spPr>
        <p:txBody>
          <a:bodyPr vert="horz" lIns="0" tIns="0" rIns="0" bIns="0" rtlCol="0" anchor="t" anchorCtr="0">
            <a:noAutofit/>
          </a:bodyPr>
          <a:lstStyle>
            <a:lvl1pPr algn="l" defTabSz="914400" rtl="0" eaLnBrk="1" latinLnBrk="0" hangingPunct="1">
              <a:lnSpc>
                <a:spcPct val="90000"/>
              </a:lnSpc>
              <a:spcBef>
                <a:spcPct val="0"/>
              </a:spcBef>
              <a:buNone/>
              <a:defRPr lang="en-US" sz="2000" b="1" kern="1200" dirty="0">
                <a:solidFill>
                  <a:schemeClr val="bg2"/>
                </a:solidFill>
                <a:latin typeface="Poppins" panose="00000500000000000000" pitchFamily="2" charset="0"/>
                <a:ea typeface="Source Serif Pro Black" panose="02040903050405020204" pitchFamily="18" charset="0"/>
                <a:cs typeface="Poppins" panose="00000500000000000000" pitchFamily="2" charset="0"/>
              </a:defRPr>
            </a:lvl1pPr>
          </a:lstStyle>
          <a:p>
            <a:pPr>
              <a:lnSpc>
                <a:spcPct val="110000"/>
              </a:lnSpc>
            </a:pPr>
            <a:r>
              <a:rPr lang="en-US" sz="900" b="0" dirty="0">
                <a:latin typeface="Poppins Light" panose="00000400000000000000" pitchFamily="2" charset="0"/>
                <a:cs typeface="Poppins Light" panose="00000400000000000000" pitchFamily="2" charset="0"/>
              </a:rPr>
              <a:t>Lorem ipsum dolor sit </a:t>
            </a:r>
            <a:r>
              <a:rPr lang="en-US" sz="900" b="0" dirty="0" err="1">
                <a:latin typeface="Poppins Light" panose="00000400000000000000" pitchFamily="2" charset="0"/>
                <a:cs typeface="Poppins Light" panose="00000400000000000000" pitchFamily="2" charset="0"/>
              </a:rPr>
              <a:t>amet</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consectetur</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adisciping</a:t>
            </a:r>
            <a:r>
              <a:rPr lang="en-US" sz="900" b="0" dirty="0">
                <a:latin typeface="Poppins Light" panose="00000400000000000000" pitchFamily="2" charset="0"/>
                <a:cs typeface="Poppins Light" panose="00000400000000000000" pitchFamily="2" charset="0"/>
              </a:rPr>
              <a:t> </a:t>
            </a:r>
            <a:r>
              <a:rPr lang="en-US" sz="900" b="0" dirty="0" err="1">
                <a:latin typeface="Poppins Light" panose="00000400000000000000" pitchFamily="2" charset="0"/>
                <a:cs typeface="Poppins Light" panose="00000400000000000000" pitchFamily="2" charset="0"/>
              </a:rPr>
              <a:t>elit</a:t>
            </a:r>
            <a:r>
              <a:rPr lang="en-US" sz="900" b="0" dirty="0">
                <a:latin typeface="Poppins Light" panose="00000400000000000000" pitchFamily="2" charset="0"/>
                <a:cs typeface="Poppins Light" panose="00000400000000000000" pitchFamily="2" charset="0"/>
              </a:rPr>
              <a:t> lorem ipsum dolor Lorem ipsum dolor sit </a:t>
            </a:r>
            <a:r>
              <a:rPr lang="en-US" sz="900" b="0" dirty="0" err="1">
                <a:latin typeface="Poppins Light" panose="00000400000000000000" pitchFamily="2" charset="0"/>
                <a:cs typeface="Poppins Light" panose="00000400000000000000" pitchFamily="2" charset="0"/>
              </a:rPr>
              <a:t>amet</a:t>
            </a:r>
            <a:endParaRPr lang="en-US" sz="900" b="0"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104984028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gradFill>
          <a:gsLst>
            <a:gs pos="0">
              <a:srgbClr val="FF0003"/>
            </a:gs>
            <a:gs pos="72000">
              <a:srgbClr val="000000"/>
            </a:gs>
          </a:gsLst>
          <a:lin ang="0" scaled="1"/>
        </a:gradFill>
        <a:effectLst/>
      </p:bgPr>
    </p:bg>
    <p:spTree>
      <p:nvGrpSpPr>
        <p:cNvPr id="1" name="">
          <a:extLst>
            <a:ext uri="{FF2B5EF4-FFF2-40B4-BE49-F238E27FC236}">
              <a16:creationId xmlns:a16="http://schemas.microsoft.com/office/drawing/2014/main" id="{4BF23651-4378-0F3D-705C-673287C274EC}"/>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B9EF6EEC-0BC6-880D-E6F5-193C5E827370}"/>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2" name="Retângulo: Cantos Arredondados 1">
            <a:extLst>
              <a:ext uri="{FF2B5EF4-FFF2-40B4-BE49-F238E27FC236}">
                <a16:creationId xmlns:a16="http://schemas.microsoft.com/office/drawing/2014/main" id="{C08138B9-CA0D-C827-BA24-362F9AEDEF33}"/>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26" name="CaixaDeTexto 25">
            <a:extLst>
              <a:ext uri="{FF2B5EF4-FFF2-40B4-BE49-F238E27FC236}">
                <a16:creationId xmlns:a16="http://schemas.microsoft.com/office/drawing/2014/main" id="{276837FA-8937-CFDB-2B8A-D49A74E74DB3}"/>
              </a:ext>
            </a:extLst>
          </p:cNvPr>
          <p:cNvSpPr txBox="1"/>
          <p:nvPr/>
        </p:nvSpPr>
        <p:spPr>
          <a:xfrm>
            <a:off x="2139121" y="2711760"/>
            <a:ext cx="1397757"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Introduction</a:t>
            </a:r>
          </a:p>
        </p:txBody>
      </p:sp>
      <p:sp>
        <p:nvSpPr>
          <p:cNvPr id="28" name="CaixaDeTexto 27">
            <a:extLst>
              <a:ext uri="{FF2B5EF4-FFF2-40B4-BE49-F238E27FC236}">
                <a16:creationId xmlns:a16="http://schemas.microsoft.com/office/drawing/2014/main" id="{B59FDAA2-3E2D-F221-AC71-B2913A1775C9}"/>
              </a:ext>
            </a:extLst>
          </p:cNvPr>
          <p:cNvSpPr txBox="1"/>
          <p:nvPr/>
        </p:nvSpPr>
        <p:spPr>
          <a:xfrm>
            <a:off x="1564869" y="2711760"/>
            <a:ext cx="428448"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sp>
        <p:nvSpPr>
          <p:cNvPr id="35" name="Retângulo: Cantos Arredondados 34">
            <a:extLst>
              <a:ext uri="{FF2B5EF4-FFF2-40B4-BE49-F238E27FC236}">
                <a16:creationId xmlns:a16="http://schemas.microsoft.com/office/drawing/2014/main" id="{DAD53143-BD50-73C8-7DCB-D9B400495EAA}"/>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36" name="CaixaDeTexto 35">
            <a:extLst>
              <a:ext uri="{FF2B5EF4-FFF2-40B4-BE49-F238E27FC236}">
                <a16:creationId xmlns:a16="http://schemas.microsoft.com/office/drawing/2014/main" id="{7ABD677F-BCB0-DCEE-4E2C-08CB1E6B68FA}"/>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37" name="CaixaDeTexto 36">
            <a:extLst>
              <a:ext uri="{FF2B5EF4-FFF2-40B4-BE49-F238E27FC236}">
                <a16:creationId xmlns:a16="http://schemas.microsoft.com/office/drawing/2014/main" id="{F1FAD65E-EA26-17F8-2824-54511C5A78AB}"/>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39" name="Retângulo: Cantos Arredondados 38">
            <a:extLst>
              <a:ext uri="{FF2B5EF4-FFF2-40B4-BE49-F238E27FC236}">
                <a16:creationId xmlns:a16="http://schemas.microsoft.com/office/drawing/2014/main" id="{D3766F2E-641F-A248-84ED-EC9D3A163728}"/>
              </a:ext>
            </a:extLst>
          </p:cNvPr>
          <p:cNvSpPr/>
          <p:nvPr/>
        </p:nvSpPr>
        <p:spPr>
          <a:xfrm>
            <a:off x="1172922" y="3846206"/>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err="1">
              <a:solidFill>
                <a:schemeClr val="tx1"/>
              </a:solidFill>
              <a:latin typeface="Source Serif Pro" panose="02040603050405020204" pitchFamily="18" charset="0"/>
              <a:ea typeface="Source Serif Pro" panose="02040603050405020204" pitchFamily="18" charset="0"/>
            </a:endParaRPr>
          </a:p>
        </p:txBody>
      </p:sp>
      <p:sp>
        <p:nvSpPr>
          <p:cNvPr id="40" name="CaixaDeTexto 39">
            <a:extLst>
              <a:ext uri="{FF2B5EF4-FFF2-40B4-BE49-F238E27FC236}">
                <a16:creationId xmlns:a16="http://schemas.microsoft.com/office/drawing/2014/main" id="{39287E80-0139-D3C8-EBC6-F49FCE7A6973}"/>
              </a:ext>
            </a:extLst>
          </p:cNvPr>
          <p:cNvSpPr txBox="1"/>
          <p:nvPr/>
        </p:nvSpPr>
        <p:spPr>
          <a:xfrm>
            <a:off x="2139121" y="3975136"/>
            <a:ext cx="1904427"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Company Overview</a:t>
            </a:r>
          </a:p>
        </p:txBody>
      </p:sp>
      <p:sp>
        <p:nvSpPr>
          <p:cNvPr id="41" name="CaixaDeTexto 40">
            <a:extLst>
              <a:ext uri="{FF2B5EF4-FFF2-40B4-BE49-F238E27FC236}">
                <a16:creationId xmlns:a16="http://schemas.microsoft.com/office/drawing/2014/main" id="{0A30D273-44F1-3487-205F-34501CA351B0}"/>
              </a:ext>
            </a:extLst>
          </p:cNvPr>
          <p:cNvSpPr txBox="1"/>
          <p:nvPr/>
        </p:nvSpPr>
        <p:spPr>
          <a:xfrm>
            <a:off x="1564869" y="3975136"/>
            <a:ext cx="428448"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sp>
        <p:nvSpPr>
          <p:cNvPr id="43" name="Retângulo: Cantos Arredondados 42">
            <a:extLst>
              <a:ext uri="{FF2B5EF4-FFF2-40B4-BE49-F238E27FC236}">
                <a16:creationId xmlns:a16="http://schemas.microsoft.com/office/drawing/2014/main" id="{D132C1D3-D262-92BB-0E78-8A6EDD6411D8}"/>
              </a:ext>
            </a:extLst>
          </p:cNvPr>
          <p:cNvSpPr/>
          <p:nvPr/>
        </p:nvSpPr>
        <p:spPr>
          <a:xfrm>
            <a:off x="1172922" y="4477893"/>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4" name="CaixaDeTexto 43">
            <a:extLst>
              <a:ext uri="{FF2B5EF4-FFF2-40B4-BE49-F238E27FC236}">
                <a16:creationId xmlns:a16="http://schemas.microsoft.com/office/drawing/2014/main" id="{74C23CDC-722D-684B-0E61-900D9EC2367A}"/>
              </a:ext>
            </a:extLst>
          </p:cNvPr>
          <p:cNvSpPr txBox="1"/>
          <p:nvPr/>
        </p:nvSpPr>
        <p:spPr>
          <a:xfrm>
            <a:off x="2139121" y="4606823"/>
            <a:ext cx="1979019"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Financial Information</a:t>
            </a:r>
          </a:p>
        </p:txBody>
      </p:sp>
      <p:sp>
        <p:nvSpPr>
          <p:cNvPr id="45" name="CaixaDeTexto 44">
            <a:extLst>
              <a:ext uri="{FF2B5EF4-FFF2-40B4-BE49-F238E27FC236}">
                <a16:creationId xmlns:a16="http://schemas.microsoft.com/office/drawing/2014/main" id="{252E2CDD-4CAB-4BB5-5FBE-DFE7B9CFD727}"/>
              </a:ext>
            </a:extLst>
          </p:cNvPr>
          <p:cNvSpPr txBox="1"/>
          <p:nvPr/>
        </p:nvSpPr>
        <p:spPr>
          <a:xfrm>
            <a:off x="1564869" y="4606823"/>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pic>
        <p:nvPicPr>
          <p:cNvPr id="4" name="Imagem 3">
            <a:extLst>
              <a:ext uri="{FF2B5EF4-FFF2-40B4-BE49-F238E27FC236}">
                <a16:creationId xmlns:a16="http://schemas.microsoft.com/office/drawing/2014/main" id="{3A753F93-41C1-A48D-2F31-83F7E2E08C50}"/>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31009391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Conteúdo 1">
            <a:extLst>
              <a:ext uri="{FF2B5EF4-FFF2-40B4-BE49-F238E27FC236}">
                <a16:creationId xmlns:a16="http://schemas.microsoft.com/office/drawing/2014/main" id="{59A84735-C325-D8C4-AA45-964E77BB5D6A}"/>
              </a:ext>
            </a:extLst>
          </p:cNvPr>
          <p:cNvSpPr>
            <a:spLocks noGrp="1"/>
          </p:cNvSpPr>
          <p:nvPr>
            <p:ph sz="half" idx="16"/>
          </p:nvPr>
        </p:nvSpPr>
        <p:spPr/>
        <p:txBody>
          <a:bodyPr/>
          <a:lstStyle/>
          <a:p>
            <a:endParaRPr lang="pt-BR"/>
          </a:p>
        </p:txBody>
      </p:sp>
      <p:sp>
        <p:nvSpPr>
          <p:cNvPr id="3" name="Título 2">
            <a:extLst>
              <a:ext uri="{FF2B5EF4-FFF2-40B4-BE49-F238E27FC236}">
                <a16:creationId xmlns:a16="http://schemas.microsoft.com/office/drawing/2014/main" id="{C589B87E-A7A2-F4B1-501F-DA4C00EC9442}"/>
              </a:ext>
            </a:extLst>
          </p:cNvPr>
          <p:cNvSpPr>
            <a:spLocks noGrp="1"/>
          </p:cNvSpPr>
          <p:nvPr>
            <p:ph type="title"/>
          </p:nvPr>
        </p:nvSpPr>
        <p:spPr/>
        <p:txBody>
          <a:bodyPr/>
          <a:lstStyle/>
          <a:p>
            <a:endParaRPr lang="pt-BR"/>
          </a:p>
        </p:txBody>
      </p:sp>
      <p:sp>
        <p:nvSpPr>
          <p:cNvPr id="4" name="Espaço Reservado para Conteúdo 3">
            <a:extLst>
              <a:ext uri="{FF2B5EF4-FFF2-40B4-BE49-F238E27FC236}">
                <a16:creationId xmlns:a16="http://schemas.microsoft.com/office/drawing/2014/main" id="{69394470-810A-B522-6FE1-BED60CDFB7C5}"/>
              </a:ext>
            </a:extLst>
          </p:cNvPr>
          <p:cNvSpPr>
            <a:spLocks noGrp="1"/>
          </p:cNvSpPr>
          <p:nvPr>
            <p:ph sz="half" idx="1"/>
          </p:nvPr>
        </p:nvSpPr>
        <p:spPr/>
        <p:txBody>
          <a:bodyPr/>
          <a:lstStyle/>
          <a:p>
            <a:endParaRPr lang="pt-BR"/>
          </a:p>
        </p:txBody>
      </p:sp>
      <p:sp>
        <p:nvSpPr>
          <p:cNvPr id="5" name="Espaço Reservado para Conteúdo 4">
            <a:extLst>
              <a:ext uri="{FF2B5EF4-FFF2-40B4-BE49-F238E27FC236}">
                <a16:creationId xmlns:a16="http://schemas.microsoft.com/office/drawing/2014/main" id="{C2C243F7-30B3-7720-7A75-ED38A28A4FCC}"/>
              </a:ext>
            </a:extLst>
          </p:cNvPr>
          <p:cNvSpPr>
            <a:spLocks noGrp="1"/>
          </p:cNvSpPr>
          <p:nvPr>
            <p:ph sz="half" idx="2"/>
          </p:nvPr>
        </p:nvSpPr>
        <p:spPr/>
        <p:txBody>
          <a:bodyPr/>
          <a:lstStyle/>
          <a:p>
            <a:endParaRPr lang="pt-BR"/>
          </a:p>
        </p:txBody>
      </p:sp>
      <p:sp>
        <p:nvSpPr>
          <p:cNvPr id="6" name="Espaço Reservado para Conteúdo 5">
            <a:extLst>
              <a:ext uri="{FF2B5EF4-FFF2-40B4-BE49-F238E27FC236}">
                <a16:creationId xmlns:a16="http://schemas.microsoft.com/office/drawing/2014/main" id="{5EDFEFD3-1C78-55F1-0451-2EE0F07D47A5}"/>
              </a:ext>
            </a:extLst>
          </p:cNvPr>
          <p:cNvSpPr>
            <a:spLocks noGrp="1"/>
          </p:cNvSpPr>
          <p:nvPr>
            <p:ph sz="quarter" idx="13"/>
          </p:nvPr>
        </p:nvSpPr>
        <p:spPr/>
        <p:txBody>
          <a:bodyPr/>
          <a:lstStyle/>
          <a:p>
            <a:endParaRPr lang="pt-BR"/>
          </a:p>
        </p:txBody>
      </p:sp>
      <p:sp>
        <p:nvSpPr>
          <p:cNvPr id="7" name="Espaço Reservado para Conteúdo 6">
            <a:extLst>
              <a:ext uri="{FF2B5EF4-FFF2-40B4-BE49-F238E27FC236}">
                <a16:creationId xmlns:a16="http://schemas.microsoft.com/office/drawing/2014/main" id="{0072B94B-54BD-5896-4F14-3CC0CE4D45D8}"/>
              </a:ext>
            </a:extLst>
          </p:cNvPr>
          <p:cNvSpPr>
            <a:spLocks noGrp="1"/>
          </p:cNvSpPr>
          <p:nvPr>
            <p:ph sz="quarter" idx="14"/>
          </p:nvPr>
        </p:nvSpPr>
        <p:spPr/>
        <p:txBody>
          <a:bodyPr/>
          <a:lstStyle/>
          <a:p>
            <a:endParaRPr lang="pt-BR"/>
          </a:p>
        </p:txBody>
      </p:sp>
      <p:sp>
        <p:nvSpPr>
          <p:cNvPr id="8" name="Espaço Reservado para Conteúdo 7">
            <a:extLst>
              <a:ext uri="{FF2B5EF4-FFF2-40B4-BE49-F238E27FC236}">
                <a16:creationId xmlns:a16="http://schemas.microsoft.com/office/drawing/2014/main" id="{632F8350-9207-5D29-8B2F-2C88B3F18C66}"/>
              </a:ext>
            </a:extLst>
          </p:cNvPr>
          <p:cNvSpPr>
            <a:spLocks noGrp="1"/>
          </p:cNvSpPr>
          <p:nvPr>
            <p:ph sz="quarter" idx="15"/>
          </p:nvPr>
        </p:nvSpPr>
        <p:spPr/>
        <p:txBody>
          <a:bodyPr/>
          <a:lstStyle/>
          <a:p>
            <a:endParaRPr lang="pt-BR"/>
          </a:p>
        </p:txBody>
      </p:sp>
      <p:sp>
        <p:nvSpPr>
          <p:cNvPr id="9" name="Espaço Reservado para Conteúdo 8">
            <a:extLst>
              <a:ext uri="{FF2B5EF4-FFF2-40B4-BE49-F238E27FC236}">
                <a16:creationId xmlns:a16="http://schemas.microsoft.com/office/drawing/2014/main" id="{864D81A7-9A13-20C8-31AB-CFD594BD9AEF}"/>
              </a:ext>
            </a:extLst>
          </p:cNvPr>
          <p:cNvSpPr>
            <a:spLocks noGrp="1"/>
          </p:cNvSpPr>
          <p:nvPr>
            <p:ph sz="quarter" idx="17"/>
          </p:nvPr>
        </p:nvSpPr>
        <p:spPr/>
        <p:txBody>
          <a:bodyPr/>
          <a:lstStyle/>
          <a:p>
            <a:endParaRPr lang="pt-BR"/>
          </a:p>
        </p:txBody>
      </p:sp>
      <p:sp>
        <p:nvSpPr>
          <p:cNvPr id="10" name="Espaço Reservado para Conteúdo 9">
            <a:extLst>
              <a:ext uri="{FF2B5EF4-FFF2-40B4-BE49-F238E27FC236}">
                <a16:creationId xmlns:a16="http://schemas.microsoft.com/office/drawing/2014/main" id="{264CDE03-D9A4-B430-9EBE-286293048DDB}"/>
              </a:ext>
            </a:extLst>
          </p:cNvPr>
          <p:cNvSpPr>
            <a:spLocks noGrp="1"/>
          </p:cNvSpPr>
          <p:nvPr>
            <p:ph sz="quarter" idx="18"/>
          </p:nvPr>
        </p:nvSpPr>
        <p:spPr/>
        <p:txBody>
          <a:bodyPr/>
          <a:lstStyle/>
          <a:p>
            <a:endParaRPr lang="pt-BR"/>
          </a:p>
        </p:txBody>
      </p:sp>
      <p:sp>
        <p:nvSpPr>
          <p:cNvPr id="11" name="Espaço Reservado para Conteúdo 10">
            <a:extLst>
              <a:ext uri="{FF2B5EF4-FFF2-40B4-BE49-F238E27FC236}">
                <a16:creationId xmlns:a16="http://schemas.microsoft.com/office/drawing/2014/main" id="{1EB04569-9FCB-1DED-4536-533C091D14AC}"/>
              </a:ext>
            </a:extLst>
          </p:cNvPr>
          <p:cNvSpPr>
            <a:spLocks noGrp="1"/>
          </p:cNvSpPr>
          <p:nvPr>
            <p:ph sz="quarter" idx="19"/>
          </p:nvPr>
        </p:nvSpPr>
        <p:spPr/>
        <p:txBody>
          <a:bodyPr/>
          <a:lstStyle/>
          <a:p>
            <a:endParaRPr lang="pt-BR"/>
          </a:p>
        </p:txBody>
      </p:sp>
      <p:sp>
        <p:nvSpPr>
          <p:cNvPr id="12" name="Espaço Reservado para Conteúdo 11">
            <a:extLst>
              <a:ext uri="{FF2B5EF4-FFF2-40B4-BE49-F238E27FC236}">
                <a16:creationId xmlns:a16="http://schemas.microsoft.com/office/drawing/2014/main" id="{683D6334-ADC8-8448-14C9-23521AC3522E}"/>
              </a:ext>
            </a:extLst>
          </p:cNvPr>
          <p:cNvSpPr>
            <a:spLocks noGrp="1"/>
          </p:cNvSpPr>
          <p:nvPr>
            <p:ph sz="quarter" idx="20"/>
          </p:nvPr>
        </p:nvSpPr>
        <p:spPr/>
        <p:txBody>
          <a:bodyPr/>
          <a:lstStyle/>
          <a:p>
            <a:endParaRPr lang="pt-BR"/>
          </a:p>
        </p:txBody>
      </p:sp>
      <p:sp>
        <p:nvSpPr>
          <p:cNvPr id="13" name="Espaço Reservado para Texto 12">
            <a:extLst>
              <a:ext uri="{FF2B5EF4-FFF2-40B4-BE49-F238E27FC236}">
                <a16:creationId xmlns:a16="http://schemas.microsoft.com/office/drawing/2014/main" id="{BF0677D2-9EED-8DF9-5ADB-9CA99E8A5210}"/>
              </a:ext>
            </a:extLst>
          </p:cNvPr>
          <p:cNvSpPr>
            <a:spLocks noGrp="1"/>
          </p:cNvSpPr>
          <p:nvPr>
            <p:ph type="body" sz="quarter" idx="36"/>
          </p:nvPr>
        </p:nvSpPr>
        <p:spPr/>
        <p:txBody>
          <a:bodyPr/>
          <a:lstStyle/>
          <a:p>
            <a:endParaRPr lang="pt-BR"/>
          </a:p>
        </p:txBody>
      </p:sp>
      <p:sp>
        <p:nvSpPr>
          <p:cNvPr id="14" name="Slide Number Placeholder 5">
            <a:extLst>
              <a:ext uri="{FF2B5EF4-FFF2-40B4-BE49-F238E27FC236}">
                <a16:creationId xmlns:a16="http://schemas.microsoft.com/office/drawing/2014/main" id="{0A3EF27E-8E58-A306-D9E6-A4E0729C5E10}"/>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17</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41613499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gradFill>
          <a:gsLst>
            <a:gs pos="0">
              <a:srgbClr val="FF0003"/>
            </a:gs>
            <a:gs pos="72000">
              <a:srgbClr val="000000"/>
            </a:gs>
          </a:gsLst>
          <a:lin ang="0" scaled="1"/>
        </a:gradFill>
        <a:effectLst/>
      </p:bgPr>
    </p:bg>
    <p:spTree>
      <p:nvGrpSpPr>
        <p:cNvPr id="1" name="">
          <a:extLst>
            <a:ext uri="{FF2B5EF4-FFF2-40B4-BE49-F238E27FC236}">
              <a16:creationId xmlns:a16="http://schemas.microsoft.com/office/drawing/2014/main" id="{4229178A-1F1B-BEDC-F129-73CF9BC4A82F}"/>
            </a:ext>
          </a:extLst>
        </p:cNvPr>
        <p:cNvGrpSpPr/>
        <p:nvPr/>
      </p:nvGrpSpPr>
      <p:grpSpPr>
        <a:xfrm>
          <a:off x="0" y="0"/>
          <a:ext cx="0" cy="0"/>
          <a:chOff x="0" y="0"/>
          <a:chExt cx="0" cy="0"/>
        </a:xfrm>
      </p:grpSpPr>
      <p:sp>
        <p:nvSpPr>
          <p:cNvPr id="8" name="CaixaDeTexto 7">
            <a:extLst>
              <a:ext uri="{FF2B5EF4-FFF2-40B4-BE49-F238E27FC236}">
                <a16:creationId xmlns:a16="http://schemas.microsoft.com/office/drawing/2014/main" id="{368DB2DB-37E4-4BBA-C373-44FC86D49575}"/>
              </a:ext>
            </a:extLst>
          </p:cNvPr>
          <p:cNvSpPr txBox="1"/>
          <p:nvPr/>
        </p:nvSpPr>
        <p:spPr>
          <a:xfrm>
            <a:off x="1564868" y="1898378"/>
            <a:ext cx="3175029" cy="369332"/>
          </a:xfrm>
          <a:prstGeom prst="rect">
            <a:avLst/>
          </a:prstGeom>
          <a:noFill/>
        </p:spPr>
        <p:txBody>
          <a:bodyPr wrap="square" lIns="0" tIns="0" rIns="0" bIns="0">
            <a:spAutoFit/>
          </a:bodyPr>
          <a:lstStyle/>
          <a:p>
            <a:r>
              <a:rPr lang="en-US"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rPr>
              <a:t>Executive Summary</a:t>
            </a:r>
            <a:endParaRPr lang="pt-BR" sz="2400" b="1" dirty="0">
              <a:ln w="12700">
                <a:noFill/>
              </a:ln>
              <a:solidFill>
                <a:schemeClr val="bg1"/>
              </a:solidFill>
              <a:latin typeface="Poppins" panose="00000500000000000000" pitchFamily="2" charset="0"/>
              <a:ea typeface="Source Serif Pro Black" panose="02040903050405020204" pitchFamily="18" charset="0"/>
              <a:cs typeface="Poppins" panose="00000500000000000000" pitchFamily="2" charset="0"/>
            </a:endParaRPr>
          </a:p>
        </p:txBody>
      </p:sp>
      <p:sp>
        <p:nvSpPr>
          <p:cNvPr id="2" name="Retângulo: Cantos Arredondados 1">
            <a:extLst>
              <a:ext uri="{FF2B5EF4-FFF2-40B4-BE49-F238E27FC236}">
                <a16:creationId xmlns:a16="http://schemas.microsoft.com/office/drawing/2014/main" id="{16D2902D-F36D-1E57-5248-CC1B1C733F3A}"/>
              </a:ext>
            </a:extLst>
          </p:cNvPr>
          <p:cNvSpPr/>
          <p:nvPr/>
        </p:nvSpPr>
        <p:spPr>
          <a:xfrm>
            <a:off x="1172922" y="2582830"/>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26" name="CaixaDeTexto 25">
            <a:extLst>
              <a:ext uri="{FF2B5EF4-FFF2-40B4-BE49-F238E27FC236}">
                <a16:creationId xmlns:a16="http://schemas.microsoft.com/office/drawing/2014/main" id="{6788F137-3A0B-114E-445C-1DD8CC0A6CB3}"/>
              </a:ext>
            </a:extLst>
          </p:cNvPr>
          <p:cNvSpPr txBox="1"/>
          <p:nvPr/>
        </p:nvSpPr>
        <p:spPr>
          <a:xfrm>
            <a:off x="2139121" y="2711760"/>
            <a:ext cx="1397757"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Introduction</a:t>
            </a:r>
          </a:p>
        </p:txBody>
      </p:sp>
      <p:sp>
        <p:nvSpPr>
          <p:cNvPr id="28" name="CaixaDeTexto 27">
            <a:extLst>
              <a:ext uri="{FF2B5EF4-FFF2-40B4-BE49-F238E27FC236}">
                <a16:creationId xmlns:a16="http://schemas.microsoft.com/office/drawing/2014/main" id="{DE191846-C828-6595-C2DE-E68AD17B2D66}"/>
              </a:ext>
            </a:extLst>
          </p:cNvPr>
          <p:cNvSpPr txBox="1"/>
          <p:nvPr/>
        </p:nvSpPr>
        <p:spPr>
          <a:xfrm>
            <a:off x="1564869" y="2711760"/>
            <a:ext cx="428448" cy="215444"/>
          </a:xfrm>
          <a:prstGeom prst="rect">
            <a:avLst/>
          </a:prstGeom>
          <a:noFill/>
        </p:spPr>
        <p:txBody>
          <a:bodyPr wrap="square" lIns="0" tIns="0" rIns="0" bIns="0">
            <a:spAutoFit/>
          </a:bodyPr>
          <a:lstStyle>
            <a:defPPr>
              <a:defRPr lang="pt-BR"/>
            </a:defPPr>
            <a:lvl1pPr>
              <a:defRPr sz="140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sp>
        <p:nvSpPr>
          <p:cNvPr id="35" name="Retângulo: Cantos Arredondados 34">
            <a:extLst>
              <a:ext uri="{FF2B5EF4-FFF2-40B4-BE49-F238E27FC236}">
                <a16:creationId xmlns:a16="http://schemas.microsoft.com/office/drawing/2014/main" id="{E7724857-38E1-E226-1012-DC44C4E5D357}"/>
              </a:ext>
            </a:extLst>
          </p:cNvPr>
          <p:cNvSpPr/>
          <p:nvPr/>
        </p:nvSpPr>
        <p:spPr>
          <a:xfrm>
            <a:off x="1172922" y="3214518"/>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36" name="CaixaDeTexto 35">
            <a:extLst>
              <a:ext uri="{FF2B5EF4-FFF2-40B4-BE49-F238E27FC236}">
                <a16:creationId xmlns:a16="http://schemas.microsoft.com/office/drawing/2014/main" id="{24115BDC-56B2-EB1C-A3D5-866E87AE5930}"/>
              </a:ext>
            </a:extLst>
          </p:cNvPr>
          <p:cNvSpPr txBox="1"/>
          <p:nvPr/>
        </p:nvSpPr>
        <p:spPr>
          <a:xfrm>
            <a:off x="2139121" y="3343448"/>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Investment Thesis</a:t>
            </a:r>
          </a:p>
        </p:txBody>
      </p:sp>
      <p:sp>
        <p:nvSpPr>
          <p:cNvPr id="37" name="CaixaDeTexto 36">
            <a:extLst>
              <a:ext uri="{FF2B5EF4-FFF2-40B4-BE49-F238E27FC236}">
                <a16:creationId xmlns:a16="http://schemas.microsoft.com/office/drawing/2014/main" id="{DD55E1B8-5437-0D4D-B607-6533CE78452C}"/>
              </a:ext>
            </a:extLst>
          </p:cNvPr>
          <p:cNvSpPr txBox="1"/>
          <p:nvPr/>
        </p:nvSpPr>
        <p:spPr>
          <a:xfrm>
            <a:off x="1564869" y="3343448"/>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39" name="Retângulo: Cantos Arredondados 38">
            <a:extLst>
              <a:ext uri="{FF2B5EF4-FFF2-40B4-BE49-F238E27FC236}">
                <a16:creationId xmlns:a16="http://schemas.microsoft.com/office/drawing/2014/main" id="{9A3EE69B-3BD8-DAE1-2628-168134A7D96D}"/>
              </a:ext>
            </a:extLst>
          </p:cNvPr>
          <p:cNvSpPr/>
          <p:nvPr/>
        </p:nvSpPr>
        <p:spPr>
          <a:xfrm>
            <a:off x="1172922" y="3846206"/>
            <a:ext cx="4006074" cy="473303"/>
          </a:xfrm>
          <a:prstGeom prst="roundRect">
            <a:avLst>
              <a:gd name="adj" fmla="val 50000"/>
            </a:avLst>
          </a:prstGeom>
          <a:solidFill>
            <a:schemeClr val="accent1">
              <a:lumMod val="50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accent1">
                  <a:lumMod val="75000"/>
                </a:schemeClr>
              </a:solidFill>
              <a:latin typeface="Source Serif Pro" panose="02040603050405020204" pitchFamily="18" charset="0"/>
              <a:ea typeface="Source Serif Pro" panose="02040603050405020204" pitchFamily="18" charset="0"/>
            </a:endParaRPr>
          </a:p>
        </p:txBody>
      </p:sp>
      <p:sp>
        <p:nvSpPr>
          <p:cNvPr id="40" name="CaixaDeTexto 39">
            <a:extLst>
              <a:ext uri="{FF2B5EF4-FFF2-40B4-BE49-F238E27FC236}">
                <a16:creationId xmlns:a16="http://schemas.microsoft.com/office/drawing/2014/main" id="{92245ECE-6DA7-C1EF-EF67-0CE552D9B760}"/>
              </a:ext>
            </a:extLst>
          </p:cNvPr>
          <p:cNvSpPr txBox="1"/>
          <p:nvPr/>
        </p:nvSpPr>
        <p:spPr>
          <a:xfrm>
            <a:off x="2139121" y="3975136"/>
            <a:ext cx="1755735"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Company Overview</a:t>
            </a:r>
          </a:p>
        </p:txBody>
      </p:sp>
      <p:sp>
        <p:nvSpPr>
          <p:cNvPr id="41" name="CaixaDeTexto 40">
            <a:extLst>
              <a:ext uri="{FF2B5EF4-FFF2-40B4-BE49-F238E27FC236}">
                <a16:creationId xmlns:a16="http://schemas.microsoft.com/office/drawing/2014/main" id="{685771DC-E0B0-D6C3-6977-B34572DBAB83}"/>
              </a:ext>
            </a:extLst>
          </p:cNvPr>
          <p:cNvSpPr txBox="1"/>
          <p:nvPr/>
        </p:nvSpPr>
        <p:spPr>
          <a:xfrm>
            <a:off x="1564869" y="3975136"/>
            <a:ext cx="428448" cy="215444"/>
          </a:xfrm>
          <a:prstGeom prst="rect">
            <a:avLst/>
          </a:prstGeom>
          <a:noFill/>
        </p:spPr>
        <p:txBody>
          <a:bodyPr wrap="square" lIns="0" tIns="0" rIns="0" bIns="0">
            <a:spAutoFit/>
          </a:bodyPr>
          <a:lstStyle/>
          <a:p>
            <a:r>
              <a:rPr lang="en-US" sz="1400" dirty="0">
                <a:solidFill>
                  <a:schemeClr val="accent1">
                    <a:lumMod val="75000"/>
                  </a:schemeClr>
                </a:solidFill>
                <a:latin typeface="Poppins" panose="00000500000000000000" pitchFamily="2" charset="0"/>
                <a:ea typeface="Source Serif Pro" panose="02040603050405020204" pitchFamily="18" charset="0"/>
                <a:cs typeface="Poppins" panose="00000500000000000000" pitchFamily="2" charset="0"/>
              </a:rPr>
              <a:t>00</a:t>
            </a:r>
          </a:p>
        </p:txBody>
      </p:sp>
      <p:sp>
        <p:nvSpPr>
          <p:cNvPr id="43" name="Retângulo: Cantos Arredondados 42">
            <a:extLst>
              <a:ext uri="{FF2B5EF4-FFF2-40B4-BE49-F238E27FC236}">
                <a16:creationId xmlns:a16="http://schemas.microsoft.com/office/drawing/2014/main" id="{4B7755A7-0DCE-39FA-7983-804059096A77}"/>
              </a:ext>
            </a:extLst>
          </p:cNvPr>
          <p:cNvSpPr/>
          <p:nvPr/>
        </p:nvSpPr>
        <p:spPr>
          <a:xfrm>
            <a:off x="1172922" y="4477893"/>
            <a:ext cx="4006074" cy="473303"/>
          </a:xfrm>
          <a:prstGeom prst="roundRect">
            <a:avLst>
              <a:gd name="adj" fmla="val 50000"/>
            </a:avLst>
          </a:prstGeom>
          <a:solidFill>
            <a:schemeClr val="accent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b="1" dirty="0" err="1">
              <a:solidFill>
                <a:schemeClr val="tx1"/>
              </a:solidFill>
              <a:latin typeface="Source Serif Pro" panose="02040603050405020204" pitchFamily="18" charset="0"/>
              <a:ea typeface="Source Serif Pro" panose="02040603050405020204" pitchFamily="18" charset="0"/>
            </a:endParaRPr>
          </a:p>
        </p:txBody>
      </p:sp>
      <p:sp>
        <p:nvSpPr>
          <p:cNvPr id="44" name="CaixaDeTexto 43">
            <a:extLst>
              <a:ext uri="{FF2B5EF4-FFF2-40B4-BE49-F238E27FC236}">
                <a16:creationId xmlns:a16="http://schemas.microsoft.com/office/drawing/2014/main" id="{8A235EBC-F8E1-6FB7-DF14-B9CE27D68BF7}"/>
              </a:ext>
            </a:extLst>
          </p:cNvPr>
          <p:cNvSpPr txBox="1"/>
          <p:nvPr/>
        </p:nvSpPr>
        <p:spPr>
          <a:xfrm>
            <a:off x="2139121" y="4606823"/>
            <a:ext cx="1979019"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Financial Information</a:t>
            </a:r>
          </a:p>
        </p:txBody>
      </p:sp>
      <p:sp>
        <p:nvSpPr>
          <p:cNvPr id="45" name="CaixaDeTexto 44">
            <a:extLst>
              <a:ext uri="{FF2B5EF4-FFF2-40B4-BE49-F238E27FC236}">
                <a16:creationId xmlns:a16="http://schemas.microsoft.com/office/drawing/2014/main" id="{92147DBF-EE39-939A-0289-23D34E114A46}"/>
              </a:ext>
            </a:extLst>
          </p:cNvPr>
          <p:cNvSpPr txBox="1"/>
          <p:nvPr/>
        </p:nvSpPr>
        <p:spPr>
          <a:xfrm>
            <a:off x="1564869" y="4606823"/>
            <a:ext cx="428448" cy="215444"/>
          </a:xfrm>
          <a:prstGeom prst="rect">
            <a:avLst/>
          </a:prstGeom>
          <a:noFill/>
        </p:spPr>
        <p:txBody>
          <a:bodyPr wrap="square" lIns="0" tIns="0" rIns="0" bIns="0">
            <a:spAutoFit/>
          </a:bodyPr>
          <a:lstStyle>
            <a:defPPr>
              <a:defRPr lang="pt-BR"/>
            </a:defPPr>
            <a:lvl1pPr>
              <a:defRPr sz="1400" b="1">
                <a:solidFill>
                  <a:schemeClr val="bg1"/>
                </a:solidFill>
                <a:latin typeface="Poppins" panose="00000500000000000000" pitchFamily="2" charset="0"/>
                <a:ea typeface="Source Serif Pro" panose="02040603050405020204" pitchFamily="18" charset="0"/>
                <a:cs typeface="Poppins" panose="00000500000000000000" pitchFamily="2" charset="0"/>
              </a:defRPr>
            </a:lvl1pPr>
          </a:lstStyle>
          <a:p>
            <a:r>
              <a:rPr lang="en-US" dirty="0"/>
              <a:t>00</a:t>
            </a:r>
          </a:p>
        </p:txBody>
      </p:sp>
      <p:pic>
        <p:nvPicPr>
          <p:cNvPr id="4" name="Imagem 3">
            <a:extLst>
              <a:ext uri="{FF2B5EF4-FFF2-40B4-BE49-F238E27FC236}">
                <a16:creationId xmlns:a16="http://schemas.microsoft.com/office/drawing/2014/main" id="{F3294B43-33D6-B73C-3FC2-0673CB3611A3}"/>
              </a:ext>
            </a:extLst>
          </p:cNvPr>
          <p:cNvPicPr>
            <a:picLocks noChangeAspect="1"/>
          </p:cNvPicPr>
          <p:nvPr/>
        </p:nvPicPr>
        <p:blipFill>
          <a:blip r:embed="rId3"/>
          <a:stretch>
            <a:fillRect/>
          </a:stretch>
        </p:blipFill>
        <p:spPr>
          <a:xfrm>
            <a:off x="6912575" y="3024383"/>
            <a:ext cx="3806649" cy="1219319"/>
          </a:xfrm>
          <a:prstGeom prst="rect">
            <a:avLst/>
          </a:prstGeom>
        </p:spPr>
      </p:pic>
    </p:spTree>
    <p:extLst>
      <p:ext uri="{BB962C8B-B14F-4D97-AF65-F5344CB8AC3E}">
        <p14:creationId xmlns:p14="http://schemas.microsoft.com/office/powerpoint/2010/main" val="73811403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A9C2F7E-9145-C16A-693E-3757301A86DD}"/>
              </a:ext>
            </a:extLst>
          </p:cNvPr>
          <p:cNvSpPr>
            <a:spLocks noGrp="1"/>
          </p:cNvSpPr>
          <p:nvPr>
            <p:ph type="title"/>
          </p:nvPr>
        </p:nvSpPr>
        <p:spPr/>
        <p:txBody>
          <a:bodyPr/>
          <a:lstStyle/>
          <a:p>
            <a:endParaRPr lang="pt-BR"/>
          </a:p>
        </p:txBody>
      </p:sp>
      <p:sp>
        <p:nvSpPr>
          <p:cNvPr id="3" name="Espaço Reservado para Conteúdo 2">
            <a:extLst>
              <a:ext uri="{FF2B5EF4-FFF2-40B4-BE49-F238E27FC236}">
                <a16:creationId xmlns:a16="http://schemas.microsoft.com/office/drawing/2014/main" id="{82A81ACF-AA92-52B2-EB4B-E56774CC9A5C}"/>
              </a:ext>
            </a:extLst>
          </p:cNvPr>
          <p:cNvSpPr>
            <a:spLocks noGrp="1"/>
          </p:cNvSpPr>
          <p:nvPr>
            <p:ph sz="half" idx="1"/>
          </p:nvPr>
        </p:nvSpPr>
        <p:spPr/>
        <p:txBody>
          <a:bodyPr/>
          <a:lstStyle/>
          <a:p>
            <a:endParaRPr lang="pt-BR"/>
          </a:p>
        </p:txBody>
      </p:sp>
      <p:sp>
        <p:nvSpPr>
          <p:cNvPr id="4" name="Espaço Reservado para Conteúdo 3">
            <a:extLst>
              <a:ext uri="{FF2B5EF4-FFF2-40B4-BE49-F238E27FC236}">
                <a16:creationId xmlns:a16="http://schemas.microsoft.com/office/drawing/2014/main" id="{EF9286C0-D8DC-A0DA-9141-DA7523A3E765}"/>
              </a:ext>
            </a:extLst>
          </p:cNvPr>
          <p:cNvSpPr>
            <a:spLocks noGrp="1"/>
          </p:cNvSpPr>
          <p:nvPr>
            <p:ph sz="half" idx="2"/>
          </p:nvPr>
        </p:nvSpPr>
        <p:spPr/>
        <p:txBody>
          <a:bodyPr/>
          <a:lstStyle/>
          <a:p>
            <a:endParaRPr lang="pt-BR"/>
          </a:p>
        </p:txBody>
      </p:sp>
      <p:sp>
        <p:nvSpPr>
          <p:cNvPr id="5" name="Espaço Reservado para Conteúdo 4">
            <a:extLst>
              <a:ext uri="{FF2B5EF4-FFF2-40B4-BE49-F238E27FC236}">
                <a16:creationId xmlns:a16="http://schemas.microsoft.com/office/drawing/2014/main" id="{FFD97DB3-33C6-99D5-A91B-DFD3ED2B403B}"/>
              </a:ext>
            </a:extLst>
          </p:cNvPr>
          <p:cNvSpPr>
            <a:spLocks noGrp="1"/>
          </p:cNvSpPr>
          <p:nvPr>
            <p:ph sz="quarter" idx="13"/>
          </p:nvPr>
        </p:nvSpPr>
        <p:spPr/>
        <p:txBody>
          <a:bodyPr/>
          <a:lstStyle/>
          <a:p>
            <a:endParaRPr lang="pt-BR"/>
          </a:p>
        </p:txBody>
      </p:sp>
      <p:sp>
        <p:nvSpPr>
          <p:cNvPr id="6" name="Espaço Reservado para Conteúdo 5">
            <a:extLst>
              <a:ext uri="{FF2B5EF4-FFF2-40B4-BE49-F238E27FC236}">
                <a16:creationId xmlns:a16="http://schemas.microsoft.com/office/drawing/2014/main" id="{E33AF27B-F222-F929-9F86-5A8CFF4A31BD}"/>
              </a:ext>
            </a:extLst>
          </p:cNvPr>
          <p:cNvSpPr>
            <a:spLocks noGrp="1"/>
          </p:cNvSpPr>
          <p:nvPr>
            <p:ph sz="quarter" idx="14"/>
          </p:nvPr>
        </p:nvSpPr>
        <p:spPr/>
        <p:txBody>
          <a:bodyPr/>
          <a:lstStyle/>
          <a:p>
            <a:endParaRPr lang="pt-BR"/>
          </a:p>
        </p:txBody>
      </p:sp>
      <p:sp>
        <p:nvSpPr>
          <p:cNvPr id="7" name="Espaço Reservado para Conteúdo 6">
            <a:extLst>
              <a:ext uri="{FF2B5EF4-FFF2-40B4-BE49-F238E27FC236}">
                <a16:creationId xmlns:a16="http://schemas.microsoft.com/office/drawing/2014/main" id="{D8CD63F4-3801-BBC9-85E1-B12F6EC1495F}"/>
              </a:ext>
            </a:extLst>
          </p:cNvPr>
          <p:cNvSpPr>
            <a:spLocks noGrp="1"/>
          </p:cNvSpPr>
          <p:nvPr>
            <p:ph sz="quarter" idx="15"/>
          </p:nvPr>
        </p:nvSpPr>
        <p:spPr/>
        <p:txBody>
          <a:bodyPr/>
          <a:lstStyle/>
          <a:p>
            <a:endParaRPr lang="pt-BR"/>
          </a:p>
        </p:txBody>
      </p:sp>
      <p:sp>
        <p:nvSpPr>
          <p:cNvPr id="8" name="Espaço Reservado para Conteúdo 7">
            <a:extLst>
              <a:ext uri="{FF2B5EF4-FFF2-40B4-BE49-F238E27FC236}">
                <a16:creationId xmlns:a16="http://schemas.microsoft.com/office/drawing/2014/main" id="{D2ACF382-F57D-AC55-3DA2-8240AE515CB3}"/>
              </a:ext>
            </a:extLst>
          </p:cNvPr>
          <p:cNvSpPr>
            <a:spLocks noGrp="1"/>
          </p:cNvSpPr>
          <p:nvPr>
            <p:ph sz="quarter" idx="16"/>
          </p:nvPr>
        </p:nvSpPr>
        <p:spPr/>
        <p:txBody>
          <a:bodyPr/>
          <a:lstStyle/>
          <a:p>
            <a:endParaRPr lang="pt-BR"/>
          </a:p>
        </p:txBody>
      </p:sp>
      <p:sp>
        <p:nvSpPr>
          <p:cNvPr id="9" name="Espaço Reservado para Conteúdo 8">
            <a:extLst>
              <a:ext uri="{FF2B5EF4-FFF2-40B4-BE49-F238E27FC236}">
                <a16:creationId xmlns:a16="http://schemas.microsoft.com/office/drawing/2014/main" id="{739D39F4-55B1-45C7-B589-EDC4CD3462E2}"/>
              </a:ext>
            </a:extLst>
          </p:cNvPr>
          <p:cNvSpPr>
            <a:spLocks noGrp="1"/>
          </p:cNvSpPr>
          <p:nvPr>
            <p:ph sz="quarter" idx="17"/>
          </p:nvPr>
        </p:nvSpPr>
        <p:spPr/>
        <p:txBody>
          <a:bodyPr/>
          <a:lstStyle/>
          <a:p>
            <a:endParaRPr lang="pt-BR"/>
          </a:p>
        </p:txBody>
      </p:sp>
      <p:sp>
        <p:nvSpPr>
          <p:cNvPr id="10" name="Espaço Reservado para Texto 9">
            <a:extLst>
              <a:ext uri="{FF2B5EF4-FFF2-40B4-BE49-F238E27FC236}">
                <a16:creationId xmlns:a16="http://schemas.microsoft.com/office/drawing/2014/main" id="{ADC32AE2-2051-D9DD-CAD0-736B2DE7C5E9}"/>
              </a:ext>
            </a:extLst>
          </p:cNvPr>
          <p:cNvSpPr>
            <a:spLocks noGrp="1"/>
          </p:cNvSpPr>
          <p:nvPr>
            <p:ph type="body" sz="quarter" idx="36"/>
          </p:nvPr>
        </p:nvSpPr>
        <p:spPr/>
        <p:txBody>
          <a:bodyPr/>
          <a:lstStyle/>
          <a:p>
            <a:endParaRPr lang="pt-BR"/>
          </a:p>
        </p:txBody>
      </p:sp>
      <p:sp>
        <p:nvSpPr>
          <p:cNvPr id="11" name="Slide Number Placeholder 5">
            <a:extLst>
              <a:ext uri="{FF2B5EF4-FFF2-40B4-BE49-F238E27FC236}">
                <a16:creationId xmlns:a16="http://schemas.microsoft.com/office/drawing/2014/main" id="{BA0B9ACB-1DC9-D4F5-6DE3-CDC9513E5C2D}"/>
              </a:ext>
            </a:extLst>
          </p:cNvPr>
          <p:cNvSpPr>
            <a:spLocks noGrp="1"/>
          </p:cNvSpPr>
          <p:nvPr>
            <p:ph type="sldNum" sz="quarter" idx="4"/>
          </p:nvPr>
        </p:nvSpPr>
        <p:spPr>
          <a:xfrm>
            <a:off x="731837" y="6530110"/>
            <a:ext cx="274776" cy="365125"/>
          </a:xfrm>
          <a:prstGeom prst="rect">
            <a:avLst/>
          </a:prstGeom>
        </p:spPr>
        <p:txBody>
          <a:bodyPr vert="horz" lIns="0" tIns="0" rIns="0" bIns="0" rtlCol="0" anchor="t" anchorCtr="0"/>
          <a:lstStyle>
            <a:lvl1pPr algn="r">
              <a:defRPr sz="800">
                <a:solidFill>
                  <a:schemeClr val="accent3"/>
                </a:solidFill>
                <a:latin typeface="Poppins Light" panose="00000400000000000000" pitchFamily="2" charset="0"/>
                <a:ea typeface="Source Serif Pro" panose="02040603050405020204" pitchFamily="18" charset="0"/>
                <a:cs typeface="Poppins Light" panose="00000400000000000000" pitchFamily="2" charset="0"/>
              </a:defRPr>
            </a:lvl1pPr>
          </a:lstStyle>
          <a:p>
            <a:pPr algn="ctr"/>
            <a:fld id="{DBAA5C8A-2239-4F6E-8944-71074356D4E2}" type="slidenum">
              <a:rPr lang="en-US" smtClean="0"/>
              <a:pPr algn="ctr"/>
              <a:t>19</a:t>
            </a:fld>
            <a:endParaRPr lang="en-US" dirty="0">
              <a:latin typeface="Poppins Light" panose="00000400000000000000" pitchFamily="2" charset="0"/>
              <a:cs typeface="Poppins Light" panose="00000400000000000000" pitchFamily="2" charset="0"/>
            </a:endParaRPr>
          </a:p>
        </p:txBody>
      </p:sp>
    </p:spTree>
    <p:extLst>
      <p:ext uri="{BB962C8B-B14F-4D97-AF65-F5344CB8AC3E}">
        <p14:creationId xmlns:p14="http://schemas.microsoft.com/office/powerpoint/2010/main" val="33542581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gradFill flip="none" rotWithShape="1">
          <a:gsLst>
            <a:gs pos="0">
              <a:srgbClr val="FF0003"/>
            </a:gs>
            <a:gs pos="72000">
              <a:srgbClr val="000000"/>
            </a:gs>
          </a:gsLst>
          <a:lin ang="0" scaled="1"/>
          <a:tileRect/>
        </a:gradFill>
        <a:effectLst/>
      </p:bgPr>
    </p:bg>
    <p:spTree>
      <p:nvGrpSpPr>
        <p:cNvPr id="1" name="">
          <a:extLst>
            <a:ext uri="{FF2B5EF4-FFF2-40B4-BE49-F238E27FC236}">
              <a16:creationId xmlns:a16="http://schemas.microsoft.com/office/drawing/2014/main" id="{6930BF8F-F28E-8794-97F5-0B1C9B332F0F}"/>
            </a:ext>
          </a:extLst>
        </p:cNvPr>
        <p:cNvGrpSpPr/>
        <p:nvPr/>
      </p:nvGrpSpPr>
      <p:grpSpPr>
        <a:xfrm>
          <a:off x="0" y="0"/>
          <a:ext cx="0" cy="0"/>
          <a:chOff x="0" y="0"/>
          <a:chExt cx="0" cy="0"/>
        </a:xfrm>
      </p:grpSpPr>
      <p:grpSp>
        <p:nvGrpSpPr>
          <p:cNvPr id="18" name="Agrupar 17">
            <a:extLst>
              <a:ext uri="{FF2B5EF4-FFF2-40B4-BE49-F238E27FC236}">
                <a16:creationId xmlns:a16="http://schemas.microsoft.com/office/drawing/2014/main" id="{E9171E0A-B01D-81B7-B203-CE6BC99D3D61}"/>
              </a:ext>
            </a:extLst>
          </p:cNvPr>
          <p:cNvGrpSpPr>
            <a:grpSpLocks noGrp="1" noUngrp="1" noRot="1" noMove="1" noResize="1"/>
          </p:cNvGrpSpPr>
          <p:nvPr/>
        </p:nvGrpSpPr>
        <p:grpSpPr>
          <a:xfrm>
            <a:off x="0" y="0"/>
            <a:ext cx="12192000" cy="6858000"/>
            <a:chOff x="0" y="0"/>
            <a:chExt cx="12192000" cy="6858000"/>
          </a:xfrm>
        </p:grpSpPr>
        <p:pic>
          <p:nvPicPr>
            <p:cNvPr id="19" name="Imagem 18">
              <a:extLst>
                <a:ext uri="{FF2B5EF4-FFF2-40B4-BE49-F238E27FC236}">
                  <a16:creationId xmlns:a16="http://schemas.microsoft.com/office/drawing/2014/main" id="{E42EFC16-79A2-C9A8-32FA-1043043A7A23}"/>
                </a:ext>
              </a:extLst>
            </p:cNvPr>
            <p:cNvPicPr>
              <a:picLocks noGrp="1" noRot="1" noChangeAspect="1" noMove="1" noResize="1" noEditPoints="1" noAdjustHandles="1" noChangeArrowheads="1" noChangeShapeType="1" noCrop="1"/>
            </p:cNvPicPr>
            <p:nvPr/>
          </p:nvPicPr>
          <p:blipFill>
            <a:blip r:embed="rId3">
              <a:extLst>
                <a:ext uri="{28A0092B-C50C-407E-A947-70E740481C1C}">
                  <a14:useLocalDpi xmlns:a14="http://schemas.microsoft.com/office/drawing/2010/main" val="0"/>
                </a:ext>
              </a:extLst>
            </a:blip>
            <a:srcRect l="801" t="8382" r="2160" b="9741"/>
            <a:stretch>
              <a:fillRect/>
            </a:stretch>
          </p:blipFill>
          <p:spPr>
            <a:xfrm flipH="1">
              <a:off x="0" y="0"/>
              <a:ext cx="12192000" cy="6858000"/>
            </a:xfrm>
            <a:prstGeom prst="rect">
              <a:avLst/>
            </a:prstGeom>
          </p:spPr>
        </p:pic>
        <p:sp>
          <p:nvSpPr>
            <p:cNvPr id="20" name="Retângulo 19">
              <a:extLst>
                <a:ext uri="{FF2B5EF4-FFF2-40B4-BE49-F238E27FC236}">
                  <a16:creationId xmlns:a16="http://schemas.microsoft.com/office/drawing/2014/main" id="{F93F3B31-79BB-552B-D595-F244924DF10E}"/>
                </a:ext>
              </a:extLst>
            </p:cNvPr>
            <p:cNvSpPr>
              <a:spLocks noGrp="1" noRot="1" noMove="1" noResize="1" noEditPoints="1" noAdjustHandles="1" noChangeArrowheads="1" noChangeShapeType="1"/>
            </p:cNvSpPr>
            <p:nvPr/>
          </p:nvSpPr>
          <p:spPr>
            <a:xfrm>
              <a:off x="0" y="0"/>
              <a:ext cx="12192000" cy="6858000"/>
            </a:xfrm>
            <a:prstGeom prst="rect">
              <a:avLst/>
            </a:prstGeom>
            <a:gradFill>
              <a:gsLst>
                <a:gs pos="0">
                  <a:srgbClr val="FF0003">
                    <a:alpha val="35000"/>
                  </a:srgbClr>
                </a:gs>
                <a:gs pos="72000">
                  <a:srgbClr val="000000"/>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112000"/>
                </a:lnSpc>
                <a:spcAft>
                  <a:spcPts val="800"/>
                </a:spcAft>
              </a:pPr>
              <a:endParaRPr lang="pt-BR" sz="1200" dirty="0" err="1">
                <a:solidFill>
                  <a:schemeClr val="tx1"/>
                </a:solidFill>
                <a:latin typeface="Source Serif Pro" panose="02040603050405020204" pitchFamily="18" charset="0"/>
                <a:ea typeface="Source Serif Pro" panose="02040603050405020204" pitchFamily="18" charset="0"/>
              </a:endParaRPr>
            </a:p>
          </p:txBody>
        </p:sp>
      </p:grpSp>
      <p:grpSp>
        <p:nvGrpSpPr>
          <p:cNvPr id="16" name="Agrupar 15">
            <a:extLst>
              <a:ext uri="{FF2B5EF4-FFF2-40B4-BE49-F238E27FC236}">
                <a16:creationId xmlns:a16="http://schemas.microsoft.com/office/drawing/2014/main" id="{A8E4D6AE-88B2-DFBD-0F07-DD6BE338F210}"/>
              </a:ext>
            </a:extLst>
          </p:cNvPr>
          <p:cNvGrpSpPr/>
          <p:nvPr/>
        </p:nvGrpSpPr>
        <p:grpSpPr>
          <a:xfrm>
            <a:off x="5941619" y="3287972"/>
            <a:ext cx="5832763" cy="415498"/>
            <a:chOff x="5959433" y="2967335"/>
            <a:chExt cx="5832763" cy="415498"/>
          </a:xfrm>
        </p:grpSpPr>
        <p:sp>
          <p:nvSpPr>
            <p:cNvPr id="8" name="Text Placeholder 2">
              <a:extLst>
                <a:ext uri="{FF2B5EF4-FFF2-40B4-BE49-F238E27FC236}">
                  <a16:creationId xmlns:a16="http://schemas.microsoft.com/office/drawing/2014/main" id="{C2456279-03C7-2D08-437E-7669100F8932}"/>
                </a:ext>
              </a:extLst>
            </p:cNvPr>
            <p:cNvSpPr txBox="1">
              <a:spLocks noChangeArrowheads="1"/>
            </p:cNvSpPr>
            <p:nvPr/>
          </p:nvSpPr>
          <p:spPr>
            <a:xfrm>
              <a:off x="5959433"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Bruno </a:t>
              </a:r>
              <a:r>
                <a:rPr lang="pt-BR" altLang="pt-BR" sz="900" dirty="0" err="1">
                  <a:solidFill>
                    <a:schemeClr val="bg1"/>
                  </a:solidFill>
                  <a:latin typeface="Poppins" panose="00000500000000000000" pitchFamily="2" charset="0"/>
                  <a:ea typeface="Source Serif Pro" panose="02040603050405020204" pitchFamily="18" charset="0"/>
                  <a:cs typeface="Poppins" panose="00000500000000000000" pitchFamily="2" charset="0"/>
                </a:rPr>
                <a:t>Iervolino</a:t>
              </a:r>
              <a:endPar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bruno.iervolino@igcp.com.br</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11 0000 </a:t>
              </a: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0000</a:t>
              </a:r>
              <a:endPar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endParaRPr>
            </a:p>
          </p:txBody>
        </p:sp>
        <p:sp>
          <p:nvSpPr>
            <p:cNvPr id="9" name="Text Placeholder 2">
              <a:extLst>
                <a:ext uri="{FF2B5EF4-FFF2-40B4-BE49-F238E27FC236}">
                  <a16:creationId xmlns:a16="http://schemas.microsoft.com/office/drawing/2014/main" id="{11608889-27DC-C014-2D91-C2803FD77DC1}"/>
                </a:ext>
              </a:extLst>
            </p:cNvPr>
            <p:cNvSpPr txBox="1">
              <a:spLocks noChangeArrowheads="1"/>
            </p:cNvSpPr>
            <p:nvPr/>
          </p:nvSpPr>
          <p:spPr>
            <a:xfrm>
              <a:off x="7998967"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Gabriel Brito</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gabriel.brito@igcp.com.br </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11 0000 </a:t>
              </a: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0000</a:t>
              </a:r>
              <a:endPar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endParaRPr>
            </a:p>
          </p:txBody>
        </p:sp>
        <p:sp>
          <p:nvSpPr>
            <p:cNvPr id="10" name="Text Placeholder 2">
              <a:extLst>
                <a:ext uri="{FF2B5EF4-FFF2-40B4-BE49-F238E27FC236}">
                  <a16:creationId xmlns:a16="http://schemas.microsoft.com/office/drawing/2014/main" id="{B48409AB-628B-D83F-6107-62BFC6D4B06D}"/>
                </a:ext>
              </a:extLst>
            </p:cNvPr>
            <p:cNvSpPr txBox="1">
              <a:spLocks noChangeArrowheads="1"/>
            </p:cNvSpPr>
            <p:nvPr/>
          </p:nvSpPr>
          <p:spPr>
            <a:xfrm>
              <a:off x="10038501" y="2967335"/>
              <a:ext cx="1753695" cy="415498"/>
            </a:xfrm>
            <a:prstGeom prst="rect">
              <a:avLst/>
            </a:prstGeom>
          </p:spPr>
          <p:txBody>
            <a:bodyPr vert="horz" wrap="square" lIns="0" tIns="0" rIns="0" bIns="0" rtlCol="0">
              <a:spAutoFit/>
            </a:bodyPr>
            <a:lstStyle>
              <a:lvl1pPr marL="0" indent="0" algn="l" defTabSz="1125444" rtl="0" eaLnBrk="1" latinLnBrk="0" hangingPunct="1">
                <a:lnSpc>
                  <a:spcPct val="100000"/>
                </a:lnSpc>
                <a:spcBef>
                  <a:spcPts val="0"/>
                </a:spcBef>
                <a:spcAft>
                  <a:spcPts val="0"/>
                </a:spcAft>
                <a:buFont typeface="Arial" pitchFamily="34" charset="0"/>
                <a:buNone/>
                <a:defRPr sz="1477" b="1" kern="1200">
                  <a:solidFill>
                    <a:schemeClr val="accent2"/>
                  </a:solidFill>
                  <a:latin typeface="+mn-lt"/>
                  <a:ea typeface="+mn-ea"/>
                  <a:cs typeface="+mn-cs"/>
                </a:defRPr>
              </a:lvl1pPr>
              <a:lvl2pPr marL="222744" indent="-222744" algn="l" defTabSz="1125444" rtl="0" eaLnBrk="1" latinLnBrk="0" hangingPunct="1">
                <a:lnSpc>
                  <a:spcPct val="100000"/>
                </a:lnSpc>
                <a:spcBef>
                  <a:spcPts val="0"/>
                </a:spcBef>
                <a:spcAft>
                  <a:spcPts val="0"/>
                </a:spcAft>
                <a:buClr>
                  <a:schemeClr val="accent6"/>
                </a:buClr>
                <a:buSzPct val="100000"/>
                <a:buFont typeface="Wingdings" pitchFamily="2" charset="2"/>
                <a:buChar char="§"/>
                <a:defRPr sz="1231" kern="1200">
                  <a:solidFill>
                    <a:schemeClr val="accent2"/>
                  </a:solidFill>
                  <a:latin typeface="+mn-lt"/>
                  <a:ea typeface="+mn-ea"/>
                  <a:cs typeface="+mn-cs"/>
                </a:defRPr>
              </a:lvl2pPr>
              <a:lvl3pPr marL="416180" indent="-201252" algn="l" defTabSz="1125444" rtl="0" eaLnBrk="1" latinLnBrk="0" hangingPunct="1">
                <a:lnSpc>
                  <a:spcPct val="100000"/>
                </a:lnSpc>
                <a:spcBef>
                  <a:spcPts val="0"/>
                </a:spcBef>
                <a:spcAft>
                  <a:spcPts val="0"/>
                </a:spcAft>
                <a:buClr>
                  <a:schemeClr val="accent6"/>
                </a:buClr>
                <a:buSzPct val="110000"/>
                <a:buFont typeface="Wingdings" panose="05000000000000000000" pitchFamily="2" charset="2"/>
                <a:buChar char="§"/>
                <a:defRPr sz="1477" kern="1200">
                  <a:solidFill>
                    <a:schemeClr val="accent2"/>
                  </a:solidFill>
                  <a:latin typeface="+mn-lt"/>
                  <a:ea typeface="+mn-ea"/>
                  <a:cs typeface="+mn-cs"/>
                </a:defRPr>
              </a:lvl3pPr>
              <a:lvl4pPr marL="656509" indent="-214928" algn="l" defTabSz="1125444" rtl="0" eaLnBrk="1" latinLnBrk="0" hangingPunct="1">
                <a:lnSpc>
                  <a:spcPct val="100000"/>
                </a:lnSpc>
                <a:spcBef>
                  <a:spcPts val="0"/>
                </a:spcBef>
                <a:spcAft>
                  <a:spcPts val="0"/>
                </a:spcAft>
                <a:buClr>
                  <a:schemeClr val="accent6"/>
                </a:buClr>
                <a:buSzPct val="90000"/>
                <a:buFont typeface="Wingdings" pitchFamily="2" charset="2"/>
                <a:buChar char="§"/>
                <a:defRPr sz="1477" kern="1200">
                  <a:solidFill>
                    <a:schemeClr val="accent2"/>
                  </a:solidFill>
                  <a:latin typeface="+mn-lt"/>
                  <a:ea typeface="+mn-ea"/>
                  <a:cs typeface="+mn-cs"/>
                </a:defRPr>
              </a:lvl4pPr>
              <a:lvl5pPr marL="885115" indent="-228606" algn="l" defTabSz="1125444" rtl="0" eaLnBrk="1" latinLnBrk="0" hangingPunct="1">
                <a:lnSpc>
                  <a:spcPct val="100000"/>
                </a:lnSpc>
                <a:spcBef>
                  <a:spcPts val="0"/>
                </a:spcBef>
                <a:spcAft>
                  <a:spcPts val="0"/>
                </a:spcAft>
                <a:buClr>
                  <a:schemeClr val="accent6"/>
                </a:buClr>
                <a:buSzPct val="100000"/>
                <a:buFont typeface="Wingdings" panose="05000000000000000000" pitchFamily="2" charset="2"/>
                <a:buChar char="§"/>
                <a:defRPr sz="1477" kern="1200">
                  <a:solidFill>
                    <a:schemeClr val="accent2"/>
                  </a:solidFill>
                  <a:latin typeface="+mn-lt"/>
                  <a:ea typeface="+mn-ea"/>
                  <a:cs typeface="+mn-cs"/>
                </a:defRPr>
              </a:lvl5pPr>
              <a:lvl6pPr marL="777650" indent="-134819" algn="l" defTabSz="1125444" rtl="0" eaLnBrk="1" latinLnBrk="0" hangingPunct="1">
                <a:lnSpc>
                  <a:spcPct val="100000"/>
                </a:lnSpc>
                <a:spcBef>
                  <a:spcPts val="0"/>
                </a:spcBef>
                <a:spcAft>
                  <a:spcPts val="0"/>
                </a:spcAft>
                <a:buClr>
                  <a:schemeClr val="accent6"/>
                </a:buClr>
                <a:buSzPct val="100000"/>
                <a:buFont typeface="Arial" pitchFamily="34" charset="0"/>
                <a:buChar char="•"/>
                <a:defRPr sz="1354" kern="1200">
                  <a:solidFill>
                    <a:schemeClr val="accent2"/>
                  </a:solidFill>
                  <a:latin typeface="+mn-lt"/>
                  <a:ea typeface="+mn-ea"/>
                  <a:cs typeface="+mn-cs"/>
                </a:defRPr>
              </a:lvl6pPr>
              <a:lvl7pPr marL="3657691"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7pPr>
              <a:lvl8pPr marL="4220413"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8pPr>
              <a:lvl9pPr marL="4783135" indent="-281361" algn="l" defTabSz="1125444" rtl="0" eaLnBrk="1" latinLnBrk="0" hangingPunct="1">
                <a:spcBef>
                  <a:spcPct val="20000"/>
                </a:spcBef>
                <a:buFont typeface="Arial" pitchFamily="34" charset="0"/>
                <a:buChar char="•"/>
                <a:defRPr sz="2462" kern="1200">
                  <a:solidFill>
                    <a:schemeClr val="tx1"/>
                  </a:solidFill>
                  <a:latin typeface="+mn-lt"/>
                  <a:ea typeface="+mn-ea"/>
                  <a:cs typeface="+mn-cs"/>
                </a:defRPr>
              </a:lvl9pPr>
            </a:lstStyle>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rPr>
                <a:t>André </a:t>
              </a:r>
              <a:r>
                <a:rPr lang="pt-BR" altLang="pt-BR" sz="900" dirty="0" err="1">
                  <a:solidFill>
                    <a:schemeClr val="bg1"/>
                  </a:solidFill>
                  <a:latin typeface="Poppins" panose="00000500000000000000" pitchFamily="2" charset="0"/>
                  <a:ea typeface="Source Serif Pro" panose="02040603050405020204" pitchFamily="18" charset="0"/>
                  <a:cs typeface="Poppins" panose="00000500000000000000" pitchFamily="2" charset="0"/>
                </a:rPr>
                <a:t>Shimoda</a:t>
              </a:r>
              <a:endParaRPr lang="pt-BR" altLang="pt-BR" sz="900" dirty="0">
                <a:solidFill>
                  <a:schemeClr val="bg1"/>
                </a:solidFill>
                <a:latin typeface="Poppins" panose="00000500000000000000" pitchFamily="2" charset="0"/>
                <a:ea typeface="Source Serif Pro" panose="02040603050405020204" pitchFamily="18" charset="0"/>
                <a:cs typeface="Poppins" panose="00000500000000000000" pitchFamily="2" charset="0"/>
              </a:endParaRP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andre.shimoda@igcp.com.br </a:t>
              </a:r>
            </a:p>
            <a:p>
              <a:pPr marL="0" marR="0" lvl="0" indent="0" algn="ctr" defTabSz="1125444" rtl="0" eaLnBrk="1" fontAlgn="auto" latinLnBrk="0" hangingPunct="1">
                <a:lnSpc>
                  <a:spcPct val="100000"/>
                </a:lnSpc>
                <a:spcBef>
                  <a:spcPct val="0"/>
                </a:spcBef>
                <a:spcAft>
                  <a:spcPct val="0"/>
                </a:spcAft>
                <a:buClrTx/>
                <a:buSzTx/>
                <a:buFont typeface="Arial" pitchFamily="34" charset="0"/>
                <a:buNone/>
                <a:tabLst/>
                <a:defRPr/>
              </a:pPr>
              <a:r>
                <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rPr>
                <a:t>11 0000 </a:t>
              </a:r>
              <a:r>
                <a:rPr lang="pt-BR" altLang="pt-BR" sz="900" b="0" dirty="0">
                  <a:solidFill>
                    <a:schemeClr val="bg1"/>
                  </a:solidFill>
                  <a:latin typeface="Poppins" panose="00000500000000000000" pitchFamily="2" charset="0"/>
                  <a:ea typeface="Source Serif Pro" panose="02040603050405020204" pitchFamily="18" charset="0"/>
                  <a:cs typeface="Poppins" panose="00000500000000000000" pitchFamily="2" charset="0"/>
                </a:rPr>
                <a:t>0000</a:t>
              </a:r>
              <a:endParaRPr kumimoji="0" lang="pt-BR" altLang="pt-BR" sz="900" b="0" i="0" u="none" strike="noStrike" kern="1200" cap="none" spc="0" normalizeH="0" baseline="0" noProof="0" dirty="0">
                <a:ln>
                  <a:noFill/>
                </a:ln>
                <a:solidFill>
                  <a:schemeClr val="bg1"/>
                </a:solidFill>
                <a:effectLst/>
                <a:uLnTx/>
                <a:uFillTx/>
                <a:latin typeface="Poppins" panose="00000500000000000000" pitchFamily="2" charset="0"/>
                <a:ea typeface="Source Serif Pro" panose="02040603050405020204" pitchFamily="18" charset="0"/>
                <a:cs typeface="Poppins" panose="00000500000000000000" pitchFamily="2" charset="0"/>
              </a:endParaRPr>
            </a:p>
          </p:txBody>
        </p:sp>
      </p:grpSp>
      <p:grpSp>
        <p:nvGrpSpPr>
          <p:cNvPr id="15" name="Agrupar 14">
            <a:extLst>
              <a:ext uri="{FF2B5EF4-FFF2-40B4-BE49-F238E27FC236}">
                <a16:creationId xmlns:a16="http://schemas.microsoft.com/office/drawing/2014/main" id="{06D62C14-A9E0-2839-D52C-E5894E112AC8}"/>
              </a:ext>
            </a:extLst>
          </p:cNvPr>
          <p:cNvGrpSpPr/>
          <p:nvPr/>
        </p:nvGrpSpPr>
        <p:grpSpPr>
          <a:xfrm>
            <a:off x="7371341" y="2245374"/>
            <a:ext cx="2973318" cy="633033"/>
            <a:chOff x="6096000" y="1924737"/>
            <a:chExt cx="2973318" cy="633033"/>
          </a:xfrm>
        </p:grpSpPr>
        <p:pic>
          <p:nvPicPr>
            <p:cNvPr id="14" name="Imagem 13">
              <a:extLst>
                <a:ext uri="{FF2B5EF4-FFF2-40B4-BE49-F238E27FC236}">
                  <a16:creationId xmlns:a16="http://schemas.microsoft.com/office/drawing/2014/main" id="{95AD8CDB-03C5-E4D7-7912-968298596F2E}"/>
                </a:ext>
              </a:extLst>
            </p:cNvPr>
            <p:cNvPicPr>
              <a:picLocks noChangeAspect="1"/>
            </p:cNvPicPr>
            <p:nvPr/>
          </p:nvPicPr>
          <p:blipFill>
            <a:blip r:embed="rId4"/>
            <a:stretch>
              <a:fillRect/>
            </a:stretch>
          </p:blipFill>
          <p:spPr>
            <a:xfrm>
              <a:off x="6096000" y="1929829"/>
              <a:ext cx="1960402" cy="627941"/>
            </a:xfrm>
            <a:prstGeom prst="rect">
              <a:avLst/>
            </a:prstGeom>
          </p:spPr>
        </p:pic>
        <p:pic>
          <p:nvPicPr>
            <p:cNvPr id="11" name="Gráfico 14">
              <a:extLst>
                <a:ext uri="{FF2B5EF4-FFF2-40B4-BE49-F238E27FC236}">
                  <a16:creationId xmlns:a16="http://schemas.microsoft.com/office/drawing/2014/main" id="{9EEE0E50-47DF-2B4A-9AD6-C1419DF4A157}"/>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8450331" y="1924737"/>
              <a:ext cx="618987" cy="529985"/>
            </a:xfrm>
            <a:prstGeom prst="rect">
              <a:avLst/>
            </a:prstGeom>
          </p:spPr>
        </p:pic>
      </p:grpSp>
      <p:sp>
        <p:nvSpPr>
          <p:cNvPr id="17" name="CaixaDeTexto 14">
            <a:extLst>
              <a:ext uri="{FF2B5EF4-FFF2-40B4-BE49-F238E27FC236}">
                <a16:creationId xmlns:a16="http://schemas.microsoft.com/office/drawing/2014/main" id="{BA9B7F75-7D1B-48A6-A074-A459CBB1CBCB}"/>
              </a:ext>
            </a:extLst>
          </p:cNvPr>
          <p:cNvSpPr txBox="1"/>
          <p:nvPr/>
        </p:nvSpPr>
        <p:spPr>
          <a:xfrm>
            <a:off x="7638086" y="4084540"/>
            <a:ext cx="2439829" cy="46166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45718" tIns="45718" rIns="45718" bIns="45718">
            <a:spAutoFit/>
          </a:bodyPr>
          <a:lstStyle/>
          <a:p>
            <a:pPr marL="0" marR="0" lvl="0" indent="0" algn="ctr" defTabSz="914400" rtl="0" eaLnBrk="1" fontAlgn="auto" latinLnBrk="0" hangingPunct="0">
              <a:lnSpc>
                <a:spcPct val="100000"/>
              </a:lnSpc>
              <a:spcBef>
                <a:spcPts val="0"/>
              </a:spcBef>
              <a:spcAft>
                <a:spcPts val="0"/>
              </a:spcAft>
              <a:buClrTx/>
              <a:buSzTx/>
              <a:buFontTx/>
              <a:buNone/>
              <a:tabLst/>
              <a:defRPr sz="1400">
                <a:solidFill>
                  <a:srgbClr val="222F44"/>
                </a:solidFill>
                <a:latin typeface="Poppins Medium"/>
                <a:ea typeface="Poppins Medium"/>
                <a:cs typeface="Poppins Medium"/>
                <a:sym typeface="Poppins Medium"/>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Medium"/>
              </a:rPr>
              <a:t>+55 11 3815-3533</a:t>
            </a:r>
          </a:p>
          <a:p>
            <a:pPr marL="0" marR="0" lvl="0" indent="0" algn="ctr" defTabSz="914400" rtl="0" eaLnBrk="1" fontAlgn="auto" latinLnBrk="0" hangingPunct="0">
              <a:lnSpc>
                <a:spcPct val="100000"/>
              </a:lnSpc>
              <a:spcBef>
                <a:spcPts val="0"/>
              </a:spcBef>
              <a:spcAft>
                <a:spcPts val="0"/>
              </a:spcAft>
              <a:buClrTx/>
              <a:buSzTx/>
              <a:buFontTx/>
              <a:buNone/>
              <a:tabLst/>
              <a:defRPr sz="1000">
                <a:solidFill>
                  <a:srgbClr val="D3A93D"/>
                </a:solidFill>
                <a:latin typeface="Poppins Regular"/>
                <a:ea typeface="Poppins Regular"/>
                <a:cs typeface="Poppins Regular"/>
                <a:sym typeface="Poppins Regular"/>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rPr>
              <a:t>Av. Brigadeiro Faria Lima, 2277, 6° Andar </a:t>
            </a:r>
          </a:p>
          <a:p>
            <a:pPr marL="0" marR="0" lvl="0" indent="0" algn="ctr" defTabSz="914400" rtl="0" eaLnBrk="1" fontAlgn="auto" latinLnBrk="0" hangingPunct="0">
              <a:lnSpc>
                <a:spcPct val="100000"/>
              </a:lnSpc>
              <a:spcBef>
                <a:spcPts val="0"/>
              </a:spcBef>
              <a:spcAft>
                <a:spcPts val="0"/>
              </a:spcAft>
              <a:buClrTx/>
              <a:buSzTx/>
              <a:buFontTx/>
              <a:buNone/>
              <a:tabLst/>
              <a:defRPr sz="1000">
                <a:solidFill>
                  <a:srgbClr val="D3A93D"/>
                </a:solidFill>
                <a:latin typeface="Poppins Regular"/>
                <a:ea typeface="Poppins Regular"/>
                <a:cs typeface="Poppins Regular"/>
                <a:sym typeface="Poppins Regular"/>
              </a:defRPr>
            </a:pPr>
            <a:r>
              <a:rPr kumimoji="0" lang="pt-BR" sz="800" b="0"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Regular"/>
              </a:rPr>
              <a:t>São Paulo, SP, Brasil - 01452-000</a:t>
            </a:r>
            <a:endParaRPr kumimoji="0" lang="pt-BR" sz="800" b="1" i="0" u="none" strike="noStrike" kern="0" cap="none" spc="0" normalizeH="0" baseline="0" noProof="0" dirty="0">
              <a:ln>
                <a:noFill/>
              </a:ln>
              <a:solidFill>
                <a:schemeClr val="bg1"/>
              </a:solidFill>
              <a:effectLst/>
              <a:uLnTx/>
              <a:uFillTx/>
              <a:latin typeface="Poppins Light" panose="00000400000000000000" pitchFamily="2" charset="0"/>
              <a:cs typeface="Poppins Light" panose="00000400000000000000" pitchFamily="2" charset="0"/>
              <a:sym typeface="Poppins Medium"/>
            </a:endParaRPr>
          </a:p>
        </p:txBody>
      </p:sp>
    </p:spTree>
    <p:extLst>
      <p:ext uri="{BB962C8B-B14F-4D97-AF65-F5344CB8AC3E}">
        <p14:creationId xmlns:p14="http://schemas.microsoft.com/office/powerpoint/2010/main" val="26948829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DH_FLYSHEET_STYLE" val="1"/>
</p:tagLst>
</file>

<file path=ppt/tags/tag2.xml><?xml version="1.0" encoding="utf-8"?>
<p:tagLst xmlns:a="http://schemas.openxmlformats.org/drawingml/2006/main" xmlns:r="http://schemas.openxmlformats.org/officeDocument/2006/relationships" xmlns:p="http://schemas.openxmlformats.org/presentationml/2006/main">
  <p:tag name="MM_SLIDE_TYPE" val="6"/>
</p:tagLst>
</file>

<file path=ppt/tags/tag3.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Introduction">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2.xml><?xml version="1.0" encoding="utf-8"?>
<a:theme xmlns:a="http://schemas.openxmlformats.org/drawingml/2006/main" name="Capas">
  <a:themeElements>
    <a:clrScheme name="InfraBrasil">
      <a:dk1>
        <a:srgbClr val="000000"/>
      </a:dk1>
      <a:lt1>
        <a:srgbClr val="FFFFFF"/>
      </a:lt1>
      <a:dk2>
        <a:srgbClr val="000000"/>
      </a:dk2>
      <a:lt2>
        <a:srgbClr val="000000"/>
      </a:lt2>
      <a:accent1>
        <a:srgbClr val="FF0003"/>
      </a:accent1>
      <a:accent2>
        <a:srgbClr val="B1AEAE"/>
      </a:accent2>
      <a:accent3>
        <a:srgbClr val="D8D8D8"/>
      </a:accent3>
      <a:accent4>
        <a:srgbClr val="BFBFBF"/>
      </a:accent4>
      <a:accent5>
        <a:srgbClr val="A5A5A5"/>
      </a:accent5>
      <a:accent6>
        <a:srgbClr val="7F7F7F"/>
      </a:accent6>
      <a:hlink>
        <a:srgbClr val="525252"/>
      </a:hlink>
      <a:folHlink>
        <a:srgbClr val="6C727D"/>
      </a:folHlink>
    </a:clrScheme>
    <a:fontScheme name="Personalizada 1">
      <a:majorFont>
        <a:latin typeface="Source Serif Pro"/>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Investment Thesis">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4.xml><?xml version="1.0" encoding="utf-8"?>
<a:theme xmlns:a="http://schemas.openxmlformats.org/drawingml/2006/main" name="Company Overview">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5.xml><?xml version="1.0" encoding="utf-8"?>
<a:theme xmlns:a="http://schemas.openxmlformats.org/drawingml/2006/main" name="Financial Information">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6.xml><?xml version="1.0" encoding="utf-8"?>
<a:theme xmlns:a="http://schemas.openxmlformats.org/drawingml/2006/main" name="Appendix">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7.xml><?xml version="1.0" encoding="utf-8"?>
<a:theme xmlns:a="http://schemas.openxmlformats.org/drawingml/2006/main" name="Disclaimer">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8.xml><?xml version="1.0" encoding="utf-8"?>
<a:theme xmlns:a="http://schemas.openxmlformats.org/drawingml/2006/main" name="Seção Editável">
  <a:themeElements>
    <a:clrScheme name="InfraBrasil">
      <a:dk1>
        <a:srgbClr val="000000"/>
      </a:dk1>
      <a:lt1>
        <a:srgbClr val="FFFFFF"/>
      </a:lt1>
      <a:dk2>
        <a:srgbClr val="000000"/>
      </a:dk2>
      <a:lt2>
        <a:srgbClr val="000000"/>
      </a:lt2>
      <a:accent1>
        <a:srgbClr val="FF0003"/>
      </a:accent1>
      <a:accent2>
        <a:srgbClr val="B1AEAE"/>
      </a:accent2>
      <a:accent3>
        <a:srgbClr val="A5A5A5"/>
      </a:accent3>
      <a:accent4>
        <a:srgbClr val="A5A5A5"/>
      </a:accent4>
      <a:accent5>
        <a:srgbClr val="A5A5A5"/>
      </a:accent5>
      <a:accent6>
        <a:srgbClr val="7F7F7F"/>
      </a:accent6>
      <a:hlink>
        <a:srgbClr val="525252"/>
      </a:hlink>
      <a:folHlink>
        <a:srgbClr val="6C727D"/>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wrap="square" lIns="0" tIns="0" rIns="0" bIns="0" rtlCol="0" anchor="ctr"/>
      <a:lstStyle>
        <a:defPPr algn="ctr">
          <a:lnSpc>
            <a:spcPct val="112000"/>
          </a:lnSpc>
          <a:spcAft>
            <a:spcPts val="800"/>
          </a:spcAft>
          <a:defRPr sz="1200" dirty="0" err="1" smtClean="0">
            <a:solidFill>
              <a:schemeClr val="tx1"/>
            </a:solidFill>
            <a:latin typeface="Source Serif Pro" panose="02040603050405020204" pitchFamily="18" charset="0"/>
            <a:ea typeface="Source Serif Pro" panose="02040603050405020204" pitchFamily="18"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a:solidFill>
            <a:schemeClr val="tx1"/>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none" lIns="0" tIns="0" rIns="0" bIns="0" rtlCol="0">
        <a:spAutoFit/>
      </a:bodyPr>
      <a:lstStyle>
        <a:defPPr algn="l">
          <a:lnSpc>
            <a:spcPct val="110000"/>
          </a:lnSpc>
          <a:spcAft>
            <a:spcPts val="800"/>
          </a:spcAft>
          <a:defRPr sz="1200" dirty="0" err="1" smtClean="0">
            <a:latin typeface="Source Serif Pro" panose="02040603050405020204" pitchFamily="18" charset="0"/>
            <a:ea typeface="Source Serif Pro" panose="02040603050405020204" pitchFamily="18" charset="0"/>
          </a:defRPr>
        </a:defPPr>
      </a:lstStyle>
    </a:txDef>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ppt/theme/theme9.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10.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41e9bfca-b15d-42a1-8dcf-95c0c272d15d">
      <Terms xmlns="http://schemas.microsoft.com/office/infopath/2007/PartnerControls"/>
    </lcf76f155ced4ddcb4097134ff3c332f>
    <TaxCatchAll xmlns="e0fe94fd-770b-4845-a80c-675d8764887f"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o" ma:contentTypeID="0x0101009F65D74D3F636646A8B0DBA7B90C3472" ma:contentTypeVersion="15" ma:contentTypeDescription="Crie um novo documento." ma:contentTypeScope="" ma:versionID="0f284fed690633c9884de595f769fb09">
  <xsd:schema xmlns:xsd="http://www.w3.org/2001/XMLSchema" xmlns:xs="http://www.w3.org/2001/XMLSchema" xmlns:p="http://schemas.microsoft.com/office/2006/metadata/properties" xmlns:ns2="41e9bfca-b15d-42a1-8dcf-95c0c272d15d" xmlns:ns3="e0fe94fd-770b-4845-a80c-675d8764887f" targetNamespace="http://schemas.microsoft.com/office/2006/metadata/properties" ma:root="true" ma:fieldsID="8d0a3e35247f31691ff616978b1fe65f" ns2:_="" ns3:_="">
    <xsd:import namespace="41e9bfca-b15d-42a1-8dcf-95c0c272d15d"/>
    <xsd:import namespace="e0fe94fd-770b-4845-a80c-675d8764887f"/>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GenerationTime" minOccurs="0"/>
                <xsd:element ref="ns2:MediaServiceEventHashCode" minOccurs="0"/>
                <xsd:element ref="ns2:MediaServiceOCR" minOccurs="0"/>
                <xsd:element ref="ns3:SharedWithUsers" minOccurs="0"/>
                <xsd:element ref="ns3:SharedWithDetail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41e9bfca-b15d-42a1-8dcf-95c0c272d15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Marcações de imagem" ma:readOnly="false" ma:fieldId="{5cf76f15-5ced-4ddc-b409-7134ff3c332f}" ma:taxonomyMulti="true" ma:sspId="c7d46ea2-efa8-4cae-a764-a25d3811283b" ma:termSetId="09814cd3-568e-fe90-9814-8d621ff8fb84" ma:anchorId="fba54fb3-c3e1-fe81-a776-ca4b69148c4d" ma:open="true" ma:isKeyword="false">
      <xsd:complexType>
        <xsd:sequence>
          <xsd:element ref="pc:Terms" minOccurs="0" maxOccurs="1"/>
        </xsd:sequence>
      </xsd:complex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ObjectDetectorVersions" ma:index="20" nillable="true" ma:displayName="MediaServiceObjectDetectorVersions" ma:description="" ma:hidden="true" ma:indexed="true" ma:internalName="MediaServiceObjectDetectorVersions" ma:readOnly="true">
      <xsd:simpleType>
        <xsd:restriction base="dms:Text"/>
      </xsd:simpleType>
    </xsd:element>
    <xsd:element name="MediaServiceLocation" ma:index="21" nillable="true" ma:displayName="Location" ma:descrip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e0fe94fd-770b-4845-a80c-675d8764887f"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f1c4ccec-714b-4c13-a97a-9137f379a04f}" ma:internalName="TaxCatchAll" ma:showField="CatchAllData" ma:web="e0fe94fd-770b-4845-a80c-675d8764887f">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Detalhes de Compartilhado Com"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9E15495-F71B-42C1-A584-56DA3CB09276}">
  <ds:schemaRefs>
    <ds:schemaRef ds:uri="http://schemas.microsoft.com/sharepoint/v3/contenttype/forms"/>
  </ds:schemaRefs>
</ds:datastoreItem>
</file>

<file path=customXml/itemProps2.xml><?xml version="1.0" encoding="utf-8"?>
<ds:datastoreItem xmlns:ds="http://schemas.openxmlformats.org/officeDocument/2006/customXml" ds:itemID="{A70E0CF9-88BA-45C1-B7F5-FA131B7A9D74}">
  <ds:schemaRefs>
    <ds:schemaRef ds:uri="http://purl.org/dc/dcmitype/"/>
    <ds:schemaRef ds:uri="http://www.w3.org/XML/1998/namespace"/>
    <ds:schemaRef ds:uri="http://schemas.openxmlformats.org/package/2006/metadata/core-properties"/>
    <ds:schemaRef ds:uri="http://schemas.microsoft.com/office/2006/documentManagement/types"/>
    <ds:schemaRef ds:uri="41e9bfca-b15d-42a1-8dcf-95c0c272d15d"/>
    <ds:schemaRef ds:uri="e0fe94fd-770b-4845-a80c-675d8764887f"/>
    <ds:schemaRef ds:uri="http://purl.org/dc/terms/"/>
    <ds:schemaRef ds:uri="http://schemas.microsoft.com/office/infopath/2007/PartnerControls"/>
    <ds:schemaRef ds:uri="http://schemas.microsoft.com/office/2006/metadata/properties"/>
    <ds:schemaRef ds:uri="http://purl.org/dc/elements/1.1/"/>
  </ds:schemaRefs>
</ds:datastoreItem>
</file>

<file path=customXml/itemProps3.xml><?xml version="1.0" encoding="utf-8"?>
<ds:datastoreItem xmlns:ds="http://schemas.openxmlformats.org/officeDocument/2006/customXml" ds:itemID="{398768F9-1012-4368-9CD0-CDCA1DF38022}">
  <ds:schemaRefs>
    <ds:schemaRef ds:uri="41e9bfca-b15d-42a1-8dcf-95c0c272d15d"/>
    <ds:schemaRef ds:uri="e0fe94fd-770b-4845-a80c-675d8764887f"/>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639168ec-16d4-4a2c-9ce2-09cc4ca9bfe8}" enabled="1" method="Standard" siteId="{9a6e48f1-2427-4aa1-b4c9-ee7623d0c265}" removed="0"/>
</clbl:labelList>
</file>

<file path=docProps/app.xml><?xml version="1.0" encoding="utf-8"?>
<Properties xmlns="http://schemas.openxmlformats.org/officeDocument/2006/extended-properties" xmlns:vt="http://schemas.openxmlformats.org/officeDocument/2006/docPropsVTypes">
  <TotalTime>4201</TotalTime>
  <Words>3016</Words>
  <Application>Microsoft Office PowerPoint</Application>
  <PresentationFormat>Widescreen</PresentationFormat>
  <Paragraphs>372</Paragraphs>
  <Slides>20</Slides>
  <Notes>16</Notes>
  <HiddenSlides>1</HiddenSlides>
  <MMClips>0</MMClips>
  <ScaleCrop>false</ScaleCrop>
  <HeadingPairs>
    <vt:vector size="6" baseType="variant">
      <vt:variant>
        <vt:lpstr>Fonts Used</vt:lpstr>
      </vt:variant>
      <vt:variant>
        <vt:i4>11</vt:i4>
      </vt:variant>
      <vt:variant>
        <vt:lpstr>Theme</vt:lpstr>
      </vt:variant>
      <vt:variant>
        <vt:i4>8</vt:i4>
      </vt:variant>
      <vt:variant>
        <vt:lpstr>Slide Titles</vt:lpstr>
      </vt:variant>
      <vt:variant>
        <vt:i4>20</vt:i4>
      </vt:variant>
    </vt:vector>
  </HeadingPairs>
  <TitlesOfParts>
    <vt:vector size="39" baseType="lpstr">
      <vt:lpstr>Aptos</vt:lpstr>
      <vt:lpstr>Arial</vt:lpstr>
      <vt:lpstr>Calibri</vt:lpstr>
      <vt:lpstr>Poppins</vt:lpstr>
      <vt:lpstr>Poppins Light</vt:lpstr>
      <vt:lpstr>Poppins Medium</vt:lpstr>
      <vt:lpstr>Poppins SemiBold</vt:lpstr>
      <vt:lpstr>Source Sans Pro</vt:lpstr>
      <vt:lpstr>Source Serif Pro</vt:lpstr>
      <vt:lpstr>Source Serif Pro Black</vt:lpstr>
      <vt:lpstr>Source Serif Pro Light</vt:lpstr>
      <vt:lpstr>Introduction</vt:lpstr>
      <vt:lpstr>Capas</vt:lpstr>
      <vt:lpstr>Investment Thesis</vt:lpstr>
      <vt:lpstr>Company Overview</vt:lpstr>
      <vt:lpstr>Financial Information</vt:lpstr>
      <vt:lpstr>Appendix</vt:lpstr>
      <vt:lpstr>Disclaimer</vt:lpstr>
      <vt:lpstr>Seção Editável</vt:lpstr>
      <vt:lpstr>Project Gold Mine</vt:lpstr>
      <vt:lpstr>Disclaimer</vt:lpstr>
      <vt:lpstr>PowerPoint Presentation</vt:lpstr>
      <vt:lpstr>Infrabrasil is a leading mining services platform in Brazi</vt:lpstr>
      <vt:lpstr>PowerPoint Presentation</vt:lpstr>
      <vt:lpstr>Investment thesis</vt:lpstr>
      <vt:lpstr>Lorem ipsum dolor sit amet consectetur adisciping elit</vt:lpstr>
      <vt:lpstr>Lorem ipsum dolor sit amet consectetur adisciping elit</vt:lpstr>
      <vt:lpstr>Lorem ipsum dolor sit amet consectetur adisciping elit</vt:lpstr>
      <vt:lpstr>Lorem ipsum dolor sit amet consectetur</vt:lpstr>
      <vt:lpstr>Lorem ipsum dolor sit amet consectetur adisciping elit</vt:lpstr>
      <vt:lpstr>Infrabrasil has solid track record with blue chip companies, working with more than xx Years in the market</vt:lpstr>
      <vt:lpstr>Lorem ipsum dolor sit amet consectetur adisciping elit</vt:lpstr>
      <vt:lpstr>Infrabrasil offers a full portfolio of equipment, ideal for any client operation</vt:lpstr>
      <vt:lpstr>Lorem ipsum dolor sit amet consectetur adisciping elit</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Taiane Bezerra</dc:creator>
  <cp:lastModifiedBy>ANDRÉ SHIMODA SAKANO</cp:lastModifiedBy>
  <cp:revision>12</cp:revision>
  <dcterms:created xsi:type="dcterms:W3CDTF">2022-12-01T15:58:43Z</dcterms:created>
  <dcterms:modified xsi:type="dcterms:W3CDTF">2026-04-09T23:33:10Z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Order">
    <vt:lpwstr>81400.0000000000</vt:lpwstr>
  </property>
  <property fmtid="{D5CDD505-2E9C-101B-9397-08002B2CF9AE}" pid="3" name="ContentTypeId">
    <vt:lpwstr>0x0101009F65D74D3F636646A8B0DBA7B90C3472</vt:lpwstr>
  </property>
  <property fmtid="{D5CDD505-2E9C-101B-9397-08002B2CF9AE}" pid="4" name="MediaServiceImageTags">
    <vt:lpwstr/>
  </property>
</Properties>
</file>