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5.xml" ContentType="application/vnd.openxmlformats-officedocument.theme+xml"/>
  <Override PartName="/ppt/slideLayouts/slideLayout64.xml" ContentType="application/vnd.openxmlformats-officedocument.presentationml.slideLayout+xml"/>
  <Override PartName="/ppt/theme/theme6.xml" ContentType="application/vnd.openxmlformats-officedocument.theme+xml"/>
  <Override PartName="/ppt/slideLayouts/slideLayout65.xml" ContentType="application/vnd.openxmlformats-officedocument.presentationml.slideLayout+xml"/>
  <Override PartName="/ppt/theme/theme7.xml" ContentType="application/vnd.openxmlformats-officedocument.theme+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5.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6.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7.xml" ContentType="application/vnd.openxmlformats-officedocument.presentationml.notesSlid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8.xml" ContentType="application/vnd.openxmlformats-officedocument.presentationml.notesSl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notesSlides/notesSlide9.xml" ContentType="application/vnd.openxmlformats-officedocument.presentationml.notesSlid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5.xml" ContentType="application/vnd.openxmlformats-officedocument.drawingml.chart+xml"/>
  <Override PartName="/ppt/charts/chart16.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7.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8.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9.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20.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21.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2.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3.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4.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5.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26.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27.xml" ContentType="application/vnd.openxmlformats-officedocument.drawingml.chart+xml"/>
  <Override PartName="/ppt/charts/style25.xml" ContentType="application/vnd.ms-office.chartstyle+xml"/>
  <Override PartName="/ppt/charts/colors25.xml" ContentType="application/vnd.ms-office.chartcolorstyle+xml"/>
  <Override PartName="/ppt/charts/chart28.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29.xml" ContentType="application/vnd.openxmlformats-officedocument.drawingml.chart+xml"/>
  <Override PartName="/ppt/charts/style27.xml" ContentType="application/vnd.ms-office.chartstyle+xml"/>
  <Override PartName="/ppt/charts/colors27.xml" ContentType="application/vnd.ms-office.chartcolorstyle+xml"/>
  <Override PartName="/ppt/charts/chart30.xml" ContentType="application/vnd.openxmlformats-officedocument.drawingml.chart+xml"/>
  <Override PartName="/ppt/charts/style28.xml" ContentType="application/vnd.ms-office.chartstyle+xml"/>
  <Override PartName="/ppt/charts/colors28.xml" ContentType="application/vnd.ms-office.chartcolorstyle+xml"/>
  <Override PartName="/ppt/charts/chart31.xml" ContentType="application/vnd.openxmlformats-officedocument.drawingml.chart+xml"/>
  <Override PartName="/ppt/charts/style29.xml" ContentType="application/vnd.ms-office.chartstyle+xml"/>
  <Override PartName="/ppt/charts/colors29.xml" ContentType="application/vnd.ms-office.chartcolorstyle+xml"/>
  <Override PartName="/ppt/charts/chart32.xml" ContentType="application/vnd.openxmlformats-officedocument.drawingml.chart+xml"/>
  <Override PartName="/ppt/charts/style30.xml" ContentType="application/vnd.ms-office.chartstyle+xml"/>
  <Override PartName="/ppt/charts/colors30.xml" ContentType="application/vnd.ms-office.chartcolorstyle+xml"/>
  <Override PartName="/ppt/charts/chart33.xml" ContentType="application/vnd.openxmlformats-officedocument.drawingml.chart+xml"/>
  <Override PartName="/ppt/charts/style31.xml" ContentType="application/vnd.ms-office.chartstyle+xml"/>
  <Override PartName="/ppt/charts/colors31.xml" ContentType="application/vnd.ms-office.chartcolorstyle+xml"/>
  <Override PartName="/ppt/charts/chart34.xml" ContentType="application/vnd.openxmlformats-officedocument.drawingml.chart+xml"/>
  <Override PartName="/ppt/charts/style32.xml" ContentType="application/vnd.ms-office.chartstyle+xml"/>
  <Override PartName="/ppt/charts/colors32.xml" ContentType="application/vnd.ms-office.chartcolorstyle+xml"/>
  <Override PartName="/ppt/charts/chart35.xml" ContentType="application/vnd.openxmlformats-officedocument.drawingml.chart+xml"/>
  <Override PartName="/ppt/charts/style33.xml" ContentType="application/vnd.ms-office.chartstyle+xml"/>
  <Override PartName="/ppt/charts/colors33.xml" ContentType="application/vnd.ms-office.chartcolorstyle+xml"/>
  <Override PartName="/ppt/charts/chart36.xml" ContentType="application/vnd.openxmlformats-officedocument.drawingml.chart+xml"/>
  <Override PartName="/ppt/charts/style34.xml" ContentType="application/vnd.ms-office.chartstyle+xml"/>
  <Override PartName="/ppt/charts/colors34.xml" ContentType="application/vnd.ms-office.chartcolorstyle+xml"/>
  <Override PartName="/ppt/charts/chart37.xml" ContentType="application/vnd.openxmlformats-officedocument.drawingml.chart+xml"/>
  <Override PartName="/ppt/charts/style35.xml" ContentType="application/vnd.ms-office.chartstyle+xml"/>
  <Override PartName="/ppt/charts/colors35.xml" ContentType="application/vnd.ms-office.chartcolorstyle+xml"/>
  <Override PartName="/ppt/charts/chart38.xml" ContentType="application/vnd.openxmlformats-officedocument.drawingml.chart+xml"/>
  <Override PartName="/ppt/charts/style36.xml" ContentType="application/vnd.ms-office.chartstyle+xml"/>
  <Override PartName="/ppt/charts/colors36.xml" ContentType="application/vnd.ms-office.chartcolorstyle+xml"/>
  <Override PartName="/ppt/charts/chart39.xml" ContentType="application/vnd.openxmlformats-officedocument.drawingml.chart+xml"/>
  <Override PartName="/ppt/charts/style37.xml" ContentType="application/vnd.ms-office.chartstyle+xml"/>
  <Override PartName="/ppt/charts/colors37.xml" ContentType="application/vnd.ms-office.chartcolorstyle+xml"/>
  <Override PartName="/ppt/charts/chart40.xml" ContentType="application/vnd.openxmlformats-officedocument.drawingml.chart+xml"/>
  <Override PartName="/ppt/charts/style38.xml" ContentType="application/vnd.ms-office.chartstyle+xml"/>
  <Override PartName="/ppt/charts/colors38.xml" ContentType="application/vnd.ms-office.chartcolorstyle+xml"/>
  <Override PartName="/ppt/charts/chart41.xml" ContentType="application/vnd.openxmlformats-officedocument.drawingml.chart+xml"/>
  <Override PartName="/ppt/charts/style39.xml" ContentType="application/vnd.ms-office.chartstyle+xml"/>
  <Override PartName="/ppt/charts/colors39.xml" ContentType="application/vnd.ms-office.chartcolorstyle+xml"/>
  <Override PartName="/ppt/charts/chart42.xml" ContentType="application/vnd.openxmlformats-officedocument.drawingml.chart+xml"/>
  <Override PartName="/ppt/charts/style40.xml" ContentType="application/vnd.ms-office.chartstyle+xml"/>
  <Override PartName="/ppt/charts/colors40.xml" ContentType="application/vnd.ms-office.chartcolorstyle+xml"/>
  <Override PartName="/ppt/charts/chart43.xml" ContentType="application/vnd.openxmlformats-officedocument.drawingml.chart+xml"/>
  <Override PartName="/ppt/charts/style41.xml" ContentType="application/vnd.ms-office.chartstyle+xml"/>
  <Override PartName="/ppt/charts/colors41.xml" ContentType="application/vnd.ms-office.chartcolorstyle+xml"/>
  <Override PartName="/ppt/charts/chart44.xml" ContentType="application/vnd.openxmlformats-officedocument.drawingml.chart+xml"/>
  <Override PartName="/ppt/charts/style42.xml" ContentType="application/vnd.ms-office.chartstyle+xml"/>
  <Override PartName="/ppt/charts/colors42.xml" ContentType="application/vnd.ms-office.chartcolorstyl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88" r:id="rId4"/>
    <p:sldMasterId id="2147483724" r:id="rId5"/>
    <p:sldMasterId id="2147483771" r:id="rId6"/>
    <p:sldMasterId id="2147483808" r:id="rId7"/>
    <p:sldMasterId id="2147483798" r:id="rId8"/>
    <p:sldMasterId id="2147483824" r:id="rId9"/>
    <p:sldMasterId id="2147483832" r:id="rId10"/>
    <p:sldMasterId id="2147483838" r:id="rId11"/>
  </p:sldMasterIdLst>
  <p:notesMasterIdLst>
    <p:notesMasterId r:id="rId41"/>
  </p:notesMasterIdLst>
  <p:sldIdLst>
    <p:sldId id="2145705994" r:id="rId12"/>
    <p:sldId id="6299" r:id="rId13"/>
    <p:sldId id="2145706007" r:id="rId14"/>
    <p:sldId id="2145706011" r:id="rId15"/>
    <p:sldId id="2145706008" r:id="rId16"/>
    <p:sldId id="6414" r:id="rId17"/>
    <p:sldId id="6457" r:id="rId18"/>
    <p:sldId id="6383" r:id="rId19"/>
    <p:sldId id="2145705990" r:id="rId20"/>
    <p:sldId id="2145706012" r:id="rId21"/>
    <p:sldId id="2145706013" r:id="rId22"/>
    <p:sldId id="2145706014" r:id="rId23"/>
    <p:sldId id="2145705992" r:id="rId24"/>
    <p:sldId id="6405" r:id="rId25"/>
    <p:sldId id="6460" r:id="rId26"/>
    <p:sldId id="6461" r:id="rId27"/>
    <p:sldId id="2145705999" r:id="rId28"/>
    <p:sldId id="2145705978" r:id="rId29"/>
    <p:sldId id="2145706005" r:id="rId30"/>
    <p:sldId id="2145706015" r:id="rId31"/>
    <p:sldId id="4362" r:id="rId32"/>
    <p:sldId id="2145706016" r:id="rId33"/>
    <p:sldId id="2145705986" r:id="rId34"/>
    <p:sldId id="2145705993" r:id="rId35"/>
    <p:sldId id="2145706017" r:id="rId36"/>
    <p:sldId id="2145706018" r:id="rId37"/>
    <p:sldId id="2145706019" r:id="rId38"/>
    <p:sldId id="2145706006" r:id="rId39"/>
    <p:sldId id="6465" r:id="rId40"/>
  </p:sldIdLst>
  <p:sldSz cx="12192000" cy="6858000"/>
  <p:notesSz cx="6886575" cy="10018713"/>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4" orient="horz" pos="701" userDrawn="1">
          <p15:clr>
            <a:srgbClr val="A4A3A4"/>
          </p15:clr>
        </p15:guide>
        <p15:guide id="15" pos="5790" userDrawn="1">
          <p15:clr>
            <a:srgbClr val="A4A3A4"/>
          </p15:clr>
        </p15:guide>
        <p15:guide id="17" pos="1912" userDrawn="1">
          <p15:clr>
            <a:srgbClr val="A4A3A4"/>
          </p15:clr>
        </p15:guide>
        <p15:guide id="18" pos="3999" userDrawn="1">
          <p15:clr>
            <a:srgbClr val="A4A3A4"/>
          </p15:clr>
        </p15:guide>
        <p15:guide id="19" userDrawn="1">
          <p15:clr>
            <a:srgbClr val="A4A3A4"/>
          </p15:clr>
        </p15:guide>
      </p15:sldGuideLst>
    </p:ext>
    <p:ext uri="{2D200454-40CA-4A62-9FC3-DE9A4176ACB9}">
      <p15:notesGuideLst xmlns:p15="http://schemas.microsoft.com/office/powerpoint/2012/main">
        <p15:guide id="1" orient="horz" pos="3156" userDrawn="1">
          <p15:clr>
            <a:srgbClr val="A4A3A4"/>
          </p15:clr>
        </p15:guide>
        <p15:guide id="2" pos="217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EEF4F4"/>
    <a:srgbClr val="ABC7CA"/>
    <a:srgbClr val="EEE7E7"/>
    <a:srgbClr val="2F505B"/>
    <a:srgbClr val="7474C1"/>
    <a:srgbClr val="FF8200"/>
    <a:srgbClr val="009CDE"/>
    <a:srgbClr val="ECE81A"/>
    <a:srgbClr val="2E4D58"/>
    <a:srgbClr val="EE53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352" autoAdjust="0"/>
    <p:restoredTop sz="96247" autoAdjust="0"/>
  </p:normalViewPr>
  <p:slideViewPr>
    <p:cSldViewPr snapToGrid="0">
      <p:cViewPr varScale="1">
        <p:scale>
          <a:sx n="106" d="100"/>
          <a:sy n="106" d="100"/>
        </p:scale>
        <p:origin x="1116" y="102"/>
      </p:cViewPr>
      <p:guideLst>
        <p:guide orient="horz" pos="701"/>
        <p:guide pos="5790"/>
        <p:guide pos="1912"/>
        <p:guide pos="3999"/>
        <p:guide/>
      </p:guideLst>
    </p:cSldViewPr>
  </p:slideViewPr>
  <p:notesTextViewPr>
    <p:cViewPr>
      <p:scale>
        <a:sx n="3" d="2"/>
        <a:sy n="3" d="2"/>
      </p:scale>
      <p:origin x="0" y="0"/>
    </p:cViewPr>
  </p:notesTextViewPr>
  <p:sorterViewPr>
    <p:cViewPr>
      <p:scale>
        <a:sx n="100" d="100"/>
        <a:sy n="100" d="100"/>
      </p:scale>
      <p:origin x="0" y="0"/>
    </p:cViewPr>
  </p:sorterViewPr>
  <p:notesViewPr>
    <p:cSldViewPr snapToGrid="0" showGuides="1">
      <p:cViewPr varScale="1">
        <p:scale>
          <a:sx n="81" d="100"/>
          <a:sy n="81" d="100"/>
        </p:scale>
        <p:origin x="3894" y="108"/>
      </p:cViewPr>
      <p:guideLst>
        <p:guide orient="horz" pos="3156"/>
        <p:guide pos="217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slide" Target="slides/slide28.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presProps" Target="pres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5.xml"/><Relationship Id="rId29" Type="http://schemas.openxmlformats.org/officeDocument/2006/relationships/slide" Target="slides/slide18.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slide" Target="slides/slide26.xml"/><Relationship Id="rId40" Type="http://schemas.openxmlformats.org/officeDocument/2006/relationships/slide" Target="slides/slide29.xml"/><Relationship Id="rId45"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10" Type="http://schemas.openxmlformats.org/officeDocument/2006/relationships/slideMaster" Target="slideMasters/slideMaster7.xml"/><Relationship Id="rId19" Type="http://schemas.openxmlformats.org/officeDocument/2006/relationships/slide" Target="slides/slide8.xml"/><Relationship Id="rId31" Type="http://schemas.openxmlformats.org/officeDocument/2006/relationships/slide" Target="slides/slide20.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openxmlformats.org/officeDocument/2006/relationships/viewProps" Target="viewProps.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20" Type="http://schemas.openxmlformats.org/officeDocument/2006/relationships/slide" Target="slides/slide9.xml"/><Relationship Id="rId41"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5.xml"/><Relationship Id="rId1" Type="http://schemas.microsoft.com/office/2011/relationships/chartStyle" Target="style15.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16.xml"/><Relationship Id="rId1" Type="http://schemas.microsoft.com/office/2011/relationships/chartStyle" Target="style16.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17.xml"/><Relationship Id="rId1" Type="http://schemas.microsoft.com/office/2011/relationships/chartStyle" Target="style17.xml"/></Relationships>
</file>

<file path=ppt/charts/_rels/chart20.xml.rels><?xml version="1.0" encoding="UTF-8" standalone="yes"?>
<Relationships xmlns="http://schemas.openxmlformats.org/package/2006/relationships"><Relationship Id="rId3" Type="http://schemas.openxmlformats.org/officeDocument/2006/relationships/package" Target="../embeddings/Microsoft_Excel_Worksheet19.xlsx"/><Relationship Id="rId2" Type="http://schemas.microsoft.com/office/2011/relationships/chartColorStyle" Target="colors18.xml"/><Relationship Id="rId1" Type="http://schemas.microsoft.com/office/2011/relationships/chartStyle" Target="style18.xml"/></Relationships>
</file>

<file path=ppt/charts/_rels/chart21.xml.rels><?xml version="1.0" encoding="UTF-8" standalone="yes"?>
<Relationships xmlns="http://schemas.openxmlformats.org/package/2006/relationships"><Relationship Id="rId3" Type="http://schemas.openxmlformats.org/officeDocument/2006/relationships/package" Target="../embeddings/Microsoft_Excel_Worksheet20.xlsx"/><Relationship Id="rId2" Type="http://schemas.microsoft.com/office/2011/relationships/chartColorStyle" Target="colors19.xml"/><Relationship Id="rId1" Type="http://schemas.microsoft.com/office/2011/relationships/chartStyle" Target="style19.xml"/></Relationships>
</file>

<file path=ppt/charts/_rels/chart22.xml.rels><?xml version="1.0" encoding="UTF-8" standalone="yes"?>
<Relationships xmlns="http://schemas.openxmlformats.org/package/2006/relationships"><Relationship Id="rId3" Type="http://schemas.openxmlformats.org/officeDocument/2006/relationships/package" Target="../embeddings/Microsoft_Excel_Worksheet21.xlsx"/><Relationship Id="rId2" Type="http://schemas.microsoft.com/office/2011/relationships/chartColorStyle" Target="colors20.xml"/><Relationship Id="rId1" Type="http://schemas.microsoft.com/office/2011/relationships/chartStyle" Target="style20.xml"/></Relationships>
</file>

<file path=ppt/charts/_rels/chart23.xml.rels><?xml version="1.0" encoding="UTF-8" standalone="yes"?>
<Relationships xmlns="http://schemas.openxmlformats.org/package/2006/relationships"><Relationship Id="rId3" Type="http://schemas.openxmlformats.org/officeDocument/2006/relationships/package" Target="../embeddings/Microsoft_Excel_Worksheet22.xlsx"/><Relationship Id="rId2" Type="http://schemas.microsoft.com/office/2011/relationships/chartColorStyle" Target="colors21.xml"/><Relationship Id="rId1" Type="http://schemas.microsoft.com/office/2011/relationships/chartStyle" Target="style21.xml"/></Relationships>
</file>

<file path=ppt/charts/_rels/chart24.xml.rels><?xml version="1.0" encoding="UTF-8" standalone="yes"?>
<Relationships xmlns="http://schemas.openxmlformats.org/package/2006/relationships"><Relationship Id="rId3" Type="http://schemas.openxmlformats.org/officeDocument/2006/relationships/package" Target="../embeddings/Microsoft_Excel_Worksheet23.xlsx"/><Relationship Id="rId2" Type="http://schemas.microsoft.com/office/2011/relationships/chartColorStyle" Target="colors22.xml"/><Relationship Id="rId1" Type="http://schemas.microsoft.com/office/2011/relationships/chartStyle" Target="style22.xml"/></Relationships>
</file>

<file path=ppt/charts/_rels/chart25.xml.rels><?xml version="1.0" encoding="UTF-8" standalone="yes"?>
<Relationships xmlns="http://schemas.openxmlformats.org/package/2006/relationships"><Relationship Id="rId3" Type="http://schemas.openxmlformats.org/officeDocument/2006/relationships/package" Target="../embeddings/Microsoft_Excel_Worksheet24.xlsx"/><Relationship Id="rId2" Type="http://schemas.microsoft.com/office/2011/relationships/chartColorStyle" Target="colors23.xml"/><Relationship Id="rId1" Type="http://schemas.microsoft.com/office/2011/relationships/chartStyle" Target="style23.xml"/></Relationships>
</file>

<file path=ppt/charts/_rels/chart26.xml.rels><?xml version="1.0" encoding="UTF-8" standalone="yes"?>
<Relationships xmlns="http://schemas.openxmlformats.org/package/2006/relationships"><Relationship Id="rId3" Type="http://schemas.openxmlformats.org/officeDocument/2006/relationships/package" Target="../embeddings/Microsoft_Excel_Worksheet25.xlsx"/><Relationship Id="rId2" Type="http://schemas.microsoft.com/office/2011/relationships/chartColorStyle" Target="colors24.xml"/><Relationship Id="rId1" Type="http://schemas.microsoft.com/office/2011/relationships/chartStyle" Target="style24.xml"/></Relationships>
</file>

<file path=ppt/charts/_rels/chart27.xml.rels><?xml version="1.0" encoding="UTF-8" standalone="yes"?>
<Relationships xmlns="http://schemas.openxmlformats.org/package/2006/relationships"><Relationship Id="rId3" Type="http://schemas.openxmlformats.org/officeDocument/2006/relationships/package" Target="../embeddings/Microsoft_Excel_Worksheet26.xlsx"/><Relationship Id="rId2" Type="http://schemas.microsoft.com/office/2011/relationships/chartColorStyle" Target="colors25.xml"/><Relationship Id="rId1" Type="http://schemas.microsoft.com/office/2011/relationships/chartStyle" Target="style25.xml"/></Relationships>
</file>

<file path=ppt/charts/_rels/chart28.xml.rels><?xml version="1.0" encoding="UTF-8" standalone="yes"?>
<Relationships xmlns="http://schemas.openxmlformats.org/package/2006/relationships"><Relationship Id="rId3" Type="http://schemas.openxmlformats.org/officeDocument/2006/relationships/package" Target="../embeddings/Microsoft_Excel_Worksheet27.xlsx"/><Relationship Id="rId2" Type="http://schemas.microsoft.com/office/2011/relationships/chartColorStyle" Target="colors26.xml"/><Relationship Id="rId1" Type="http://schemas.microsoft.com/office/2011/relationships/chartStyle" Target="style26.xml"/></Relationships>
</file>

<file path=ppt/charts/_rels/chart29.xml.rels><?xml version="1.0" encoding="UTF-8" standalone="yes"?>
<Relationships xmlns="http://schemas.openxmlformats.org/package/2006/relationships"><Relationship Id="rId3" Type="http://schemas.openxmlformats.org/officeDocument/2006/relationships/package" Target="../embeddings/Microsoft_Excel_Worksheet28.xlsx"/><Relationship Id="rId2" Type="http://schemas.microsoft.com/office/2011/relationships/chartColorStyle" Target="colors27.xml"/><Relationship Id="rId1" Type="http://schemas.microsoft.com/office/2011/relationships/chartStyle" Target="style27.xml"/></Relationships>
</file>

<file path=ppt/charts/_rels/chart30.xml.rels><?xml version="1.0" encoding="UTF-8" standalone="yes"?>
<Relationships xmlns="http://schemas.openxmlformats.org/package/2006/relationships"><Relationship Id="rId3" Type="http://schemas.openxmlformats.org/officeDocument/2006/relationships/package" Target="../embeddings/Microsoft_Excel_Worksheet29.xlsx"/><Relationship Id="rId2" Type="http://schemas.microsoft.com/office/2011/relationships/chartColorStyle" Target="colors28.xml"/><Relationship Id="rId1" Type="http://schemas.microsoft.com/office/2011/relationships/chartStyle" Target="style28.xml"/></Relationships>
</file>

<file path=ppt/charts/_rels/chart31.xml.rels><?xml version="1.0" encoding="UTF-8" standalone="yes"?>
<Relationships xmlns="http://schemas.openxmlformats.org/package/2006/relationships"><Relationship Id="rId3" Type="http://schemas.openxmlformats.org/officeDocument/2006/relationships/package" Target="../embeddings/Microsoft_Excel_Worksheet30.xlsx"/><Relationship Id="rId2" Type="http://schemas.microsoft.com/office/2011/relationships/chartColorStyle" Target="colors29.xml"/><Relationship Id="rId1" Type="http://schemas.microsoft.com/office/2011/relationships/chartStyle" Target="style29.xml"/></Relationships>
</file>

<file path=ppt/charts/_rels/chart32.xml.rels><?xml version="1.0" encoding="UTF-8" standalone="yes"?>
<Relationships xmlns="http://schemas.openxmlformats.org/package/2006/relationships"><Relationship Id="rId3" Type="http://schemas.openxmlformats.org/officeDocument/2006/relationships/package" Target="../embeddings/Microsoft_Excel_Worksheet31.xlsx"/><Relationship Id="rId2" Type="http://schemas.microsoft.com/office/2011/relationships/chartColorStyle" Target="colors30.xml"/><Relationship Id="rId1" Type="http://schemas.microsoft.com/office/2011/relationships/chartStyle" Target="style30.xml"/></Relationships>
</file>

<file path=ppt/charts/_rels/chart33.xml.rels><?xml version="1.0" encoding="UTF-8" standalone="yes"?>
<Relationships xmlns="http://schemas.openxmlformats.org/package/2006/relationships"><Relationship Id="rId3" Type="http://schemas.openxmlformats.org/officeDocument/2006/relationships/package" Target="../embeddings/Microsoft_Excel_Worksheet32.xlsx"/><Relationship Id="rId2" Type="http://schemas.microsoft.com/office/2011/relationships/chartColorStyle" Target="colors31.xml"/><Relationship Id="rId1" Type="http://schemas.microsoft.com/office/2011/relationships/chartStyle" Target="style31.xml"/></Relationships>
</file>

<file path=ppt/charts/_rels/chart34.xml.rels><?xml version="1.0" encoding="UTF-8" standalone="yes"?>
<Relationships xmlns="http://schemas.openxmlformats.org/package/2006/relationships"><Relationship Id="rId3" Type="http://schemas.openxmlformats.org/officeDocument/2006/relationships/package" Target="../embeddings/Microsoft_Excel_Worksheet33.xlsx"/><Relationship Id="rId2" Type="http://schemas.microsoft.com/office/2011/relationships/chartColorStyle" Target="colors32.xml"/><Relationship Id="rId1" Type="http://schemas.microsoft.com/office/2011/relationships/chartStyle" Target="style32.xml"/></Relationships>
</file>

<file path=ppt/charts/_rels/chart35.xml.rels><?xml version="1.0" encoding="UTF-8" standalone="yes"?>
<Relationships xmlns="http://schemas.openxmlformats.org/package/2006/relationships"><Relationship Id="rId3" Type="http://schemas.openxmlformats.org/officeDocument/2006/relationships/package" Target="../embeddings/Microsoft_Excel_Worksheet34.xlsx"/><Relationship Id="rId2" Type="http://schemas.microsoft.com/office/2011/relationships/chartColorStyle" Target="colors33.xml"/><Relationship Id="rId1" Type="http://schemas.microsoft.com/office/2011/relationships/chartStyle" Target="style33.xml"/></Relationships>
</file>

<file path=ppt/charts/_rels/chart36.xml.rels><?xml version="1.0" encoding="UTF-8" standalone="yes"?>
<Relationships xmlns="http://schemas.openxmlformats.org/package/2006/relationships"><Relationship Id="rId3" Type="http://schemas.openxmlformats.org/officeDocument/2006/relationships/package" Target="../embeddings/Microsoft_Excel_Worksheet35.xlsx"/><Relationship Id="rId2" Type="http://schemas.microsoft.com/office/2011/relationships/chartColorStyle" Target="colors34.xml"/><Relationship Id="rId1" Type="http://schemas.microsoft.com/office/2011/relationships/chartStyle" Target="style34.xml"/></Relationships>
</file>

<file path=ppt/charts/_rels/chart37.xml.rels><?xml version="1.0" encoding="UTF-8" standalone="yes"?>
<Relationships xmlns="http://schemas.openxmlformats.org/package/2006/relationships"><Relationship Id="rId3" Type="http://schemas.openxmlformats.org/officeDocument/2006/relationships/package" Target="../embeddings/Microsoft_Excel_Worksheet36.xlsx"/><Relationship Id="rId2" Type="http://schemas.microsoft.com/office/2011/relationships/chartColorStyle" Target="colors35.xml"/><Relationship Id="rId1" Type="http://schemas.microsoft.com/office/2011/relationships/chartStyle" Target="style35.xml"/></Relationships>
</file>

<file path=ppt/charts/_rels/chart38.xml.rels><?xml version="1.0" encoding="UTF-8" standalone="yes"?>
<Relationships xmlns="http://schemas.openxmlformats.org/package/2006/relationships"><Relationship Id="rId3" Type="http://schemas.openxmlformats.org/officeDocument/2006/relationships/package" Target="../embeddings/Microsoft_Excel_Worksheet37.xlsx"/><Relationship Id="rId2" Type="http://schemas.microsoft.com/office/2011/relationships/chartColorStyle" Target="colors36.xml"/><Relationship Id="rId1" Type="http://schemas.microsoft.com/office/2011/relationships/chartStyle" Target="style36.xml"/></Relationships>
</file>

<file path=ppt/charts/_rels/chart39.xml.rels><?xml version="1.0" encoding="UTF-8" standalone="yes"?>
<Relationships xmlns="http://schemas.openxmlformats.org/package/2006/relationships"><Relationship Id="rId3" Type="http://schemas.openxmlformats.org/officeDocument/2006/relationships/package" Target="../embeddings/Microsoft_Excel_Worksheet38.xlsx"/><Relationship Id="rId2" Type="http://schemas.microsoft.com/office/2011/relationships/chartColorStyle" Target="colors37.xml"/><Relationship Id="rId1" Type="http://schemas.microsoft.com/office/2011/relationships/chartStyle" Target="style37.xml"/></Relationships>
</file>

<file path=ppt/charts/_rels/chart40.xml.rels><?xml version="1.0" encoding="UTF-8" standalone="yes"?>
<Relationships xmlns="http://schemas.openxmlformats.org/package/2006/relationships"><Relationship Id="rId3" Type="http://schemas.openxmlformats.org/officeDocument/2006/relationships/package" Target="../embeddings/Microsoft_Excel_Worksheet39.xlsx"/><Relationship Id="rId2" Type="http://schemas.microsoft.com/office/2011/relationships/chartColorStyle" Target="colors38.xml"/><Relationship Id="rId1" Type="http://schemas.microsoft.com/office/2011/relationships/chartStyle" Target="style38.xml"/></Relationships>
</file>

<file path=ppt/charts/_rels/chart41.xml.rels><?xml version="1.0" encoding="UTF-8" standalone="yes"?>
<Relationships xmlns="http://schemas.openxmlformats.org/package/2006/relationships"><Relationship Id="rId3" Type="http://schemas.openxmlformats.org/officeDocument/2006/relationships/package" Target="../embeddings/Microsoft_Excel_Worksheet40.xlsx"/><Relationship Id="rId2" Type="http://schemas.microsoft.com/office/2011/relationships/chartColorStyle" Target="colors39.xml"/><Relationship Id="rId1" Type="http://schemas.microsoft.com/office/2011/relationships/chartStyle" Target="style39.xml"/></Relationships>
</file>

<file path=ppt/charts/_rels/chart42.xml.rels><?xml version="1.0" encoding="UTF-8" standalone="yes"?>
<Relationships xmlns="http://schemas.openxmlformats.org/package/2006/relationships"><Relationship Id="rId3" Type="http://schemas.openxmlformats.org/officeDocument/2006/relationships/package" Target="../embeddings/Microsoft_Excel_Worksheet41.xlsx"/><Relationship Id="rId2" Type="http://schemas.microsoft.com/office/2011/relationships/chartColorStyle" Target="colors40.xml"/><Relationship Id="rId1" Type="http://schemas.microsoft.com/office/2011/relationships/chartStyle" Target="style40.xml"/></Relationships>
</file>

<file path=ppt/charts/_rels/chart43.xml.rels><?xml version="1.0" encoding="UTF-8" standalone="yes"?>
<Relationships xmlns="http://schemas.openxmlformats.org/package/2006/relationships"><Relationship Id="rId3" Type="http://schemas.openxmlformats.org/officeDocument/2006/relationships/package" Target="../embeddings/Microsoft_Excel_Worksheet42.xlsx"/><Relationship Id="rId2" Type="http://schemas.microsoft.com/office/2011/relationships/chartColorStyle" Target="colors41.xml"/><Relationship Id="rId1" Type="http://schemas.microsoft.com/office/2011/relationships/chartStyle" Target="style41.xml"/></Relationships>
</file>

<file path=ppt/charts/_rels/chart44.xml.rels><?xml version="1.0" encoding="UTF-8" standalone="yes"?>
<Relationships xmlns="http://schemas.openxmlformats.org/package/2006/relationships"><Relationship Id="rId3" Type="http://schemas.openxmlformats.org/officeDocument/2006/relationships/package" Target="../embeddings/Microsoft_Excel_Worksheet43.xlsx"/><Relationship Id="rId2" Type="http://schemas.microsoft.com/office/2011/relationships/chartColorStyle" Target="colors42.xml"/><Relationship Id="rId1" Type="http://schemas.microsoft.com/office/2011/relationships/chartStyle" Target="style4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
          <c:w val="1"/>
          <c:h val="0.79578148148148153"/>
        </c:manualLayout>
      </c:layout>
      <c:barChart>
        <c:barDir val="col"/>
        <c:grouping val="clustered"/>
        <c:varyColors val="0"/>
        <c:ser>
          <c:idx val="0"/>
          <c:order val="0"/>
          <c:tx>
            <c:strRef>
              <c:f>Sheet1!$B$1</c:f>
              <c:strCache>
                <c:ptCount val="1"/>
                <c:pt idx="0">
                  <c:v>Series 1</c:v>
                </c:pt>
              </c:strCache>
            </c:strRef>
          </c:tx>
          <c:spPr>
            <a:solidFill>
              <a:schemeClr val="bg2"/>
            </a:solidFill>
            <a:ln>
              <a:noFill/>
            </a:ln>
            <a:effectLst/>
          </c:spPr>
          <c:invertIfNegative val="0"/>
          <c:dPt>
            <c:idx val="6"/>
            <c:invertIfNegative val="0"/>
            <c:bubble3D val="0"/>
            <c:spPr>
              <a:solidFill>
                <a:schemeClr val="bg2"/>
              </a:solidFill>
              <a:ln>
                <a:noFill/>
              </a:ln>
              <a:effectLst/>
            </c:spPr>
            <c:extLst>
              <c:ext xmlns:c16="http://schemas.microsoft.com/office/drawing/2014/chart" uri="{C3380CC4-5D6E-409C-BE32-E72D297353CC}">
                <c16:uniqueId val="{00000001-85D7-425B-9227-B98F97F60370}"/>
              </c:ext>
            </c:extLst>
          </c:dPt>
          <c:dLbls>
            <c:dLbl>
              <c:idx val="0"/>
              <c:layout>
                <c:manualLayout>
                  <c:x val="0"/>
                  <c:y val="2.355684201056719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5D7-425B-9227-B98F97F60370}"/>
                </c:ext>
              </c:extLst>
            </c:dLbl>
            <c:dLbl>
              <c:idx val="1"/>
              <c:layout>
                <c:manualLayout>
                  <c:x val="0"/>
                  <c:y val="4.711368402113438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5D7-425B-9227-B98F97F60370}"/>
                </c:ext>
              </c:extLst>
            </c:dLbl>
            <c:dLbl>
              <c:idx val="2"/>
              <c:layout>
                <c:manualLayout>
                  <c:x val="0"/>
                  <c:y val="3.533526301585078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5D7-425B-9227-B98F97F60370}"/>
                </c:ext>
              </c:extLst>
            </c:dLbl>
            <c:numFmt formatCode="#,##0" sourceLinked="0"/>
            <c:spPr>
              <a:noFill/>
              <a:ln>
                <a:noFill/>
              </a:ln>
              <a:effectLst/>
            </c:spPr>
            <c:txPr>
              <a:bodyPr rot="0" spcFirstLastPara="1" vertOverflow="ellipsis" vert="horz" wrap="square" lIns="38100" tIns="19050" rIns="38100" bIns="19050" anchor="ctr" anchorCtr="0">
                <a:spAutoFit/>
              </a:bodyPr>
              <a:lstStyle/>
              <a:p>
                <a:pPr algn="ctr" rtl="0">
                  <a:defRPr lang="en-US" sz="9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2022</c:v>
                </c:pt>
                <c:pt idx="1">
                  <c:v>2023</c:v>
                </c:pt>
                <c:pt idx="2">
                  <c:v>Jan-Nov 24</c:v>
                </c:pt>
              </c:strCache>
            </c:strRef>
          </c:cat>
          <c:val>
            <c:numRef>
              <c:f>Sheet1!$B$2:$B$4</c:f>
              <c:numCache>
                <c:formatCode>0.00</c:formatCode>
                <c:ptCount val="3"/>
                <c:pt idx="0">
                  <c:v>602</c:v>
                </c:pt>
                <c:pt idx="1">
                  <c:v>637</c:v>
                </c:pt>
                <c:pt idx="2">
                  <c:v>701</c:v>
                </c:pt>
              </c:numCache>
            </c:numRef>
          </c:val>
          <c:extLst>
            <c:ext xmlns:c16="http://schemas.microsoft.com/office/drawing/2014/chart" uri="{C3380CC4-5D6E-409C-BE32-E72D297353CC}">
              <c16:uniqueId val="{00000005-85D7-425B-9227-B98F97F60370}"/>
            </c:ext>
          </c:extLst>
        </c:ser>
        <c:dLbls>
          <c:showLegendKey val="0"/>
          <c:showVal val="0"/>
          <c:showCatName val="0"/>
          <c:showSerName val="0"/>
          <c:showPercent val="0"/>
          <c:showBubbleSize val="0"/>
        </c:dLbls>
        <c:gapWidth val="35"/>
        <c:overlap val="100"/>
        <c:axId val="2113910288"/>
        <c:axId val="655458064"/>
      </c:barChart>
      <c:catAx>
        <c:axId val="2113910288"/>
        <c:scaling>
          <c:orientation val="minMax"/>
        </c:scaling>
        <c:delete val="0"/>
        <c:axPos val="b"/>
        <c:numFmt formatCode="General"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lgn="ctr">
              <a:defRPr lang="en-US" sz="700" b="0" i="0" u="none" strike="noStrike" kern="1200" baseline="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pPr>
            <a:endParaRPr lang="es-CO"/>
          </a:p>
        </c:txPr>
        <c:crossAx val="655458064"/>
        <c:crosses val="autoZero"/>
        <c:auto val="1"/>
        <c:lblAlgn val="ctr"/>
        <c:lblOffset val="100"/>
        <c:noMultiLvlLbl val="0"/>
      </c:catAx>
      <c:valAx>
        <c:axId val="655458064"/>
        <c:scaling>
          <c:orientation val="minMax"/>
        </c:scaling>
        <c:delete val="0"/>
        <c:axPos val="l"/>
        <c:numFmt formatCode="0.00" sourceLinked="1"/>
        <c:majorTickMark val="none"/>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Source Serif Pro SemiBold" panose="02040703050405020204" pitchFamily="18" charset="0"/>
                <a:ea typeface="Source Serif Pro SemiBold" panose="02040703050405020204" pitchFamily="18" charset="0"/>
                <a:cs typeface="+mn-cs"/>
              </a:defRPr>
            </a:pPr>
            <a:endParaRPr lang="es-CO"/>
          </a:p>
        </c:txPr>
        <c:crossAx val="211391028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Source Serif Pro SemiBold" panose="02040703050405020204" pitchFamily="18" charset="0"/>
          <a:ea typeface="Source Serif Pro SemiBold" panose="02040703050405020204" pitchFamily="18" charset="0"/>
        </a:defRPr>
      </a:pPr>
      <a:endParaRPr lang="es-CO"/>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1.2602910475653451E-2"/>
          <c:w val="1"/>
          <c:h val="0.79397501305364371"/>
        </c:manualLayout>
      </c:layout>
      <c:barChart>
        <c:barDir val="col"/>
        <c:grouping val="clustered"/>
        <c:varyColors val="0"/>
        <c:ser>
          <c:idx val="0"/>
          <c:order val="0"/>
          <c:tx>
            <c:strRef>
              <c:f>Sheet1!$B$1</c:f>
              <c:strCache>
                <c:ptCount val="1"/>
                <c:pt idx="0">
                  <c:v>Series 1</c:v>
                </c:pt>
              </c:strCache>
            </c:strRef>
          </c:tx>
          <c:spPr>
            <a:solidFill>
              <a:schemeClr val="bg2"/>
            </a:solidFill>
            <a:ln>
              <a:noFill/>
            </a:ln>
            <a:effectLst/>
          </c:spPr>
          <c:invertIfNegative val="0"/>
          <c:dPt>
            <c:idx val="2"/>
            <c:invertIfNegative val="0"/>
            <c:bubble3D val="0"/>
            <c:spPr>
              <a:solidFill>
                <a:schemeClr val="bg2"/>
              </a:solidFill>
              <a:ln>
                <a:noFill/>
              </a:ln>
              <a:effectLst/>
            </c:spPr>
            <c:extLst>
              <c:ext xmlns:c16="http://schemas.microsoft.com/office/drawing/2014/chart" uri="{C3380CC4-5D6E-409C-BE32-E72D297353CC}">
                <c16:uniqueId val="{00000001-7F8B-4A0D-BD9C-544668B71F1F}"/>
              </c:ext>
            </c:extLst>
          </c:dPt>
          <c:dPt>
            <c:idx val="3"/>
            <c:invertIfNegative val="0"/>
            <c:bubble3D val="0"/>
            <c:spPr>
              <a:solidFill>
                <a:schemeClr val="accent1"/>
              </a:solidFill>
              <a:ln>
                <a:noFill/>
              </a:ln>
              <a:effectLst/>
            </c:spPr>
            <c:extLst>
              <c:ext xmlns:c16="http://schemas.microsoft.com/office/drawing/2014/chart" uri="{C3380CC4-5D6E-409C-BE32-E72D297353CC}">
                <c16:uniqueId val="{00000003-7F8B-4A0D-BD9C-544668B71F1F}"/>
              </c:ext>
            </c:extLst>
          </c:dPt>
          <c:dPt>
            <c:idx val="6"/>
            <c:invertIfNegative val="0"/>
            <c:bubble3D val="0"/>
            <c:spPr>
              <a:solidFill>
                <a:schemeClr val="bg2"/>
              </a:solidFill>
              <a:ln>
                <a:noFill/>
              </a:ln>
              <a:effectLst/>
            </c:spPr>
            <c:extLst>
              <c:ext xmlns:c16="http://schemas.microsoft.com/office/drawing/2014/chart" uri="{C3380CC4-5D6E-409C-BE32-E72D297353CC}">
                <c16:uniqueId val="{00000005-7F8B-4A0D-BD9C-544668B71F1F}"/>
              </c:ext>
            </c:extLst>
          </c:dPt>
          <c:dLbls>
            <c:dLbl>
              <c:idx val="1"/>
              <c:showLegendKey val="0"/>
              <c:showVal val="1"/>
              <c:showCatName val="0"/>
              <c:showSerName val="0"/>
              <c:showPercent val="0"/>
              <c:showBubbleSize val="0"/>
              <c:extLst>
                <c:ext xmlns:c15="http://schemas.microsoft.com/office/drawing/2012/chart" uri="{CE6537A1-D6FC-4f65-9D91-7224C49458BB}">
                  <c15:layout>
                    <c:manualLayout>
                      <c:w val="0.15951196264013737"/>
                      <c:h val="0.11755444484806336"/>
                    </c:manualLayout>
                  </c15:layout>
                </c:ext>
                <c:ext xmlns:c16="http://schemas.microsoft.com/office/drawing/2014/chart" uri="{C3380CC4-5D6E-409C-BE32-E72D297353CC}">
                  <c16:uniqueId val="{00000006-7F8B-4A0D-BD9C-544668B71F1F}"/>
                </c:ext>
              </c:extLst>
            </c:dLbl>
            <c:dLbl>
              <c:idx val="3"/>
              <c:dLblPos val="inEnd"/>
              <c:showLegendKey val="0"/>
              <c:showVal val="1"/>
              <c:showCatName val="0"/>
              <c:showSerName val="0"/>
              <c:showPercent val="0"/>
              <c:showBubbleSize val="0"/>
              <c:extLst>
                <c:ext xmlns:c15="http://schemas.microsoft.com/office/drawing/2012/chart" uri="{CE6537A1-D6FC-4f65-9D91-7224C49458BB}">
                  <c15:layout>
                    <c:manualLayout>
                      <c:w val="0.11473"/>
                      <c:h val="0.12988981481481482"/>
                    </c:manualLayout>
                  </c15:layout>
                </c:ext>
                <c:ext xmlns:c16="http://schemas.microsoft.com/office/drawing/2014/chart" uri="{C3380CC4-5D6E-409C-BE32-E72D297353CC}">
                  <c16:uniqueId val="{00000003-7F8B-4A0D-BD9C-544668B71F1F}"/>
                </c:ext>
              </c:extLst>
            </c:dLbl>
            <c:numFmt formatCode="#,##0" sourceLinked="0"/>
            <c:spPr>
              <a:noFill/>
              <a:ln>
                <a:noFill/>
              </a:ln>
              <a:effectLst/>
            </c:spPr>
            <c:txPr>
              <a:bodyPr rot="0" spcFirstLastPara="1" vertOverflow="ellipsis" vert="horz" wrap="square" anchor="ctr" anchorCtr="0"/>
              <a:lstStyle/>
              <a:p>
                <a:pPr algn="ctr" rtl="0">
                  <a:defRPr lang="en-US" sz="9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2021</c:v>
                </c:pt>
                <c:pt idx="1">
                  <c:v>2022</c:v>
                </c:pt>
                <c:pt idx="2">
                  <c:v>2023</c:v>
                </c:pt>
                <c:pt idx="3">
                  <c:v>2024E</c:v>
                </c:pt>
              </c:strCache>
            </c:strRef>
          </c:cat>
          <c:val>
            <c:numRef>
              <c:f>Sheet1!$B$2:$B$5</c:f>
              <c:numCache>
                <c:formatCode>0.00</c:formatCode>
                <c:ptCount val="4"/>
                <c:pt idx="0">
                  <c:v>60.343441517720194</c:v>
                </c:pt>
                <c:pt idx="1">
                  <c:v>95.722597244903412</c:v>
                </c:pt>
                <c:pt idx="2">
                  <c:v>86.404027730898875</c:v>
                </c:pt>
                <c:pt idx="3">
                  <c:v>79.327366056344331</c:v>
                </c:pt>
              </c:numCache>
            </c:numRef>
          </c:val>
          <c:extLst>
            <c:ext xmlns:c16="http://schemas.microsoft.com/office/drawing/2014/chart" uri="{C3380CC4-5D6E-409C-BE32-E72D297353CC}">
              <c16:uniqueId val="{00000007-7F8B-4A0D-BD9C-544668B71F1F}"/>
            </c:ext>
          </c:extLst>
        </c:ser>
        <c:dLbls>
          <c:showLegendKey val="0"/>
          <c:showVal val="1"/>
          <c:showCatName val="0"/>
          <c:showSerName val="0"/>
          <c:showPercent val="0"/>
          <c:showBubbleSize val="0"/>
        </c:dLbls>
        <c:gapWidth val="30"/>
        <c:overlap val="100"/>
        <c:axId val="2113910288"/>
        <c:axId val="655458064"/>
      </c:barChart>
      <c:lineChart>
        <c:grouping val="standard"/>
        <c:varyColors val="0"/>
        <c:ser>
          <c:idx val="1"/>
          <c:order val="1"/>
          <c:tx>
            <c:strRef>
              <c:f>Sheet1!$C$1</c:f>
              <c:strCache>
                <c:ptCount val="1"/>
                <c:pt idx="0">
                  <c:v>Series 2</c:v>
                </c:pt>
              </c:strCache>
            </c:strRef>
          </c:tx>
          <c:spPr>
            <a:ln w="28575" cap="rnd">
              <a:solidFill>
                <a:schemeClr val="accent2"/>
              </a:solidFill>
              <a:round/>
            </a:ln>
            <a:effectLst/>
          </c:spPr>
          <c:marker>
            <c:symbol val="circle"/>
            <c:size val="24"/>
            <c:spPr>
              <a:solidFill>
                <a:schemeClr val="accent2"/>
              </a:solidFill>
              <a:ln w="9525">
                <a:solidFill>
                  <a:schemeClr val="accent2"/>
                </a:solidFill>
              </a:ln>
              <a:effectLst/>
            </c:spPr>
          </c:marker>
          <c:dLbls>
            <c:spPr>
              <a:noFill/>
              <a:ln>
                <a:noFill/>
              </a:ln>
              <a:effectLst/>
            </c:spPr>
            <c:txPr>
              <a:bodyPr rot="0" spcFirstLastPara="1" vertOverflow="ellipsis" vert="horz" wrap="square" anchor="ctr" anchorCtr="0"/>
              <a:lstStyle/>
              <a:p>
                <a:pPr algn="ctr" rtl="0">
                  <a:defRPr lang="en-US" sz="900" b="1" i="0" u="none" strike="noStrike" kern="1200" baseline="0">
                    <a:solidFill>
                      <a:schemeClr val="bg1"/>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2021</c:v>
                </c:pt>
                <c:pt idx="1">
                  <c:v>2022</c:v>
                </c:pt>
                <c:pt idx="2">
                  <c:v>2023</c:v>
                </c:pt>
                <c:pt idx="3">
                  <c:v>2024E</c:v>
                </c:pt>
              </c:strCache>
            </c:strRef>
          </c:cat>
          <c:val>
            <c:numRef>
              <c:f>Sheet1!$C$2:$C$5</c:f>
              <c:numCache>
                <c:formatCode>0%_);\(0%\);0%_);@_)</c:formatCode>
                <c:ptCount val="4"/>
                <c:pt idx="0">
                  <c:v>1.9368134309765292E-2</c:v>
                </c:pt>
                <c:pt idx="1">
                  <c:v>3.5590071915723241E-2</c:v>
                </c:pt>
                <c:pt idx="2">
                  <c:v>4.7694112838385386E-2</c:v>
                </c:pt>
                <c:pt idx="3">
                  <c:v>0.12777652310312751</c:v>
                </c:pt>
              </c:numCache>
            </c:numRef>
          </c:val>
          <c:smooth val="0"/>
          <c:extLst>
            <c:ext xmlns:c16="http://schemas.microsoft.com/office/drawing/2014/chart" uri="{C3380CC4-5D6E-409C-BE32-E72D297353CC}">
              <c16:uniqueId val="{00000008-7F8B-4A0D-BD9C-544668B71F1F}"/>
            </c:ext>
          </c:extLst>
        </c:ser>
        <c:dLbls>
          <c:showLegendKey val="0"/>
          <c:showVal val="1"/>
          <c:showCatName val="0"/>
          <c:showSerName val="0"/>
          <c:showPercent val="0"/>
          <c:showBubbleSize val="0"/>
        </c:dLbls>
        <c:marker val="1"/>
        <c:smooth val="0"/>
        <c:axId val="1084062655"/>
        <c:axId val="1084054975"/>
      </c:lineChart>
      <c:catAx>
        <c:axId val="2113910288"/>
        <c:scaling>
          <c:orientation val="minMax"/>
        </c:scaling>
        <c:delete val="0"/>
        <c:axPos val="b"/>
        <c:numFmt formatCode="General"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lgn="ctr">
              <a:defRPr lang="en-US" sz="700" b="0" i="0" u="none" strike="noStrike" kern="1200" baseline="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pPr>
            <a:endParaRPr lang="es-CO"/>
          </a:p>
        </c:txPr>
        <c:crossAx val="655458064"/>
        <c:crosses val="autoZero"/>
        <c:auto val="1"/>
        <c:lblAlgn val="ctr"/>
        <c:lblOffset val="100"/>
        <c:noMultiLvlLbl val="0"/>
      </c:catAx>
      <c:valAx>
        <c:axId val="655458064"/>
        <c:scaling>
          <c:orientation val="minMax"/>
          <c:max val="120"/>
          <c:min val="0"/>
        </c:scaling>
        <c:delete val="0"/>
        <c:axPos val="l"/>
        <c:numFmt formatCode="0.00" sourceLinked="1"/>
        <c:majorTickMark val="out"/>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Source Serif Pro" panose="02040603050405020204" pitchFamily="18" charset="0"/>
                <a:ea typeface="Source Serif Pro" panose="02040603050405020204" pitchFamily="18" charset="0"/>
                <a:cs typeface="+mn-cs"/>
              </a:defRPr>
            </a:pPr>
            <a:endParaRPr lang="es-CO"/>
          </a:p>
        </c:txPr>
        <c:crossAx val="2113910288"/>
        <c:crosses val="autoZero"/>
        <c:crossBetween val="between"/>
      </c:valAx>
      <c:valAx>
        <c:axId val="1084054975"/>
        <c:scaling>
          <c:orientation val="minMax"/>
        </c:scaling>
        <c:delete val="0"/>
        <c:axPos val="r"/>
        <c:numFmt formatCode="0%_);\(0%\);0%_);@_)" sourceLinked="1"/>
        <c:majorTickMark val="out"/>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Source Serif Pro" panose="02040603050405020204" pitchFamily="18" charset="0"/>
                <a:ea typeface="Source Serif Pro" panose="02040603050405020204" pitchFamily="18" charset="0"/>
                <a:cs typeface="+mn-cs"/>
              </a:defRPr>
            </a:pPr>
            <a:endParaRPr lang="es-CO"/>
          </a:p>
        </c:txPr>
        <c:crossAx val="1084062655"/>
        <c:crosses val="max"/>
        <c:crossBetween val="between"/>
      </c:valAx>
      <c:catAx>
        <c:axId val="1084062655"/>
        <c:scaling>
          <c:orientation val="minMax"/>
        </c:scaling>
        <c:delete val="1"/>
        <c:axPos val="t"/>
        <c:numFmt formatCode="General" sourceLinked="1"/>
        <c:majorTickMark val="out"/>
        <c:minorTickMark val="none"/>
        <c:tickLblPos val="nextTo"/>
        <c:crossAx val="1084054975"/>
        <c:crosses val="max"/>
        <c:auto val="1"/>
        <c:lblAlgn val="ctr"/>
        <c:lblOffset val="100"/>
        <c:noMultiLvlLbl val="0"/>
      </c:cat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Source Serif Pro" panose="02040603050405020204" pitchFamily="18" charset="0"/>
          <a:ea typeface="Source Serif Pro" panose="02040603050405020204" pitchFamily="18" charset="0"/>
        </a:defRPr>
      </a:pPr>
      <a:endParaRPr lang="es-CO"/>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3789589736736602"/>
          <c:w val="1"/>
          <c:h val="0.67788981481481481"/>
        </c:manualLayout>
      </c:layout>
      <c:barChart>
        <c:barDir val="col"/>
        <c:grouping val="clustered"/>
        <c:varyColors val="0"/>
        <c:ser>
          <c:idx val="0"/>
          <c:order val="0"/>
          <c:tx>
            <c:strRef>
              <c:f>Sheet1!$B$1</c:f>
              <c:strCache>
                <c:ptCount val="1"/>
                <c:pt idx="0">
                  <c:v>Series 1</c:v>
                </c:pt>
              </c:strCache>
            </c:strRef>
          </c:tx>
          <c:spPr>
            <a:solidFill>
              <a:schemeClr val="bg2"/>
            </a:solidFill>
            <a:ln>
              <a:noFill/>
            </a:ln>
            <a:effectLst/>
          </c:spPr>
          <c:invertIfNegative val="0"/>
          <c:dPt>
            <c:idx val="5"/>
            <c:invertIfNegative val="0"/>
            <c:bubble3D val="0"/>
            <c:spPr>
              <a:solidFill>
                <a:schemeClr val="bg2"/>
              </a:solidFill>
              <a:ln>
                <a:noFill/>
              </a:ln>
              <a:effectLst/>
            </c:spPr>
            <c:extLst>
              <c:ext xmlns:c16="http://schemas.microsoft.com/office/drawing/2014/chart" uri="{C3380CC4-5D6E-409C-BE32-E72D297353CC}">
                <c16:uniqueId val="{00000001-A440-43D2-82F1-A80D52BF4A59}"/>
              </c:ext>
            </c:extLst>
          </c:dPt>
          <c:dLbls>
            <c:dLbl>
              <c:idx val="0"/>
              <c:layout>
                <c:manualLayout>
                  <c:x val="-4.5784145419097977E-3"/>
                  <c:y val="3.053652593039440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440-43D2-82F1-A80D52BF4A59}"/>
                </c:ext>
              </c:extLst>
            </c:dLbl>
            <c:dLbl>
              <c:idx val="1"/>
              <c:layout>
                <c:manualLayout>
                  <c:x val="0"/>
                  <c:y val="3.07312353296024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440-43D2-82F1-A80D52BF4A59}"/>
                </c:ext>
              </c:extLst>
            </c:dLbl>
            <c:numFmt formatCode="#,##0" sourceLinked="0"/>
            <c:spPr>
              <a:noFill/>
              <a:ln>
                <a:noFill/>
              </a:ln>
              <a:effectLst/>
            </c:spPr>
            <c:txPr>
              <a:bodyPr rot="0" spcFirstLastPara="1" vertOverflow="ellipsis" vert="horz" wrap="square" lIns="38100" tIns="19050" rIns="38100" bIns="19050" anchor="ctr" anchorCtr="0">
                <a:spAutoFit/>
              </a:bodyPr>
              <a:lstStyle/>
              <a:p>
                <a:pPr algn="ctr" rtl="0">
                  <a:defRPr lang="en-US" sz="9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3"/>
                <c:pt idx="0">
                  <c:v>2022</c:v>
                </c:pt>
                <c:pt idx="1">
                  <c:v>2023</c:v>
                </c:pt>
                <c:pt idx="2">
                  <c:v>2024E</c:v>
                </c:pt>
              </c:strCache>
              <c:extLst/>
            </c:strRef>
          </c:cat>
          <c:val>
            <c:numRef>
              <c:f>Sheet1!$B$2:$B$5</c:f>
              <c:numCache>
                <c:formatCode>0.00</c:formatCode>
                <c:ptCount val="3"/>
                <c:pt idx="0">
                  <c:v>214.98468625002062</c:v>
                </c:pt>
                <c:pt idx="1">
                  <c:v>286.16958828915983</c:v>
                </c:pt>
                <c:pt idx="2">
                  <c:v>370.80396348194228</c:v>
                </c:pt>
              </c:numCache>
              <c:extLst/>
            </c:numRef>
          </c:val>
          <c:extLst>
            <c:ext xmlns:c16="http://schemas.microsoft.com/office/drawing/2014/chart" uri="{C3380CC4-5D6E-409C-BE32-E72D297353CC}">
              <c16:uniqueId val="{00000004-A440-43D2-82F1-A80D52BF4A59}"/>
            </c:ext>
          </c:extLst>
        </c:ser>
        <c:dLbls>
          <c:showLegendKey val="0"/>
          <c:showVal val="0"/>
          <c:showCatName val="0"/>
          <c:showSerName val="0"/>
          <c:showPercent val="0"/>
          <c:showBubbleSize val="0"/>
        </c:dLbls>
        <c:gapWidth val="35"/>
        <c:overlap val="100"/>
        <c:axId val="2113910288"/>
        <c:axId val="655458064"/>
      </c:barChart>
      <c:catAx>
        <c:axId val="2113910288"/>
        <c:scaling>
          <c:orientation val="minMax"/>
        </c:scaling>
        <c:delete val="0"/>
        <c:axPos val="b"/>
        <c:numFmt formatCode="General"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lgn="ctr">
              <a:defRPr lang="en-US" sz="700" b="0" i="0" u="none" strike="noStrike" kern="1200" baseline="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pPr>
            <a:endParaRPr lang="es-CO"/>
          </a:p>
        </c:txPr>
        <c:crossAx val="655458064"/>
        <c:crosses val="autoZero"/>
        <c:auto val="1"/>
        <c:lblAlgn val="ctr"/>
        <c:lblOffset val="100"/>
        <c:noMultiLvlLbl val="0"/>
      </c:catAx>
      <c:valAx>
        <c:axId val="655458064"/>
        <c:scaling>
          <c:orientation val="minMax"/>
        </c:scaling>
        <c:delete val="0"/>
        <c:axPos val="l"/>
        <c:numFmt formatCode="0.00" sourceLinked="1"/>
        <c:majorTickMark val="none"/>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Source Serif Pro SemiBold" panose="02040703050405020204" pitchFamily="18" charset="0"/>
                <a:ea typeface="Source Serif Pro SemiBold" panose="02040703050405020204" pitchFamily="18" charset="0"/>
                <a:cs typeface="+mn-cs"/>
              </a:defRPr>
            </a:pPr>
            <a:endParaRPr lang="es-CO"/>
          </a:p>
        </c:txPr>
        <c:crossAx val="211391028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Source Serif Pro SemiBold" panose="02040703050405020204" pitchFamily="18" charset="0"/>
          <a:ea typeface="Source Serif Pro SemiBold" panose="02040703050405020204" pitchFamily="18" charset="0"/>
        </a:defRPr>
      </a:pPr>
      <a:endParaRPr lang="es-CO"/>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5128333680807198"/>
          <c:y val="0.12720620977866173"/>
          <c:w val="0.50181265532909081"/>
          <c:h val="0.78745607054159006"/>
        </c:manualLayout>
      </c:layout>
      <c:pieChart>
        <c:varyColors val="1"/>
        <c:ser>
          <c:idx val="0"/>
          <c:order val="0"/>
          <c:tx>
            <c:strRef>
              <c:f>Sheet1!$B$1</c:f>
              <c:strCache>
                <c:ptCount val="1"/>
                <c:pt idx="0">
                  <c:v>Sales</c:v>
                </c:pt>
              </c:strCache>
            </c:strRef>
          </c:tx>
          <c:spPr>
            <a:ln>
              <a:noFill/>
            </a:ln>
          </c:spPr>
          <c:dPt>
            <c:idx val="0"/>
            <c:bubble3D val="0"/>
            <c:spPr>
              <a:solidFill>
                <a:schemeClr val="bg2"/>
              </a:solidFill>
              <a:ln w="19050">
                <a:noFill/>
              </a:ln>
              <a:effectLst/>
            </c:spPr>
            <c:extLst>
              <c:ext xmlns:c16="http://schemas.microsoft.com/office/drawing/2014/chart" uri="{C3380CC4-5D6E-409C-BE32-E72D297353CC}">
                <c16:uniqueId val="{00000001-7221-49D1-89F4-8D081224A2F0}"/>
              </c:ext>
            </c:extLst>
          </c:dPt>
          <c:dPt>
            <c:idx val="1"/>
            <c:bubble3D val="0"/>
            <c:spPr>
              <a:solidFill>
                <a:schemeClr val="accent1"/>
              </a:solidFill>
              <a:ln w="19050">
                <a:noFill/>
              </a:ln>
              <a:effectLst/>
            </c:spPr>
            <c:extLst>
              <c:ext xmlns:c16="http://schemas.microsoft.com/office/drawing/2014/chart" uri="{C3380CC4-5D6E-409C-BE32-E72D297353CC}">
                <c16:uniqueId val="{00000003-7221-49D1-89F4-8D081224A2F0}"/>
              </c:ext>
            </c:extLst>
          </c:dPt>
          <c:dPt>
            <c:idx val="2"/>
            <c:bubble3D val="0"/>
            <c:spPr>
              <a:solidFill>
                <a:schemeClr val="accent2"/>
              </a:solidFill>
              <a:ln w="19050">
                <a:noFill/>
              </a:ln>
              <a:effectLst/>
            </c:spPr>
            <c:extLst>
              <c:ext xmlns:c16="http://schemas.microsoft.com/office/drawing/2014/chart" uri="{C3380CC4-5D6E-409C-BE32-E72D297353CC}">
                <c16:uniqueId val="{00000005-7221-49D1-89F4-8D081224A2F0}"/>
              </c:ext>
            </c:extLst>
          </c:dPt>
          <c:dPt>
            <c:idx val="3"/>
            <c:bubble3D val="0"/>
            <c:spPr>
              <a:solidFill>
                <a:schemeClr val="accent4"/>
              </a:solidFill>
              <a:ln w="19050">
                <a:noFill/>
              </a:ln>
              <a:effectLst/>
            </c:spPr>
            <c:extLst>
              <c:ext xmlns:c16="http://schemas.microsoft.com/office/drawing/2014/chart" uri="{C3380CC4-5D6E-409C-BE32-E72D297353CC}">
                <c16:uniqueId val="{00000007-7221-49D1-89F4-8D081224A2F0}"/>
              </c:ext>
            </c:extLst>
          </c:dPt>
          <c:dPt>
            <c:idx val="4"/>
            <c:bubble3D val="0"/>
            <c:spPr>
              <a:solidFill>
                <a:schemeClr val="tx2"/>
              </a:solidFill>
              <a:ln w="19050">
                <a:noFill/>
              </a:ln>
              <a:effectLst/>
            </c:spPr>
            <c:extLst>
              <c:ext xmlns:c16="http://schemas.microsoft.com/office/drawing/2014/chart" uri="{C3380CC4-5D6E-409C-BE32-E72D297353CC}">
                <c16:uniqueId val="{00000009-7221-49D1-89F4-8D081224A2F0}"/>
              </c:ext>
            </c:extLst>
          </c:dPt>
          <c:dLbls>
            <c:dLbl>
              <c:idx val="0"/>
              <c:layout>
                <c:manualLayout>
                  <c:x val="-0.11468298784328525"/>
                  <c:y val="-0.2808519227758875"/>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221-49D1-89F4-8D081224A2F0}"/>
                </c:ext>
              </c:extLst>
            </c:dLbl>
            <c:dLbl>
              <c:idx val="1"/>
              <c:layout>
                <c:manualLayout>
                  <c:x val="1.0810160135812595E-2"/>
                  <c:y val="5.1694759313808361E-2"/>
                </c:manualLayout>
              </c:layout>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accent1">
                          <a:lumMod val="75000"/>
                        </a:schemeClr>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221-49D1-89F4-8D081224A2F0}"/>
                </c:ext>
              </c:extLst>
            </c:dLbl>
            <c:dLbl>
              <c:idx val="2"/>
              <c:layout>
                <c:manualLayout>
                  <c:x val="1.5646251749779107E-2"/>
                  <c:y val="3.8737209091732304E-2"/>
                </c:manualLayout>
              </c:layout>
              <c:spPr>
                <a:noFill/>
                <a:ln>
                  <a:noFill/>
                </a:ln>
                <a:effectLst/>
              </c:spPr>
              <c:txPr>
                <a:bodyPr rot="0" spcFirstLastPara="1" vertOverflow="ellipsis" vert="horz" wrap="square" lIns="38100" tIns="19050" rIns="38100" bIns="19050" anchor="ctr" anchorCtr="1">
                  <a:noAutofit/>
                </a:bodyPr>
                <a:lstStyle/>
                <a:p>
                  <a:pPr>
                    <a:defRPr sz="800" b="0" i="0" u="none" strike="noStrike" kern="1200" baseline="0">
                      <a:solidFill>
                        <a:schemeClr val="accent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bestFit"/>
              <c:showLegendKey val="0"/>
              <c:showVal val="1"/>
              <c:showCatName val="0"/>
              <c:showSerName val="0"/>
              <c:showPercent val="0"/>
              <c:showBubbleSize val="0"/>
              <c:extLst>
                <c:ext xmlns:c15="http://schemas.microsoft.com/office/drawing/2012/chart" uri="{CE6537A1-D6FC-4f65-9D91-7224C49458BB}">
                  <c15:layout>
                    <c:manualLayout>
                      <c:w val="0.10933223796333985"/>
                      <c:h val="0.10112081359218361"/>
                    </c:manualLayout>
                  </c15:layout>
                </c:ext>
                <c:ext xmlns:c16="http://schemas.microsoft.com/office/drawing/2014/chart" uri="{C3380CC4-5D6E-409C-BE32-E72D297353CC}">
                  <c16:uniqueId val="{00000005-7221-49D1-89F4-8D081224A2F0}"/>
                </c:ext>
              </c:extLst>
            </c:dLbl>
            <c:dLbl>
              <c:idx val="3"/>
              <c:layout>
                <c:manualLayout>
                  <c:x val="3.8549743365731137E-2"/>
                  <c:y val="-6.1441637236258262E-3"/>
                </c:manualLayout>
              </c:layout>
              <c:spPr>
                <a:noFill/>
                <a:ln>
                  <a:noFill/>
                </a:ln>
                <a:effectLst/>
              </c:spPr>
              <c:txPr>
                <a:bodyPr rot="0" spcFirstLastPara="1" vertOverflow="ellipsis" vert="horz" wrap="square" lIns="38100" tIns="19050" rIns="38100" bIns="19050" anchor="ctr" anchorCtr="1">
                  <a:noAutofit/>
                </a:bodyPr>
                <a:lstStyle/>
                <a:p>
                  <a:pPr>
                    <a:defRPr sz="800" b="0" i="0" u="none" strike="noStrike" kern="1200" baseline="0">
                      <a:solidFill>
                        <a:schemeClr val="accent4"/>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bestFit"/>
              <c:showLegendKey val="0"/>
              <c:showVal val="1"/>
              <c:showCatName val="0"/>
              <c:showSerName val="0"/>
              <c:showPercent val="0"/>
              <c:showBubbleSize val="0"/>
              <c:extLst>
                <c:ext xmlns:c15="http://schemas.microsoft.com/office/drawing/2012/chart" uri="{CE6537A1-D6FC-4f65-9D91-7224C49458BB}">
                  <c15:layout>
                    <c:manualLayout>
                      <c:w val="0.11228038824413183"/>
                      <c:h val="8.5280268043104235E-2"/>
                    </c:manualLayout>
                  </c15:layout>
                </c:ext>
                <c:ext xmlns:c16="http://schemas.microsoft.com/office/drawing/2014/chart" uri="{C3380CC4-5D6E-409C-BE32-E72D297353CC}">
                  <c16:uniqueId val="{00000007-7221-49D1-89F4-8D081224A2F0}"/>
                </c:ext>
              </c:extLst>
            </c:dLbl>
            <c:dLbl>
              <c:idx val="4"/>
              <c:layout>
                <c:manualLayout>
                  <c:x val="4.5657652201825959E-2"/>
                  <c:y val="7.226297201847324E-4"/>
                </c:manualLayout>
              </c:layout>
              <c:spPr>
                <a:noFill/>
                <a:ln>
                  <a:noFill/>
                </a:ln>
                <a:effectLst/>
              </c:spPr>
              <c:txPr>
                <a:bodyPr rot="0" spcFirstLastPara="1" vertOverflow="ellipsis" vert="horz" wrap="square" lIns="38100" tIns="19050" rIns="38100" bIns="19050" anchor="ctr" anchorCtr="1">
                  <a:noAutofit/>
                </a:bodyPr>
                <a:lstStyle/>
                <a:p>
                  <a:pPr>
                    <a:defRPr sz="800" b="0" i="0" u="none" strike="noStrike" kern="1200" baseline="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bestFit"/>
              <c:showLegendKey val="0"/>
              <c:showVal val="1"/>
              <c:showCatName val="0"/>
              <c:showSerName val="0"/>
              <c:showPercent val="0"/>
              <c:showBubbleSize val="0"/>
              <c:extLst>
                <c:ext xmlns:c15="http://schemas.microsoft.com/office/drawing/2012/chart" uri="{CE6537A1-D6FC-4f65-9D91-7224C49458BB}">
                  <c15:layout>
                    <c:manualLayout>
                      <c:w val="0.10868817033499791"/>
                      <c:h val="0.10478230754155553"/>
                    </c:manualLayout>
                  </c15:layout>
                </c:ext>
                <c:ext xmlns:c16="http://schemas.microsoft.com/office/drawing/2014/chart" uri="{C3380CC4-5D6E-409C-BE32-E72D297353CC}">
                  <c16:uniqueId val="{00000009-7221-49D1-89F4-8D081224A2F0}"/>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bestFit"/>
            <c:showLegendKey val="0"/>
            <c:showVal val="1"/>
            <c:showCatName val="0"/>
            <c:showSerName val="0"/>
            <c:showPercent val="0"/>
            <c:showBubbleSize val="0"/>
            <c:showLeaderLines val="0"/>
            <c:extLst>
              <c:ext xmlns:c15="http://schemas.microsoft.com/office/drawing/2012/chart" uri="{CE6537A1-D6FC-4f65-9D91-7224C49458BB}"/>
            </c:extLst>
          </c:dLbls>
          <c:cat>
            <c:strRef>
              <c:f>Sheet1!$A$2:$A$6</c:f>
              <c:strCache>
                <c:ptCount val="5"/>
                <c:pt idx="0">
                  <c:v>Food</c:v>
                </c:pt>
                <c:pt idx="1">
                  <c:v>Industrial </c:v>
                </c:pt>
                <c:pt idx="2">
                  <c:v>Personal Care</c:v>
                </c:pt>
                <c:pt idx="3">
                  <c:v>Pharma</c:v>
                </c:pt>
                <c:pt idx="4">
                  <c:v>Other</c:v>
                </c:pt>
              </c:strCache>
            </c:strRef>
          </c:cat>
          <c:val>
            <c:numRef>
              <c:f>Sheet1!$B$2:$B$6</c:f>
              <c:numCache>
                <c:formatCode>0%</c:formatCode>
                <c:ptCount val="5"/>
                <c:pt idx="0">
                  <c:v>0.82</c:v>
                </c:pt>
                <c:pt idx="1">
                  <c:v>7.0000000000000007E-2</c:v>
                </c:pt>
                <c:pt idx="2">
                  <c:v>0.04</c:v>
                </c:pt>
                <c:pt idx="3">
                  <c:v>1.4201285514392059E-2</c:v>
                </c:pt>
                <c:pt idx="4">
                  <c:v>0.06</c:v>
                </c:pt>
              </c:numCache>
            </c:numRef>
          </c:val>
          <c:extLst>
            <c:ext xmlns:c16="http://schemas.microsoft.com/office/drawing/2014/chart" uri="{C3380CC4-5D6E-409C-BE32-E72D297353CC}">
              <c16:uniqueId val="{0000000A-7221-49D1-89F4-8D081224A2F0}"/>
            </c:ext>
          </c:extLst>
        </c:ser>
        <c:dLbls>
          <c:showLegendKey val="0"/>
          <c:showVal val="0"/>
          <c:showCatName val="0"/>
          <c:showSerName val="0"/>
          <c:showPercent val="0"/>
          <c:showBubbleSize val="0"/>
          <c:showLeaderLines val="0"/>
        </c:dLbls>
        <c:firstSliceAng val="0"/>
      </c:pieChart>
      <c:spPr>
        <a:noFill/>
        <a:ln>
          <a:noFill/>
        </a:ln>
        <a:effectLst/>
      </c:spPr>
    </c:plotArea>
    <c:legend>
      <c:legendPos val="r"/>
      <c:legendEntry>
        <c:idx val="0"/>
        <c:txPr>
          <a:bodyPr rot="0" spcFirstLastPara="1" vertOverflow="ellipsis" vert="horz" wrap="square" anchor="ctr" anchorCtr="1"/>
          <a:lstStyle/>
          <a:p>
            <a:pPr>
              <a:defRPr lang="en-US" sz="700" b="0" i="0" u="none" strike="noStrike" kern="1200" baseline="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pPr>
            <a:endParaRPr lang="es-CO"/>
          </a:p>
        </c:txPr>
      </c:legendEntry>
      <c:legendEntry>
        <c:idx val="1"/>
        <c:txPr>
          <a:bodyPr rot="0" spcFirstLastPara="1" vertOverflow="ellipsis" vert="horz" wrap="square" anchor="ctr" anchorCtr="1"/>
          <a:lstStyle/>
          <a:p>
            <a:pPr>
              <a:defRPr lang="en-US" sz="700" b="0" i="0" u="none" strike="noStrike" kern="1200" baseline="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pPr>
            <a:endParaRPr lang="es-CO"/>
          </a:p>
        </c:txPr>
      </c:legendEntry>
      <c:legendEntry>
        <c:idx val="2"/>
        <c:txPr>
          <a:bodyPr rot="0" spcFirstLastPara="1" vertOverflow="ellipsis" vert="horz" wrap="square" anchor="ctr" anchorCtr="1"/>
          <a:lstStyle/>
          <a:p>
            <a:pPr>
              <a:defRPr lang="en-US" sz="700" b="0" i="0" u="none" strike="noStrike" kern="1200" baseline="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pPr>
            <a:endParaRPr lang="es-CO"/>
          </a:p>
        </c:txPr>
      </c:legendEntry>
      <c:legendEntry>
        <c:idx val="3"/>
        <c:txPr>
          <a:bodyPr rot="0" spcFirstLastPara="1" vertOverflow="ellipsis" vert="horz" wrap="square" anchor="ctr" anchorCtr="1"/>
          <a:lstStyle/>
          <a:p>
            <a:pPr>
              <a:defRPr lang="en-US" sz="700" b="0" i="0" u="none" strike="noStrike" kern="1200" baseline="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pPr>
            <a:endParaRPr lang="es-CO"/>
          </a:p>
        </c:txPr>
      </c:legendEntry>
      <c:layout>
        <c:manualLayout>
          <c:xMode val="edge"/>
          <c:yMode val="edge"/>
          <c:x val="0"/>
          <c:y val="0"/>
          <c:w val="0.36086939615660812"/>
          <c:h val="0.90931739431289593"/>
        </c:manualLayout>
      </c:layout>
      <c:overlay val="0"/>
      <c:spPr>
        <a:noFill/>
        <a:ln>
          <a:noFill/>
        </a:ln>
        <a:effectLst/>
      </c:spPr>
      <c:txPr>
        <a:bodyPr rot="0" spcFirstLastPara="1" vertOverflow="ellipsis" vert="horz" wrap="square" anchor="ctr" anchorCtr="1"/>
        <a:lstStyle/>
        <a:p>
          <a:pPr>
            <a:defRPr lang="en-US" sz="700" b="0" i="0" u="none" strike="noStrike" kern="1200" baseline="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309289314646183E-2"/>
          <c:y val="0.14914348860102497"/>
          <c:w val="0.98569071068535385"/>
          <c:h val="0.78008827579833895"/>
        </c:manualLayout>
      </c:layout>
      <c:barChart>
        <c:barDir val="col"/>
        <c:grouping val="clustered"/>
        <c:varyColors val="0"/>
        <c:ser>
          <c:idx val="1"/>
          <c:order val="0"/>
          <c:tx>
            <c:strRef>
              <c:f>Sheet1!$B$5</c:f>
              <c:strCache>
                <c:ptCount val="1"/>
                <c:pt idx="0">
                  <c:v>Top 2 Largest Players</c:v>
                </c:pt>
              </c:strCache>
            </c:strRef>
          </c:tx>
          <c:spPr>
            <a:solidFill>
              <a:schemeClr val="bg2"/>
            </a:solidFill>
            <a:ln>
              <a:noFill/>
            </a:ln>
            <a:effectLst/>
          </c:spPr>
          <c:invertIfNegative val="0"/>
          <c:dLbls>
            <c:dLbl>
              <c:idx val="2"/>
              <c:layout>
                <c:manualLayout>
                  <c:x val="1.0448109890579411E-16"/>
                  <c:y val="4.0656665980518735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9F1-4C3C-AC9A-5EC1000AD38B}"/>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Sheet1!$C$1:$E$1</c:f>
              <c:strCache>
                <c:ptCount val="3"/>
                <c:pt idx="0">
                  <c:v>North America</c:v>
                </c:pt>
                <c:pt idx="1">
                  <c:v>EMEA</c:v>
                </c:pt>
                <c:pt idx="2">
                  <c:v>Latin America</c:v>
                </c:pt>
              </c:strCache>
            </c:strRef>
          </c:cat>
          <c:val>
            <c:numRef>
              <c:f>Sheet1!$C$5:$E$5</c:f>
              <c:numCache>
                <c:formatCode>0.0%</c:formatCode>
                <c:ptCount val="3"/>
                <c:pt idx="0">
                  <c:v>0.39689999999999998</c:v>
                </c:pt>
                <c:pt idx="1">
                  <c:v>0.19570000000000001</c:v>
                </c:pt>
                <c:pt idx="2">
                  <c:v>0.26860000000000001</c:v>
                </c:pt>
              </c:numCache>
              <c:extLst/>
            </c:numRef>
          </c:val>
          <c:extLst>
            <c:ext xmlns:c16="http://schemas.microsoft.com/office/drawing/2014/chart" uri="{C3380CC4-5D6E-409C-BE32-E72D297353CC}">
              <c16:uniqueId val="{00000000-D7D9-4881-975D-F345CB51A3DC}"/>
            </c:ext>
          </c:extLst>
        </c:ser>
        <c:ser>
          <c:idx val="0"/>
          <c:order val="1"/>
          <c:tx>
            <c:strRef>
              <c:f>Sheet1!$B$3</c:f>
              <c:strCache>
                <c:ptCount val="1"/>
                <c:pt idx="0">
                  <c:v>Largest Player</c:v>
                </c:pt>
              </c:strCache>
            </c:strRef>
          </c:tx>
          <c:spPr>
            <a:solidFill>
              <a:schemeClr val="accent1"/>
            </a:solidFill>
            <a:ln w="9525">
              <a:noFill/>
            </a:ln>
            <a:effectLst/>
          </c:spPr>
          <c:invertIfNegative val="0"/>
          <c:dLbls>
            <c:dLbl>
              <c:idx val="2"/>
              <c:layout>
                <c:manualLayout>
                  <c:x val="0"/>
                  <c:y val="1.346654253412761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7D9-4881-975D-F345CB51A3DC}"/>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accent1">
                        <a:lumMod val="75000"/>
                      </a:schemeClr>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Sheet1!$C$1:$E$1</c:f>
              <c:strCache>
                <c:ptCount val="3"/>
                <c:pt idx="0">
                  <c:v>North America</c:v>
                </c:pt>
                <c:pt idx="1">
                  <c:v>EMEA</c:v>
                </c:pt>
                <c:pt idx="2">
                  <c:v>Latin America</c:v>
                </c:pt>
              </c:strCache>
            </c:strRef>
          </c:cat>
          <c:val>
            <c:numRef>
              <c:f>Sheet1!$C$3:$E$3</c:f>
              <c:numCache>
                <c:formatCode>0.0%</c:formatCode>
                <c:ptCount val="3"/>
                <c:pt idx="0">
                  <c:v>0.2056</c:v>
                </c:pt>
                <c:pt idx="1">
                  <c:v>0.126</c:v>
                </c:pt>
                <c:pt idx="2">
                  <c:v>0.15820000000000001</c:v>
                </c:pt>
              </c:numCache>
              <c:extLst/>
            </c:numRef>
          </c:val>
          <c:extLst>
            <c:ext xmlns:c16="http://schemas.microsoft.com/office/drawing/2014/chart" uri="{C3380CC4-5D6E-409C-BE32-E72D297353CC}">
              <c16:uniqueId val="{00000002-D7D9-4881-975D-F345CB51A3DC}"/>
            </c:ext>
          </c:extLst>
        </c:ser>
        <c:dLbls>
          <c:dLblPos val="outEnd"/>
          <c:showLegendKey val="0"/>
          <c:showVal val="1"/>
          <c:showCatName val="0"/>
          <c:showSerName val="0"/>
          <c:showPercent val="0"/>
          <c:showBubbleSize val="0"/>
        </c:dLbls>
        <c:gapWidth val="52"/>
        <c:overlap val="19"/>
        <c:axId val="972558767"/>
        <c:axId val="1085088111"/>
      </c:barChart>
      <c:catAx>
        <c:axId val="972558767"/>
        <c:scaling>
          <c:orientation val="minMax"/>
        </c:scaling>
        <c:delete val="0"/>
        <c:axPos val="b"/>
        <c:numFmt formatCode="0&quot;E&quot;" sourceLinked="0"/>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defRPr sz="700" b="0" i="0" u="none" strike="noStrike" kern="1200" baseline="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pPr>
            <a:endParaRPr lang="es-CO"/>
          </a:p>
        </c:txPr>
        <c:crossAx val="1085088111"/>
        <c:crosses val="autoZero"/>
        <c:auto val="1"/>
        <c:lblAlgn val="ctr"/>
        <c:lblOffset val="100"/>
        <c:noMultiLvlLbl val="0"/>
      </c:catAx>
      <c:valAx>
        <c:axId val="1085088111"/>
        <c:scaling>
          <c:orientation val="minMax"/>
          <c:max val="0.5"/>
          <c:min val="0"/>
        </c:scaling>
        <c:delete val="0"/>
        <c:axPos val="l"/>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Roboto" panose="02000000000000000000"/>
                <a:ea typeface="Roboto" panose="02000000000000000000" pitchFamily="2" charset="0"/>
                <a:cs typeface="Roboto" panose="02000000000000000000" pitchFamily="2" charset="0"/>
              </a:defRPr>
            </a:pPr>
            <a:endParaRPr lang="es-CO"/>
          </a:p>
        </c:txPr>
        <c:crossAx val="972558767"/>
        <c:crosses val="autoZero"/>
        <c:crossBetween val="between"/>
      </c:valAx>
      <c:spPr>
        <a:noFill/>
        <a:ln>
          <a:noFill/>
        </a:ln>
        <a:effectLst/>
      </c:spPr>
    </c:plotArea>
    <c:legend>
      <c:legendPos val="t"/>
      <c:layout>
        <c:manualLayout>
          <c:xMode val="edge"/>
          <c:yMode val="edge"/>
          <c:x val="0.5450788001599276"/>
          <c:y val="2.0374793524730185E-2"/>
          <c:w val="0.45227518624706309"/>
          <c:h val="0.11278073898573959"/>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j-lt"/>
              <a:ea typeface="Source Serif Pro Light" panose="02040303050405020204" pitchFamily="18" charset="0"/>
              <a:cs typeface="Roboto" panose="02000000000000000000" pitchFamily="2" charset="0"/>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900">
          <a:latin typeface="Roboto" panose="02000000000000000000"/>
          <a:ea typeface="Roboto" panose="02000000000000000000" pitchFamily="2" charset="0"/>
          <a:cs typeface="Roboto" panose="02000000000000000000" pitchFamily="2" charset="0"/>
        </a:defRPr>
      </a:pPr>
      <a:endParaRPr lang="es-CO"/>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
          <c:w val="0.98816217705580089"/>
          <c:h val="0.93686329654627498"/>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chemeClr val="accent1">
                  <a:lumMod val="40000"/>
                  <a:lumOff val="60000"/>
                </a:schemeClr>
              </a:solidFill>
              <a:ln>
                <a:noFill/>
              </a:ln>
              <a:effectLst/>
            </c:spPr>
            <c:extLst>
              <c:ext xmlns:c16="http://schemas.microsoft.com/office/drawing/2014/chart" uri="{C3380CC4-5D6E-409C-BE32-E72D297353CC}">
                <c16:uniqueId val="{00000006-46BA-4F31-8741-ACEC8864F609}"/>
              </c:ext>
            </c:extLst>
          </c:dPt>
          <c:dPt>
            <c:idx val="2"/>
            <c:invertIfNegative val="0"/>
            <c:bubble3D val="0"/>
            <c:spPr>
              <a:solidFill>
                <a:schemeClr val="accent1"/>
              </a:solidFill>
              <a:ln>
                <a:noFill/>
              </a:ln>
              <a:effectLst/>
            </c:spPr>
            <c:extLst>
              <c:ext xmlns:c16="http://schemas.microsoft.com/office/drawing/2014/chart" uri="{C3380CC4-5D6E-409C-BE32-E72D297353CC}">
                <c16:uniqueId val="{00000001-1451-4686-BE19-207D27D16605}"/>
              </c:ext>
            </c:extLst>
          </c:dPt>
          <c:dPt>
            <c:idx val="3"/>
            <c:invertIfNegative val="0"/>
            <c:bubble3D val="0"/>
            <c:spPr>
              <a:solidFill>
                <a:schemeClr val="accent1"/>
              </a:solidFill>
              <a:ln>
                <a:noFill/>
              </a:ln>
              <a:effectLst/>
            </c:spPr>
            <c:extLst>
              <c:ext xmlns:c16="http://schemas.microsoft.com/office/drawing/2014/chart" uri="{C3380CC4-5D6E-409C-BE32-E72D297353CC}">
                <c16:uniqueId val="{00000003-1451-4686-BE19-207D27D16605}"/>
              </c:ext>
            </c:extLst>
          </c:dPt>
          <c:dPt>
            <c:idx val="6"/>
            <c:invertIfNegative val="0"/>
            <c:bubble3D val="0"/>
            <c:spPr>
              <a:solidFill>
                <a:schemeClr val="accent1"/>
              </a:solidFill>
              <a:ln>
                <a:noFill/>
              </a:ln>
              <a:effectLst/>
            </c:spPr>
            <c:extLst>
              <c:ext xmlns:c16="http://schemas.microsoft.com/office/drawing/2014/chart" uri="{C3380CC4-5D6E-409C-BE32-E72D297353CC}">
                <c16:uniqueId val="{00000005-1451-4686-BE19-207D27D16605}"/>
              </c:ext>
            </c:extLst>
          </c:dPt>
          <c:dLbls>
            <c:dLbl>
              <c:idx val="0"/>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accent1">
                          <a:lumMod val="40000"/>
                          <a:lumOff val="60000"/>
                        </a:schemeClr>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outEnd"/>
              <c:showLegendKey val="0"/>
              <c:showVal val="1"/>
              <c:showCatName val="0"/>
              <c:showSerName val="0"/>
              <c:showPercent val="0"/>
              <c:showBubbleSize val="0"/>
              <c:extLst>
                <c:ext xmlns:c16="http://schemas.microsoft.com/office/drawing/2014/chart" uri="{C3380CC4-5D6E-409C-BE32-E72D297353CC}">
                  <c16:uniqueId val="{00000006-46BA-4F31-8741-ACEC8864F609}"/>
                </c:ext>
              </c:extLst>
            </c:dLbl>
            <c:dLbl>
              <c:idx val="3"/>
              <c:spPr>
                <a:noFill/>
                <a:ln>
                  <a:noFill/>
                </a:ln>
                <a:effectLst/>
              </c:spPr>
              <c:txPr>
                <a:bodyPr rot="0" spcFirstLastPara="1" vertOverflow="ellipsis" vert="horz" wrap="square" lIns="38100" tIns="19050" rIns="38100" bIns="19050" anchor="ctr" anchorCtr="1">
                  <a:noAutofit/>
                </a:bodyPr>
                <a:lstStyle/>
                <a:p>
                  <a:pPr>
                    <a:defRPr sz="1100" b="0" i="0" u="none" strike="noStrike" kern="1200" baseline="0">
                      <a:solidFill>
                        <a:schemeClr val="accent1"/>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outEnd"/>
              <c:showLegendKey val="0"/>
              <c:showVal val="1"/>
              <c:showCatName val="0"/>
              <c:showSerName val="0"/>
              <c:showPercent val="0"/>
              <c:showBubbleSize val="0"/>
              <c:extLst>
                <c:ext xmlns:c15="http://schemas.microsoft.com/office/drawing/2012/chart" uri="{CE6537A1-D6FC-4f65-9D91-7224C49458BB}">
                  <c15:layout>
                    <c:manualLayout>
                      <c:w val="7.9779908892556983E-2"/>
                      <c:h val="0.10557997227121933"/>
                    </c:manualLayout>
                  </c15:layout>
                </c:ext>
                <c:ext xmlns:c16="http://schemas.microsoft.com/office/drawing/2014/chart" uri="{C3380CC4-5D6E-409C-BE32-E72D297353CC}">
                  <c16:uniqueId val="{00000003-1451-4686-BE19-207D27D16605}"/>
                </c:ext>
              </c:extLst>
            </c:dLbl>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accent1"/>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2024</c:v>
                </c:pt>
                <c:pt idx="1">
                  <c:v>2025</c:v>
                </c:pt>
                <c:pt idx="2">
                  <c:v>2026</c:v>
                </c:pt>
                <c:pt idx="3">
                  <c:v>2027</c:v>
                </c:pt>
              </c:strCache>
            </c:strRef>
          </c:cat>
          <c:val>
            <c:numRef>
              <c:f>Sheet1!$B$2:$B$5</c:f>
              <c:numCache>
                <c:formatCode>0.00</c:formatCode>
                <c:ptCount val="4"/>
                <c:pt idx="0">
                  <c:v>4.01</c:v>
                </c:pt>
                <c:pt idx="1">
                  <c:v>4.26</c:v>
                </c:pt>
                <c:pt idx="2">
                  <c:v>4.54</c:v>
                </c:pt>
                <c:pt idx="3">
                  <c:v>4.8499999999999996</c:v>
                </c:pt>
              </c:numCache>
            </c:numRef>
          </c:val>
          <c:extLst>
            <c:ext xmlns:c16="http://schemas.microsoft.com/office/drawing/2014/chart" uri="{C3380CC4-5D6E-409C-BE32-E72D297353CC}">
              <c16:uniqueId val="{00000006-1451-4686-BE19-207D27D16605}"/>
            </c:ext>
          </c:extLst>
        </c:ser>
        <c:dLbls>
          <c:showLegendKey val="0"/>
          <c:showVal val="0"/>
          <c:showCatName val="0"/>
          <c:showSerName val="0"/>
          <c:showPercent val="0"/>
          <c:showBubbleSize val="0"/>
        </c:dLbls>
        <c:gapWidth val="50"/>
        <c:overlap val="-27"/>
        <c:axId val="2113910288"/>
        <c:axId val="655458064"/>
      </c:barChart>
      <c:catAx>
        <c:axId val="2113910288"/>
        <c:scaling>
          <c:orientation val="minMax"/>
        </c:scaling>
        <c:delete val="0"/>
        <c:axPos val="b"/>
        <c:numFmt formatCode="General" sourceLinked="1"/>
        <c:majorTickMark val="none"/>
        <c:minorTickMark val="none"/>
        <c:tickLblPos val="nextTo"/>
        <c:spPr>
          <a:noFill/>
          <a:ln w="9525" cap="flat" cmpd="sng" algn="ctr">
            <a:solidFill>
              <a:schemeClr val="bg1">
                <a:lumMod val="85000"/>
              </a:schemeClr>
            </a:solidFill>
            <a:round/>
          </a:ln>
          <a:effectLst/>
        </c:spPr>
        <c:txPr>
          <a:bodyPr rot="-60000000" spcFirstLastPara="1" vertOverflow="ellipsis" vert="horz" wrap="square" anchor="ctr" anchorCtr="1"/>
          <a:lstStyle/>
          <a:p>
            <a:pPr algn="ctr">
              <a:defRPr lang="en-US" sz="700" b="0" i="0" u="none" strike="noStrike" kern="1200" baseline="0">
                <a:solidFill>
                  <a:schemeClr val="bg1"/>
                </a:solidFill>
                <a:latin typeface="Poppins Light" panose="00000400000000000000" pitchFamily="2" charset="0"/>
                <a:ea typeface="Source Serif Pro" panose="02040603050405020204" pitchFamily="18" charset="0"/>
                <a:cs typeface="Poppins Light" panose="00000400000000000000" pitchFamily="2" charset="0"/>
              </a:defRPr>
            </a:pPr>
            <a:endParaRPr lang="es-CO"/>
          </a:p>
        </c:txPr>
        <c:crossAx val="655458064"/>
        <c:crosses val="autoZero"/>
        <c:auto val="1"/>
        <c:lblAlgn val="ctr"/>
        <c:lblOffset val="100"/>
        <c:noMultiLvlLbl val="0"/>
      </c:catAx>
      <c:valAx>
        <c:axId val="655458064"/>
        <c:scaling>
          <c:orientation val="minMax"/>
        </c:scaling>
        <c:delete val="0"/>
        <c:axPos val="l"/>
        <c:numFmt formatCode="0.00" sourceLinked="1"/>
        <c:majorTickMark val="none"/>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Source Serif Pro SemiBold" panose="02040703050405020204" pitchFamily="18" charset="0"/>
                <a:ea typeface="Source Serif Pro SemiBold" panose="02040703050405020204" pitchFamily="18" charset="0"/>
                <a:cs typeface="+mn-cs"/>
              </a:defRPr>
            </a:pPr>
            <a:endParaRPr lang="es-CO"/>
          </a:p>
        </c:txPr>
        <c:crossAx val="211391028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Source Serif Pro SemiBold" panose="02040703050405020204" pitchFamily="18" charset="0"/>
          <a:ea typeface="Source Serif Pro SemiBold" panose="02040703050405020204" pitchFamily="18" charset="0"/>
        </a:defRPr>
      </a:pPr>
      <a:endParaRPr lang="es-CO"/>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
          <c:w val="1"/>
          <c:h val="0.87015047293628933"/>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chemeClr val="bg2"/>
              </a:solidFill>
              <a:ln>
                <a:noFill/>
              </a:ln>
              <a:effectLst/>
            </c:spPr>
            <c:extLst>
              <c:ext xmlns:c16="http://schemas.microsoft.com/office/drawing/2014/chart" uri="{C3380CC4-5D6E-409C-BE32-E72D297353CC}">
                <c16:uniqueId val="{00000007-3155-42A9-9409-CC1B2AE50251}"/>
              </c:ext>
            </c:extLst>
          </c:dPt>
          <c:dPt>
            <c:idx val="2"/>
            <c:invertIfNegative val="0"/>
            <c:bubble3D val="0"/>
            <c:spPr>
              <a:solidFill>
                <a:schemeClr val="accent1"/>
              </a:solidFill>
              <a:ln>
                <a:noFill/>
              </a:ln>
              <a:effectLst/>
            </c:spPr>
            <c:extLst>
              <c:ext xmlns:c16="http://schemas.microsoft.com/office/drawing/2014/chart" uri="{C3380CC4-5D6E-409C-BE32-E72D297353CC}">
                <c16:uniqueId val="{00000001-1451-4686-BE19-207D27D16605}"/>
              </c:ext>
            </c:extLst>
          </c:dPt>
          <c:dPt>
            <c:idx val="3"/>
            <c:invertIfNegative val="0"/>
            <c:bubble3D val="0"/>
            <c:spPr>
              <a:solidFill>
                <a:schemeClr val="accent1"/>
              </a:solidFill>
              <a:ln>
                <a:noFill/>
              </a:ln>
              <a:effectLst/>
            </c:spPr>
            <c:extLst>
              <c:ext xmlns:c16="http://schemas.microsoft.com/office/drawing/2014/chart" uri="{C3380CC4-5D6E-409C-BE32-E72D297353CC}">
                <c16:uniqueId val="{00000003-1451-4686-BE19-207D27D16605}"/>
              </c:ext>
            </c:extLst>
          </c:dPt>
          <c:dPt>
            <c:idx val="6"/>
            <c:invertIfNegative val="0"/>
            <c:bubble3D val="0"/>
            <c:spPr>
              <a:solidFill>
                <a:schemeClr val="accent1"/>
              </a:solidFill>
              <a:ln>
                <a:noFill/>
              </a:ln>
              <a:effectLst/>
            </c:spPr>
            <c:extLst>
              <c:ext xmlns:c16="http://schemas.microsoft.com/office/drawing/2014/chart" uri="{C3380CC4-5D6E-409C-BE32-E72D297353CC}">
                <c16:uniqueId val="{00000005-1451-4686-BE19-207D27D16605}"/>
              </c:ext>
            </c:extLst>
          </c:dPt>
          <c:dLbls>
            <c:numFmt formatCode="#,##0" sourceLinked="0"/>
            <c:spPr>
              <a:noFill/>
              <a:ln>
                <a:noFill/>
              </a:ln>
              <a:effectLst/>
            </c:spPr>
            <c:txPr>
              <a:bodyPr rot="0" spcFirstLastPara="1" vertOverflow="ellipsis" vert="horz" wrap="square" lIns="38100" tIns="19050" rIns="38100" bIns="19050" anchor="ctr" anchorCtr="0">
                <a:spAutoFit/>
              </a:bodyPr>
              <a:lstStyle/>
              <a:p>
                <a:pPr algn="ctr" rtl="0">
                  <a:defRPr lang="en-US" sz="9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2024</c:v>
                </c:pt>
                <c:pt idx="1">
                  <c:v>2025</c:v>
                </c:pt>
                <c:pt idx="2">
                  <c:v>2026</c:v>
                </c:pt>
                <c:pt idx="3">
                  <c:v>2027</c:v>
                </c:pt>
              </c:strCache>
            </c:strRef>
          </c:cat>
          <c:val>
            <c:numRef>
              <c:f>Sheet1!$B$2:$B$5</c:f>
              <c:numCache>
                <c:formatCode>0.00</c:formatCode>
                <c:ptCount val="4"/>
                <c:pt idx="0">
                  <c:v>648.6</c:v>
                </c:pt>
                <c:pt idx="1">
                  <c:v>670.2</c:v>
                </c:pt>
                <c:pt idx="2">
                  <c:v>694.7</c:v>
                </c:pt>
                <c:pt idx="3">
                  <c:v>723.9</c:v>
                </c:pt>
              </c:numCache>
            </c:numRef>
          </c:val>
          <c:extLst>
            <c:ext xmlns:c16="http://schemas.microsoft.com/office/drawing/2014/chart" uri="{C3380CC4-5D6E-409C-BE32-E72D297353CC}">
              <c16:uniqueId val="{00000006-1451-4686-BE19-207D27D16605}"/>
            </c:ext>
          </c:extLst>
        </c:ser>
        <c:dLbls>
          <c:showLegendKey val="0"/>
          <c:showVal val="0"/>
          <c:showCatName val="0"/>
          <c:showSerName val="0"/>
          <c:showPercent val="0"/>
          <c:showBubbleSize val="0"/>
        </c:dLbls>
        <c:gapWidth val="50"/>
        <c:overlap val="-27"/>
        <c:axId val="2113910288"/>
        <c:axId val="655458064"/>
      </c:barChart>
      <c:catAx>
        <c:axId val="2113910288"/>
        <c:scaling>
          <c:orientation val="minMax"/>
        </c:scaling>
        <c:delete val="0"/>
        <c:axPos val="b"/>
        <c:numFmt formatCode="General"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lgn="ctr">
              <a:defRPr lang="en-US" sz="700" b="0" i="0" u="none" strike="noStrike" kern="1200" baseline="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pPr>
            <a:endParaRPr lang="es-CO"/>
          </a:p>
        </c:txPr>
        <c:crossAx val="655458064"/>
        <c:crosses val="autoZero"/>
        <c:auto val="1"/>
        <c:lblAlgn val="ctr"/>
        <c:lblOffset val="100"/>
        <c:noMultiLvlLbl val="0"/>
      </c:catAx>
      <c:valAx>
        <c:axId val="655458064"/>
        <c:scaling>
          <c:orientation val="minMax"/>
        </c:scaling>
        <c:delete val="0"/>
        <c:axPos val="l"/>
        <c:numFmt formatCode="0.00" sourceLinked="1"/>
        <c:majorTickMark val="none"/>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Source Serif Pro SemiBold" panose="02040703050405020204" pitchFamily="18" charset="0"/>
                <a:ea typeface="Source Serif Pro SemiBold" panose="02040703050405020204" pitchFamily="18" charset="0"/>
                <a:cs typeface="+mn-cs"/>
              </a:defRPr>
            </a:pPr>
            <a:endParaRPr lang="es-CO"/>
          </a:p>
        </c:txPr>
        <c:crossAx val="2113910288"/>
        <c:crosses val="autoZero"/>
        <c:crossBetween val="between"/>
      </c:valAx>
      <c:spPr>
        <a:solidFill>
          <a:schemeClr val="bg1"/>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Source Serif Pro SemiBold" panose="02040703050405020204" pitchFamily="18" charset="0"/>
          <a:ea typeface="Source Serif Pro SemiBold" panose="02040703050405020204" pitchFamily="18" charset="0"/>
        </a:defRPr>
      </a:pPr>
      <a:endParaRPr lang="es-CO"/>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3833099629669581E-3"/>
          <c:y val="0"/>
          <c:w val="0.99661669003703302"/>
          <c:h val="0.91657512658640983"/>
        </c:manualLayout>
      </c:layout>
      <c:barChart>
        <c:barDir val="col"/>
        <c:grouping val="clustered"/>
        <c:varyColors val="0"/>
        <c:ser>
          <c:idx val="0"/>
          <c:order val="0"/>
          <c:tx>
            <c:strRef>
              <c:f>Sheet1!$B$1</c:f>
              <c:strCache>
                <c:ptCount val="1"/>
                <c:pt idx="0">
                  <c:v>Series 1</c:v>
                </c:pt>
              </c:strCache>
            </c:strRef>
          </c:tx>
          <c:spPr>
            <a:solidFill>
              <a:schemeClr val="bg2"/>
            </a:solidFill>
            <a:ln>
              <a:noFill/>
            </a:ln>
            <a:effectLst/>
          </c:spPr>
          <c:invertIfNegative val="0"/>
          <c:dPt>
            <c:idx val="3"/>
            <c:invertIfNegative val="0"/>
            <c:bubble3D val="0"/>
            <c:spPr>
              <a:solidFill>
                <a:schemeClr val="bg2"/>
              </a:solidFill>
              <a:ln>
                <a:noFill/>
              </a:ln>
              <a:effectLst/>
            </c:spPr>
            <c:extLst>
              <c:ext xmlns:c16="http://schemas.microsoft.com/office/drawing/2014/chart" uri="{C3380CC4-5D6E-409C-BE32-E72D297353CC}">
                <c16:uniqueId val="{00000001-9A5F-4BE7-9AD5-015F3FB7F148}"/>
              </c:ext>
            </c:extLst>
          </c:dPt>
          <c:dPt>
            <c:idx val="4"/>
            <c:invertIfNegative val="0"/>
            <c:bubble3D val="0"/>
            <c:spPr>
              <a:solidFill>
                <a:schemeClr val="accent1"/>
              </a:solidFill>
              <a:ln>
                <a:noFill/>
              </a:ln>
              <a:effectLst/>
            </c:spPr>
            <c:extLst>
              <c:ext xmlns:c16="http://schemas.microsoft.com/office/drawing/2014/chart" uri="{C3380CC4-5D6E-409C-BE32-E72D297353CC}">
                <c16:uniqueId val="{00000002-89B9-400E-BC06-8448F5811726}"/>
              </c:ext>
            </c:extLst>
          </c:dPt>
          <c:dLbls>
            <c:spPr>
              <a:noFill/>
              <a:ln>
                <a:noFill/>
              </a:ln>
              <a:effectLst/>
            </c:spPr>
            <c:txPr>
              <a:bodyPr rot="0" spcFirstLastPara="1" vertOverflow="ellipsis" vert="horz" wrap="square" lIns="38100" tIns="19050" rIns="38100" bIns="19050" anchor="ctr" anchorCtr="0">
                <a:spAutoFit/>
              </a:bodyPr>
              <a:lstStyle/>
              <a:p>
                <a:pPr algn="ctr" rtl="0">
                  <a:defRPr lang="en-US" sz="9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North America</c:v>
                </c:pt>
                <c:pt idx="1">
                  <c:v>North Asia</c:v>
                </c:pt>
                <c:pt idx="2">
                  <c:v>Europe</c:v>
                </c:pt>
                <c:pt idx="3">
                  <c:v>South Asia &amp; MENA</c:v>
                </c:pt>
                <c:pt idx="4">
                  <c:v>Latin America</c:v>
                </c:pt>
              </c:strCache>
            </c:strRef>
          </c:cat>
          <c:val>
            <c:numRef>
              <c:f>Sheet1!$B$2:$B$6</c:f>
              <c:numCache>
                <c:formatCode>0%_);\(0%\);0%_);@_)</c:formatCode>
                <c:ptCount val="5"/>
                <c:pt idx="0">
                  <c:v>0.28999999999999998</c:v>
                </c:pt>
                <c:pt idx="1">
                  <c:v>0.28999999999999998</c:v>
                </c:pt>
                <c:pt idx="2">
                  <c:v>0.24</c:v>
                </c:pt>
                <c:pt idx="3">
                  <c:v>0.09</c:v>
                </c:pt>
                <c:pt idx="4">
                  <c:v>0.09</c:v>
                </c:pt>
              </c:numCache>
            </c:numRef>
          </c:val>
          <c:extLst>
            <c:ext xmlns:c16="http://schemas.microsoft.com/office/drawing/2014/chart" uri="{C3380CC4-5D6E-409C-BE32-E72D297353CC}">
              <c16:uniqueId val="{00000006-9A5F-4BE7-9AD5-015F3FB7F148}"/>
            </c:ext>
          </c:extLst>
        </c:ser>
        <c:dLbls>
          <c:showLegendKey val="0"/>
          <c:showVal val="0"/>
          <c:showCatName val="0"/>
          <c:showSerName val="0"/>
          <c:showPercent val="0"/>
          <c:showBubbleSize val="0"/>
        </c:dLbls>
        <c:gapWidth val="50"/>
        <c:overlap val="-27"/>
        <c:axId val="2113910288"/>
        <c:axId val="655458064"/>
      </c:barChart>
      <c:catAx>
        <c:axId val="2113910288"/>
        <c:scaling>
          <c:orientation val="minMax"/>
        </c:scaling>
        <c:delete val="0"/>
        <c:axPos val="b"/>
        <c:numFmt formatCode="General"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lgn="ctr">
              <a:defRPr lang="en-US" sz="400" b="0" i="0" u="none" strike="noStrike" kern="1200" baseline="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pPr>
            <a:endParaRPr lang="es-CO"/>
          </a:p>
        </c:txPr>
        <c:crossAx val="655458064"/>
        <c:crosses val="autoZero"/>
        <c:auto val="1"/>
        <c:lblAlgn val="ctr"/>
        <c:lblOffset val="100"/>
        <c:noMultiLvlLbl val="0"/>
      </c:catAx>
      <c:valAx>
        <c:axId val="655458064"/>
        <c:scaling>
          <c:orientation val="minMax"/>
        </c:scaling>
        <c:delete val="0"/>
        <c:axPos val="l"/>
        <c:numFmt formatCode="0%_);\(0%\);0%_);@_)" sourceLinked="1"/>
        <c:majorTickMark val="none"/>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Source Serif Pro SemiBold" panose="02040703050405020204" pitchFamily="18" charset="0"/>
                <a:ea typeface="Source Serif Pro SemiBold" panose="02040703050405020204" pitchFamily="18" charset="0"/>
                <a:cs typeface="+mn-cs"/>
              </a:defRPr>
            </a:pPr>
            <a:endParaRPr lang="es-CO"/>
          </a:p>
        </c:txPr>
        <c:crossAx val="2113910288"/>
        <c:crosses val="autoZero"/>
        <c:crossBetween val="between"/>
      </c:valAx>
      <c:spPr>
        <a:solidFill>
          <a:schemeClr val="bg1"/>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Source Serif Pro SemiBold" panose="02040703050405020204" pitchFamily="18" charset="0"/>
          <a:ea typeface="Source Serif Pro SemiBold" panose="02040703050405020204" pitchFamily="18" charset="0"/>
        </a:defRPr>
      </a:pPr>
      <a:endParaRPr lang="es-CO"/>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6.6891297595312029E-3"/>
          <c:w val="1"/>
          <c:h val="0.84780808841137789"/>
        </c:manualLayout>
      </c:layout>
      <c:barChart>
        <c:barDir val="col"/>
        <c:grouping val="clustered"/>
        <c:varyColors val="0"/>
        <c:ser>
          <c:idx val="0"/>
          <c:order val="0"/>
          <c:tx>
            <c:strRef>
              <c:f>Sheet1!$B$1</c:f>
              <c:strCache>
                <c:ptCount val="1"/>
                <c:pt idx="0">
                  <c:v>Series 1</c:v>
                </c:pt>
              </c:strCache>
            </c:strRef>
          </c:tx>
          <c:spPr>
            <a:solidFill>
              <a:schemeClr val="bg2"/>
            </a:solidFill>
            <a:ln>
              <a:noFill/>
            </a:ln>
            <a:effectLst/>
          </c:spPr>
          <c:invertIfNegative val="0"/>
          <c:dPt>
            <c:idx val="4"/>
            <c:invertIfNegative val="0"/>
            <c:bubble3D val="0"/>
            <c:spPr>
              <a:solidFill>
                <a:schemeClr val="bg2"/>
              </a:solidFill>
              <a:ln>
                <a:noFill/>
              </a:ln>
              <a:effectLst/>
            </c:spPr>
            <c:extLst>
              <c:ext xmlns:c16="http://schemas.microsoft.com/office/drawing/2014/chart" uri="{C3380CC4-5D6E-409C-BE32-E72D297353CC}">
                <c16:uniqueId val="{00000001-0C5F-4C21-B0C4-091F0B517618}"/>
              </c:ext>
            </c:extLst>
          </c:dPt>
          <c:dPt>
            <c:idx val="5"/>
            <c:invertIfNegative val="0"/>
            <c:bubble3D val="0"/>
            <c:spPr>
              <a:solidFill>
                <a:schemeClr val="bg2"/>
              </a:solidFill>
              <a:ln>
                <a:noFill/>
              </a:ln>
              <a:effectLst/>
            </c:spPr>
            <c:extLst>
              <c:ext xmlns:c16="http://schemas.microsoft.com/office/drawing/2014/chart" uri="{C3380CC4-5D6E-409C-BE32-E72D297353CC}">
                <c16:uniqueId val="{00000003-0C5F-4C21-B0C4-091F0B517618}"/>
              </c:ext>
            </c:extLst>
          </c:dPt>
          <c:dLbls>
            <c:numFmt formatCode="#,##0.0" sourceLinked="0"/>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Sheet1!$A$2:$A$7</c:f>
              <c:numCache>
                <c:formatCode>0</c:formatCode>
                <c:ptCount val="6"/>
                <c:pt idx="0">
                  <c:v>2019</c:v>
                </c:pt>
                <c:pt idx="1">
                  <c:v>2020</c:v>
                </c:pt>
                <c:pt idx="2">
                  <c:v>2021</c:v>
                </c:pt>
                <c:pt idx="3">
                  <c:v>2022</c:v>
                </c:pt>
                <c:pt idx="4">
                  <c:v>2023</c:v>
                </c:pt>
                <c:pt idx="5">
                  <c:v>2024</c:v>
                </c:pt>
              </c:numCache>
            </c:numRef>
          </c:cat>
          <c:val>
            <c:numRef>
              <c:f>Sheet1!$B$2:$B$7</c:f>
              <c:numCache>
                <c:formatCode>#,##0.00</c:formatCode>
                <c:ptCount val="6"/>
                <c:pt idx="0">
                  <c:v>45510.003299521377</c:v>
                </c:pt>
                <c:pt idx="1">
                  <c:v>34992.490629517088</c:v>
                </c:pt>
                <c:pt idx="2">
                  <c:v>70914.934370935167</c:v>
                </c:pt>
                <c:pt idx="3">
                  <c:v>74962.725376521339</c:v>
                </c:pt>
                <c:pt idx="4">
                  <c:v>50778.540316729217</c:v>
                </c:pt>
                <c:pt idx="5">
                  <c:v>51830.305983306636</c:v>
                </c:pt>
              </c:numCache>
            </c:numRef>
          </c:val>
          <c:extLst>
            <c:ext xmlns:c16="http://schemas.microsoft.com/office/drawing/2014/chart" uri="{C3380CC4-5D6E-409C-BE32-E72D297353CC}">
              <c16:uniqueId val="{00000004-0C5F-4C21-B0C4-091F0B517618}"/>
            </c:ext>
          </c:extLst>
        </c:ser>
        <c:dLbls>
          <c:dLblPos val="outEnd"/>
          <c:showLegendKey val="0"/>
          <c:showVal val="1"/>
          <c:showCatName val="0"/>
          <c:showSerName val="0"/>
          <c:showPercent val="0"/>
          <c:showBubbleSize val="0"/>
        </c:dLbls>
        <c:gapWidth val="30"/>
        <c:axId val="1496328831"/>
        <c:axId val="1496329311"/>
      </c:barChart>
      <c:catAx>
        <c:axId val="1496328831"/>
        <c:scaling>
          <c:orientation val="minMax"/>
        </c:scaling>
        <c:delete val="0"/>
        <c:axPos val="b"/>
        <c:numFmt formatCode="0"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lgn="ctr">
              <a:defRPr lang="en-US" sz="700" b="0" i="0" u="none" strike="noStrike" kern="1200" baseline="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pPr>
            <a:endParaRPr lang="pt-BR"/>
          </a:p>
        </c:txPr>
        <c:crossAx val="1496329311"/>
        <c:crosses val="autoZero"/>
        <c:auto val="1"/>
        <c:lblAlgn val="ctr"/>
        <c:lblOffset val="100"/>
        <c:noMultiLvlLbl val="0"/>
      </c:catAx>
      <c:valAx>
        <c:axId val="1496329311"/>
        <c:scaling>
          <c:orientation val="minMax"/>
          <c:max val="100000"/>
          <c:min val="4"/>
        </c:scaling>
        <c:delete val="0"/>
        <c:axPos val="l"/>
        <c:numFmt formatCode="#,##0.00" sourceLinked="1"/>
        <c:majorTickMark val="out"/>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Source Serif Pro" panose="02040603050405020204" pitchFamily="18" charset="0"/>
                <a:ea typeface="Source Serif Pro" panose="02040603050405020204" pitchFamily="18" charset="0"/>
                <a:cs typeface="+mn-cs"/>
              </a:defRPr>
            </a:pPr>
            <a:endParaRPr lang="es-CO"/>
          </a:p>
        </c:txPr>
        <c:crossAx val="149632883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Source Serif Pro" panose="02040603050405020204" pitchFamily="18" charset="0"/>
          <a:ea typeface="Source Serif Pro" panose="02040603050405020204" pitchFamily="18" charset="0"/>
        </a:defRPr>
      </a:pPr>
      <a:endParaRPr lang="pt-BR"/>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6.6891297595312029E-3"/>
          <c:w val="1"/>
          <c:h val="0.84778701504354714"/>
        </c:manualLayout>
      </c:layout>
      <c:barChart>
        <c:barDir val="col"/>
        <c:grouping val="clustered"/>
        <c:varyColors val="0"/>
        <c:ser>
          <c:idx val="0"/>
          <c:order val="0"/>
          <c:tx>
            <c:strRef>
              <c:f>Sheet1!$B$1</c:f>
              <c:strCache>
                <c:ptCount val="1"/>
                <c:pt idx="0">
                  <c:v>Series 1</c:v>
                </c:pt>
              </c:strCache>
            </c:strRef>
          </c:tx>
          <c:spPr>
            <a:solidFill>
              <a:schemeClr val="bg2"/>
            </a:solidFill>
            <a:ln>
              <a:noFill/>
            </a:ln>
            <a:effectLst/>
          </c:spPr>
          <c:invertIfNegative val="0"/>
          <c:dPt>
            <c:idx val="4"/>
            <c:invertIfNegative val="0"/>
            <c:bubble3D val="0"/>
            <c:spPr>
              <a:solidFill>
                <a:schemeClr val="bg2"/>
              </a:solidFill>
              <a:ln>
                <a:noFill/>
              </a:ln>
              <a:effectLst/>
            </c:spPr>
            <c:extLst>
              <c:ext xmlns:c16="http://schemas.microsoft.com/office/drawing/2014/chart" uri="{C3380CC4-5D6E-409C-BE32-E72D297353CC}">
                <c16:uniqueId val="{00000001-ACB6-43E5-AF8C-116BB35AB5AF}"/>
              </c:ext>
            </c:extLst>
          </c:dPt>
          <c:dPt>
            <c:idx val="5"/>
            <c:invertIfNegative val="0"/>
            <c:bubble3D val="0"/>
            <c:spPr>
              <a:solidFill>
                <a:schemeClr val="bg2"/>
              </a:solidFill>
              <a:ln>
                <a:noFill/>
              </a:ln>
              <a:effectLst/>
            </c:spPr>
            <c:extLst>
              <c:ext xmlns:c16="http://schemas.microsoft.com/office/drawing/2014/chart" uri="{C3380CC4-5D6E-409C-BE32-E72D297353CC}">
                <c16:uniqueId val="{00000003-ACB6-43E5-AF8C-116BB35AB5AF}"/>
              </c:ext>
            </c:extLst>
          </c:dPt>
          <c:dLbls>
            <c:numFmt formatCode="#,##0.0" sourceLinked="0"/>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Sheet1!$A$2:$A$7</c:f>
              <c:numCache>
                <c:formatCode>0</c:formatCode>
                <c:ptCount val="6"/>
                <c:pt idx="0">
                  <c:v>2019</c:v>
                </c:pt>
                <c:pt idx="1">
                  <c:v>2020</c:v>
                </c:pt>
                <c:pt idx="2">
                  <c:v>2021</c:v>
                </c:pt>
                <c:pt idx="3">
                  <c:v>2022</c:v>
                </c:pt>
                <c:pt idx="4">
                  <c:v>2023</c:v>
                </c:pt>
                <c:pt idx="5">
                  <c:v>2024</c:v>
                </c:pt>
              </c:numCache>
            </c:numRef>
          </c:cat>
          <c:val>
            <c:numRef>
              <c:f>Sheet1!$B$2:$B$7</c:f>
              <c:numCache>
                <c:formatCode>#,##0.00</c:formatCode>
                <c:ptCount val="6"/>
                <c:pt idx="0">
                  <c:v>4647.5365383527569</c:v>
                </c:pt>
                <c:pt idx="1">
                  <c:v>4840.9250201471186</c:v>
                </c:pt>
                <c:pt idx="2">
                  <c:v>7583.758828721684</c:v>
                </c:pt>
                <c:pt idx="3">
                  <c:v>7835.739584281735</c:v>
                </c:pt>
                <c:pt idx="4">
                  <c:v>7867.4382483354902</c:v>
                </c:pt>
                <c:pt idx="5">
                  <c:v>9270.9617507835646</c:v>
                </c:pt>
              </c:numCache>
            </c:numRef>
          </c:val>
          <c:extLst>
            <c:ext xmlns:c16="http://schemas.microsoft.com/office/drawing/2014/chart" uri="{C3380CC4-5D6E-409C-BE32-E72D297353CC}">
              <c16:uniqueId val="{00000004-ACB6-43E5-AF8C-116BB35AB5AF}"/>
            </c:ext>
          </c:extLst>
        </c:ser>
        <c:dLbls>
          <c:dLblPos val="outEnd"/>
          <c:showLegendKey val="0"/>
          <c:showVal val="1"/>
          <c:showCatName val="0"/>
          <c:showSerName val="0"/>
          <c:showPercent val="0"/>
          <c:showBubbleSize val="0"/>
        </c:dLbls>
        <c:gapWidth val="30"/>
        <c:axId val="1496328831"/>
        <c:axId val="1496329311"/>
      </c:barChart>
      <c:catAx>
        <c:axId val="1496328831"/>
        <c:scaling>
          <c:orientation val="minMax"/>
        </c:scaling>
        <c:delete val="0"/>
        <c:axPos val="b"/>
        <c:numFmt formatCode="0"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lgn="ctr">
              <a:defRPr lang="en-US" sz="700" b="0" i="0" u="none" strike="noStrike" kern="1200" baseline="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pPr>
            <a:endParaRPr lang="pt-BR"/>
          </a:p>
        </c:txPr>
        <c:crossAx val="1496329311"/>
        <c:crosses val="autoZero"/>
        <c:auto val="1"/>
        <c:lblAlgn val="ctr"/>
        <c:lblOffset val="100"/>
        <c:noMultiLvlLbl val="0"/>
      </c:catAx>
      <c:valAx>
        <c:axId val="1496329311"/>
        <c:scaling>
          <c:orientation val="minMax"/>
          <c:max val="12000"/>
          <c:min val="4"/>
        </c:scaling>
        <c:delete val="0"/>
        <c:axPos val="l"/>
        <c:numFmt formatCode="#,##0.00" sourceLinked="1"/>
        <c:majorTickMark val="out"/>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Source Serif Pro" panose="02040603050405020204" pitchFamily="18" charset="0"/>
                <a:ea typeface="Source Serif Pro" panose="02040603050405020204" pitchFamily="18" charset="0"/>
                <a:cs typeface="+mn-cs"/>
              </a:defRPr>
            </a:pPr>
            <a:endParaRPr lang="es-CO"/>
          </a:p>
        </c:txPr>
        <c:crossAx val="149632883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Source Serif Pro" panose="02040603050405020204" pitchFamily="18" charset="0"/>
          <a:ea typeface="Source Serif Pro" panose="02040603050405020204" pitchFamily="18" charset="0"/>
        </a:defRPr>
      </a:pPr>
      <a:endParaRPr lang="pt-BR"/>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6.6891297595312029E-3"/>
          <c:w val="1"/>
          <c:h val="0.84778701504354714"/>
        </c:manualLayout>
      </c:layout>
      <c:barChart>
        <c:barDir val="col"/>
        <c:grouping val="clustered"/>
        <c:varyColors val="0"/>
        <c:ser>
          <c:idx val="0"/>
          <c:order val="0"/>
          <c:tx>
            <c:strRef>
              <c:f>Sheet1!$B$1</c:f>
              <c:strCache>
                <c:ptCount val="1"/>
                <c:pt idx="0">
                  <c:v>Series 1</c:v>
                </c:pt>
              </c:strCache>
            </c:strRef>
          </c:tx>
          <c:spPr>
            <a:solidFill>
              <a:schemeClr val="bg2"/>
            </a:solidFill>
            <a:ln>
              <a:noFill/>
            </a:ln>
            <a:effectLst/>
          </c:spPr>
          <c:invertIfNegative val="0"/>
          <c:dPt>
            <c:idx val="4"/>
            <c:invertIfNegative val="0"/>
            <c:bubble3D val="0"/>
            <c:spPr>
              <a:solidFill>
                <a:schemeClr val="bg2"/>
              </a:solidFill>
              <a:ln>
                <a:noFill/>
              </a:ln>
              <a:effectLst/>
            </c:spPr>
            <c:extLst>
              <c:ext xmlns:c16="http://schemas.microsoft.com/office/drawing/2014/chart" uri="{C3380CC4-5D6E-409C-BE32-E72D297353CC}">
                <c16:uniqueId val="{00000001-25DD-4142-AF1C-63000DB4454A}"/>
              </c:ext>
            </c:extLst>
          </c:dPt>
          <c:dPt>
            <c:idx val="5"/>
            <c:invertIfNegative val="0"/>
            <c:bubble3D val="0"/>
            <c:spPr>
              <a:solidFill>
                <a:schemeClr val="bg2"/>
              </a:solidFill>
              <a:ln>
                <a:noFill/>
              </a:ln>
              <a:effectLst/>
            </c:spPr>
            <c:extLst>
              <c:ext xmlns:c16="http://schemas.microsoft.com/office/drawing/2014/chart" uri="{C3380CC4-5D6E-409C-BE32-E72D297353CC}">
                <c16:uniqueId val="{00000003-25DD-4142-AF1C-63000DB4454A}"/>
              </c:ext>
            </c:extLst>
          </c:dPt>
          <c:dLbls>
            <c:numFmt formatCode="#,##0.0" sourceLinked="0"/>
            <c:spPr>
              <a:noFill/>
              <a:ln>
                <a:noFill/>
              </a:ln>
              <a:effectLst/>
            </c:spPr>
            <c:txPr>
              <a:bodyPr rot="0" spcFirstLastPara="1" vertOverflow="ellipsis" vert="horz" wrap="square" anchor="ctr" anchorCtr="0"/>
              <a:lstStyle/>
              <a:p>
                <a:pPr algn="ctr">
                  <a:defRPr lang="en-US" sz="10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Sheet1!$A$2:$A$7</c:f>
              <c:numCache>
                <c:formatCode>0</c:formatCode>
                <c:ptCount val="6"/>
                <c:pt idx="0">
                  <c:v>2019</c:v>
                </c:pt>
                <c:pt idx="1">
                  <c:v>2020</c:v>
                </c:pt>
                <c:pt idx="2">
                  <c:v>2021</c:v>
                </c:pt>
                <c:pt idx="3">
                  <c:v>2022</c:v>
                </c:pt>
                <c:pt idx="4">
                  <c:v>2023</c:v>
                </c:pt>
                <c:pt idx="5">
                  <c:v>2024</c:v>
                </c:pt>
              </c:numCache>
            </c:numRef>
          </c:cat>
          <c:val>
            <c:numRef>
              <c:f>Sheet1!$B$2:$B$7</c:f>
              <c:numCache>
                <c:formatCode>#,##0.00</c:formatCode>
                <c:ptCount val="6"/>
                <c:pt idx="0">
                  <c:v>668.74323168298054</c:v>
                </c:pt>
                <c:pt idx="1">
                  <c:v>552.42755450915467</c:v>
                </c:pt>
                <c:pt idx="2">
                  <c:v>559.81476110643689</c:v>
                </c:pt>
                <c:pt idx="3">
                  <c:v>785.2652645074736</c:v>
                </c:pt>
                <c:pt idx="4">
                  <c:v>575.22711783287184</c:v>
                </c:pt>
                <c:pt idx="5">
                  <c:v>796.61671391422055</c:v>
                </c:pt>
              </c:numCache>
            </c:numRef>
          </c:val>
          <c:extLst>
            <c:ext xmlns:c16="http://schemas.microsoft.com/office/drawing/2014/chart" uri="{C3380CC4-5D6E-409C-BE32-E72D297353CC}">
              <c16:uniqueId val="{00000004-25DD-4142-AF1C-63000DB4454A}"/>
            </c:ext>
          </c:extLst>
        </c:ser>
        <c:dLbls>
          <c:dLblPos val="outEnd"/>
          <c:showLegendKey val="0"/>
          <c:showVal val="1"/>
          <c:showCatName val="0"/>
          <c:showSerName val="0"/>
          <c:showPercent val="0"/>
          <c:showBubbleSize val="0"/>
        </c:dLbls>
        <c:gapWidth val="30"/>
        <c:axId val="1496328831"/>
        <c:axId val="1496329311"/>
      </c:barChart>
      <c:catAx>
        <c:axId val="1496328831"/>
        <c:scaling>
          <c:orientation val="minMax"/>
        </c:scaling>
        <c:delete val="0"/>
        <c:axPos val="b"/>
        <c:numFmt formatCode="0"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lgn="ctr">
              <a:defRPr lang="en-US" sz="700" b="0" i="0" u="none" strike="noStrike" kern="1200" baseline="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pPr>
            <a:endParaRPr lang="pt-BR"/>
          </a:p>
        </c:txPr>
        <c:crossAx val="1496329311"/>
        <c:crosses val="autoZero"/>
        <c:auto val="1"/>
        <c:lblAlgn val="ctr"/>
        <c:lblOffset val="100"/>
        <c:noMultiLvlLbl val="0"/>
      </c:catAx>
      <c:valAx>
        <c:axId val="1496329311"/>
        <c:scaling>
          <c:orientation val="minMax"/>
          <c:max val="1000"/>
          <c:min val="4"/>
        </c:scaling>
        <c:delete val="0"/>
        <c:axPos val="l"/>
        <c:numFmt formatCode="#,##0.00" sourceLinked="1"/>
        <c:majorTickMark val="out"/>
        <c:minorTickMark val="none"/>
        <c:tickLblPos val="none"/>
        <c:spPr>
          <a:noFill/>
          <a:ln>
            <a:noFill/>
          </a:ln>
          <a:effectLst/>
        </c:spPr>
        <c:txPr>
          <a:bodyPr rot="-60000000" spcFirstLastPara="1" vertOverflow="ellipsis" vert="horz" wrap="square" anchor="ctr" anchorCtr="1"/>
          <a:lstStyle/>
          <a:p>
            <a:pPr>
              <a:defRPr lang="en-US" sz="700" b="0" i="0" u="none" strike="noStrike" kern="1200" baseline="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pPr>
            <a:endParaRPr lang="es-CO"/>
          </a:p>
        </c:txPr>
        <c:crossAx val="149632883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lgn="ctr">
        <a:defRPr lang="en-US" sz="700" b="0" i="0" u="none" strike="noStrike" kern="1200" baseline="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pPr>
      <a:endParaRPr lang="pt-BR"/>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6.6891297595312029E-3"/>
          <c:w val="1"/>
          <c:h val="0.85570467141726048"/>
        </c:manualLayout>
      </c:layout>
      <c:barChart>
        <c:barDir val="col"/>
        <c:grouping val="clustered"/>
        <c:varyColors val="0"/>
        <c:ser>
          <c:idx val="0"/>
          <c:order val="0"/>
          <c:tx>
            <c:strRef>
              <c:f>Sheet1!$B$1</c:f>
              <c:strCache>
                <c:ptCount val="1"/>
                <c:pt idx="0">
                  <c:v>Series 1</c:v>
                </c:pt>
              </c:strCache>
            </c:strRef>
          </c:tx>
          <c:spPr>
            <a:solidFill>
              <a:schemeClr val="bg2"/>
            </a:solidFill>
            <a:ln>
              <a:noFill/>
            </a:ln>
            <a:effectLst/>
          </c:spPr>
          <c:invertIfNegative val="0"/>
          <c:dPt>
            <c:idx val="4"/>
            <c:invertIfNegative val="0"/>
            <c:bubble3D val="0"/>
            <c:spPr>
              <a:solidFill>
                <a:schemeClr val="bg2"/>
              </a:solidFill>
              <a:ln>
                <a:noFill/>
              </a:ln>
              <a:effectLst/>
            </c:spPr>
            <c:extLst>
              <c:ext xmlns:c16="http://schemas.microsoft.com/office/drawing/2014/chart" uri="{C3380CC4-5D6E-409C-BE32-E72D297353CC}">
                <c16:uniqueId val="{00000001-035B-4298-895F-C4F4362E526B}"/>
              </c:ext>
            </c:extLst>
          </c:dPt>
          <c:dPt>
            <c:idx val="5"/>
            <c:invertIfNegative val="0"/>
            <c:bubble3D val="0"/>
            <c:spPr>
              <a:solidFill>
                <a:schemeClr val="bg2"/>
              </a:solidFill>
              <a:ln>
                <a:noFill/>
              </a:ln>
              <a:effectLst/>
            </c:spPr>
            <c:extLst>
              <c:ext xmlns:c16="http://schemas.microsoft.com/office/drawing/2014/chart" uri="{C3380CC4-5D6E-409C-BE32-E72D297353CC}">
                <c16:uniqueId val="{00000003-035B-4298-895F-C4F4362E526B}"/>
              </c:ext>
            </c:extLst>
          </c:dPt>
          <c:dLbls>
            <c:numFmt formatCode="#,##0.0" sourceLinked="0"/>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Sheet1!$A$2:$A$7</c:f>
              <c:numCache>
                <c:formatCode>0</c:formatCode>
                <c:ptCount val="6"/>
                <c:pt idx="0">
                  <c:v>2019</c:v>
                </c:pt>
                <c:pt idx="1">
                  <c:v>2020</c:v>
                </c:pt>
                <c:pt idx="2">
                  <c:v>2021</c:v>
                </c:pt>
                <c:pt idx="3">
                  <c:v>2022</c:v>
                </c:pt>
                <c:pt idx="4">
                  <c:v>2023</c:v>
                </c:pt>
                <c:pt idx="5">
                  <c:v>2024</c:v>
                </c:pt>
              </c:numCache>
            </c:numRef>
          </c:cat>
          <c:val>
            <c:numRef>
              <c:f>Sheet1!$B$2:$B$7</c:f>
              <c:numCache>
                <c:formatCode>#,##0.00</c:formatCode>
                <c:ptCount val="6"/>
                <c:pt idx="0">
                  <c:v>733.97870159918182</c:v>
                </c:pt>
                <c:pt idx="1">
                  <c:v>462.59500798786138</c:v>
                </c:pt>
                <c:pt idx="2">
                  <c:v>545.61411120781713</c:v>
                </c:pt>
                <c:pt idx="3">
                  <c:v>625.4673754930775</c:v>
                </c:pt>
                <c:pt idx="4">
                  <c:v>433.772998917964</c:v>
                </c:pt>
                <c:pt idx="5">
                  <c:v>440.64461647402914</c:v>
                </c:pt>
              </c:numCache>
            </c:numRef>
          </c:val>
          <c:extLst>
            <c:ext xmlns:c16="http://schemas.microsoft.com/office/drawing/2014/chart" uri="{C3380CC4-5D6E-409C-BE32-E72D297353CC}">
              <c16:uniqueId val="{00000004-035B-4298-895F-C4F4362E526B}"/>
            </c:ext>
          </c:extLst>
        </c:ser>
        <c:dLbls>
          <c:dLblPos val="outEnd"/>
          <c:showLegendKey val="0"/>
          <c:showVal val="1"/>
          <c:showCatName val="0"/>
          <c:showSerName val="0"/>
          <c:showPercent val="0"/>
          <c:showBubbleSize val="0"/>
        </c:dLbls>
        <c:gapWidth val="30"/>
        <c:axId val="1496328831"/>
        <c:axId val="1496329311"/>
      </c:barChart>
      <c:catAx>
        <c:axId val="1496328831"/>
        <c:scaling>
          <c:orientation val="minMax"/>
        </c:scaling>
        <c:delete val="0"/>
        <c:axPos val="b"/>
        <c:numFmt formatCode="0"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lgn="ctr">
              <a:defRPr lang="en-US" sz="700" b="0" i="0" u="none" strike="noStrike" kern="1200" baseline="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pPr>
            <a:endParaRPr lang="pt-BR"/>
          </a:p>
        </c:txPr>
        <c:crossAx val="1496329311"/>
        <c:crosses val="autoZero"/>
        <c:auto val="1"/>
        <c:lblAlgn val="ctr"/>
        <c:lblOffset val="100"/>
        <c:noMultiLvlLbl val="0"/>
      </c:catAx>
      <c:valAx>
        <c:axId val="1496329311"/>
        <c:scaling>
          <c:orientation val="minMax"/>
          <c:max val="1000"/>
          <c:min val="4"/>
        </c:scaling>
        <c:delete val="0"/>
        <c:axPos val="l"/>
        <c:numFmt formatCode="#,##0.00" sourceLinked="1"/>
        <c:majorTickMark val="out"/>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Source Serif Pro" panose="02040603050405020204" pitchFamily="18" charset="0"/>
                <a:ea typeface="Source Serif Pro" panose="02040603050405020204" pitchFamily="18" charset="0"/>
                <a:cs typeface="+mn-cs"/>
              </a:defRPr>
            </a:pPr>
            <a:endParaRPr lang="es-CO"/>
          </a:p>
        </c:txPr>
        <c:crossAx val="149632883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Source Serif Pro" panose="02040603050405020204" pitchFamily="18" charset="0"/>
          <a:ea typeface="Source Serif Pro" panose="02040603050405020204" pitchFamily="18" charset="0"/>
        </a:defRPr>
      </a:pPr>
      <a:endParaRPr lang="pt-BR"/>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542597600493026"/>
          <c:y val="2.1935249634709129E-3"/>
          <c:w val="0.85457402399506976"/>
          <c:h val="0.99780648042350706"/>
        </c:manualLayout>
      </c:layout>
      <c:barChart>
        <c:barDir val="bar"/>
        <c:grouping val="stacked"/>
        <c:varyColors val="0"/>
        <c:ser>
          <c:idx val="0"/>
          <c:order val="0"/>
          <c:tx>
            <c:strRef>
              <c:f>Sheet1!$B$1</c:f>
              <c:strCache>
                <c:ptCount val="1"/>
                <c:pt idx="0">
                  <c:v>Series 1</c:v>
                </c:pt>
              </c:strCache>
            </c:strRef>
          </c:tx>
          <c:spPr>
            <a:noFill/>
            <a:ln>
              <a:noFill/>
            </a:ln>
            <a:effectLst/>
          </c:spPr>
          <c:invertIfNegative val="0"/>
          <c:dPt>
            <c:idx val="0"/>
            <c:invertIfNegative val="0"/>
            <c:bubble3D val="0"/>
            <c:spPr>
              <a:noFill/>
              <a:ln>
                <a:noFill/>
              </a:ln>
              <a:effectLst/>
            </c:spPr>
            <c:extLst>
              <c:ext xmlns:c16="http://schemas.microsoft.com/office/drawing/2014/chart" uri="{C3380CC4-5D6E-409C-BE32-E72D297353CC}">
                <c16:uniqueId val="{00000001-7C26-4325-9236-3C49F5572541}"/>
              </c:ext>
            </c:extLst>
          </c:dPt>
          <c:dPt>
            <c:idx val="1"/>
            <c:invertIfNegative val="0"/>
            <c:bubble3D val="0"/>
            <c:spPr>
              <a:noFill/>
              <a:ln>
                <a:noFill/>
              </a:ln>
              <a:effectLst/>
            </c:spPr>
            <c:extLst>
              <c:ext xmlns:c16="http://schemas.microsoft.com/office/drawing/2014/chart" uri="{C3380CC4-5D6E-409C-BE32-E72D297353CC}">
                <c16:uniqueId val="{00000003-7C26-4325-9236-3C49F5572541}"/>
              </c:ext>
            </c:extLst>
          </c:dPt>
          <c:dPt>
            <c:idx val="2"/>
            <c:invertIfNegative val="0"/>
            <c:bubble3D val="0"/>
            <c:spPr>
              <a:noFill/>
              <a:ln>
                <a:noFill/>
              </a:ln>
              <a:effectLst/>
            </c:spPr>
            <c:extLst>
              <c:ext xmlns:c16="http://schemas.microsoft.com/office/drawing/2014/chart" uri="{C3380CC4-5D6E-409C-BE32-E72D297353CC}">
                <c16:uniqueId val="{00000005-7C26-4325-9236-3C49F5572541}"/>
              </c:ext>
            </c:extLst>
          </c:dPt>
          <c:dPt>
            <c:idx val="3"/>
            <c:invertIfNegative val="0"/>
            <c:bubble3D val="0"/>
            <c:spPr>
              <a:noFill/>
              <a:ln>
                <a:noFill/>
              </a:ln>
              <a:effectLst/>
            </c:spPr>
            <c:extLst>
              <c:ext xmlns:c16="http://schemas.microsoft.com/office/drawing/2014/chart" uri="{C3380CC4-5D6E-409C-BE32-E72D297353CC}">
                <c16:uniqueId val="{00000007-7C26-4325-9236-3C49F5572541}"/>
              </c:ext>
            </c:extLst>
          </c:dPt>
          <c:dPt>
            <c:idx val="4"/>
            <c:invertIfNegative val="0"/>
            <c:bubble3D val="0"/>
            <c:spPr>
              <a:noFill/>
              <a:ln>
                <a:noFill/>
              </a:ln>
              <a:effectLst/>
            </c:spPr>
            <c:extLst>
              <c:ext xmlns:c16="http://schemas.microsoft.com/office/drawing/2014/chart" uri="{C3380CC4-5D6E-409C-BE32-E72D297353CC}">
                <c16:uniqueId val="{00000009-7C26-4325-9236-3C49F5572541}"/>
              </c:ext>
            </c:extLst>
          </c:dPt>
          <c:dPt>
            <c:idx val="5"/>
            <c:invertIfNegative val="0"/>
            <c:bubble3D val="0"/>
            <c:spPr>
              <a:noFill/>
              <a:ln>
                <a:noFill/>
              </a:ln>
              <a:effectLst/>
            </c:spPr>
            <c:extLst>
              <c:ext xmlns:c16="http://schemas.microsoft.com/office/drawing/2014/chart" uri="{C3380CC4-5D6E-409C-BE32-E72D297353CC}">
                <c16:uniqueId val="{0000000B-7C26-4325-9236-3C49F5572541}"/>
              </c:ext>
            </c:extLst>
          </c:dPt>
          <c:dPt>
            <c:idx val="6"/>
            <c:invertIfNegative val="0"/>
            <c:bubble3D val="0"/>
            <c:spPr>
              <a:noFill/>
              <a:ln>
                <a:noFill/>
              </a:ln>
              <a:effectLst/>
            </c:spPr>
            <c:extLst>
              <c:ext xmlns:c16="http://schemas.microsoft.com/office/drawing/2014/chart" uri="{C3380CC4-5D6E-409C-BE32-E72D297353CC}">
                <c16:uniqueId val="{0000000D-7C26-4325-9236-3C49F5572541}"/>
              </c:ext>
            </c:extLst>
          </c:dPt>
          <c:dPt>
            <c:idx val="11"/>
            <c:invertIfNegative val="0"/>
            <c:bubble3D val="0"/>
            <c:spPr>
              <a:noFill/>
              <a:ln>
                <a:noFill/>
              </a:ln>
              <a:effectLst/>
            </c:spPr>
            <c:extLst>
              <c:ext xmlns:c16="http://schemas.microsoft.com/office/drawing/2014/chart" uri="{C3380CC4-5D6E-409C-BE32-E72D297353CC}">
                <c16:uniqueId val="{0000000F-7C26-4325-9236-3C49F5572541}"/>
              </c:ext>
            </c:extLst>
          </c:dPt>
          <c:cat>
            <c:strRef>
              <c:f>Sheet1!$A$2:$A$12</c:f>
              <c:strCache>
                <c:ptCount val="11"/>
                <c:pt idx="0">
                  <c:v>Client 1</c:v>
                </c:pt>
                <c:pt idx="1">
                  <c:v>Client 2</c:v>
                </c:pt>
                <c:pt idx="2">
                  <c:v>Client 3</c:v>
                </c:pt>
                <c:pt idx="3">
                  <c:v>Client 4</c:v>
                </c:pt>
                <c:pt idx="4">
                  <c:v>Client 5</c:v>
                </c:pt>
                <c:pt idx="5">
                  <c:v>Client 6</c:v>
                </c:pt>
                <c:pt idx="6">
                  <c:v>Client 7</c:v>
                </c:pt>
                <c:pt idx="7">
                  <c:v>Client 8</c:v>
                </c:pt>
                <c:pt idx="8">
                  <c:v>Client 9</c:v>
                </c:pt>
                <c:pt idx="9">
                  <c:v>Client 10</c:v>
                </c:pt>
                <c:pt idx="10">
                  <c:v>Other</c:v>
                </c:pt>
              </c:strCache>
            </c:strRef>
          </c:cat>
          <c:val>
            <c:numRef>
              <c:f>Sheet1!$B$2:$B$12</c:f>
              <c:numCache>
                <c:formatCode>0.00%</c:formatCode>
                <c:ptCount val="11"/>
                <c:pt idx="0">
                  <c:v>0</c:v>
                </c:pt>
                <c:pt idx="1">
                  <c:v>2.9873224853332318E-2</c:v>
                </c:pt>
                <c:pt idx="2">
                  <c:v>5.5282159703823781E-2</c:v>
                </c:pt>
                <c:pt idx="3">
                  <c:v>8.0356001877555289E-2</c:v>
                </c:pt>
                <c:pt idx="4">
                  <c:v>0.10241989074108498</c:v>
                </c:pt>
                <c:pt idx="5">
                  <c:v>0.12327299388149907</c:v>
                </c:pt>
                <c:pt idx="6">
                  <c:v>0.14396106876577117</c:v>
                </c:pt>
                <c:pt idx="7">
                  <c:v>0.1637324145296204</c:v>
                </c:pt>
                <c:pt idx="8">
                  <c:v>0.1817400163300783</c:v>
                </c:pt>
                <c:pt idx="9">
                  <c:v>0.19900384218162859</c:v>
                </c:pt>
                <c:pt idx="10">
                  <c:v>0.21618773347925588</c:v>
                </c:pt>
              </c:numCache>
            </c:numRef>
          </c:val>
          <c:extLst>
            <c:ext xmlns:c16="http://schemas.microsoft.com/office/drawing/2014/chart" uri="{C3380CC4-5D6E-409C-BE32-E72D297353CC}">
              <c16:uniqueId val="{00000010-7C26-4325-9236-3C49F5572541}"/>
            </c:ext>
          </c:extLst>
        </c:ser>
        <c:ser>
          <c:idx val="1"/>
          <c:order val="1"/>
          <c:tx>
            <c:strRef>
              <c:f>Sheet1!$C$1</c:f>
              <c:strCache>
                <c:ptCount val="1"/>
                <c:pt idx="0">
                  <c:v>Series 2</c:v>
                </c:pt>
              </c:strCache>
            </c:strRef>
          </c:tx>
          <c:spPr>
            <a:solidFill>
              <a:schemeClr val="accent1"/>
            </a:solidFill>
            <a:ln>
              <a:noFill/>
            </a:ln>
            <a:effectLst/>
          </c:spPr>
          <c:invertIfNegative val="0"/>
          <c:dPt>
            <c:idx val="1"/>
            <c:invertIfNegative val="0"/>
            <c:bubble3D val="0"/>
            <c:spPr>
              <a:solidFill>
                <a:schemeClr val="accent1"/>
              </a:solidFill>
              <a:ln>
                <a:noFill/>
              </a:ln>
              <a:effectLst/>
            </c:spPr>
            <c:extLst>
              <c:ext xmlns:c16="http://schemas.microsoft.com/office/drawing/2014/chart" uri="{C3380CC4-5D6E-409C-BE32-E72D297353CC}">
                <c16:uniqueId val="{00000012-7C26-4325-9236-3C49F5572541}"/>
              </c:ext>
            </c:extLst>
          </c:dPt>
          <c:dPt>
            <c:idx val="2"/>
            <c:invertIfNegative val="0"/>
            <c:bubble3D val="0"/>
            <c:spPr>
              <a:solidFill>
                <a:schemeClr val="accent1"/>
              </a:solidFill>
              <a:ln>
                <a:noFill/>
              </a:ln>
              <a:effectLst/>
            </c:spPr>
            <c:extLst>
              <c:ext xmlns:c16="http://schemas.microsoft.com/office/drawing/2014/chart" uri="{C3380CC4-5D6E-409C-BE32-E72D297353CC}">
                <c16:uniqueId val="{00000014-7C26-4325-9236-3C49F5572541}"/>
              </c:ext>
            </c:extLst>
          </c:dPt>
          <c:dPt>
            <c:idx val="3"/>
            <c:invertIfNegative val="0"/>
            <c:bubble3D val="0"/>
            <c:spPr>
              <a:solidFill>
                <a:schemeClr val="accent1"/>
              </a:solidFill>
              <a:ln>
                <a:noFill/>
              </a:ln>
              <a:effectLst/>
            </c:spPr>
            <c:extLst>
              <c:ext xmlns:c16="http://schemas.microsoft.com/office/drawing/2014/chart" uri="{C3380CC4-5D6E-409C-BE32-E72D297353CC}">
                <c16:uniqueId val="{00000016-7C26-4325-9236-3C49F5572541}"/>
              </c:ext>
            </c:extLst>
          </c:dPt>
          <c:dPt>
            <c:idx val="4"/>
            <c:invertIfNegative val="0"/>
            <c:bubble3D val="0"/>
            <c:spPr>
              <a:solidFill>
                <a:schemeClr val="accent1"/>
              </a:solidFill>
              <a:ln>
                <a:noFill/>
              </a:ln>
              <a:effectLst/>
            </c:spPr>
            <c:extLst>
              <c:ext xmlns:c16="http://schemas.microsoft.com/office/drawing/2014/chart" uri="{C3380CC4-5D6E-409C-BE32-E72D297353CC}">
                <c16:uniqueId val="{00000018-7C26-4325-9236-3C49F5572541}"/>
              </c:ext>
            </c:extLst>
          </c:dPt>
          <c:dPt>
            <c:idx val="5"/>
            <c:invertIfNegative val="0"/>
            <c:bubble3D val="0"/>
            <c:spPr>
              <a:solidFill>
                <a:schemeClr val="accent1"/>
              </a:solidFill>
              <a:ln>
                <a:noFill/>
              </a:ln>
              <a:effectLst/>
            </c:spPr>
            <c:extLst>
              <c:ext xmlns:c16="http://schemas.microsoft.com/office/drawing/2014/chart" uri="{C3380CC4-5D6E-409C-BE32-E72D297353CC}">
                <c16:uniqueId val="{0000001A-7C26-4325-9236-3C49F5572541}"/>
              </c:ext>
            </c:extLst>
          </c:dPt>
          <c:dPt>
            <c:idx val="6"/>
            <c:invertIfNegative val="0"/>
            <c:bubble3D val="0"/>
            <c:spPr>
              <a:solidFill>
                <a:schemeClr val="accent1"/>
              </a:solidFill>
              <a:ln>
                <a:noFill/>
              </a:ln>
              <a:effectLst/>
            </c:spPr>
            <c:extLst>
              <c:ext xmlns:c16="http://schemas.microsoft.com/office/drawing/2014/chart" uri="{C3380CC4-5D6E-409C-BE32-E72D297353CC}">
                <c16:uniqueId val="{0000001C-7C26-4325-9236-3C49F5572541}"/>
              </c:ext>
            </c:extLst>
          </c:dPt>
          <c:dPt>
            <c:idx val="10"/>
            <c:invertIfNegative val="0"/>
            <c:bubble3D val="0"/>
            <c:spPr>
              <a:solidFill>
                <a:schemeClr val="bg2"/>
              </a:solidFill>
              <a:ln>
                <a:noFill/>
              </a:ln>
              <a:effectLst/>
            </c:spPr>
            <c:extLst>
              <c:ext xmlns:c16="http://schemas.microsoft.com/office/drawing/2014/chart" uri="{C3380CC4-5D6E-409C-BE32-E72D297353CC}">
                <c16:uniqueId val="{0000001C-8550-45F3-9AFE-D16AA5F2195C}"/>
              </c:ext>
            </c:extLst>
          </c:dPt>
          <c:dLbls>
            <c:dLbl>
              <c:idx val="0"/>
              <c:layout>
                <c:manualLayout>
                  <c:x val="7.4650824896887888E-2"/>
                  <c:y val="-6.4865025054403327E-3"/>
                </c:manualLayout>
              </c:layout>
              <c:numFmt formatCode="0.0%" sourceLinked="0"/>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accent1">
                          <a:lumMod val="75000"/>
                        </a:schemeClr>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ctr"/>
              <c:showLegendKey val="0"/>
              <c:showVal val="1"/>
              <c:showCatName val="0"/>
              <c:showSerName val="0"/>
              <c:showPercent val="0"/>
              <c:showBubbleSize val="0"/>
              <c:extLst>
                <c:ext xmlns:c15="http://schemas.microsoft.com/office/drawing/2012/chart" uri="{CE6537A1-D6FC-4f65-9D91-7224C49458BB}">
                  <c15:layout>
                    <c:manualLayout>
                      <c:w val="0.11619047619047618"/>
                      <c:h val="9.0846801533461308E-2"/>
                    </c:manualLayout>
                  </c15:layout>
                </c:ext>
                <c:ext xmlns:c16="http://schemas.microsoft.com/office/drawing/2014/chart" uri="{C3380CC4-5D6E-409C-BE32-E72D297353CC}">
                  <c16:uniqueId val="{0000001D-7C26-4325-9236-3C49F5572541}"/>
                </c:ext>
              </c:extLst>
            </c:dLbl>
            <c:dLbl>
              <c:idx val="1"/>
              <c:layout>
                <c:manualLayout>
                  <c:x val="7.188195225596801E-2"/>
                  <c:y val="-3.2435067274151279E-3"/>
                </c:manualLayout>
              </c:layout>
              <c:numFmt formatCode="0.0%" sourceLinked="0"/>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accent1">
                          <a:lumMod val="75000"/>
                        </a:schemeClr>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ctr"/>
              <c:showLegendKey val="0"/>
              <c:showVal val="1"/>
              <c:showCatName val="0"/>
              <c:showSerName val="0"/>
              <c:showPercent val="0"/>
              <c:showBubbleSize val="0"/>
              <c:extLst>
                <c:ext xmlns:c15="http://schemas.microsoft.com/office/drawing/2012/chart" uri="{CE6537A1-D6FC-4f65-9D91-7224C49458BB}">
                  <c15:layout>
                    <c:manualLayout>
                      <c:w val="0.11511904761904762"/>
                      <c:h val="8.435774428107122E-2"/>
                    </c:manualLayout>
                  </c15:layout>
                </c:ext>
                <c:ext xmlns:c16="http://schemas.microsoft.com/office/drawing/2014/chart" uri="{C3380CC4-5D6E-409C-BE32-E72D297353CC}">
                  <c16:uniqueId val="{00000012-7C26-4325-9236-3C49F5572541}"/>
                </c:ext>
              </c:extLst>
            </c:dLbl>
            <c:dLbl>
              <c:idx val="2"/>
              <c:layout>
                <c:manualLayout>
                  <c:x val="7.242844644419448E-2"/>
                  <c:y val="-3.2440176768050652E-3"/>
                </c:manualLayout>
              </c:layout>
              <c:numFmt formatCode="0.0%" sourceLinked="0"/>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accent1">
                          <a:lumMod val="75000"/>
                        </a:schemeClr>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ctr"/>
              <c:showLegendKey val="0"/>
              <c:showVal val="1"/>
              <c:showCatName val="0"/>
              <c:showSerName val="0"/>
              <c:showPercent val="0"/>
              <c:showBubbleSize val="0"/>
              <c:extLst>
                <c:ext xmlns:c15="http://schemas.microsoft.com/office/drawing/2012/chart" uri="{CE6537A1-D6FC-4f65-9D91-7224C49458BB}">
                  <c15:layout>
                    <c:manualLayout>
                      <c:w val="0.11511904761904762"/>
                      <c:h val="8.435774428107122E-2"/>
                    </c:manualLayout>
                  </c15:layout>
                </c:ext>
                <c:ext xmlns:c16="http://schemas.microsoft.com/office/drawing/2014/chart" uri="{C3380CC4-5D6E-409C-BE32-E72D297353CC}">
                  <c16:uniqueId val="{00000014-7C26-4325-9236-3C49F5572541}"/>
                </c:ext>
              </c:extLst>
            </c:dLbl>
            <c:dLbl>
              <c:idx val="3"/>
              <c:layout>
                <c:manualLayout>
                  <c:x val="6.9190882389701294E-2"/>
                  <c:y val="6.4911010499499313E-3"/>
                </c:manualLayout>
              </c:layout>
              <c:numFmt formatCode="0.0%" sourceLinked="0"/>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accent1">
                          <a:lumMod val="75000"/>
                        </a:schemeClr>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ctr"/>
              <c:showLegendKey val="0"/>
              <c:showVal val="1"/>
              <c:showCatName val="0"/>
              <c:showSerName val="0"/>
              <c:showPercent val="0"/>
              <c:showBubbleSize val="0"/>
              <c:extLst>
                <c:ext xmlns:c15="http://schemas.microsoft.com/office/drawing/2012/chart" uri="{CE6537A1-D6FC-4f65-9D91-7224C49458BB}">
                  <c15:layout>
                    <c:manualLayout>
                      <c:w val="0.11234126984126983"/>
                      <c:h val="0.1038249160382415"/>
                    </c:manualLayout>
                  </c15:layout>
                </c:ext>
                <c:ext xmlns:c16="http://schemas.microsoft.com/office/drawing/2014/chart" uri="{C3380CC4-5D6E-409C-BE32-E72D297353CC}">
                  <c16:uniqueId val="{00000016-7C26-4325-9236-3C49F5572541}"/>
                </c:ext>
              </c:extLst>
            </c:dLbl>
            <c:dLbl>
              <c:idx val="4"/>
              <c:layout>
                <c:manualLayout>
                  <c:x val="6.6803524559430075E-2"/>
                  <c:y val="5.1094938995197584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7C26-4325-9236-3C49F5572541}"/>
                </c:ext>
              </c:extLst>
            </c:dLbl>
            <c:dLbl>
              <c:idx val="5"/>
              <c:layout>
                <c:manualLayout>
                  <c:x val="6.3566116735408074E-2"/>
                  <c:y val="5.109493900114582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7C26-4325-9236-3C49F5572541}"/>
                </c:ext>
              </c:extLst>
            </c:dLbl>
            <c:dLbl>
              <c:idx val="6"/>
              <c:layout>
                <c:manualLayout>
                  <c:x val="7.5470902016830488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7C26-4325-9236-3C49F5572541}"/>
                </c:ext>
              </c:extLst>
            </c:dLbl>
            <c:dLbl>
              <c:idx val="7"/>
              <c:layout>
                <c:manualLayout>
                  <c:x val="6.0647731533558305E-2"/>
                  <c:y val="1.0218987799039517E-6"/>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7C26-4325-9236-3C49F5572541}"/>
                </c:ext>
              </c:extLst>
            </c:dLbl>
            <c:dLbl>
              <c:idx val="8"/>
              <c:layout>
                <c:manualLayout>
                  <c:x val="5.7864954380702376E-2"/>
                  <c:y val="1.0218987799039517E-6"/>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F-7C26-4325-9236-3C49F5572541}"/>
                </c:ext>
              </c:extLst>
            </c:dLbl>
            <c:dLbl>
              <c:idx val="9"/>
              <c:layout>
                <c:manualLayout>
                  <c:x val="5.7697162854643096E-2"/>
                  <c:y val="5.1094938995197584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0-7C26-4325-9236-3C49F5572541}"/>
                </c:ext>
              </c:extLst>
            </c:dLbl>
            <c:dLbl>
              <c:idx val="10"/>
              <c:numFmt formatCode="0.0%" sourceLinked="0"/>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bg1"/>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inEnd"/>
              <c:showLegendKey val="0"/>
              <c:showVal val="1"/>
              <c:showCatName val="0"/>
              <c:showSerName val="0"/>
              <c:showPercent val="0"/>
              <c:showBubbleSize val="0"/>
              <c:extLst>
                <c:ext xmlns:c15="http://schemas.microsoft.com/office/drawing/2012/chart" uri="{CE6537A1-D6FC-4f65-9D91-7224C49458BB}">
                  <c15:layout>
                    <c:manualLayout>
                      <c:w val="0.14027777777777781"/>
                      <c:h val="9.7335858785851409E-2"/>
                    </c:manualLayout>
                  </c15:layout>
                </c:ext>
                <c:ext xmlns:c16="http://schemas.microsoft.com/office/drawing/2014/chart" uri="{C3380CC4-5D6E-409C-BE32-E72D297353CC}">
                  <c16:uniqueId val="{0000001C-8550-45F3-9AFE-D16AA5F2195C}"/>
                </c:ext>
              </c:extLst>
            </c:dLbl>
            <c:numFmt formatCode="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accent1">
                        <a:lumMod val="75000"/>
                      </a:schemeClr>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Client 1</c:v>
                </c:pt>
                <c:pt idx="1">
                  <c:v>Client 2</c:v>
                </c:pt>
                <c:pt idx="2">
                  <c:v>Client 3</c:v>
                </c:pt>
                <c:pt idx="3">
                  <c:v>Client 4</c:v>
                </c:pt>
                <c:pt idx="4">
                  <c:v>Client 5</c:v>
                </c:pt>
                <c:pt idx="5">
                  <c:v>Client 6</c:v>
                </c:pt>
                <c:pt idx="6">
                  <c:v>Client 7</c:v>
                </c:pt>
                <c:pt idx="7">
                  <c:v>Client 8</c:v>
                </c:pt>
                <c:pt idx="8">
                  <c:v>Client 9</c:v>
                </c:pt>
                <c:pt idx="9">
                  <c:v>Client 10</c:v>
                </c:pt>
                <c:pt idx="10">
                  <c:v>Other</c:v>
                </c:pt>
              </c:strCache>
            </c:strRef>
          </c:cat>
          <c:val>
            <c:numRef>
              <c:f>Sheet1!$C$2:$C$12</c:f>
              <c:numCache>
                <c:formatCode>0.00%</c:formatCode>
                <c:ptCount val="11"/>
                <c:pt idx="0">
                  <c:v>2.9873224853332318E-2</c:v>
                </c:pt>
                <c:pt idx="1">
                  <c:v>2.5408934850491463E-2</c:v>
                </c:pt>
                <c:pt idx="2">
                  <c:v>2.5073842173731511E-2</c:v>
                </c:pt>
                <c:pt idx="3">
                  <c:v>2.2063888863529689E-2</c:v>
                </c:pt>
                <c:pt idx="4">
                  <c:v>2.0853103140414074E-2</c:v>
                </c:pt>
                <c:pt idx="5">
                  <c:v>2.0688074884272108E-2</c:v>
                </c:pt>
                <c:pt idx="6">
                  <c:v>1.9771345763849219E-2</c:v>
                </c:pt>
                <c:pt idx="7">
                  <c:v>1.8007601800457899E-2</c:v>
                </c:pt>
                <c:pt idx="8">
                  <c:v>1.7263825851550296E-2</c:v>
                </c:pt>
                <c:pt idx="9">
                  <c:v>1.7183891297627298E-2</c:v>
                </c:pt>
                <c:pt idx="10">
                  <c:v>0.78381226652074165</c:v>
                </c:pt>
              </c:numCache>
            </c:numRef>
          </c:val>
          <c:extLst>
            <c:ext xmlns:c16="http://schemas.microsoft.com/office/drawing/2014/chart" uri="{C3380CC4-5D6E-409C-BE32-E72D297353CC}">
              <c16:uniqueId val="{00000021-7C26-4325-9236-3C49F5572541}"/>
            </c:ext>
          </c:extLst>
        </c:ser>
        <c:ser>
          <c:idx val="2"/>
          <c:order val="2"/>
          <c:tx>
            <c:strRef>
              <c:f>Sheet1!$D$1</c:f>
              <c:strCache>
                <c:ptCount val="1"/>
                <c:pt idx="0">
                  <c:v>Series 3</c:v>
                </c:pt>
              </c:strCache>
            </c:strRef>
          </c:tx>
          <c:spPr>
            <a:solidFill>
              <a:schemeClr val="accent3"/>
            </a:solidFill>
            <a:ln>
              <a:noFill/>
            </a:ln>
            <a:effectLst/>
          </c:spPr>
          <c:invertIfNegative val="0"/>
          <c:cat>
            <c:strRef>
              <c:f>Sheet1!$A$2:$A$12</c:f>
              <c:strCache>
                <c:ptCount val="11"/>
                <c:pt idx="0">
                  <c:v>Client 1</c:v>
                </c:pt>
                <c:pt idx="1">
                  <c:v>Client 2</c:v>
                </c:pt>
                <c:pt idx="2">
                  <c:v>Client 3</c:v>
                </c:pt>
                <c:pt idx="3">
                  <c:v>Client 4</c:v>
                </c:pt>
                <c:pt idx="4">
                  <c:v>Client 5</c:v>
                </c:pt>
                <c:pt idx="5">
                  <c:v>Client 6</c:v>
                </c:pt>
                <c:pt idx="6">
                  <c:v>Client 7</c:v>
                </c:pt>
                <c:pt idx="7">
                  <c:v>Client 8</c:v>
                </c:pt>
                <c:pt idx="8">
                  <c:v>Client 9</c:v>
                </c:pt>
                <c:pt idx="9">
                  <c:v>Client 10</c:v>
                </c:pt>
                <c:pt idx="10">
                  <c:v>Other</c:v>
                </c:pt>
              </c:strCache>
            </c:strRef>
          </c:cat>
          <c:val>
            <c:numRef>
              <c:f>Sheet1!$D$2:$D$12</c:f>
              <c:numCache>
                <c:formatCode>General</c:formatCode>
                <c:ptCount val="11"/>
              </c:numCache>
            </c:numRef>
          </c:val>
          <c:extLst>
            <c:ext xmlns:c16="http://schemas.microsoft.com/office/drawing/2014/chart" uri="{C3380CC4-5D6E-409C-BE32-E72D297353CC}">
              <c16:uniqueId val="{00000022-7C26-4325-9236-3C49F5572541}"/>
            </c:ext>
          </c:extLst>
        </c:ser>
        <c:dLbls>
          <c:showLegendKey val="0"/>
          <c:showVal val="0"/>
          <c:showCatName val="0"/>
          <c:showSerName val="0"/>
          <c:showPercent val="0"/>
          <c:showBubbleSize val="0"/>
        </c:dLbls>
        <c:gapWidth val="21"/>
        <c:overlap val="100"/>
        <c:axId val="1027268920"/>
        <c:axId val="1027275808"/>
      </c:barChart>
      <c:catAx>
        <c:axId val="1027268920"/>
        <c:scaling>
          <c:orientation val="maxMin"/>
        </c:scaling>
        <c:delete val="0"/>
        <c:axPos val="l"/>
        <c:numFmt formatCode="General"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lgn="ctr">
              <a:defRPr lang="en-US" sz="700" b="0" i="0" u="none" strike="noStrike" kern="1200" baseline="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pPr>
            <a:endParaRPr lang="es-CO"/>
          </a:p>
        </c:txPr>
        <c:crossAx val="1027275808"/>
        <c:crosses val="autoZero"/>
        <c:auto val="1"/>
        <c:lblAlgn val="ctr"/>
        <c:lblOffset val="100"/>
        <c:noMultiLvlLbl val="0"/>
      </c:catAx>
      <c:valAx>
        <c:axId val="1027275808"/>
        <c:scaling>
          <c:orientation val="minMax"/>
          <c:max val="1"/>
        </c:scaling>
        <c:delete val="0"/>
        <c:axPos val="t"/>
        <c:majorGridlines>
          <c:spPr>
            <a:ln w="9525" cap="flat" cmpd="sng" algn="ctr">
              <a:noFill/>
              <a:round/>
            </a:ln>
            <a:effectLst/>
          </c:spPr>
        </c:majorGridlines>
        <c:numFmt formatCode="0.00%" sourceLinked="1"/>
        <c:majorTickMark val="none"/>
        <c:minorTickMark val="none"/>
        <c:tickLblPos val="none"/>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ontserrat" panose="00000500000000000000" pitchFamily="2" charset="0"/>
                <a:ea typeface="Roboto" panose="02000000000000000000" pitchFamily="2" charset="0"/>
                <a:cs typeface="+mn-cs"/>
              </a:defRPr>
            </a:pPr>
            <a:endParaRPr lang="es-CO"/>
          </a:p>
        </c:txPr>
        <c:crossAx val="102726892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700">
          <a:latin typeface="Montserrat" panose="00000500000000000000" pitchFamily="2" charset="0"/>
          <a:ea typeface="Roboto" panose="02000000000000000000" pitchFamily="2" charset="0"/>
        </a:defRPr>
      </a:pPr>
      <a:endParaRPr lang="es-CO"/>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5.3631249163413101E-2"/>
          <c:w val="1"/>
          <c:h val="0.80541923539223481"/>
        </c:manualLayout>
      </c:layout>
      <c:barChart>
        <c:barDir val="col"/>
        <c:grouping val="clustered"/>
        <c:varyColors val="0"/>
        <c:ser>
          <c:idx val="0"/>
          <c:order val="0"/>
          <c:tx>
            <c:strRef>
              <c:f>Sheet1!$B$1</c:f>
              <c:strCache>
                <c:ptCount val="1"/>
                <c:pt idx="0">
                  <c:v>#</c:v>
                </c:pt>
              </c:strCache>
            </c:strRef>
          </c:tx>
          <c:spPr>
            <a:solidFill>
              <a:schemeClr val="accent1"/>
            </a:solidFill>
            <a:ln>
              <a:noFill/>
            </a:ln>
            <a:effectLst/>
          </c:spPr>
          <c:invertIfNegative val="0"/>
          <c:dPt>
            <c:idx val="4"/>
            <c:invertIfNegative val="0"/>
            <c:bubble3D val="0"/>
            <c:spPr>
              <a:solidFill>
                <a:schemeClr val="accent1"/>
              </a:solidFill>
              <a:ln>
                <a:noFill/>
              </a:ln>
              <a:effectLst/>
            </c:spPr>
            <c:extLst>
              <c:ext xmlns:c16="http://schemas.microsoft.com/office/drawing/2014/chart" uri="{C3380CC4-5D6E-409C-BE32-E72D297353CC}">
                <c16:uniqueId val="{00000001-278D-4BB5-B7E9-C0644A3F92A9}"/>
              </c:ext>
            </c:extLst>
          </c:dPt>
          <c:dPt>
            <c:idx val="5"/>
            <c:invertIfNegative val="0"/>
            <c:bubble3D val="0"/>
            <c:spPr>
              <a:solidFill>
                <a:schemeClr val="accent1"/>
              </a:solidFill>
              <a:ln>
                <a:noFill/>
              </a:ln>
              <a:effectLst/>
            </c:spPr>
            <c:extLst>
              <c:ext xmlns:c16="http://schemas.microsoft.com/office/drawing/2014/chart" uri="{C3380CC4-5D6E-409C-BE32-E72D297353CC}">
                <c16:uniqueId val="{00000003-278D-4BB5-B7E9-C0644A3F92A9}"/>
              </c:ext>
            </c:extLst>
          </c:dPt>
          <c:dPt>
            <c:idx val="6"/>
            <c:invertIfNegative val="0"/>
            <c:bubble3D val="0"/>
            <c:spPr>
              <a:solidFill>
                <a:schemeClr val="bg2"/>
              </a:solidFill>
              <a:ln>
                <a:noFill/>
              </a:ln>
              <a:effectLst/>
            </c:spPr>
            <c:extLst>
              <c:ext xmlns:c16="http://schemas.microsoft.com/office/drawing/2014/chart" uri="{C3380CC4-5D6E-409C-BE32-E72D297353CC}">
                <c16:uniqueId val="{00000005-278D-4BB5-B7E9-C0644A3F92A9}"/>
              </c:ext>
            </c:extLst>
          </c:dPt>
          <c:dLbls>
            <c:dLbl>
              <c:idx val="6"/>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bg2"/>
                      </a:solidFill>
                      <a:latin typeface="Poppins SemiBold" panose="00000700000000000000" pitchFamily="2" charset="0"/>
                      <a:ea typeface="+mn-ea"/>
                      <a:cs typeface="Poppins SemiBold" panose="00000700000000000000" pitchFamily="2" charset="0"/>
                    </a:defRPr>
                  </a:pPr>
                  <a:endParaRPr lang="es-CO"/>
                </a:p>
              </c:txPr>
              <c:dLblPos val="outEnd"/>
              <c:showLegendKey val="0"/>
              <c:showVal val="1"/>
              <c:showCatName val="0"/>
              <c:showSerName val="0"/>
              <c:showPercent val="0"/>
              <c:showBubbleSize val="0"/>
              <c:extLst>
                <c:ext xmlns:c15="http://schemas.microsoft.com/office/drawing/2012/chart" uri="{CE6537A1-D6FC-4f65-9D91-7224C49458BB}">
                  <c15:layout>
                    <c:manualLayout>
                      <c:w val="6.321319775920399E-2"/>
                      <c:h val="8.5257100506709135E-2"/>
                    </c:manualLayout>
                  </c15:layout>
                </c:ext>
                <c:ext xmlns:c16="http://schemas.microsoft.com/office/drawing/2014/chart" uri="{C3380CC4-5D6E-409C-BE32-E72D297353CC}">
                  <c16:uniqueId val="{00000005-278D-4BB5-B7E9-C0644A3F92A9}"/>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accent1">
                        <a:lumMod val="75000"/>
                      </a:schemeClr>
                    </a:solidFill>
                    <a:latin typeface="Poppins SemiBold" panose="00000700000000000000" pitchFamily="2" charset="0"/>
                    <a:ea typeface="+mn-ea"/>
                    <a:cs typeface="Poppins SemiBold" panose="00000700000000000000" pitchFamily="2" charset="0"/>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6 Months or less</c:v>
                </c:pt>
                <c:pt idx="1">
                  <c:v>7 Months</c:v>
                </c:pt>
                <c:pt idx="2">
                  <c:v>8 Months</c:v>
                </c:pt>
                <c:pt idx="3">
                  <c:v>9 Months</c:v>
                </c:pt>
                <c:pt idx="4">
                  <c:v>10 Months</c:v>
                </c:pt>
                <c:pt idx="5">
                  <c:v>11 Months</c:v>
                </c:pt>
                <c:pt idx="6">
                  <c:v>12 Months</c:v>
                </c:pt>
              </c:strCache>
            </c:strRef>
          </c:cat>
          <c:val>
            <c:numRef>
              <c:f>Sheet1!$B$2:$B$8</c:f>
              <c:numCache>
                <c:formatCode>General</c:formatCode>
                <c:ptCount val="7"/>
                <c:pt idx="0">
                  <c:v>3</c:v>
                </c:pt>
                <c:pt idx="1">
                  <c:v>4</c:v>
                </c:pt>
                <c:pt idx="2">
                  <c:v>6</c:v>
                </c:pt>
                <c:pt idx="3">
                  <c:v>5</c:v>
                </c:pt>
                <c:pt idx="4">
                  <c:v>7</c:v>
                </c:pt>
                <c:pt idx="5">
                  <c:v>6</c:v>
                </c:pt>
                <c:pt idx="6">
                  <c:v>19</c:v>
                </c:pt>
              </c:numCache>
            </c:numRef>
          </c:val>
          <c:extLst>
            <c:ext xmlns:c16="http://schemas.microsoft.com/office/drawing/2014/chart" uri="{C3380CC4-5D6E-409C-BE32-E72D297353CC}">
              <c16:uniqueId val="{00000002-B492-4E2C-8592-ABF665B77B7F}"/>
            </c:ext>
          </c:extLst>
        </c:ser>
        <c:dLbls>
          <c:dLblPos val="outEnd"/>
          <c:showLegendKey val="0"/>
          <c:showVal val="1"/>
          <c:showCatName val="0"/>
          <c:showSerName val="0"/>
          <c:showPercent val="0"/>
          <c:showBubbleSize val="0"/>
        </c:dLbls>
        <c:gapWidth val="30"/>
        <c:overlap val="-27"/>
        <c:axId val="93348464"/>
        <c:axId val="93348880"/>
      </c:barChart>
      <c:catAx>
        <c:axId val="93348464"/>
        <c:scaling>
          <c:orientation val="minMax"/>
        </c:scaling>
        <c:delete val="0"/>
        <c:axPos val="b"/>
        <c:numFmt formatCode="General"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lgn="ctr">
              <a:defRPr lang="en-US" sz="200" b="0" i="0" u="none" strike="noStrike" kern="1200" baseline="0">
                <a:solidFill>
                  <a:schemeClr val="bg1"/>
                </a:solidFill>
                <a:latin typeface="Poppins Light" panose="00000400000000000000" pitchFamily="2" charset="0"/>
                <a:ea typeface="Source Serif Pro" panose="02040603050405020204" pitchFamily="18" charset="0"/>
                <a:cs typeface="Poppins Light" panose="00000400000000000000" pitchFamily="2" charset="0"/>
              </a:defRPr>
            </a:pPr>
            <a:endParaRPr lang="es-CO"/>
          </a:p>
        </c:txPr>
        <c:crossAx val="93348880"/>
        <c:crosses val="autoZero"/>
        <c:auto val="1"/>
        <c:lblAlgn val="ctr"/>
        <c:lblOffset val="100"/>
        <c:noMultiLvlLbl val="0"/>
      </c:catAx>
      <c:valAx>
        <c:axId val="93348880"/>
        <c:scaling>
          <c:orientation val="minMax"/>
          <c:min val="0"/>
        </c:scaling>
        <c:delete val="0"/>
        <c:axPos val="l"/>
        <c:numFmt formatCode="General" sourceLinked="1"/>
        <c:majorTickMark val="out"/>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933484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407533265527638"/>
          <c:y val="9.7799220842831866E-2"/>
          <c:w val="0.71771542106549557"/>
          <c:h val="0.88388270998242524"/>
        </c:manualLayout>
      </c:layout>
      <c:pieChart>
        <c:varyColors val="1"/>
        <c:ser>
          <c:idx val="0"/>
          <c:order val="0"/>
          <c:tx>
            <c:strRef>
              <c:f>Sheet1!$B$1</c:f>
              <c:strCache>
                <c:ptCount val="1"/>
                <c:pt idx="0">
                  <c:v>2024</c:v>
                </c:pt>
              </c:strCache>
            </c:strRef>
          </c:tx>
          <c:spPr>
            <a:solidFill>
              <a:srgbClr val="0B9151"/>
            </a:solidFill>
          </c:spPr>
          <c:dPt>
            <c:idx val="0"/>
            <c:bubble3D val="0"/>
            <c:spPr>
              <a:solidFill>
                <a:schemeClr val="bg2"/>
              </a:solidFill>
              <a:ln w="6350">
                <a:solidFill>
                  <a:schemeClr val="bg1">
                    <a:lumMod val="95000"/>
                  </a:schemeClr>
                </a:solidFill>
              </a:ln>
              <a:effectLst/>
            </c:spPr>
            <c:extLst>
              <c:ext xmlns:c16="http://schemas.microsoft.com/office/drawing/2014/chart" uri="{C3380CC4-5D6E-409C-BE32-E72D297353CC}">
                <c16:uniqueId val="{00000001-40B9-4F4D-9393-E5FC97EB69DB}"/>
              </c:ext>
            </c:extLst>
          </c:dPt>
          <c:dPt>
            <c:idx val="1"/>
            <c:bubble3D val="0"/>
            <c:spPr>
              <a:solidFill>
                <a:schemeClr val="accent1"/>
              </a:solidFill>
              <a:ln w="6350">
                <a:solidFill>
                  <a:schemeClr val="bg1">
                    <a:lumMod val="95000"/>
                  </a:schemeClr>
                </a:solidFill>
              </a:ln>
              <a:effectLst/>
            </c:spPr>
            <c:extLst>
              <c:ext xmlns:c16="http://schemas.microsoft.com/office/drawing/2014/chart" uri="{C3380CC4-5D6E-409C-BE32-E72D297353CC}">
                <c16:uniqueId val="{00000003-40B9-4F4D-9393-E5FC97EB69DB}"/>
              </c:ext>
            </c:extLst>
          </c:dPt>
          <c:dPt>
            <c:idx val="2"/>
            <c:bubble3D val="0"/>
            <c:spPr>
              <a:solidFill>
                <a:schemeClr val="accent2"/>
              </a:solidFill>
              <a:ln w="6350">
                <a:solidFill>
                  <a:schemeClr val="bg1">
                    <a:lumMod val="95000"/>
                  </a:schemeClr>
                </a:solidFill>
              </a:ln>
              <a:effectLst/>
            </c:spPr>
            <c:extLst>
              <c:ext xmlns:c16="http://schemas.microsoft.com/office/drawing/2014/chart" uri="{C3380CC4-5D6E-409C-BE32-E72D297353CC}">
                <c16:uniqueId val="{00000005-40B9-4F4D-9393-E5FC97EB69DB}"/>
              </c:ext>
            </c:extLst>
          </c:dPt>
          <c:dPt>
            <c:idx val="3"/>
            <c:bubble3D val="0"/>
            <c:spPr>
              <a:solidFill>
                <a:schemeClr val="accent2">
                  <a:lumMod val="40000"/>
                  <a:lumOff val="60000"/>
                </a:schemeClr>
              </a:solidFill>
              <a:ln w="6350">
                <a:solidFill>
                  <a:schemeClr val="bg1">
                    <a:lumMod val="95000"/>
                  </a:schemeClr>
                </a:solidFill>
              </a:ln>
              <a:effectLst/>
            </c:spPr>
            <c:extLst>
              <c:ext xmlns:c16="http://schemas.microsoft.com/office/drawing/2014/chart" uri="{C3380CC4-5D6E-409C-BE32-E72D297353CC}">
                <c16:uniqueId val="{00000007-40B9-4F4D-9393-E5FC97EB69DB}"/>
              </c:ext>
            </c:extLst>
          </c:dPt>
          <c:dPt>
            <c:idx val="4"/>
            <c:bubble3D val="0"/>
            <c:spPr>
              <a:solidFill>
                <a:schemeClr val="tx2"/>
              </a:solidFill>
            </c:spPr>
            <c:extLst>
              <c:ext xmlns:c16="http://schemas.microsoft.com/office/drawing/2014/chart" uri="{C3380CC4-5D6E-409C-BE32-E72D297353CC}">
                <c16:uniqueId val="{00000009-40B9-4F4D-9393-E5FC97EB69DB}"/>
              </c:ext>
            </c:extLst>
          </c:dPt>
          <c:dPt>
            <c:idx val="5"/>
            <c:bubble3D val="0"/>
            <c:spPr>
              <a:solidFill>
                <a:schemeClr val="tx2">
                  <a:lumMod val="75000"/>
                  <a:lumOff val="25000"/>
                </a:schemeClr>
              </a:solidFill>
            </c:spPr>
            <c:extLst>
              <c:ext xmlns:c16="http://schemas.microsoft.com/office/drawing/2014/chart" uri="{C3380CC4-5D6E-409C-BE32-E72D297353CC}">
                <c16:uniqueId val="{0000000B-40B9-4F4D-9393-E5FC97EB69DB}"/>
              </c:ext>
            </c:extLst>
          </c:dPt>
          <c:dLbls>
            <c:dLbl>
              <c:idx val="0"/>
              <c:numFmt formatCode="0.0%" sourceLinked="0"/>
              <c:spPr>
                <a:noFill/>
                <a:ln>
                  <a:noFill/>
                </a:ln>
                <a:effectLst/>
              </c:spPr>
              <c:txPr>
                <a:bodyPr rot="0" spcFirstLastPara="1" vertOverflow="ellipsis" vert="horz" wrap="none" lIns="38100" tIns="19050" rIns="38100" bIns="19050" anchor="ctr" anchorCtr="0">
                  <a:spAutoFit/>
                </a:bodyPr>
                <a:lstStyle/>
                <a:p>
                  <a:pPr algn="ctr">
                    <a:defRPr lang="en-US" sz="900" b="1" i="0" u="none" strike="noStrike" kern="1200" baseline="0">
                      <a:solidFill>
                        <a:schemeClr val="bg1"/>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40B9-4F4D-9393-E5FC97EB69DB}"/>
                </c:ext>
              </c:extLst>
            </c:dLbl>
            <c:dLbl>
              <c:idx val="1"/>
              <c:dLblPos val="ctr"/>
              <c:showLegendKey val="0"/>
              <c:showVal val="1"/>
              <c:showCatName val="0"/>
              <c:showSerName val="0"/>
              <c:showPercent val="0"/>
              <c:showBubbleSize val="0"/>
              <c:extLst>
                <c:ext xmlns:c15="http://schemas.microsoft.com/office/drawing/2012/chart" uri="{CE6537A1-D6FC-4f65-9D91-7224C49458BB}">
                  <c15:layout>
                    <c:manualLayout>
                      <c:w val="0.15463736917877022"/>
                      <c:h val="8.1421492525075551E-2"/>
                    </c:manualLayout>
                  </c15:layout>
                </c:ext>
                <c:ext xmlns:c16="http://schemas.microsoft.com/office/drawing/2014/chart" uri="{C3380CC4-5D6E-409C-BE32-E72D297353CC}">
                  <c16:uniqueId val="{00000003-40B9-4F4D-9393-E5FC97EB69DB}"/>
                </c:ext>
              </c:extLst>
            </c:dLbl>
            <c:dLbl>
              <c:idx val="2"/>
              <c:layout>
                <c:manualLayout>
                  <c:x val="2.0741975554410323E-2"/>
                  <c:y val="2.2115612457302425E-2"/>
                </c:manualLayout>
              </c:layout>
              <c:numFmt formatCode="0.0%" sourceLinked="0"/>
              <c:spPr>
                <a:noFill/>
                <a:ln>
                  <a:noFill/>
                </a:ln>
                <a:effectLst/>
              </c:spPr>
              <c:txPr>
                <a:bodyPr rot="0" spcFirstLastPara="1" vertOverflow="ellipsis" vert="horz" wrap="none" lIns="38100" tIns="19050" rIns="38100" bIns="19050" anchor="ctr" anchorCtr="0">
                  <a:spAutoFit/>
                </a:bodyPr>
                <a:lstStyle/>
                <a:p>
                  <a:pPr algn="ctr">
                    <a:defRPr lang="en-US" sz="900" b="1" i="0" u="none" strike="noStrike" kern="1200" baseline="0">
                      <a:solidFill>
                        <a:schemeClr val="accent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n-US"/>
                </a:p>
              </c:txPr>
              <c:dLblPos val="bestFit"/>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40B9-4F4D-9393-E5FC97EB69DB}"/>
                </c:ext>
              </c:extLst>
            </c:dLbl>
            <c:dLbl>
              <c:idx val="3"/>
              <c:layout>
                <c:manualLayout>
                  <c:x val="9.2365551552040879E-3"/>
                  <c:y val="4.2469567881721744E-2"/>
                </c:manualLayout>
              </c:layout>
              <c:numFmt formatCode="0.0%" sourceLinked="0"/>
              <c:spPr>
                <a:noFill/>
                <a:ln>
                  <a:noFill/>
                </a:ln>
                <a:effectLst/>
              </c:spPr>
              <c:txPr>
                <a:bodyPr rot="0" spcFirstLastPara="1" vertOverflow="ellipsis" vert="horz" wrap="none" lIns="38100" tIns="19050" rIns="38100" bIns="19050" anchor="ctr" anchorCtr="0">
                  <a:spAutoFit/>
                </a:bodyPr>
                <a:lstStyle/>
                <a:p>
                  <a:pPr algn="ctr">
                    <a:defRPr lang="en-US" sz="900" b="1" i="0" u="none" strike="noStrike" kern="1200" baseline="0">
                      <a:solidFill>
                        <a:schemeClr val="accent2">
                          <a:lumMod val="60000"/>
                          <a:lumOff val="40000"/>
                        </a:schemeClr>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n-US"/>
                </a:p>
              </c:txPr>
              <c:dLblPos val="bestFit"/>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40B9-4F4D-9393-E5FC97EB69DB}"/>
                </c:ext>
              </c:extLst>
            </c:dLbl>
            <c:dLbl>
              <c:idx val="4"/>
              <c:layout>
                <c:manualLayout>
                  <c:x val="5.1541966382740749E-3"/>
                  <c:y val="1.3701600713777877E-2"/>
                </c:manualLayout>
              </c:layout>
              <c:numFmt formatCode="0.0%" sourceLinked="0"/>
              <c:spPr>
                <a:noFill/>
                <a:ln>
                  <a:noFill/>
                </a:ln>
                <a:effectLst/>
              </c:spPr>
              <c:txPr>
                <a:bodyPr rot="0" spcFirstLastPara="1" vertOverflow="ellipsis" vert="horz" wrap="none" lIns="38100" tIns="19050" rIns="38100" bIns="19050" anchor="ctr" anchorCtr="0">
                  <a:spAutoFit/>
                </a:bodyPr>
                <a:lstStyle/>
                <a:p>
                  <a:pPr algn="ctr">
                    <a:defRPr lang="en-US" sz="900" b="1" i="0" u="none" strike="noStrike" kern="1200" baseline="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n-US"/>
                </a:p>
              </c:txPr>
              <c:dLblPos val="bestFit"/>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40B9-4F4D-9393-E5FC97EB69DB}"/>
                </c:ext>
              </c:extLst>
            </c:dLbl>
            <c:dLbl>
              <c:idx val="5"/>
              <c:layout>
                <c:manualLayout>
                  <c:x val="3.8225264190753096E-2"/>
                  <c:y val="0"/>
                </c:manualLayout>
              </c:layout>
              <c:numFmt formatCode="0.0%" sourceLinked="0"/>
              <c:spPr>
                <a:noFill/>
                <a:ln>
                  <a:noFill/>
                </a:ln>
                <a:effectLst/>
              </c:spPr>
              <c:txPr>
                <a:bodyPr rot="0" spcFirstLastPara="1" vertOverflow="ellipsis" vert="horz" wrap="none" lIns="38100" tIns="19050" rIns="38100" bIns="19050" anchor="ctr" anchorCtr="0">
                  <a:spAutoFit/>
                </a:bodyPr>
                <a:lstStyle/>
                <a:p>
                  <a:pPr algn="ctr">
                    <a:defRPr lang="en-US" sz="900" b="1" i="0" u="none" strike="noStrike" kern="1200" baseline="0">
                      <a:solidFill>
                        <a:schemeClr val="tx2">
                          <a:lumMod val="75000"/>
                          <a:lumOff val="25000"/>
                        </a:schemeClr>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n-US"/>
                </a:p>
              </c:txPr>
              <c:dLblPos val="bestFit"/>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40B9-4F4D-9393-E5FC97EB69DB}"/>
                </c:ext>
              </c:extLst>
            </c:dLbl>
            <c:numFmt formatCode="0.0%" sourceLinked="0"/>
            <c:spPr>
              <a:noFill/>
              <a:ln>
                <a:noFill/>
              </a:ln>
              <a:effectLst/>
            </c:spPr>
            <c:txPr>
              <a:bodyPr rot="0" spcFirstLastPara="1" vertOverflow="ellipsis" vert="horz" wrap="none" lIns="38100" tIns="19050" rIns="38100" bIns="19050" anchor="ctr" anchorCtr="0">
                <a:spAutoFit/>
              </a:bodyPr>
              <a:lstStyle/>
              <a:p>
                <a:pPr algn="ctr">
                  <a:defRPr lang="en-US" sz="9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n-US"/>
              </a:p>
            </c:txPr>
            <c:dLblPos val="outEnd"/>
            <c:showLegendKey val="0"/>
            <c:showVal val="1"/>
            <c:showCatName val="0"/>
            <c:showSerName val="0"/>
            <c:showPercent val="0"/>
            <c:showBubbleSize val="0"/>
            <c:showLeaderLines val="1"/>
            <c:leaderLines>
              <c:spPr>
                <a:ln w="9525" cap="flat" cmpd="sng" algn="ctr">
                  <a:noFill/>
                  <a:round/>
                </a:ln>
                <a:effectLst/>
              </c:spPr>
            </c:leaderLines>
            <c:extLst>
              <c:ext xmlns:c15="http://schemas.microsoft.com/office/drawing/2012/chart" uri="{CE6537A1-D6FC-4f65-9D91-7224C49458BB}">
                <c15:spPr xmlns:c15="http://schemas.microsoft.com/office/drawing/2012/chart">
                  <a:prstGeom prst="rect">
                    <a:avLst/>
                  </a:prstGeom>
                </c15:spPr>
              </c:ext>
            </c:extLst>
          </c:dLbls>
          <c:cat>
            <c:strRef>
              <c:f>Sheet1!$A$2:$A$7</c:f>
              <c:strCache>
                <c:ptCount val="6"/>
                <c:pt idx="0">
                  <c:v>Southeast</c:v>
                </c:pt>
                <c:pt idx="1">
                  <c:v>South</c:v>
                </c:pt>
                <c:pt idx="2">
                  <c:v>Mid-West</c:v>
                </c:pt>
                <c:pt idx="3">
                  <c:v>Northeast</c:v>
                </c:pt>
                <c:pt idx="4">
                  <c:v>North</c:v>
                </c:pt>
                <c:pt idx="5">
                  <c:v>Abroad</c:v>
                </c:pt>
              </c:strCache>
            </c:strRef>
          </c:cat>
          <c:val>
            <c:numRef>
              <c:f>Sheet1!$B$2:$B$7</c:f>
              <c:numCache>
                <c:formatCode>0.0%</c:formatCode>
                <c:ptCount val="6"/>
                <c:pt idx="0">
                  <c:v>0.57728952577560466</c:v>
                </c:pt>
                <c:pt idx="1">
                  <c:v>0.26801766357902346</c:v>
                </c:pt>
                <c:pt idx="2">
                  <c:v>3.0706870632913403E-2</c:v>
                </c:pt>
                <c:pt idx="3">
                  <c:v>7.3188804146886027E-2</c:v>
                </c:pt>
                <c:pt idx="4">
                  <c:v>5.8443972184400199E-3</c:v>
                </c:pt>
                <c:pt idx="5">
                  <c:v>4.495273864713252E-2</c:v>
                </c:pt>
              </c:numCache>
            </c:numRef>
          </c:val>
          <c:extLst>
            <c:ext xmlns:c16="http://schemas.microsoft.com/office/drawing/2014/chart" uri="{C3380CC4-5D6E-409C-BE32-E72D297353CC}">
              <c16:uniqueId val="{0000000C-40B9-4F4D-9393-E5FC97EB69DB}"/>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407533265527638"/>
          <c:y val="9.7799220842831866E-2"/>
          <c:w val="0.71771542106549557"/>
          <c:h val="0.88388270998242524"/>
        </c:manualLayout>
      </c:layout>
      <c:pieChart>
        <c:varyColors val="1"/>
        <c:ser>
          <c:idx val="0"/>
          <c:order val="0"/>
          <c:tx>
            <c:strRef>
              <c:f>Sheet1!$B$1</c:f>
              <c:strCache>
                <c:ptCount val="1"/>
                <c:pt idx="0">
                  <c:v>2024</c:v>
                </c:pt>
              </c:strCache>
            </c:strRef>
          </c:tx>
          <c:spPr>
            <a:solidFill>
              <a:srgbClr val="0B9151"/>
            </a:solidFill>
          </c:spPr>
          <c:dPt>
            <c:idx val="0"/>
            <c:bubble3D val="0"/>
            <c:spPr>
              <a:solidFill>
                <a:schemeClr val="bg2"/>
              </a:solidFill>
              <a:ln w="6350">
                <a:solidFill>
                  <a:schemeClr val="bg1">
                    <a:lumMod val="95000"/>
                  </a:schemeClr>
                </a:solidFill>
              </a:ln>
              <a:effectLst/>
            </c:spPr>
            <c:extLst>
              <c:ext xmlns:c16="http://schemas.microsoft.com/office/drawing/2014/chart" uri="{C3380CC4-5D6E-409C-BE32-E72D297353CC}">
                <c16:uniqueId val="{00000001-40B9-4F4D-9393-E5FC97EB69DB}"/>
              </c:ext>
            </c:extLst>
          </c:dPt>
          <c:dPt>
            <c:idx val="1"/>
            <c:bubble3D val="0"/>
            <c:spPr>
              <a:solidFill>
                <a:schemeClr val="accent1"/>
              </a:solidFill>
              <a:ln w="6350">
                <a:solidFill>
                  <a:schemeClr val="bg1">
                    <a:lumMod val="95000"/>
                  </a:schemeClr>
                </a:solidFill>
              </a:ln>
              <a:effectLst/>
            </c:spPr>
            <c:extLst>
              <c:ext xmlns:c16="http://schemas.microsoft.com/office/drawing/2014/chart" uri="{C3380CC4-5D6E-409C-BE32-E72D297353CC}">
                <c16:uniqueId val="{00000003-40B9-4F4D-9393-E5FC97EB69DB}"/>
              </c:ext>
            </c:extLst>
          </c:dPt>
          <c:dPt>
            <c:idx val="2"/>
            <c:bubble3D val="0"/>
            <c:spPr>
              <a:solidFill>
                <a:schemeClr val="accent2"/>
              </a:solidFill>
              <a:ln w="6350">
                <a:solidFill>
                  <a:schemeClr val="bg1">
                    <a:lumMod val="95000"/>
                  </a:schemeClr>
                </a:solidFill>
              </a:ln>
              <a:effectLst/>
            </c:spPr>
            <c:extLst>
              <c:ext xmlns:c16="http://schemas.microsoft.com/office/drawing/2014/chart" uri="{C3380CC4-5D6E-409C-BE32-E72D297353CC}">
                <c16:uniqueId val="{00000005-40B9-4F4D-9393-E5FC97EB69DB}"/>
              </c:ext>
            </c:extLst>
          </c:dPt>
          <c:dPt>
            <c:idx val="3"/>
            <c:bubble3D val="0"/>
            <c:spPr>
              <a:solidFill>
                <a:schemeClr val="accent2">
                  <a:lumMod val="40000"/>
                  <a:lumOff val="60000"/>
                </a:schemeClr>
              </a:solidFill>
              <a:ln w="6350">
                <a:solidFill>
                  <a:schemeClr val="bg1">
                    <a:lumMod val="95000"/>
                  </a:schemeClr>
                </a:solidFill>
              </a:ln>
              <a:effectLst/>
            </c:spPr>
            <c:extLst>
              <c:ext xmlns:c16="http://schemas.microsoft.com/office/drawing/2014/chart" uri="{C3380CC4-5D6E-409C-BE32-E72D297353CC}">
                <c16:uniqueId val="{00000007-40B9-4F4D-9393-E5FC97EB69DB}"/>
              </c:ext>
            </c:extLst>
          </c:dPt>
          <c:dPt>
            <c:idx val="4"/>
            <c:bubble3D val="0"/>
            <c:spPr>
              <a:solidFill>
                <a:schemeClr val="tx2"/>
              </a:solidFill>
            </c:spPr>
            <c:extLst>
              <c:ext xmlns:c16="http://schemas.microsoft.com/office/drawing/2014/chart" uri="{C3380CC4-5D6E-409C-BE32-E72D297353CC}">
                <c16:uniqueId val="{00000009-40B9-4F4D-9393-E5FC97EB69DB}"/>
              </c:ext>
            </c:extLst>
          </c:dPt>
          <c:dPt>
            <c:idx val="5"/>
            <c:bubble3D val="0"/>
            <c:spPr>
              <a:solidFill>
                <a:schemeClr val="tx2">
                  <a:lumMod val="75000"/>
                  <a:lumOff val="25000"/>
                </a:schemeClr>
              </a:solidFill>
            </c:spPr>
            <c:extLst>
              <c:ext xmlns:c16="http://schemas.microsoft.com/office/drawing/2014/chart" uri="{C3380CC4-5D6E-409C-BE32-E72D297353CC}">
                <c16:uniqueId val="{0000000B-40B9-4F4D-9393-E5FC97EB69DB}"/>
              </c:ext>
            </c:extLst>
          </c:dPt>
          <c:dLbls>
            <c:dLbl>
              <c:idx val="0"/>
              <c:numFmt formatCode="0.0%" sourceLinked="0"/>
              <c:spPr>
                <a:noFill/>
                <a:ln>
                  <a:noFill/>
                </a:ln>
                <a:effectLst/>
              </c:spPr>
              <c:txPr>
                <a:bodyPr rot="0" spcFirstLastPara="1" vertOverflow="ellipsis" vert="horz" wrap="none" lIns="38100" tIns="19050" rIns="38100" bIns="19050" anchor="ctr" anchorCtr="0">
                  <a:spAutoFit/>
                </a:bodyPr>
                <a:lstStyle/>
                <a:p>
                  <a:pPr algn="ctr">
                    <a:defRPr lang="en-US" sz="900" b="1" i="0" u="none" strike="noStrike" kern="1200" baseline="0">
                      <a:solidFill>
                        <a:schemeClr val="bg1"/>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40B9-4F4D-9393-E5FC97EB69DB}"/>
                </c:ext>
              </c:extLst>
            </c:dLbl>
            <c:dLbl>
              <c:idx val="1"/>
              <c:dLblPos val="ctr"/>
              <c:showLegendKey val="0"/>
              <c:showVal val="1"/>
              <c:showCatName val="0"/>
              <c:showSerName val="0"/>
              <c:showPercent val="0"/>
              <c:showBubbleSize val="0"/>
              <c:extLst>
                <c:ext xmlns:c15="http://schemas.microsoft.com/office/drawing/2012/chart" uri="{CE6537A1-D6FC-4f65-9D91-7224C49458BB}">
                  <c15:layout>
                    <c:manualLayout>
                      <c:w val="0.15463736917877022"/>
                      <c:h val="8.1421492525075551E-2"/>
                    </c:manualLayout>
                  </c15:layout>
                </c:ext>
                <c:ext xmlns:c16="http://schemas.microsoft.com/office/drawing/2014/chart" uri="{C3380CC4-5D6E-409C-BE32-E72D297353CC}">
                  <c16:uniqueId val="{00000003-40B9-4F4D-9393-E5FC97EB69DB}"/>
                </c:ext>
              </c:extLst>
            </c:dLbl>
            <c:dLbl>
              <c:idx val="2"/>
              <c:layout>
                <c:manualLayout>
                  <c:x val="2.0741975554410302E-2"/>
                  <c:y val="2.2115612457302425E-2"/>
                </c:manualLayout>
              </c:layout>
              <c:numFmt formatCode="0.0%" sourceLinked="0"/>
              <c:spPr>
                <a:noFill/>
                <a:ln>
                  <a:noFill/>
                </a:ln>
                <a:effectLst/>
              </c:spPr>
              <c:txPr>
                <a:bodyPr rot="0" spcFirstLastPara="1" vertOverflow="ellipsis" vert="horz" wrap="none" lIns="38100" tIns="19050" rIns="38100" bIns="19050" anchor="ctr" anchorCtr="0">
                  <a:spAutoFit/>
                </a:bodyPr>
                <a:lstStyle/>
                <a:p>
                  <a:pPr algn="ctr">
                    <a:defRPr lang="en-US" sz="900" b="1" i="0" u="none" strike="noStrike" kern="1200" baseline="0">
                      <a:solidFill>
                        <a:schemeClr val="accent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n-US"/>
                </a:p>
              </c:txPr>
              <c:dLblPos val="bestFit"/>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40B9-4F4D-9393-E5FC97EB69DB}"/>
                </c:ext>
              </c:extLst>
            </c:dLbl>
            <c:dLbl>
              <c:idx val="3"/>
              <c:layout>
                <c:manualLayout>
                  <c:x val="9.2365551552040879E-3"/>
                  <c:y val="4.2469567881721744E-2"/>
                </c:manualLayout>
              </c:layout>
              <c:numFmt formatCode="0.0%" sourceLinked="0"/>
              <c:spPr>
                <a:noFill/>
                <a:ln>
                  <a:noFill/>
                </a:ln>
                <a:effectLst/>
              </c:spPr>
              <c:txPr>
                <a:bodyPr rot="0" spcFirstLastPara="1" vertOverflow="ellipsis" vert="horz" wrap="none" lIns="38100" tIns="19050" rIns="38100" bIns="19050" anchor="ctr" anchorCtr="0">
                  <a:spAutoFit/>
                </a:bodyPr>
                <a:lstStyle/>
                <a:p>
                  <a:pPr algn="ctr">
                    <a:defRPr lang="en-US" sz="900" b="1" i="0" u="none" strike="noStrike" kern="1200" baseline="0">
                      <a:solidFill>
                        <a:schemeClr val="accent2">
                          <a:lumMod val="60000"/>
                          <a:lumOff val="40000"/>
                        </a:schemeClr>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n-US"/>
                </a:p>
              </c:txPr>
              <c:dLblPos val="bestFit"/>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40B9-4F4D-9393-E5FC97EB69DB}"/>
                </c:ext>
              </c:extLst>
            </c:dLbl>
            <c:dLbl>
              <c:idx val="4"/>
              <c:layout>
                <c:manualLayout>
                  <c:x val="5.1541966382740749E-3"/>
                  <c:y val="1.3701600713777877E-2"/>
                </c:manualLayout>
              </c:layout>
              <c:numFmt formatCode="0.0%" sourceLinked="0"/>
              <c:spPr>
                <a:noFill/>
                <a:ln>
                  <a:noFill/>
                </a:ln>
                <a:effectLst/>
              </c:spPr>
              <c:txPr>
                <a:bodyPr rot="0" spcFirstLastPara="1" vertOverflow="ellipsis" vert="horz" wrap="none" lIns="38100" tIns="19050" rIns="38100" bIns="19050" anchor="ctr" anchorCtr="0">
                  <a:spAutoFit/>
                </a:bodyPr>
                <a:lstStyle/>
                <a:p>
                  <a:pPr algn="ctr">
                    <a:defRPr lang="en-US" sz="900" b="1" i="0" u="none" strike="noStrike" kern="1200" baseline="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n-US"/>
                </a:p>
              </c:txPr>
              <c:dLblPos val="bestFit"/>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40B9-4F4D-9393-E5FC97EB69DB}"/>
                </c:ext>
              </c:extLst>
            </c:dLbl>
            <c:dLbl>
              <c:idx val="5"/>
              <c:layout>
                <c:manualLayout>
                  <c:x val="3.8225264190753096E-2"/>
                  <c:y val="0"/>
                </c:manualLayout>
              </c:layout>
              <c:numFmt formatCode="0.0%" sourceLinked="0"/>
              <c:spPr>
                <a:noFill/>
                <a:ln>
                  <a:noFill/>
                </a:ln>
                <a:effectLst/>
              </c:spPr>
              <c:txPr>
                <a:bodyPr rot="0" spcFirstLastPara="1" vertOverflow="ellipsis" vert="horz" wrap="none" lIns="38100" tIns="19050" rIns="38100" bIns="19050" anchor="ctr" anchorCtr="0">
                  <a:spAutoFit/>
                </a:bodyPr>
                <a:lstStyle/>
                <a:p>
                  <a:pPr algn="ctr">
                    <a:defRPr lang="en-US" sz="900" b="1" i="0" u="none" strike="noStrike" kern="1200" baseline="0">
                      <a:solidFill>
                        <a:schemeClr val="tx2">
                          <a:lumMod val="75000"/>
                          <a:lumOff val="25000"/>
                        </a:schemeClr>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n-US"/>
                </a:p>
              </c:txPr>
              <c:dLblPos val="bestFit"/>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40B9-4F4D-9393-E5FC97EB69DB}"/>
                </c:ext>
              </c:extLst>
            </c:dLbl>
            <c:numFmt formatCode="0.0%" sourceLinked="0"/>
            <c:spPr>
              <a:noFill/>
              <a:ln>
                <a:noFill/>
              </a:ln>
              <a:effectLst/>
            </c:spPr>
            <c:txPr>
              <a:bodyPr rot="0" spcFirstLastPara="1" vertOverflow="ellipsis" vert="horz" wrap="none" lIns="38100" tIns="19050" rIns="38100" bIns="19050" anchor="ctr" anchorCtr="0">
                <a:spAutoFit/>
              </a:bodyPr>
              <a:lstStyle/>
              <a:p>
                <a:pPr algn="ctr">
                  <a:defRPr lang="en-US" sz="9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n-US"/>
              </a:p>
            </c:txPr>
            <c:dLblPos val="outEnd"/>
            <c:showLegendKey val="0"/>
            <c:showVal val="1"/>
            <c:showCatName val="0"/>
            <c:showSerName val="0"/>
            <c:showPercent val="0"/>
            <c:showBubbleSize val="0"/>
            <c:showLeaderLines val="1"/>
            <c:leaderLines>
              <c:spPr>
                <a:ln w="9525" cap="flat" cmpd="sng" algn="ctr">
                  <a:noFill/>
                  <a:round/>
                </a:ln>
                <a:effectLst/>
              </c:spPr>
            </c:leaderLines>
            <c:extLst>
              <c:ext xmlns:c15="http://schemas.microsoft.com/office/drawing/2012/chart" uri="{CE6537A1-D6FC-4f65-9D91-7224C49458BB}">
                <c15:spPr xmlns:c15="http://schemas.microsoft.com/office/drawing/2012/chart">
                  <a:prstGeom prst="rect">
                    <a:avLst/>
                  </a:prstGeom>
                </c15:spPr>
              </c:ext>
            </c:extLst>
          </c:dLbls>
          <c:cat>
            <c:strRef>
              <c:f>Sheet1!$A$2:$A$7</c:f>
              <c:strCache>
                <c:ptCount val="6"/>
                <c:pt idx="0">
                  <c:v>Southeast</c:v>
                </c:pt>
                <c:pt idx="1">
                  <c:v>South</c:v>
                </c:pt>
                <c:pt idx="2">
                  <c:v>Mid-West</c:v>
                </c:pt>
                <c:pt idx="3">
                  <c:v>Northeast</c:v>
                </c:pt>
                <c:pt idx="4">
                  <c:v>North</c:v>
                </c:pt>
                <c:pt idx="5">
                  <c:v>Abroad</c:v>
                </c:pt>
              </c:strCache>
            </c:strRef>
          </c:cat>
          <c:val>
            <c:numRef>
              <c:f>Sheet1!$B$2:$B$7</c:f>
              <c:numCache>
                <c:formatCode>0.0%</c:formatCode>
                <c:ptCount val="6"/>
                <c:pt idx="0">
                  <c:v>0.69599999999999995</c:v>
                </c:pt>
                <c:pt idx="1">
                  <c:v>0.13100000000000001</c:v>
                </c:pt>
                <c:pt idx="2">
                  <c:v>5.0999999999999997E-2</c:v>
                </c:pt>
                <c:pt idx="3">
                  <c:v>7.2999999999999995E-2</c:v>
                </c:pt>
                <c:pt idx="4">
                  <c:v>1.6E-2</c:v>
                </c:pt>
                <c:pt idx="5">
                  <c:v>3.3000000000000002E-2</c:v>
                </c:pt>
              </c:numCache>
            </c:numRef>
          </c:val>
          <c:extLst>
            <c:ext xmlns:c16="http://schemas.microsoft.com/office/drawing/2014/chart" uri="{C3380CC4-5D6E-409C-BE32-E72D297353CC}">
              <c16:uniqueId val="{0000000C-40B9-4F4D-9393-E5FC97EB69DB}"/>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3712952981847434"/>
          <c:w val="1"/>
          <c:h val="0.48755352232843657"/>
        </c:manualLayout>
      </c:layout>
      <c:barChart>
        <c:barDir val="col"/>
        <c:grouping val="clustered"/>
        <c:varyColors val="0"/>
        <c:ser>
          <c:idx val="0"/>
          <c:order val="0"/>
          <c:tx>
            <c:strRef>
              <c:f>Sheet1!$B$1</c:f>
              <c:strCache>
                <c:ptCount val="1"/>
                <c:pt idx="0">
                  <c:v>#</c:v>
                </c:pt>
              </c:strCache>
            </c:strRef>
          </c:tx>
          <c:spPr>
            <a:solidFill>
              <a:schemeClr val="accent1"/>
            </a:solidFill>
            <a:ln>
              <a:noFill/>
            </a:ln>
            <a:effectLst/>
          </c:spPr>
          <c:invertIfNegative val="0"/>
          <c:dPt>
            <c:idx val="1"/>
            <c:invertIfNegative val="0"/>
            <c:bubble3D val="0"/>
            <c:spPr>
              <a:solidFill>
                <a:schemeClr val="accent1"/>
              </a:solidFill>
              <a:ln>
                <a:noFill/>
              </a:ln>
              <a:effectLst/>
            </c:spPr>
            <c:extLst>
              <c:ext xmlns:c16="http://schemas.microsoft.com/office/drawing/2014/chart" uri="{C3380CC4-5D6E-409C-BE32-E72D297353CC}">
                <c16:uniqueId val="{00000001-702A-4534-B8E2-377595A41781}"/>
              </c:ext>
            </c:extLst>
          </c:dPt>
          <c:dLbls>
            <c:spPr>
              <a:noFill/>
              <a:ln>
                <a:noFill/>
              </a:ln>
              <a:effectLst/>
            </c:spPr>
            <c:txPr>
              <a:bodyPr rot="0" spcFirstLastPara="1" vertOverflow="ellipsis" vert="horz" wrap="square" lIns="38100" tIns="19050" rIns="38100" bIns="19050" anchor="ctr" anchorCtr="0">
                <a:spAutoFit/>
              </a:bodyPr>
              <a:lstStyle/>
              <a:p>
                <a:pPr algn="ctr">
                  <a:defRPr lang="en-US" sz="8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Sheet1!$A$2:$A$4</c:f>
              <c:numCache>
                <c:formatCode>General</c:formatCode>
                <c:ptCount val="3"/>
                <c:pt idx="0">
                  <c:v>2022</c:v>
                </c:pt>
                <c:pt idx="1">
                  <c:v>2023</c:v>
                </c:pt>
                <c:pt idx="2">
                  <c:v>2024</c:v>
                </c:pt>
              </c:numCache>
            </c:numRef>
          </c:cat>
          <c:val>
            <c:numRef>
              <c:f>Sheet1!$B$2:$B$4</c:f>
              <c:numCache>
                <c:formatCode>#,##0.0</c:formatCode>
                <c:ptCount val="3"/>
                <c:pt idx="0">
                  <c:v>4.9042319219101147</c:v>
                </c:pt>
                <c:pt idx="1">
                  <c:v>5.7942397360462268</c:v>
                </c:pt>
                <c:pt idx="2">
                  <c:v>6.2115446960196579</c:v>
                </c:pt>
              </c:numCache>
            </c:numRef>
          </c:val>
          <c:extLst>
            <c:ext xmlns:c16="http://schemas.microsoft.com/office/drawing/2014/chart" uri="{C3380CC4-5D6E-409C-BE32-E72D297353CC}">
              <c16:uniqueId val="{00000002-FEDB-45B0-8B72-44318905FF6F}"/>
            </c:ext>
          </c:extLst>
        </c:ser>
        <c:dLbls>
          <c:dLblPos val="outEnd"/>
          <c:showLegendKey val="0"/>
          <c:showVal val="1"/>
          <c:showCatName val="0"/>
          <c:showSerName val="0"/>
          <c:showPercent val="0"/>
          <c:showBubbleSize val="0"/>
        </c:dLbls>
        <c:gapWidth val="40"/>
        <c:overlap val="-27"/>
        <c:axId val="93348464"/>
        <c:axId val="93348880"/>
      </c:barChart>
      <c:catAx>
        <c:axId val="93348464"/>
        <c:scaling>
          <c:orientation val="minMax"/>
        </c:scaling>
        <c:delete val="0"/>
        <c:axPos val="b"/>
        <c:numFmt formatCode="General"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lgn="ctr">
              <a:defRPr lang="en-US" sz="700" b="0" i="0" u="none" strike="noStrike" kern="1200" baseline="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pPr>
            <a:endParaRPr lang="es-CO"/>
          </a:p>
        </c:txPr>
        <c:crossAx val="93348880"/>
        <c:crosses val="autoZero"/>
        <c:auto val="1"/>
        <c:lblAlgn val="ctr"/>
        <c:lblOffset val="100"/>
        <c:noMultiLvlLbl val="0"/>
      </c:catAx>
      <c:valAx>
        <c:axId val="93348880"/>
        <c:scaling>
          <c:orientation val="minMax"/>
          <c:min val="0"/>
        </c:scaling>
        <c:delete val="0"/>
        <c:axPos val="l"/>
        <c:numFmt formatCode="#,##0.0" sourceLinked="1"/>
        <c:majorTickMark val="out"/>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933484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3712952981847434"/>
          <c:w val="1"/>
          <c:h val="0.48755352232843657"/>
        </c:manualLayout>
      </c:layout>
      <c:barChart>
        <c:barDir val="col"/>
        <c:grouping val="clustered"/>
        <c:varyColors val="0"/>
        <c:ser>
          <c:idx val="0"/>
          <c:order val="0"/>
          <c:tx>
            <c:strRef>
              <c:f>Sheet1!$B$1</c:f>
              <c:strCache>
                <c:ptCount val="1"/>
                <c:pt idx="0">
                  <c:v>#</c:v>
                </c:pt>
              </c:strCache>
            </c:strRef>
          </c:tx>
          <c:spPr>
            <a:solidFill>
              <a:schemeClr val="accent1"/>
            </a:solidFill>
            <a:ln>
              <a:noFill/>
            </a:ln>
            <a:effectLst/>
          </c:spPr>
          <c:invertIfNegative val="0"/>
          <c:dPt>
            <c:idx val="1"/>
            <c:invertIfNegative val="0"/>
            <c:bubble3D val="0"/>
            <c:spPr>
              <a:solidFill>
                <a:schemeClr val="accent1"/>
              </a:solidFill>
              <a:ln>
                <a:noFill/>
              </a:ln>
              <a:effectLst/>
            </c:spPr>
            <c:extLst>
              <c:ext xmlns:c16="http://schemas.microsoft.com/office/drawing/2014/chart" uri="{C3380CC4-5D6E-409C-BE32-E72D297353CC}">
                <c16:uniqueId val="{00000001-95D5-4D75-A3DB-13920B08B842}"/>
              </c:ext>
            </c:extLst>
          </c:dPt>
          <c:dLbls>
            <c:spPr>
              <a:noFill/>
              <a:ln>
                <a:noFill/>
              </a:ln>
              <a:effectLst/>
            </c:spPr>
            <c:txPr>
              <a:bodyPr rot="0" spcFirstLastPara="1" vertOverflow="ellipsis" vert="horz" wrap="square" lIns="38100" tIns="19050" rIns="38100" bIns="19050" anchor="ctr" anchorCtr="0">
                <a:spAutoFit/>
              </a:bodyPr>
              <a:lstStyle/>
              <a:p>
                <a:pPr algn="ctr">
                  <a:defRPr lang="en-US" sz="8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2022</c:v>
                </c:pt>
                <c:pt idx="1">
                  <c:v>2023</c:v>
                </c:pt>
                <c:pt idx="2">
                  <c:v>2024E</c:v>
                </c:pt>
              </c:strCache>
            </c:strRef>
          </c:cat>
          <c:val>
            <c:numRef>
              <c:f>Sheet1!$B$2:$B$4</c:f>
              <c:numCache>
                <c:formatCode>#,##0.00</c:formatCode>
                <c:ptCount val="3"/>
                <c:pt idx="0">
                  <c:v>0.79075960617977081</c:v>
                </c:pt>
                <c:pt idx="1">
                  <c:v>3.4523611197100199</c:v>
                </c:pt>
                <c:pt idx="2">
                  <c:v>3.8573446567076157</c:v>
                </c:pt>
              </c:numCache>
            </c:numRef>
          </c:val>
          <c:extLst>
            <c:ext xmlns:c16="http://schemas.microsoft.com/office/drawing/2014/chart" uri="{C3380CC4-5D6E-409C-BE32-E72D297353CC}">
              <c16:uniqueId val="{00000002-FEDB-45B0-8B72-44318905FF6F}"/>
            </c:ext>
          </c:extLst>
        </c:ser>
        <c:dLbls>
          <c:dLblPos val="outEnd"/>
          <c:showLegendKey val="0"/>
          <c:showVal val="1"/>
          <c:showCatName val="0"/>
          <c:showSerName val="0"/>
          <c:showPercent val="0"/>
          <c:showBubbleSize val="0"/>
        </c:dLbls>
        <c:gapWidth val="40"/>
        <c:overlap val="-27"/>
        <c:axId val="93348464"/>
        <c:axId val="93348880"/>
      </c:barChart>
      <c:catAx>
        <c:axId val="93348464"/>
        <c:scaling>
          <c:orientation val="minMax"/>
        </c:scaling>
        <c:delete val="0"/>
        <c:axPos val="b"/>
        <c:numFmt formatCode="General"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lgn="ctr">
              <a:defRPr lang="en-US" sz="700" b="0" i="0" u="none" strike="noStrike" kern="1200" baseline="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pPr>
            <a:endParaRPr lang="es-CO"/>
          </a:p>
        </c:txPr>
        <c:crossAx val="93348880"/>
        <c:crosses val="autoZero"/>
        <c:auto val="1"/>
        <c:lblAlgn val="ctr"/>
        <c:lblOffset val="100"/>
        <c:noMultiLvlLbl val="0"/>
      </c:catAx>
      <c:valAx>
        <c:axId val="93348880"/>
        <c:scaling>
          <c:orientation val="minMax"/>
          <c:min val="0"/>
        </c:scaling>
        <c:delete val="0"/>
        <c:axPos val="l"/>
        <c:numFmt formatCode="#,##0.00" sourceLinked="1"/>
        <c:majorTickMark val="out"/>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933484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3712952981847434"/>
          <c:w val="1"/>
          <c:h val="0.48755306570879953"/>
        </c:manualLayout>
      </c:layout>
      <c:barChart>
        <c:barDir val="col"/>
        <c:grouping val="clustered"/>
        <c:varyColors val="0"/>
        <c:ser>
          <c:idx val="0"/>
          <c:order val="0"/>
          <c:tx>
            <c:strRef>
              <c:f>Sheet1!$B$1</c:f>
              <c:strCache>
                <c:ptCount val="1"/>
                <c:pt idx="0">
                  <c:v>#</c:v>
                </c:pt>
              </c:strCache>
            </c:strRef>
          </c:tx>
          <c:spPr>
            <a:solidFill>
              <a:schemeClr val="accent1"/>
            </a:solidFill>
            <a:ln>
              <a:noFill/>
            </a:ln>
            <a:effectLst/>
          </c:spPr>
          <c:invertIfNegative val="0"/>
          <c:dPt>
            <c:idx val="1"/>
            <c:invertIfNegative val="0"/>
            <c:bubble3D val="0"/>
            <c:spPr>
              <a:solidFill>
                <a:schemeClr val="accent1"/>
              </a:solidFill>
              <a:ln>
                <a:noFill/>
              </a:ln>
              <a:effectLst/>
            </c:spPr>
            <c:extLst>
              <c:ext xmlns:c16="http://schemas.microsoft.com/office/drawing/2014/chart" uri="{C3380CC4-5D6E-409C-BE32-E72D297353CC}">
                <c16:uniqueId val="{00000001-C888-40BE-9401-5C34F53FE984}"/>
              </c:ext>
            </c:extLst>
          </c:dPt>
          <c:dLbls>
            <c:spPr>
              <a:noFill/>
              <a:ln>
                <a:noFill/>
              </a:ln>
              <a:effectLst/>
            </c:spPr>
            <c:txPr>
              <a:bodyPr rot="0" spcFirstLastPara="1" vertOverflow="ellipsis" vert="horz" wrap="square" lIns="38100" tIns="19050" rIns="38100" bIns="19050" anchor="ctr" anchorCtr="0">
                <a:spAutoFit/>
              </a:bodyPr>
              <a:lstStyle/>
              <a:p>
                <a:pPr algn="ctr">
                  <a:defRPr lang="en-US" sz="8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Sheet1!$A$2:$A$4</c:f>
              <c:numCache>
                <c:formatCode>General</c:formatCode>
                <c:ptCount val="3"/>
                <c:pt idx="0">
                  <c:v>2022</c:v>
                </c:pt>
                <c:pt idx="1">
                  <c:v>2023</c:v>
                </c:pt>
                <c:pt idx="2">
                  <c:v>2024</c:v>
                </c:pt>
              </c:numCache>
            </c:numRef>
          </c:cat>
          <c:val>
            <c:numRef>
              <c:f>Sheet1!$B$2:$B$4</c:f>
              <c:numCache>
                <c:formatCode>#,##0.00</c:formatCode>
                <c:ptCount val="3"/>
                <c:pt idx="0">
                  <c:v>2.5308621994382028</c:v>
                </c:pt>
                <c:pt idx="1">
                  <c:v>5.080431556667417</c:v>
                </c:pt>
                <c:pt idx="2" formatCode="0.00">
                  <c:v>3.6408141788697774</c:v>
                </c:pt>
              </c:numCache>
            </c:numRef>
          </c:val>
          <c:extLst>
            <c:ext xmlns:c16="http://schemas.microsoft.com/office/drawing/2014/chart" uri="{C3380CC4-5D6E-409C-BE32-E72D297353CC}">
              <c16:uniqueId val="{00000002-FEDB-45B0-8B72-44318905FF6F}"/>
            </c:ext>
          </c:extLst>
        </c:ser>
        <c:dLbls>
          <c:dLblPos val="outEnd"/>
          <c:showLegendKey val="0"/>
          <c:showVal val="1"/>
          <c:showCatName val="0"/>
          <c:showSerName val="0"/>
          <c:showPercent val="0"/>
          <c:showBubbleSize val="0"/>
        </c:dLbls>
        <c:gapWidth val="40"/>
        <c:overlap val="-27"/>
        <c:axId val="93348464"/>
        <c:axId val="93348880"/>
      </c:barChart>
      <c:catAx>
        <c:axId val="93348464"/>
        <c:scaling>
          <c:orientation val="minMax"/>
        </c:scaling>
        <c:delete val="0"/>
        <c:axPos val="b"/>
        <c:numFmt formatCode="General"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lgn="ctr">
              <a:defRPr lang="en-US" sz="700" b="0" i="0" u="none" strike="noStrike" kern="1200" baseline="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pPr>
            <a:endParaRPr lang="es-CO"/>
          </a:p>
        </c:txPr>
        <c:crossAx val="93348880"/>
        <c:crosses val="autoZero"/>
        <c:auto val="1"/>
        <c:lblAlgn val="ctr"/>
        <c:lblOffset val="100"/>
        <c:noMultiLvlLbl val="0"/>
      </c:catAx>
      <c:valAx>
        <c:axId val="93348880"/>
        <c:scaling>
          <c:orientation val="minMax"/>
          <c:min val="0"/>
        </c:scaling>
        <c:delete val="0"/>
        <c:axPos val="l"/>
        <c:numFmt formatCode="#,##0.00" sourceLinked="1"/>
        <c:majorTickMark val="out"/>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933484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3712952981847434"/>
          <c:w val="1"/>
          <c:h val="0.48755306570879953"/>
        </c:manualLayout>
      </c:layout>
      <c:barChart>
        <c:barDir val="col"/>
        <c:grouping val="clustered"/>
        <c:varyColors val="0"/>
        <c:ser>
          <c:idx val="0"/>
          <c:order val="0"/>
          <c:tx>
            <c:strRef>
              <c:f>Sheet1!$B$1</c:f>
              <c:strCache>
                <c:ptCount val="1"/>
                <c:pt idx="0">
                  <c:v>#</c:v>
                </c:pt>
              </c:strCache>
            </c:strRef>
          </c:tx>
          <c:spPr>
            <a:solidFill>
              <a:schemeClr val="accent1"/>
            </a:solidFill>
            <a:ln>
              <a:noFill/>
            </a:ln>
            <a:effectLst/>
          </c:spPr>
          <c:invertIfNegative val="0"/>
          <c:dPt>
            <c:idx val="1"/>
            <c:invertIfNegative val="0"/>
            <c:bubble3D val="0"/>
            <c:spPr>
              <a:solidFill>
                <a:schemeClr val="accent1"/>
              </a:solidFill>
              <a:ln>
                <a:noFill/>
              </a:ln>
              <a:effectLst/>
            </c:spPr>
            <c:extLst>
              <c:ext xmlns:c16="http://schemas.microsoft.com/office/drawing/2014/chart" uri="{C3380CC4-5D6E-409C-BE32-E72D297353CC}">
                <c16:uniqueId val="{00000001-8672-4975-AEF1-B1625719F7D0}"/>
              </c:ext>
            </c:extLst>
          </c:dPt>
          <c:dLbls>
            <c:dLbl>
              <c:idx val="2"/>
              <c:layout>
                <c:manualLayout>
                  <c:x val="0"/>
                  <c:y val="0.1759828015907736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37B-48BA-ADA2-8FD1B943B4A5}"/>
                </c:ext>
              </c:extLst>
            </c:dLbl>
            <c:spPr>
              <a:noFill/>
              <a:ln>
                <a:noFill/>
              </a:ln>
              <a:effectLst/>
            </c:spPr>
            <c:txPr>
              <a:bodyPr rot="0" spcFirstLastPara="1" vertOverflow="ellipsis" vert="horz" wrap="square" lIns="38100" tIns="19050" rIns="38100" bIns="19050" anchor="ctr" anchorCtr="0">
                <a:spAutoFit/>
              </a:bodyPr>
              <a:lstStyle/>
              <a:p>
                <a:pPr algn="ctr">
                  <a:defRPr lang="en-US" sz="8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Sheet1!$A$2:$A$4</c:f>
              <c:numCache>
                <c:formatCode>General</c:formatCode>
                <c:ptCount val="3"/>
                <c:pt idx="0">
                  <c:v>2022</c:v>
                </c:pt>
                <c:pt idx="1">
                  <c:v>2023</c:v>
                </c:pt>
                <c:pt idx="2">
                  <c:v>2024</c:v>
                </c:pt>
              </c:numCache>
            </c:numRef>
          </c:cat>
          <c:val>
            <c:numRef>
              <c:f>Sheet1!$B$2:$B$4</c:f>
              <c:numCache>
                <c:formatCode>#,##0.00</c:formatCode>
                <c:ptCount val="3"/>
                <c:pt idx="0">
                  <c:v>7.0959195505617967E-2</c:v>
                </c:pt>
                <c:pt idx="1">
                  <c:v>0.11634668927153267</c:v>
                </c:pt>
                <c:pt idx="2">
                  <c:v>1.6230470187714989</c:v>
                </c:pt>
              </c:numCache>
            </c:numRef>
          </c:val>
          <c:extLst>
            <c:ext xmlns:c16="http://schemas.microsoft.com/office/drawing/2014/chart" uri="{C3380CC4-5D6E-409C-BE32-E72D297353CC}">
              <c16:uniqueId val="{00000002-FEDB-45B0-8B72-44318905FF6F}"/>
            </c:ext>
          </c:extLst>
        </c:ser>
        <c:dLbls>
          <c:dLblPos val="outEnd"/>
          <c:showLegendKey val="0"/>
          <c:showVal val="1"/>
          <c:showCatName val="0"/>
          <c:showSerName val="0"/>
          <c:showPercent val="0"/>
          <c:showBubbleSize val="0"/>
        </c:dLbls>
        <c:gapWidth val="40"/>
        <c:overlap val="-27"/>
        <c:axId val="93348464"/>
        <c:axId val="93348880"/>
      </c:barChart>
      <c:catAx>
        <c:axId val="93348464"/>
        <c:scaling>
          <c:orientation val="minMax"/>
        </c:scaling>
        <c:delete val="0"/>
        <c:axPos val="b"/>
        <c:numFmt formatCode="General"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lgn="ctr">
              <a:defRPr lang="en-US" sz="700" b="0" i="0" u="none" strike="noStrike" kern="1200" baseline="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pPr>
            <a:endParaRPr lang="es-CO"/>
          </a:p>
        </c:txPr>
        <c:crossAx val="93348880"/>
        <c:crosses val="autoZero"/>
        <c:auto val="1"/>
        <c:lblAlgn val="ctr"/>
        <c:lblOffset val="100"/>
        <c:noMultiLvlLbl val="0"/>
      </c:catAx>
      <c:valAx>
        <c:axId val="93348880"/>
        <c:scaling>
          <c:orientation val="minMax"/>
          <c:min val="0"/>
        </c:scaling>
        <c:delete val="0"/>
        <c:axPos val="l"/>
        <c:numFmt formatCode="#,##0.00" sourceLinked="1"/>
        <c:majorTickMark val="out"/>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933484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3712952981847434"/>
          <c:w val="1"/>
          <c:h val="0.48755306570879953"/>
        </c:manualLayout>
      </c:layout>
      <c:barChart>
        <c:barDir val="col"/>
        <c:grouping val="clustered"/>
        <c:varyColors val="0"/>
        <c:ser>
          <c:idx val="0"/>
          <c:order val="0"/>
          <c:tx>
            <c:strRef>
              <c:f>Sheet1!$B$1</c:f>
              <c:strCache>
                <c:ptCount val="1"/>
                <c:pt idx="0">
                  <c:v>#</c:v>
                </c:pt>
              </c:strCache>
            </c:strRef>
          </c:tx>
          <c:spPr>
            <a:solidFill>
              <a:schemeClr val="accent1"/>
            </a:solidFill>
            <a:ln>
              <a:noFill/>
            </a:ln>
            <a:effectLst/>
          </c:spPr>
          <c:invertIfNegative val="0"/>
          <c:dPt>
            <c:idx val="1"/>
            <c:invertIfNegative val="0"/>
            <c:bubble3D val="0"/>
            <c:spPr>
              <a:solidFill>
                <a:schemeClr val="accent1"/>
              </a:solidFill>
              <a:ln>
                <a:noFill/>
              </a:ln>
              <a:effectLst/>
            </c:spPr>
            <c:extLst>
              <c:ext xmlns:c16="http://schemas.microsoft.com/office/drawing/2014/chart" uri="{C3380CC4-5D6E-409C-BE32-E72D297353CC}">
                <c16:uniqueId val="{00000001-9D8A-4B05-A35E-42056F8D133D}"/>
              </c:ext>
            </c:extLst>
          </c:dPt>
          <c:dLbls>
            <c:spPr>
              <a:noFill/>
              <a:ln>
                <a:noFill/>
              </a:ln>
              <a:effectLst/>
            </c:spPr>
            <c:txPr>
              <a:bodyPr rot="0" spcFirstLastPara="1" vertOverflow="ellipsis" vert="horz" wrap="square" lIns="38100" tIns="19050" rIns="38100" bIns="19050" anchor="ctr" anchorCtr="0">
                <a:spAutoFit/>
              </a:bodyPr>
              <a:lstStyle/>
              <a:p>
                <a:pPr algn="ctr">
                  <a:defRPr lang="en-US" sz="8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2022</c:v>
                </c:pt>
                <c:pt idx="1">
                  <c:v>2023</c:v>
                </c:pt>
                <c:pt idx="2">
                  <c:v>2024E</c:v>
                </c:pt>
              </c:strCache>
            </c:strRef>
          </c:cat>
          <c:val>
            <c:numRef>
              <c:f>Sheet1!$B$2:$B$4</c:f>
              <c:numCache>
                <c:formatCode>#,##0.00</c:formatCode>
                <c:ptCount val="3"/>
                <c:pt idx="0">
                  <c:v>0.29813030224719111</c:v>
                </c:pt>
                <c:pt idx="1">
                  <c:v>0.46624917453258663</c:v>
                </c:pt>
                <c:pt idx="2">
                  <c:v>1.1024365851597053</c:v>
                </c:pt>
              </c:numCache>
            </c:numRef>
          </c:val>
          <c:extLst>
            <c:ext xmlns:c16="http://schemas.microsoft.com/office/drawing/2014/chart" uri="{C3380CC4-5D6E-409C-BE32-E72D297353CC}">
              <c16:uniqueId val="{00000002-FEDB-45B0-8B72-44318905FF6F}"/>
            </c:ext>
          </c:extLst>
        </c:ser>
        <c:dLbls>
          <c:dLblPos val="outEnd"/>
          <c:showLegendKey val="0"/>
          <c:showVal val="1"/>
          <c:showCatName val="0"/>
          <c:showSerName val="0"/>
          <c:showPercent val="0"/>
          <c:showBubbleSize val="0"/>
        </c:dLbls>
        <c:gapWidth val="40"/>
        <c:overlap val="-27"/>
        <c:axId val="93348464"/>
        <c:axId val="93348880"/>
      </c:barChart>
      <c:catAx>
        <c:axId val="93348464"/>
        <c:scaling>
          <c:orientation val="minMax"/>
        </c:scaling>
        <c:delete val="0"/>
        <c:axPos val="b"/>
        <c:numFmt formatCode="General"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lgn="ctr">
              <a:defRPr lang="en-US" sz="700" b="0" i="0" u="none" strike="noStrike" kern="1200" baseline="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pPr>
            <a:endParaRPr lang="es-CO"/>
          </a:p>
        </c:txPr>
        <c:crossAx val="93348880"/>
        <c:crosses val="autoZero"/>
        <c:auto val="1"/>
        <c:lblAlgn val="ctr"/>
        <c:lblOffset val="100"/>
        <c:noMultiLvlLbl val="0"/>
      </c:catAx>
      <c:valAx>
        <c:axId val="93348880"/>
        <c:scaling>
          <c:orientation val="minMax"/>
          <c:min val="0"/>
        </c:scaling>
        <c:delete val="0"/>
        <c:axPos val="l"/>
        <c:numFmt formatCode="#,##0.00" sourceLinked="1"/>
        <c:majorTickMark val="out"/>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933484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3712952981847434"/>
          <c:w val="1"/>
          <c:h val="0.48755306570879953"/>
        </c:manualLayout>
      </c:layout>
      <c:barChart>
        <c:barDir val="col"/>
        <c:grouping val="clustered"/>
        <c:varyColors val="0"/>
        <c:ser>
          <c:idx val="0"/>
          <c:order val="0"/>
          <c:tx>
            <c:strRef>
              <c:f>Sheet1!$B$1</c:f>
              <c:strCache>
                <c:ptCount val="1"/>
                <c:pt idx="0">
                  <c:v>#</c:v>
                </c:pt>
              </c:strCache>
            </c:strRef>
          </c:tx>
          <c:spPr>
            <a:solidFill>
              <a:schemeClr val="accent1"/>
            </a:solidFill>
            <a:ln>
              <a:noFill/>
            </a:ln>
            <a:effectLst/>
          </c:spPr>
          <c:invertIfNegative val="0"/>
          <c:dPt>
            <c:idx val="1"/>
            <c:invertIfNegative val="0"/>
            <c:bubble3D val="0"/>
            <c:spPr>
              <a:solidFill>
                <a:schemeClr val="accent1"/>
              </a:solidFill>
              <a:ln>
                <a:noFill/>
              </a:ln>
              <a:effectLst/>
            </c:spPr>
            <c:extLst>
              <c:ext xmlns:c16="http://schemas.microsoft.com/office/drawing/2014/chart" uri="{C3380CC4-5D6E-409C-BE32-E72D297353CC}">
                <c16:uniqueId val="{00000001-2B92-4BE7-B25D-BD22A0D6D945}"/>
              </c:ext>
            </c:extLst>
          </c:dPt>
          <c:dLbls>
            <c:dLbl>
              <c:idx val="2"/>
              <c:layout>
                <c:manualLayout>
                  <c:x val="0"/>
                  <c:y val="0.15084240136352028"/>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C87-4D62-A32C-C8CB71E2BE7F}"/>
                </c:ext>
              </c:extLst>
            </c:dLbl>
            <c:spPr>
              <a:noFill/>
              <a:ln>
                <a:noFill/>
              </a:ln>
              <a:effectLst/>
            </c:spPr>
            <c:txPr>
              <a:bodyPr rot="0" spcFirstLastPara="1" vertOverflow="ellipsis" vert="horz" wrap="square" lIns="38100" tIns="19050" rIns="38100" bIns="19050" anchor="ctr" anchorCtr="0">
                <a:spAutoFit/>
              </a:bodyPr>
              <a:lstStyle/>
              <a:p>
                <a:pPr algn="ctr">
                  <a:defRPr lang="en-US" sz="8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2022</c:v>
                </c:pt>
                <c:pt idx="1">
                  <c:v>2023</c:v>
                </c:pt>
                <c:pt idx="2">
                  <c:v>2024E</c:v>
                </c:pt>
              </c:strCache>
            </c:strRef>
          </c:cat>
          <c:val>
            <c:numRef>
              <c:f>Sheet1!$B$2:$B$4</c:f>
              <c:numCache>
                <c:formatCode>#,##0.00</c:formatCode>
                <c:ptCount val="3"/>
                <c:pt idx="0">
                  <c:v>4.2964589887640459E-2</c:v>
                </c:pt>
                <c:pt idx="1">
                  <c:v>7.6702735632839081E-2</c:v>
                </c:pt>
                <c:pt idx="2">
                  <c:v>0.47269271528255496</c:v>
                </c:pt>
              </c:numCache>
            </c:numRef>
          </c:val>
          <c:extLst>
            <c:ext xmlns:c16="http://schemas.microsoft.com/office/drawing/2014/chart" uri="{C3380CC4-5D6E-409C-BE32-E72D297353CC}">
              <c16:uniqueId val="{00000002-FEDB-45B0-8B72-44318905FF6F}"/>
            </c:ext>
          </c:extLst>
        </c:ser>
        <c:dLbls>
          <c:dLblPos val="outEnd"/>
          <c:showLegendKey val="0"/>
          <c:showVal val="1"/>
          <c:showCatName val="0"/>
          <c:showSerName val="0"/>
          <c:showPercent val="0"/>
          <c:showBubbleSize val="0"/>
        </c:dLbls>
        <c:gapWidth val="40"/>
        <c:overlap val="-27"/>
        <c:axId val="93348464"/>
        <c:axId val="93348880"/>
      </c:barChart>
      <c:catAx>
        <c:axId val="93348464"/>
        <c:scaling>
          <c:orientation val="minMax"/>
        </c:scaling>
        <c:delete val="0"/>
        <c:axPos val="b"/>
        <c:numFmt formatCode="General"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lgn="ctr">
              <a:defRPr lang="en-US" sz="700" b="0" i="0" u="none" strike="noStrike" kern="1200" baseline="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pPr>
            <a:endParaRPr lang="es-CO"/>
          </a:p>
        </c:txPr>
        <c:crossAx val="93348880"/>
        <c:crosses val="autoZero"/>
        <c:auto val="1"/>
        <c:lblAlgn val="ctr"/>
        <c:lblOffset val="100"/>
        <c:noMultiLvlLbl val="0"/>
      </c:catAx>
      <c:valAx>
        <c:axId val="93348880"/>
        <c:scaling>
          <c:orientation val="minMax"/>
          <c:min val="0"/>
        </c:scaling>
        <c:delete val="0"/>
        <c:axPos val="l"/>
        <c:numFmt formatCode="#,##0.00" sourceLinked="1"/>
        <c:majorTickMark val="out"/>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933484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3712952981847434"/>
          <c:w val="1"/>
          <c:h val="0.48755306570879953"/>
        </c:manualLayout>
      </c:layout>
      <c:barChart>
        <c:barDir val="col"/>
        <c:grouping val="clustered"/>
        <c:varyColors val="0"/>
        <c:ser>
          <c:idx val="0"/>
          <c:order val="0"/>
          <c:tx>
            <c:strRef>
              <c:f>Sheet1!$B$1</c:f>
              <c:strCache>
                <c:ptCount val="1"/>
                <c:pt idx="0">
                  <c:v>#</c:v>
                </c:pt>
              </c:strCache>
            </c:strRef>
          </c:tx>
          <c:spPr>
            <a:solidFill>
              <a:schemeClr val="accent1"/>
            </a:solidFill>
            <a:ln>
              <a:noFill/>
            </a:ln>
            <a:effectLst/>
          </c:spPr>
          <c:invertIfNegative val="0"/>
          <c:dPt>
            <c:idx val="1"/>
            <c:invertIfNegative val="0"/>
            <c:bubble3D val="0"/>
            <c:spPr>
              <a:solidFill>
                <a:schemeClr val="accent1"/>
              </a:solidFill>
              <a:ln>
                <a:noFill/>
              </a:ln>
              <a:effectLst/>
            </c:spPr>
            <c:extLst>
              <c:ext xmlns:c16="http://schemas.microsoft.com/office/drawing/2014/chart" uri="{C3380CC4-5D6E-409C-BE32-E72D297353CC}">
                <c16:uniqueId val="{00000001-0CBD-4FE3-BAD2-2BE7C136EE21}"/>
              </c:ext>
            </c:extLst>
          </c:dPt>
          <c:dLbls>
            <c:spPr>
              <a:noFill/>
              <a:ln>
                <a:noFill/>
              </a:ln>
              <a:effectLst/>
            </c:spPr>
            <c:txPr>
              <a:bodyPr rot="0" spcFirstLastPara="1" vertOverflow="ellipsis" vert="horz" wrap="square" lIns="38100" tIns="19050" rIns="38100" bIns="19050" anchor="ctr" anchorCtr="0">
                <a:spAutoFit/>
              </a:bodyPr>
              <a:lstStyle/>
              <a:p>
                <a:pPr algn="ctr">
                  <a:defRPr lang="en-US" sz="8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2022</c:v>
                </c:pt>
                <c:pt idx="1">
                  <c:v>2023</c:v>
                </c:pt>
                <c:pt idx="2">
                  <c:v>2024E</c:v>
                </c:pt>
              </c:strCache>
            </c:strRef>
          </c:cat>
          <c:val>
            <c:numRef>
              <c:f>Sheet1!$B$2:$B$4</c:f>
              <c:numCache>
                <c:formatCode>#,##0.00</c:formatCode>
                <c:ptCount val="3"/>
                <c:pt idx="0">
                  <c:v>4.8570828691011325</c:v>
                </c:pt>
                <c:pt idx="1">
                  <c:v>1.9431198606358411</c:v>
                </c:pt>
                <c:pt idx="2">
                  <c:v>6.4901741525307086</c:v>
                </c:pt>
              </c:numCache>
            </c:numRef>
          </c:val>
          <c:extLst>
            <c:ext xmlns:c16="http://schemas.microsoft.com/office/drawing/2014/chart" uri="{C3380CC4-5D6E-409C-BE32-E72D297353CC}">
              <c16:uniqueId val="{00000002-FEDB-45B0-8B72-44318905FF6F}"/>
            </c:ext>
          </c:extLst>
        </c:ser>
        <c:dLbls>
          <c:dLblPos val="outEnd"/>
          <c:showLegendKey val="0"/>
          <c:showVal val="1"/>
          <c:showCatName val="0"/>
          <c:showSerName val="0"/>
          <c:showPercent val="0"/>
          <c:showBubbleSize val="0"/>
        </c:dLbls>
        <c:gapWidth val="40"/>
        <c:overlap val="-27"/>
        <c:axId val="93348464"/>
        <c:axId val="93348880"/>
      </c:barChart>
      <c:catAx>
        <c:axId val="93348464"/>
        <c:scaling>
          <c:orientation val="minMax"/>
        </c:scaling>
        <c:delete val="0"/>
        <c:axPos val="b"/>
        <c:numFmt formatCode="General"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lgn="ctr">
              <a:defRPr lang="en-US" sz="700" b="0" i="0" u="none" strike="noStrike" kern="1200" baseline="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pPr>
            <a:endParaRPr lang="es-CO"/>
          </a:p>
        </c:txPr>
        <c:crossAx val="93348880"/>
        <c:crosses val="autoZero"/>
        <c:auto val="1"/>
        <c:lblAlgn val="ctr"/>
        <c:lblOffset val="100"/>
        <c:noMultiLvlLbl val="0"/>
      </c:catAx>
      <c:valAx>
        <c:axId val="93348880"/>
        <c:scaling>
          <c:orientation val="minMax"/>
          <c:min val="0"/>
        </c:scaling>
        <c:delete val="0"/>
        <c:axPos val="l"/>
        <c:numFmt formatCode="#,##0.00" sourceLinked="1"/>
        <c:majorTickMark val="out"/>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933484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3712952981847434"/>
          <c:w val="1"/>
          <c:h val="0.48755352232843657"/>
        </c:manualLayout>
      </c:layout>
      <c:barChart>
        <c:barDir val="col"/>
        <c:grouping val="clustered"/>
        <c:varyColors val="0"/>
        <c:ser>
          <c:idx val="0"/>
          <c:order val="0"/>
          <c:tx>
            <c:strRef>
              <c:f>Sheet1!$B$1</c:f>
              <c:strCache>
                <c:ptCount val="1"/>
                <c:pt idx="0">
                  <c:v>#</c:v>
                </c:pt>
              </c:strCache>
            </c:strRef>
          </c:tx>
          <c:spPr>
            <a:solidFill>
              <a:schemeClr val="accent1"/>
            </a:solidFill>
            <a:ln>
              <a:noFill/>
            </a:ln>
            <a:effectLst/>
          </c:spPr>
          <c:invertIfNegative val="0"/>
          <c:dPt>
            <c:idx val="1"/>
            <c:invertIfNegative val="0"/>
            <c:bubble3D val="0"/>
            <c:spPr>
              <a:solidFill>
                <a:schemeClr val="accent1"/>
              </a:solidFill>
              <a:ln>
                <a:noFill/>
              </a:ln>
              <a:effectLst/>
            </c:spPr>
            <c:extLst>
              <c:ext xmlns:c16="http://schemas.microsoft.com/office/drawing/2014/chart" uri="{C3380CC4-5D6E-409C-BE32-E72D297353CC}">
                <c16:uniqueId val="{00000001-702A-4534-B8E2-377595A41781}"/>
              </c:ext>
            </c:extLst>
          </c:dPt>
          <c:dLbls>
            <c:spPr>
              <a:noFill/>
              <a:ln>
                <a:noFill/>
              </a:ln>
              <a:effectLst/>
            </c:spPr>
            <c:txPr>
              <a:bodyPr rot="0" spcFirstLastPara="1" vertOverflow="ellipsis" vert="horz" wrap="square" lIns="38100" tIns="19050" rIns="38100" bIns="19050" anchor="ctr" anchorCtr="0">
                <a:spAutoFit/>
              </a:bodyPr>
              <a:lstStyle/>
              <a:p>
                <a:pPr algn="ctr">
                  <a:defRPr lang="en-US" sz="8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Sheet1!$A$2:$A$4</c:f>
              <c:numCache>
                <c:formatCode>General</c:formatCode>
                <c:ptCount val="3"/>
                <c:pt idx="0">
                  <c:v>2022</c:v>
                </c:pt>
                <c:pt idx="1">
                  <c:v>2023</c:v>
                </c:pt>
                <c:pt idx="2">
                  <c:v>2024</c:v>
                </c:pt>
              </c:numCache>
            </c:numRef>
          </c:cat>
          <c:val>
            <c:numRef>
              <c:f>Sheet1!$B$2:$B$4</c:f>
              <c:numCache>
                <c:formatCode>#,##0.0</c:formatCode>
                <c:ptCount val="3"/>
                <c:pt idx="0">
                  <c:v>4.9042319219101147</c:v>
                </c:pt>
                <c:pt idx="1">
                  <c:v>5.7942397360462268</c:v>
                </c:pt>
                <c:pt idx="2">
                  <c:v>6.2115446960196579</c:v>
                </c:pt>
              </c:numCache>
            </c:numRef>
          </c:val>
          <c:extLst>
            <c:ext xmlns:c16="http://schemas.microsoft.com/office/drawing/2014/chart" uri="{C3380CC4-5D6E-409C-BE32-E72D297353CC}">
              <c16:uniqueId val="{00000002-FEDB-45B0-8B72-44318905FF6F}"/>
            </c:ext>
          </c:extLst>
        </c:ser>
        <c:dLbls>
          <c:dLblPos val="outEnd"/>
          <c:showLegendKey val="0"/>
          <c:showVal val="1"/>
          <c:showCatName val="0"/>
          <c:showSerName val="0"/>
          <c:showPercent val="0"/>
          <c:showBubbleSize val="0"/>
        </c:dLbls>
        <c:gapWidth val="40"/>
        <c:overlap val="-27"/>
        <c:axId val="93348464"/>
        <c:axId val="93348880"/>
      </c:barChart>
      <c:catAx>
        <c:axId val="93348464"/>
        <c:scaling>
          <c:orientation val="minMax"/>
        </c:scaling>
        <c:delete val="0"/>
        <c:axPos val="b"/>
        <c:numFmt formatCode="General"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lgn="ctr">
              <a:defRPr lang="en-US" sz="700" b="0" i="0" u="none" strike="noStrike" kern="1200" baseline="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pPr>
            <a:endParaRPr lang="es-CO"/>
          </a:p>
        </c:txPr>
        <c:crossAx val="93348880"/>
        <c:crosses val="autoZero"/>
        <c:auto val="1"/>
        <c:lblAlgn val="ctr"/>
        <c:lblOffset val="100"/>
        <c:noMultiLvlLbl val="0"/>
      </c:catAx>
      <c:valAx>
        <c:axId val="93348880"/>
        <c:scaling>
          <c:orientation val="minMax"/>
          <c:min val="0"/>
        </c:scaling>
        <c:delete val="0"/>
        <c:axPos val="l"/>
        <c:numFmt formatCode="#,##0.0" sourceLinked="1"/>
        <c:majorTickMark val="out"/>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933484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3712952981847434"/>
          <c:w val="1"/>
          <c:h val="0.48755352232843657"/>
        </c:manualLayout>
      </c:layout>
      <c:barChart>
        <c:barDir val="col"/>
        <c:grouping val="clustered"/>
        <c:varyColors val="0"/>
        <c:ser>
          <c:idx val="0"/>
          <c:order val="0"/>
          <c:tx>
            <c:strRef>
              <c:f>Sheet1!$B$1</c:f>
              <c:strCache>
                <c:ptCount val="1"/>
                <c:pt idx="0">
                  <c:v>#</c:v>
                </c:pt>
              </c:strCache>
            </c:strRef>
          </c:tx>
          <c:spPr>
            <a:solidFill>
              <a:schemeClr val="accent1"/>
            </a:solidFill>
            <a:ln>
              <a:noFill/>
            </a:ln>
            <a:effectLst/>
          </c:spPr>
          <c:invertIfNegative val="0"/>
          <c:dPt>
            <c:idx val="1"/>
            <c:invertIfNegative val="0"/>
            <c:bubble3D val="0"/>
            <c:spPr>
              <a:solidFill>
                <a:schemeClr val="accent1"/>
              </a:solidFill>
              <a:ln>
                <a:noFill/>
              </a:ln>
              <a:effectLst/>
            </c:spPr>
            <c:extLst>
              <c:ext xmlns:c16="http://schemas.microsoft.com/office/drawing/2014/chart" uri="{C3380CC4-5D6E-409C-BE32-E72D297353CC}">
                <c16:uniqueId val="{00000001-95D5-4D75-A3DB-13920B08B842}"/>
              </c:ext>
            </c:extLst>
          </c:dPt>
          <c:dLbls>
            <c:spPr>
              <a:noFill/>
              <a:ln>
                <a:noFill/>
              </a:ln>
              <a:effectLst/>
            </c:spPr>
            <c:txPr>
              <a:bodyPr rot="0" spcFirstLastPara="1" vertOverflow="ellipsis" vert="horz" wrap="square" lIns="38100" tIns="19050" rIns="38100" bIns="19050" anchor="ctr" anchorCtr="0">
                <a:spAutoFit/>
              </a:bodyPr>
              <a:lstStyle/>
              <a:p>
                <a:pPr algn="ctr">
                  <a:defRPr lang="en-US" sz="8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2022</c:v>
                </c:pt>
                <c:pt idx="1">
                  <c:v>2023</c:v>
                </c:pt>
                <c:pt idx="2">
                  <c:v>2024E</c:v>
                </c:pt>
              </c:strCache>
            </c:strRef>
          </c:cat>
          <c:val>
            <c:numRef>
              <c:f>Sheet1!$B$2:$B$4</c:f>
              <c:numCache>
                <c:formatCode>#,##0.00</c:formatCode>
                <c:ptCount val="3"/>
                <c:pt idx="0">
                  <c:v>0.79075960617977081</c:v>
                </c:pt>
                <c:pt idx="1">
                  <c:v>3.4523611197100199</c:v>
                </c:pt>
                <c:pt idx="2">
                  <c:v>3.8573446567076157</c:v>
                </c:pt>
              </c:numCache>
            </c:numRef>
          </c:val>
          <c:extLst>
            <c:ext xmlns:c16="http://schemas.microsoft.com/office/drawing/2014/chart" uri="{C3380CC4-5D6E-409C-BE32-E72D297353CC}">
              <c16:uniqueId val="{00000002-FEDB-45B0-8B72-44318905FF6F}"/>
            </c:ext>
          </c:extLst>
        </c:ser>
        <c:dLbls>
          <c:dLblPos val="outEnd"/>
          <c:showLegendKey val="0"/>
          <c:showVal val="1"/>
          <c:showCatName val="0"/>
          <c:showSerName val="0"/>
          <c:showPercent val="0"/>
          <c:showBubbleSize val="0"/>
        </c:dLbls>
        <c:gapWidth val="40"/>
        <c:overlap val="-27"/>
        <c:axId val="93348464"/>
        <c:axId val="93348880"/>
      </c:barChart>
      <c:catAx>
        <c:axId val="93348464"/>
        <c:scaling>
          <c:orientation val="minMax"/>
        </c:scaling>
        <c:delete val="0"/>
        <c:axPos val="b"/>
        <c:numFmt formatCode="General"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lgn="ctr">
              <a:defRPr lang="en-US" sz="700" b="0" i="0" u="none" strike="noStrike" kern="1200" baseline="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pPr>
            <a:endParaRPr lang="es-CO"/>
          </a:p>
        </c:txPr>
        <c:crossAx val="93348880"/>
        <c:crosses val="autoZero"/>
        <c:auto val="1"/>
        <c:lblAlgn val="ctr"/>
        <c:lblOffset val="100"/>
        <c:noMultiLvlLbl val="0"/>
      </c:catAx>
      <c:valAx>
        <c:axId val="93348880"/>
        <c:scaling>
          <c:orientation val="minMax"/>
          <c:min val="0"/>
        </c:scaling>
        <c:delete val="0"/>
        <c:axPos val="l"/>
        <c:numFmt formatCode="#,##0.00" sourceLinked="1"/>
        <c:majorTickMark val="out"/>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933484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3712952981847434"/>
          <c:w val="1"/>
          <c:h val="0.48755306570879953"/>
        </c:manualLayout>
      </c:layout>
      <c:barChart>
        <c:barDir val="col"/>
        <c:grouping val="clustered"/>
        <c:varyColors val="0"/>
        <c:ser>
          <c:idx val="0"/>
          <c:order val="0"/>
          <c:tx>
            <c:strRef>
              <c:f>Sheet1!$B$1</c:f>
              <c:strCache>
                <c:ptCount val="1"/>
                <c:pt idx="0">
                  <c:v>#</c:v>
                </c:pt>
              </c:strCache>
            </c:strRef>
          </c:tx>
          <c:spPr>
            <a:solidFill>
              <a:schemeClr val="accent1"/>
            </a:solidFill>
            <a:ln>
              <a:noFill/>
            </a:ln>
            <a:effectLst/>
          </c:spPr>
          <c:invertIfNegative val="0"/>
          <c:dPt>
            <c:idx val="1"/>
            <c:invertIfNegative val="0"/>
            <c:bubble3D val="0"/>
            <c:spPr>
              <a:solidFill>
                <a:schemeClr val="accent1"/>
              </a:solidFill>
              <a:ln>
                <a:noFill/>
              </a:ln>
              <a:effectLst/>
            </c:spPr>
            <c:extLst>
              <c:ext xmlns:c16="http://schemas.microsoft.com/office/drawing/2014/chart" uri="{C3380CC4-5D6E-409C-BE32-E72D297353CC}">
                <c16:uniqueId val="{00000001-C888-40BE-9401-5C34F53FE984}"/>
              </c:ext>
            </c:extLst>
          </c:dPt>
          <c:dLbls>
            <c:spPr>
              <a:noFill/>
              <a:ln>
                <a:noFill/>
              </a:ln>
              <a:effectLst/>
            </c:spPr>
            <c:txPr>
              <a:bodyPr rot="0" spcFirstLastPara="1" vertOverflow="ellipsis" vert="horz" wrap="square" lIns="38100" tIns="19050" rIns="38100" bIns="19050" anchor="ctr" anchorCtr="0">
                <a:spAutoFit/>
              </a:bodyPr>
              <a:lstStyle/>
              <a:p>
                <a:pPr algn="ctr">
                  <a:defRPr lang="en-US" sz="8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Sheet1!$A$2:$A$4</c:f>
              <c:numCache>
                <c:formatCode>General</c:formatCode>
                <c:ptCount val="3"/>
                <c:pt idx="0">
                  <c:v>2022</c:v>
                </c:pt>
                <c:pt idx="1">
                  <c:v>2023</c:v>
                </c:pt>
                <c:pt idx="2">
                  <c:v>2024</c:v>
                </c:pt>
              </c:numCache>
            </c:numRef>
          </c:cat>
          <c:val>
            <c:numRef>
              <c:f>Sheet1!$B$2:$B$4</c:f>
              <c:numCache>
                <c:formatCode>#,##0.00</c:formatCode>
                <c:ptCount val="3"/>
                <c:pt idx="0">
                  <c:v>2.5308621994382028</c:v>
                </c:pt>
                <c:pt idx="1">
                  <c:v>5.080431556667417</c:v>
                </c:pt>
                <c:pt idx="2" formatCode="0.00">
                  <c:v>3.6408141788697774</c:v>
                </c:pt>
              </c:numCache>
            </c:numRef>
          </c:val>
          <c:extLst>
            <c:ext xmlns:c16="http://schemas.microsoft.com/office/drawing/2014/chart" uri="{C3380CC4-5D6E-409C-BE32-E72D297353CC}">
              <c16:uniqueId val="{00000002-FEDB-45B0-8B72-44318905FF6F}"/>
            </c:ext>
          </c:extLst>
        </c:ser>
        <c:dLbls>
          <c:dLblPos val="outEnd"/>
          <c:showLegendKey val="0"/>
          <c:showVal val="1"/>
          <c:showCatName val="0"/>
          <c:showSerName val="0"/>
          <c:showPercent val="0"/>
          <c:showBubbleSize val="0"/>
        </c:dLbls>
        <c:gapWidth val="40"/>
        <c:overlap val="-27"/>
        <c:axId val="93348464"/>
        <c:axId val="93348880"/>
      </c:barChart>
      <c:catAx>
        <c:axId val="93348464"/>
        <c:scaling>
          <c:orientation val="minMax"/>
        </c:scaling>
        <c:delete val="0"/>
        <c:axPos val="b"/>
        <c:numFmt formatCode="General"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lgn="ctr">
              <a:defRPr lang="en-US" sz="700" b="0" i="0" u="none" strike="noStrike" kern="1200" baseline="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pPr>
            <a:endParaRPr lang="es-CO"/>
          </a:p>
        </c:txPr>
        <c:crossAx val="93348880"/>
        <c:crosses val="autoZero"/>
        <c:auto val="1"/>
        <c:lblAlgn val="ctr"/>
        <c:lblOffset val="100"/>
        <c:noMultiLvlLbl val="0"/>
      </c:catAx>
      <c:valAx>
        <c:axId val="93348880"/>
        <c:scaling>
          <c:orientation val="minMax"/>
          <c:min val="0"/>
        </c:scaling>
        <c:delete val="0"/>
        <c:axPos val="l"/>
        <c:numFmt formatCode="#,##0.00" sourceLinked="1"/>
        <c:majorTickMark val="out"/>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933484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3712952981847434"/>
          <c:w val="1"/>
          <c:h val="0.48755306570879953"/>
        </c:manualLayout>
      </c:layout>
      <c:barChart>
        <c:barDir val="col"/>
        <c:grouping val="clustered"/>
        <c:varyColors val="0"/>
        <c:ser>
          <c:idx val="0"/>
          <c:order val="0"/>
          <c:tx>
            <c:strRef>
              <c:f>Sheet1!$B$1</c:f>
              <c:strCache>
                <c:ptCount val="1"/>
                <c:pt idx="0">
                  <c:v>#</c:v>
                </c:pt>
              </c:strCache>
            </c:strRef>
          </c:tx>
          <c:spPr>
            <a:solidFill>
              <a:schemeClr val="accent1"/>
            </a:solidFill>
            <a:ln>
              <a:noFill/>
            </a:ln>
            <a:effectLst/>
          </c:spPr>
          <c:invertIfNegative val="0"/>
          <c:dPt>
            <c:idx val="1"/>
            <c:invertIfNegative val="0"/>
            <c:bubble3D val="0"/>
            <c:spPr>
              <a:solidFill>
                <a:schemeClr val="accent1"/>
              </a:solidFill>
              <a:ln>
                <a:noFill/>
              </a:ln>
              <a:effectLst/>
            </c:spPr>
            <c:extLst>
              <c:ext xmlns:c16="http://schemas.microsoft.com/office/drawing/2014/chart" uri="{C3380CC4-5D6E-409C-BE32-E72D297353CC}">
                <c16:uniqueId val="{00000001-8672-4975-AEF1-B1625719F7D0}"/>
              </c:ext>
            </c:extLst>
          </c:dPt>
          <c:dLbls>
            <c:dLbl>
              <c:idx val="2"/>
              <c:layout>
                <c:manualLayout>
                  <c:x val="0"/>
                  <c:y val="0.1759828015907736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37B-48BA-ADA2-8FD1B943B4A5}"/>
                </c:ext>
              </c:extLst>
            </c:dLbl>
            <c:spPr>
              <a:noFill/>
              <a:ln>
                <a:noFill/>
              </a:ln>
              <a:effectLst/>
            </c:spPr>
            <c:txPr>
              <a:bodyPr rot="0" spcFirstLastPara="1" vertOverflow="ellipsis" vert="horz" wrap="square" lIns="38100" tIns="19050" rIns="38100" bIns="19050" anchor="ctr" anchorCtr="0">
                <a:spAutoFit/>
              </a:bodyPr>
              <a:lstStyle/>
              <a:p>
                <a:pPr algn="ctr">
                  <a:defRPr lang="en-US" sz="8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Sheet1!$A$2:$A$4</c:f>
              <c:numCache>
                <c:formatCode>General</c:formatCode>
                <c:ptCount val="3"/>
                <c:pt idx="0">
                  <c:v>2022</c:v>
                </c:pt>
                <c:pt idx="1">
                  <c:v>2023</c:v>
                </c:pt>
                <c:pt idx="2">
                  <c:v>2024</c:v>
                </c:pt>
              </c:numCache>
            </c:numRef>
          </c:cat>
          <c:val>
            <c:numRef>
              <c:f>Sheet1!$B$2:$B$4</c:f>
              <c:numCache>
                <c:formatCode>#,##0.00</c:formatCode>
                <c:ptCount val="3"/>
                <c:pt idx="0">
                  <c:v>7.0959195505617967E-2</c:v>
                </c:pt>
                <c:pt idx="1">
                  <c:v>0.11634668927153267</c:v>
                </c:pt>
                <c:pt idx="2">
                  <c:v>1.6230470187714989</c:v>
                </c:pt>
              </c:numCache>
            </c:numRef>
          </c:val>
          <c:extLst>
            <c:ext xmlns:c16="http://schemas.microsoft.com/office/drawing/2014/chart" uri="{C3380CC4-5D6E-409C-BE32-E72D297353CC}">
              <c16:uniqueId val="{00000002-FEDB-45B0-8B72-44318905FF6F}"/>
            </c:ext>
          </c:extLst>
        </c:ser>
        <c:dLbls>
          <c:dLblPos val="outEnd"/>
          <c:showLegendKey val="0"/>
          <c:showVal val="1"/>
          <c:showCatName val="0"/>
          <c:showSerName val="0"/>
          <c:showPercent val="0"/>
          <c:showBubbleSize val="0"/>
        </c:dLbls>
        <c:gapWidth val="40"/>
        <c:overlap val="-27"/>
        <c:axId val="93348464"/>
        <c:axId val="93348880"/>
      </c:barChart>
      <c:catAx>
        <c:axId val="93348464"/>
        <c:scaling>
          <c:orientation val="minMax"/>
        </c:scaling>
        <c:delete val="0"/>
        <c:axPos val="b"/>
        <c:numFmt formatCode="General"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lgn="ctr">
              <a:defRPr lang="en-US" sz="700" b="0" i="0" u="none" strike="noStrike" kern="1200" baseline="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pPr>
            <a:endParaRPr lang="es-CO"/>
          </a:p>
        </c:txPr>
        <c:crossAx val="93348880"/>
        <c:crosses val="autoZero"/>
        <c:auto val="1"/>
        <c:lblAlgn val="ctr"/>
        <c:lblOffset val="100"/>
        <c:noMultiLvlLbl val="0"/>
      </c:catAx>
      <c:valAx>
        <c:axId val="93348880"/>
        <c:scaling>
          <c:orientation val="minMax"/>
          <c:min val="0"/>
        </c:scaling>
        <c:delete val="0"/>
        <c:axPos val="l"/>
        <c:numFmt formatCode="#,##0.00" sourceLinked="1"/>
        <c:majorTickMark val="out"/>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933484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3712952981847434"/>
          <c:w val="1"/>
          <c:h val="0.48755306570879953"/>
        </c:manualLayout>
      </c:layout>
      <c:barChart>
        <c:barDir val="col"/>
        <c:grouping val="clustered"/>
        <c:varyColors val="0"/>
        <c:ser>
          <c:idx val="0"/>
          <c:order val="0"/>
          <c:tx>
            <c:strRef>
              <c:f>Sheet1!$B$1</c:f>
              <c:strCache>
                <c:ptCount val="1"/>
                <c:pt idx="0">
                  <c:v>#</c:v>
                </c:pt>
              </c:strCache>
            </c:strRef>
          </c:tx>
          <c:spPr>
            <a:solidFill>
              <a:schemeClr val="accent1"/>
            </a:solidFill>
            <a:ln>
              <a:noFill/>
            </a:ln>
            <a:effectLst/>
          </c:spPr>
          <c:invertIfNegative val="0"/>
          <c:dPt>
            <c:idx val="1"/>
            <c:invertIfNegative val="0"/>
            <c:bubble3D val="0"/>
            <c:spPr>
              <a:solidFill>
                <a:schemeClr val="accent1"/>
              </a:solidFill>
              <a:ln>
                <a:noFill/>
              </a:ln>
              <a:effectLst/>
            </c:spPr>
            <c:extLst>
              <c:ext xmlns:c16="http://schemas.microsoft.com/office/drawing/2014/chart" uri="{C3380CC4-5D6E-409C-BE32-E72D297353CC}">
                <c16:uniqueId val="{00000001-9D8A-4B05-A35E-42056F8D133D}"/>
              </c:ext>
            </c:extLst>
          </c:dPt>
          <c:dLbls>
            <c:spPr>
              <a:noFill/>
              <a:ln>
                <a:noFill/>
              </a:ln>
              <a:effectLst/>
            </c:spPr>
            <c:txPr>
              <a:bodyPr rot="0" spcFirstLastPara="1" vertOverflow="ellipsis" vert="horz" wrap="square" lIns="38100" tIns="19050" rIns="38100" bIns="19050" anchor="ctr" anchorCtr="0">
                <a:spAutoFit/>
              </a:bodyPr>
              <a:lstStyle/>
              <a:p>
                <a:pPr algn="ctr">
                  <a:defRPr lang="en-US" sz="8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2022</c:v>
                </c:pt>
                <c:pt idx="1">
                  <c:v>2023</c:v>
                </c:pt>
                <c:pt idx="2">
                  <c:v>2024E</c:v>
                </c:pt>
              </c:strCache>
            </c:strRef>
          </c:cat>
          <c:val>
            <c:numRef>
              <c:f>Sheet1!$B$2:$B$4</c:f>
              <c:numCache>
                <c:formatCode>#,##0.00</c:formatCode>
                <c:ptCount val="3"/>
                <c:pt idx="0">
                  <c:v>0.29813030224719111</c:v>
                </c:pt>
                <c:pt idx="1">
                  <c:v>0.46624917453258663</c:v>
                </c:pt>
                <c:pt idx="2">
                  <c:v>1.1024365851597053</c:v>
                </c:pt>
              </c:numCache>
            </c:numRef>
          </c:val>
          <c:extLst>
            <c:ext xmlns:c16="http://schemas.microsoft.com/office/drawing/2014/chart" uri="{C3380CC4-5D6E-409C-BE32-E72D297353CC}">
              <c16:uniqueId val="{00000002-FEDB-45B0-8B72-44318905FF6F}"/>
            </c:ext>
          </c:extLst>
        </c:ser>
        <c:dLbls>
          <c:dLblPos val="outEnd"/>
          <c:showLegendKey val="0"/>
          <c:showVal val="1"/>
          <c:showCatName val="0"/>
          <c:showSerName val="0"/>
          <c:showPercent val="0"/>
          <c:showBubbleSize val="0"/>
        </c:dLbls>
        <c:gapWidth val="40"/>
        <c:overlap val="-27"/>
        <c:axId val="93348464"/>
        <c:axId val="93348880"/>
      </c:barChart>
      <c:catAx>
        <c:axId val="93348464"/>
        <c:scaling>
          <c:orientation val="minMax"/>
        </c:scaling>
        <c:delete val="0"/>
        <c:axPos val="b"/>
        <c:numFmt formatCode="General"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lgn="ctr">
              <a:defRPr lang="en-US" sz="700" b="0" i="0" u="none" strike="noStrike" kern="1200" baseline="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pPr>
            <a:endParaRPr lang="es-CO"/>
          </a:p>
        </c:txPr>
        <c:crossAx val="93348880"/>
        <c:crosses val="autoZero"/>
        <c:auto val="1"/>
        <c:lblAlgn val="ctr"/>
        <c:lblOffset val="100"/>
        <c:noMultiLvlLbl val="0"/>
      </c:catAx>
      <c:valAx>
        <c:axId val="93348880"/>
        <c:scaling>
          <c:orientation val="minMax"/>
          <c:min val="0"/>
        </c:scaling>
        <c:delete val="0"/>
        <c:axPos val="l"/>
        <c:numFmt formatCode="#,##0.00" sourceLinked="1"/>
        <c:majorTickMark val="out"/>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933484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3712952981847434"/>
          <c:w val="1"/>
          <c:h val="0.48755306570879953"/>
        </c:manualLayout>
      </c:layout>
      <c:barChart>
        <c:barDir val="col"/>
        <c:grouping val="clustered"/>
        <c:varyColors val="0"/>
        <c:ser>
          <c:idx val="0"/>
          <c:order val="0"/>
          <c:tx>
            <c:strRef>
              <c:f>Sheet1!$B$1</c:f>
              <c:strCache>
                <c:ptCount val="1"/>
                <c:pt idx="0">
                  <c:v>#</c:v>
                </c:pt>
              </c:strCache>
            </c:strRef>
          </c:tx>
          <c:spPr>
            <a:solidFill>
              <a:schemeClr val="accent1"/>
            </a:solidFill>
            <a:ln>
              <a:noFill/>
            </a:ln>
            <a:effectLst/>
          </c:spPr>
          <c:invertIfNegative val="0"/>
          <c:dPt>
            <c:idx val="1"/>
            <c:invertIfNegative val="0"/>
            <c:bubble3D val="0"/>
            <c:spPr>
              <a:solidFill>
                <a:schemeClr val="accent1"/>
              </a:solidFill>
              <a:ln>
                <a:noFill/>
              </a:ln>
              <a:effectLst/>
            </c:spPr>
            <c:extLst>
              <c:ext xmlns:c16="http://schemas.microsoft.com/office/drawing/2014/chart" uri="{C3380CC4-5D6E-409C-BE32-E72D297353CC}">
                <c16:uniqueId val="{00000001-2B92-4BE7-B25D-BD22A0D6D945}"/>
              </c:ext>
            </c:extLst>
          </c:dPt>
          <c:dLbls>
            <c:dLbl>
              <c:idx val="2"/>
              <c:layout>
                <c:manualLayout>
                  <c:x val="0"/>
                  <c:y val="0.15084240136352028"/>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C87-4D62-A32C-C8CB71E2BE7F}"/>
                </c:ext>
              </c:extLst>
            </c:dLbl>
            <c:spPr>
              <a:noFill/>
              <a:ln>
                <a:noFill/>
              </a:ln>
              <a:effectLst/>
            </c:spPr>
            <c:txPr>
              <a:bodyPr rot="0" spcFirstLastPara="1" vertOverflow="ellipsis" vert="horz" wrap="square" lIns="38100" tIns="19050" rIns="38100" bIns="19050" anchor="ctr" anchorCtr="0">
                <a:spAutoFit/>
              </a:bodyPr>
              <a:lstStyle/>
              <a:p>
                <a:pPr algn="ctr">
                  <a:defRPr lang="en-US" sz="8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2022</c:v>
                </c:pt>
                <c:pt idx="1">
                  <c:v>2023</c:v>
                </c:pt>
                <c:pt idx="2">
                  <c:v>2024E</c:v>
                </c:pt>
              </c:strCache>
            </c:strRef>
          </c:cat>
          <c:val>
            <c:numRef>
              <c:f>Sheet1!$B$2:$B$4</c:f>
              <c:numCache>
                <c:formatCode>#,##0.00</c:formatCode>
                <c:ptCount val="3"/>
                <c:pt idx="0">
                  <c:v>4.2964589887640459E-2</c:v>
                </c:pt>
                <c:pt idx="1">
                  <c:v>7.6702735632839081E-2</c:v>
                </c:pt>
                <c:pt idx="2">
                  <c:v>0.47269271528255496</c:v>
                </c:pt>
              </c:numCache>
            </c:numRef>
          </c:val>
          <c:extLst>
            <c:ext xmlns:c16="http://schemas.microsoft.com/office/drawing/2014/chart" uri="{C3380CC4-5D6E-409C-BE32-E72D297353CC}">
              <c16:uniqueId val="{00000002-FEDB-45B0-8B72-44318905FF6F}"/>
            </c:ext>
          </c:extLst>
        </c:ser>
        <c:dLbls>
          <c:dLblPos val="outEnd"/>
          <c:showLegendKey val="0"/>
          <c:showVal val="1"/>
          <c:showCatName val="0"/>
          <c:showSerName val="0"/>
          <c:showPercent val="0"/>
          <c:showBubbleSize val="0"/>
        </c:dLbls>
        <c:gapWidth val="40"/>
        <c:overlap val="-27"/>
        <c:axId val="93348464"/>
        <c:axId val="93348880"/>
      </c:barChart>
      <c:catAx>
        <c:axId val="93348464"/>
        <c:scaling>
          <c:orientation val="minMax"/>
        </c:scaling>
        <c:delete val="0"/>
        <c:axPos val="b"/>
        <c:numFmt formatCode="General"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lgn="ctr">
              <a:defRPr lang="en-US" sz="700" b="0" i="0" u="none" strike="noStrike" kern="1200" baseline="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pPr>
            <a:endParaRPr lang="es-CO"/>
          </a:p>
        </c:txPr>
        <c:crossAx val="93348880"/>
        <c:crosses val="autoZero"/>
        <c:auto val="1"/>
        <c:lblAlgn val="ctr"/>
        <c:lblOffset val="100"/>
        <c:noMultiLvlLbl val="0"/>
      </c:catAx>
      <c:valAx>
        <c:axId val="93348880"/>
        <c:scaling>
          <c:orientation val="minMax"/>
          <c:min val="0"/>
        </c:scaling>
        <c:delete val="0"/>
        <c:axPos val="l"/>
        <c:numFmt formatCode="#,##0.00" sourceLinked="1"/>
        <c:majorTickMark val="out"/>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933484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3712952981847434"/>
          <c:w val="1"/>
          <c:h val="0.48755306570879953"/>
        </c:manualLayout>
      </c:layout>
      <c:barChart>
        <c:barDir val="col"/>
        <c:grouping val="clustered"/>
        <c:varyColors val="0"/>
        <c:ser>
          <c:idx val="0"/>
          <c:order val="0"/>
          <c:tx>
            <c:strRef>
              <c:f>Sheet1!$B$1</c:f>
              <c:strCache>
                <c:ptCount val="1"/>
                <c:pt idx="0">
                  <c:v>#</c:v>
                </c:pt>
              </c:strCache>
            </c:strRef>
          </c:tx>
          <c:spPr>
            <a:solidFill>
              <a:schemeClr val="accent1"/>
            </a:solidFill>
            <a:ln>
              <a:noFill/>
            </a:ln>
            <a:effectLst/>
          </c:spPr>
          <c:invertIfNegative val="0"/>
          <c:dPt>
            <c:idx val="1"/>
            <c:invertIfNegative val="0"/>
            <c:bubble3D val="0"/>
            <c:spPr>
              <a:solidFill>
                <a:schemeClr val="accent1"/>
              </a:solidFill>
              <a:ln>
                <a:noFill/>
              </a:ln>
              <a:effectLst/>
            </c:spPr>
            <c:extLst>
              <c:ext xmlns:c16="http://schemas.microsoft.com/office/drawing/2014/chart" uri="{C3380CC4-5D6E-409C-BE32-E72D297353CC}">
                <c16:uniqueId val="{00000001-0CBD-4FE3-BAD2-2BE7C136EE21}"/>
              </c:ext>
            </c:extLst>
          </c:dPt>
          <c:dLbls>
            <c:spPr>
              <a:noFill/>
              <a:ln>
                <a:noFill/>
              </a:ln>
              <a:effectLst/>
            </c:spPr>
            <c:txPr>
              <a:bodyPr rot="0" spcFirstLastPara="1" vertOverflow="ellipsis" vert="horz" wrap="square" lIns="38100" tIns="19050" rIns="38100" bIns="19050" anchor="ctr" anchorCtr="0">
                <a:spAutoFit/>
              </a:bodyPr>
              <a:lstStyle/>
              <a:p>
                <a:pPr algn="ctr">
                  <a:defRPr lang="en-US" sz="8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2022</c:v>
                </c:pt>
                <c:pt idx="1">
                  <c:v>2023</c:v>
                </c:pt>
                <c:pt idx="2">
                  <c:v>2024E</c:v>
                </c:pt>
              </c:strCache>
            </c:strRef>
          </c:cat>
          <c:val>
            <c:numRef>
              <c:f>Sheet1!$B$2:$B$4</c:f>
              <c:numCache>
                <c:formatCode>#,##0.00</c:formatCode>
                <c:ptCount val="3"/>
                <c:pt idx="0">
                  <c:v>4.8570828691011325</c:v>
                </c:pt>
                <c:pt idx="1">
                  <c:v>1.9431198606358411</c:v>
                </c:pt>
                <c:pt idx="2">
                  <c:v>6.4901741525307086</c:v>
                </c:pt>
              </c:numCache>
            </c:numRef>
          </c:val>
          <c:extLst>
            <c:ext xmlns:c16="http://schemas.microsoft.com/office/drawing/2014/chart" uri="{C3380CC4-5D6E-409C-BE32-E72D297353CC}">
              <c16:uniqueId val="{00000002-FEDB-45B0-8B72-44318905FF6F}"/>
            </c:ext>
          </c:extLst>
        </c:ser>
        <c:dLbls>
          <c:dLblPos val="outEnd"/>
          <c:showLegendKey val="0"/>
          <c:showVal val="1"/>
          <c:showCatName val="0"/>
          <c:showSerName val="0"/>
          <c:showPercent val="0"/>
          <c:showBubbleSize val="0"/>
        </c:dLbls>
        <c:gapWidth val="40"/>
        <c:overlap val="-27"/>
        <c:axId val="93348464"/>
        <c:axId val="93348880"/>
      </c:barChart>
      <c:catAx>
        <c:axId val="93348464"/>
        <c:scaling>
          <c:orientation val="minMax"/>
        </c:scaling>
        <c:delete val="0"/>
        <c:axPos val="b"/>
        <c:numFmt formatCode="General"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lgn="ctr">
              <a:defRPr lang="en-US" sz="700" b="0" i="0" u="none" strike="noStrike" kern="1200" baseline="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pPr>
            <a:endParaRPr lang="es-CO"/>
          </a:p>
        </c:txPr>
        <c:crossAx val="93348880"/>
        <c:crosses val="autoZero"/>
        <c:auto val="1"/>
        <c:lblAlgn val="ctr"/>
        <c:lblOffset val="100"/>
        <c:noMultiLvlLbl val="0"/>
      </c:catAx>
      <c:valAx>
        <c:axId val="93348880"/>
        <c:scaling>
          <c:orientation val="minMax"/>
          <c:min val="0"/>
        </c:scaling>
        <c:delete val="0"/>
        <c:axPos val="l"/>
        <c:numFmt formatCode="#,##0.00" sourceLinked="1"/>
        <c:majorTickMark val="out"/>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933484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3712952981847434"/>
          <c:w val="1"/>
          <c:h val="0.48755352232843657"/>
        </c:manualLayout>
      </c:layout>
      <c:barChart>
        <c:barDir val="col"/>
        <c:grouping val="clustered"/>
        <c:varyColors val="0"/>
        <c:ser>
          <c:idx val="0"/>
          <c:order val="0"/>
          <c:tx>
            <c:strRef>
              <c:f>Sheet1!$B$1</c:f>
              <c:strCache>
                <c:ptCount val="1"/>
                <c:pt idx="0">
                  <c:v>#</c:v>
                </c:pt>
              </c:strCache>
            </c:strRef>
          </c:tx>
          <c:spPr>
            <a:solidFill>
              <a:schemeClr val="accent1"/>
            </a:solidFill>
            <a:ln>
              <a:noFill/>
            </a:ln>
            <a:effectLst/>
          </c:spPr>
          <c:invertIfNegative val="0"/>
          <c:dPt>
            <c:idx val="1"/>
            <c:invertIfNegative val="0"/>
            <c:bubble3D val="0"/>
            <c:spPr>
              <a:solidFill>
                <a:schemeClr val="accent1"/>
              </a:solidFill>
              <a:ln>
                <a:noFill/>
              </a:ln>
              <a:effectLst/>
            </c:spPr>
            <c:extLst>
              <c:ext xmlns:c16="http://schemas.microsoft.com/office/drawing/2014/chart" uri="{C3380CC4-5D6E-409C-BE32-E72D297353CC}">
                <c16:uniqueId val="{00000001-702A-4534-B8E2-377595A41781}"/>
              </c:ext>
            </c:extLst>
          </c:dPt>
          <c:dLbls>
            <c:spPr>
              <a:noFill/>
              <a:ln>
                <a:noFill/>
              </a:ln>
              <a:effectLst/>
            </c:spPr>
            <c:txPr>
              <a:bodyPr rot="0" spcFirstLastPara="1" vertOverflow="ellipsis" vert="horz" wrap="square" lIns="38100" tIns="19050" rIns="38100" bIns="19050" anchor="ctr" anchorCtr="0">
                <a:spAutoFit/>
              </a:bodyPr>
              <a:lstStyle/>
              <a:p>
                <a:pPr algn="ctr">
                  <a:defRPr lang="en-US" sz="8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Sheet1!$A$2:$A$4</c:f>
              <c:numCache>
                <c:formatCode>General</c:formatCode>
                <c:ptCount val="3"/>
                <c:pt idx="0">
                  <c:v>2022</c:v>
                </c:pt>
                <c:pt idx="1">
                  <c:v>2023</c:v>
                </c:pt>
                <c:pt idx="2">
                  <c:v>2024</c:v>
                </c:pt>
              </c:numCache>
            </c:numRef>
          </c:cat>
          <c:val>
            <c:numRef>
              <c:f>Sheet1!$B$2:$B$4</c:f>
              <c:numCache>
                <c:formatCode>#,##0.0</c:formatCode>
                <c:ptCount val="3"/>
                <c:pt idx="0">
                  <c:v>4.9042319219101147</c:v>
                </c:pt>
                <c:pt idx="1">
                  <c:v>5.7942397360462268</c:v>
                </c:pt>
                <c:pt idx="2">
                  <c:v>6.2115446960196579</c:v>
                </c:pt>
              </c:numCache>
            </c:numRef>
          </c:val>
          <c:extLst>
            <c:ext xmlns:c16="http://schemas.microsoft.com/office/drawing/2014/chart" uri="{C3380CC4-5D6E-409C-BE32-E72D297353CC}">
              <c16:uniqueId val="{00000002-FEDB-45B0-8B72-44318905FF6F}"/>
            </c:ext>
          </c:extLst>
        </c:ser>
        <c:dLbls>
          <c:dLblPos val="outEnd"/>
          <c:showLegendKey val="0"/>
          <c:showVal val="1"/>
          <c:showCatName val="0"/>
          <c:showSerName val="0"/>
          <c:showPercent val="0"/>
          <c:showBubbleSize val="0"/>
        </c:dLbls>
        <c:gapWidth val="40"/>
        <c:overlap val="-27"/>
        <c:axId val="93348464"/>
        <c:axId val="93348880"/>
      </c:barChart>
      <c:catAx>
        <c:axId val="93348464"/>
        <c:scaling>
          <c:orientation val="minMax"/>
        </c:scaling>
        <c:delete val="0"/>
        <c:axPos val="b"/>
        <c:numFmt formatCode="General"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lgn="ctr">
              <a:defRPr lang="en-US" sz="700" b="0" i="0" u="none" strike="noStrike" kern="1200" baseline="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pPr>
            <a:endParaRPr lang="es-CO"/>
          </a:p>
        </c:txPr>
        <c:crossAx val="93348880"/>
        <c:crosses val="autoZero"/>
        <c:auto val="1"/>
        <c:lblAlgn val="ctr"/>
        <c:lblOffset val="100"/>
        <c:noMultiLvlLbl val="0"/>
      </c:catAx>
      <c:valAx>
        <c:axId val="93348880"/>
        <c:scaling>
          <c:orientation val="minMax"/>
          <c:min val="0"/>
        </c:scaling>
        <c:delete val="0"/>
        <c:axPos val="l"/>
        <c:numFmt formatCode="#,##0.0" sourceLinked="1"/>
        <c:majorTickMark val="out"/>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933484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3712952981847434"/>
          <c:w val="1"/>
          <c:h val="0.48755352232843657"/>
        </c:manualLayout>
      </c:layout>
      <c:barChart>
        <c:barDir val="col"/>
        <c:grouping val="clustered"/>
        <c:varyColors val="0"/>
        <c:ser>
          <c:idx val="0"/>
          <c:order val="0"/>
          <c:tx>
            <c:strRef>
              <c:f>Sheet1!$B$1</c:f>
              <c:strCache>
                <c:ptCount val="1"/>
                <c:pt idx="0">
                  <c:v>#</c:v>
                </c:pt>
              </c:strCache>
            </c:strRef>
          </c:tx>
          <c:spPr>
            <a:solidFill>
              <a:schemeClr val="accent1"/>
            </a:solidFill>
            <a:ln>
              <a:noFill/>
            </a:ln>
            <a:effectLst/>
          </c:spPr>
          <c:invertIfNegative val="0"/>
          <c:dPt>
            <c:idx val="1"/>
            <c:invertIfNegative val="0"/>
            <c:bubble3D val="0"/>
            <c:spPr>
              <a:solidFill>
                <a:schemeClr val="accent1"/>
              </a:solidFill>
              <a:ln>
                <a:noFill/>
              </a:ln>
              <a:effectLst/>
            </c:spPr>
            <c:extLst>
              <c:ext xmlns:c16="http://schemas.microsoft.com/office/drawing/2014/chart" uri="{C3380CC4-5D6E-409C-BE32-E72D297353CC}">
                <c16:uniqueId val="{00000001-95D5-4D75-A3DB-13920B08B842}"/>
              </c:ext>
            </c:extLst>
          </c:dPt>
          <c:dLbls>
            <c:spPr>
              <a:noFill/>
              <a:ln>
                <a:noFill/>
              </a:ln>
              <a:effectLst/>
            </c:spPr>
            <c:txPr>
              <a:bodyPr rot="0" spcFirstLastPara="1" vertOverflow="ellipsis" vert="horz" wrap="square" lIns="38100" tIns="19050" rIns="38100" bIns="19050" anchor="ctr" anchorCtr="0">
                <a:spAutoFit/>
              </a:bodyPr>
              <a:lstStyle/>
              <a:p>
                <a:pPr algn="ctr">
                  <a:defRPr lang="en-US" sz="8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2022</c:v>
                </c:pt>
                <c:pt idx="1">
                  <c:v>2023</c:v>
                </c:pt>
                <c:pt idx="2">
                  <c:v>2024E</c:v>
                </c:pt>
              </c:strCache>
            </c:strRef>
          </c:cat>
          <c:val>
            <c:numRef>
              <c:f>Sheet1!$B$2:$B$4</c:f>
              <c:numCache>
                <c:formatCode>#,##0.00</c:formatCode>
                <c:ptCount val="3"/>
                <c:pt idx="0">
                  <c:v>0.79075960617977081</c:v>
                </c:pt>
                <c:pt idx="1">
                  <c:v>3.4523611197100199</c:v>
                </c:pt>
                <c:pt idx="2">
                  <c:v>3.8573446567076157</c:v>
                </c:pt>
              </c:numCache>
            </c:numRef>
          </c:val>
          <c:extLst>
            <c:ext xmlns:c16="http://schemas.microsoft.com/office/drawing/2014/chart" uri="{C3380CC4-5D6E-409C-BE32-E72D297353CC}">
              <c16:uniqueId val="{00000002-FEDB-45B0-8B72-44318905FF6F}"/>
            </c:ext>
          </c:extLst>
        </c:ser>
        <c:dLbls>
          <c:dLblPos val="outEnd"/>
          <c:showLegendKey val="0"/>
          <c:showVal val="1"/>
          <c:showCatName val="0"/>
          <c:showSerName val="0"/>
          <c:showPercent val="0"/>
          <c:showBubbleSize val="0"/>
        </c:dLbls>
        <c:gapWidth val="40"/>
        <c:overlap val="-27"/>
        <c:axId val="93348464"/>
        <c:axId val="93348880"/>
      </c:barChart>
      <c:catAx>
        <c:axId val="93348464"/>
        <c:scaling>
          <c:orientation val="minMax"/>
        </c:scaling>
        <c:delete val="0"/>
        <c:axPos val="b"/>
        <c:numFmt formatCode="General"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lgn="ctr">
              <a:defRPr lang="en-US" sz="700" b="0" i="0" u="none" strike="noStrike" kern="1200" baseline="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pPr>
            <a:endParaRPr lang="es-CO"/>
          </a:p>
        </c:txPr>
        <c:crossAx val="93348880"/>
        <c:crosses val="autoZero"/>
        <c:auto val="1"/>
        <c:lblAlgn val="ctr"/>
        <c:lblOffset val="100"/>
        <c:noMultiLvlLbl val="0"/>
      </c:catAx>
      <c:valAx>
        <c:axId val="93348880"/>
        <c:scaling>
          <c:orientation val="minMax"/>
          <c:min val="0"/>
        </c:scaling>
        <c:delete val="0"/>
        <c:axPos val="l"/>
        <c:numFmt formatCode="#,##0.00" sourceLinked="1"/>
        <c:majorTickMark val="out"/>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933484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3712952981847434"/>
          <c:w val="1"/>
          <c:h val="0.48755306570879953"/>
        </c:manualLayout>
      </c:layout>
      <c:barChart>
        <c:barDir val="col"/>
        <c:grouping val="clustered"/>
        <c:varyColors val="0"/>
        <c:ser>
          <c:idx val="0"/>
          <c:order val="0"/>
          <c:tx>
            <c:strRef>
              <c:f>Sheet1!$B$1</c:f>
              <c:strCache>
                <c:ptCount val="1"/>
                <c:pt idx="0">
                  <c:v>#</c:v>
                </c:pt>
              </c:strCache>
            </c:strRef>
          </c:tx>
          <c:spPr>
            <a:solidFill>
              <a:schemeClr val="accent1"/>
            </a:solidFill>
            <a:ln>
              <a:noFill/>
            </a:ln>
            <a:effectLst/>
          </c:spPr>
          <c:invertIfNegative val="0"/>
          <c:dPt>
            <c:idx val="1"/>
            <c:invertIfNegative val="0"/>
            <c:bubble3D val="0"/>
            <c:spPr>
              <a:solidFill>
                <a:schemeClr val="accent1"/>
              </a:solidFill>
              <a:ln>
                <a:noFill/>
              </a:ln>
              <a:effectLst/>
            </c:spPr>
            <c:extLst>
              <c:ext xmlns:c16="http://schemas.microsoft.com/office/drawing/2014/chart" uri="{C3380CC4-5D6E-409C-BE32-E72D297353CC}">
                <c16:uniqueId val="{00000001-C888-40BE-9401-5C34F53FE984}"/>
              </c:ext>
            </c:extLst>
          </c:dPt>
          <c:dLbls>
            <c:spPr>
              <a:noFill/>
              <a:ln>
                <a:noFill/>
              </a:ln>
              <a:effectLst/>
            </c:spPr>
            <c:txPr>
              <a:bodyPr rot="0" spcFirstLastPara="1" vertOverflow="ellipsis" vert="horz" wrap="square" lIns="38100" tIns="19050" rIns="38100" bIns="19050" anchor="ctr" anchorCtr="0">
                <a:spAutoFit/>
              </a:bodyPr>
              <a:lstStyle/>
              <a:p>
                <a:pPr algn="ctr">
                  <a:defRPr lang="en-US" sz="8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Sheet1!$A$2:$A$4</c:f>
              <c:numCache>
                <c:formatCode>General</c:formatCode>
                <c:ptCount val="3"/>
                <c:pt idx="0">
                  <c:v>2022</c:v>
                </c:pt>
                <c:pt idx="1">
                  <c:v>2023</c:v>
                </c:pt>
                <c:pt idx="2">
                  <c:v>2024</c:v>
                </c:pt>
              </c:numCache>
            </c:numRef>
          </c:cat>
          <c:val>
            <c:numRef>
              <c:f>Sheet1!$B$2:$B$4</c:f>
              <c:numCache>
                <c:formatCode>#,##0.00</c:formatCode>
                <c:ptCount val="3"/>
                <c:pt idx="0">
                  <c:v>2.5308621994382028</c:v>
                </c:pt>
                <c:pt idx="1">
                  <c:v>5.080431556667417</c:v>
                </c:pt>
                <c:pt idx="2" formatCode="0.00">
                  <c:v>3.6408141788697774</c:v>
                </c:pt>
              </c:numCache>
            </c:numRef>
          </c:val>
          <c:extLst>
            <c:ext xmlns:c16="http://schemas.microsoft.com/office/drawing/2014/chart" uri="{C3380CC4-5D6E-409C-BE32-E72D297353CC}">
              <c16:uniqueId val="{00000002-FEDB-45B0-8B72-44318905FF6F}"/>
            </c:ext>
          </c:extLst>
        </c:ser>
        <c:dLbls>
          <c:dLblPos val="outEnd"/>
          <c:showLegendKey val="0"/>
          <c:showVal val="1"/>
          <c:showCatName val="0"/>
          <c:showSerName val="0"/>
          <c:showPercent val="0"/>
          <c:showBubbleSize val="0"/>
        </c:dLbls>
        <c:gapWidth val="40"/>
        <c:overlap val="-27"/>
        <c:axId val="93348464"/>
        <c:axId val="93348880"/>
      </c:barChart>
      <c:catAx>
        <c:axId val="93348464"/>
        <c:scaling>
          <c:orientation val="minMax"/>
        </c:scaling>
        <c:delete val="0"/>
        <c:axPos val="b"/>
        <c:numFmt formatCode="General"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lgn="ctr">
              <a:defRPr lang="en-US" sz="700" b="0" i="0" u="none" strike="noStrike" kern="1200" baseline="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pPr>
            <a:endParaRPr lang="es-CO"/>
          </a:p>
        </c:txPr>
        <c:crossAx val="93348880"/>
        <c:crosses val="autoZero"/>
        <c:auto val="1"/>
        <c:lblAlgn val="ctr"/>
        <c:lblOffset val="100"/>
        <c:noMultiLvlLbl val="0"/>
      </c:catAx>
      <c:valAx>
        <c:axId val="93348880"/>
        <c:scaling>
          <c:orientation val="minMax"/>
          <c:min val="0"/>
        </c:scaling>
        <c:delete val="0"/>
        <c:axPos val="l"/>
        <c:numFmt formatCode="#,##0.00" sourceLinked="1"/>
        <c:majorTickMark val="out"/>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933484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3712952981847434"/>
          <c:w val="1"/>
          <c:h val="0.48755306570879953"/>
        </c:manualLayout>
      </c:layout>
      <c:barChart>
        <c:barDir val="col"/>
        <c:grouping val="clustered"/>
        <c:varyColors val="0"/>
        <c:ser>
          <c:idx val="0"/>
          <c:order val="0"/>
          <c:tx>
            <c:strRef>
              <c:f>Sheet1!$B$1</c:f>
              <c:strCache>
                <c:ptCount val="1"/>
                <c:pt idx="0">
                  <c:v>#</c:v>
                </c:pt>
              </c:strCache>
            </c:strRef>
          </c:tx>
          <c:spPr>
            <a:solidFill>
              <a:schemeClr val="accent1"/>
            </a:solidFill>
            <a:ln>
              <a:noFill/>
            </a:ln>
            <a:effectLst/>
          </c:spPr>
          <c:invertIfNegative val="0"/>
          <c:dPt>
            <c:idx val="1"/>
            <c:invertIfNegative val="0"/>
            <c:bubble3D val="0"/>
            <c:spPr>
              <a:solidFill>
                <a:schemeClr val="accent1"/>
              </a:solidFill>
              <a:ln>
                <a:noFill/>
              </a:ln>
              <a:effectLst/>
            </c:spPr>
            <c:extLst>
              <c:ext xmlns:c16="http://schemas.microsoft.com/office/drawing/2014/chart" uri="{C3380CC4-5D6E-409C-BE32-E72D297353CC}">
                <c16:uniqueId val="{00000001-8672-4975-AEF1-B1625719F7D0}"/>
              </c:ext>
            </c:extLst>
          </c:dPt>
          <c:dLbls>
            <c:dLbl>
              <c:idx val="2"/>
              <c:layout>
                <c:manualLayout>
                  <c:x val="0"/>
                  <c:y val="0.1759828015907736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37B-48BA-ADA2-8FD1B943B4A5}"/>
                </c:ext>
              </c:extLst>
            </c:dLbl>
            <c:spPr>
              <a:noFill/>
              <a:ln>
                <a:noFill/>
              </a:ln>
              <a:effectLst/>
            </c:spPr>
            <c:txPr>
              <a:bodyPr rot="0" spcFirstLastPara="1" vertOverflow="ellipsis" vert="horz" wrap="square" lIns="38100" tIns="19050" rIns="38100" bIns="19050" anchor="ctr" anchorCtr="0">
                <a:spAutoFit/>
              </a:bodyPr>
              <a:lstStyle/>
              <a:p>
                <a:pPr algn="ctr">
                  <a:defRPr lang="en-US" sz="8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Sheet1!$A$2:$A$4</c:f>
              <c:numCache>
                <c:formatCode>General</c:formatCode>
                <c:ptCount val="3"/>
                <c:pt idx="0">
                  <c:v>2022</c:v>
                </c:pt>
                <c:pt idx="1">
                  <c:v>2023</c:v>
                </c:pt>
                <c:pt idx="2">
                  <c:v>2024</c:v>
                </c:pt>
              </c:numCache>
            </c:numRef>
          </c:cat>
          <c:val>
            <c:numRef>
              <c:f>Sheet1!$B$2:$B$4</c:f>
              <c:numCache>
                <c:formatCode>#,##0.00</c:formatCode>
                <c:ptCount val="3"/>
                <c:pt idx="0">
                  <c:v>7.0959195505617967E-2</c:v>
                </c:pt>
                <c:pt idx="1">
                  <c:v>0.11634668927153267</c:v>
                </c:pt>
                <c:pt idx="2">
                  <c:v>1.6230470187714989</c:v>
                </c:pt>
              </c:numCache>
            </c:numRef>
          </c:val>
          <c:extLst>
            <c:ext xmlns:c16="http://schemas.microsoft.com/office/drawing/2014/chart" uri="{C3380CC4-5D6E-409C-BE32-E72D297353CC}">
              <c16:uniqueId val="{00000002-FEDB-45B0-8B72-44318905FF6F}"/>
            </c:ext>
          </c:extLst>
        </c:ser>
        <c:dLbls>
          <c:dLblPos val="outEnd"/>
          <c:showLegendKey val="0"/>
          <c:showVal val="1"/>
          <c:showCatName val="0"/>
          <c:showSerName val="0"/>
          <c:showPercent val="0"/>
          <c:showBubbleSize val="0"/>
        </c:dLbls>
        <c:gapWidth val="40"/>
        <c:overlap val="-27"/>
        <c:axId val="93348464"/>
        <c:axId val="93348880"/>
      </c:barChart>
      <c:catAx>
        <c:axId val="93348464"/>
        <c:scaling>
          <c:orientation val="minMax"/>
        </c:scaling>
        <c:delete val="0"/>
        <c:axPos val="b"/>
        <c:numFmt formatCode="General"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lgn="ctr">
              <a:defRPr lang="en-US" sz="700" b="0" i="0" u="none" strike="noStrike" kern="1200" baseline="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pPr>
            <a:endParaRPr lang="es-CO"/>
          </a:p>
        </c:txPr>
        <c:crossAx val="93348880"/>
        <c:crosses val="autoZero"/>
        <c:auto val="1"/>
        <c:lblAlgn val="ctr"/>
        <c:lblOffset val="100"/>
        <c:noMultiLvlLbl val="0"/>
      </c:catAx>
      <c:valAx>
        <c:axId val="93348880"/>
        <c:scaling>
          <c:orientation val="minMax"/>
          <c:min val="0"/>
        </c:scaling>
        <c:delete val="0"/>
        <c:axPos val="l"/>
        <c:numFmt formatCode="#,##0.00" sourceLinked="1"/>
        <c:majorTickMark val="out"/>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933484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3712952981847434"/>
          <c:w val="1"/>
          <c:h val="0.48755306570879953"/>
        </c:manualLayout>
      </c:layout>
      <c:barChart>
        <c:barDir val="col"/>
        <c:grouping val="clustered"/>
        <c:varyColors val="0"/>
        <c:ser>
          <c:idx val="0"/>
          <c:order val="0"/>
          <c:tx>
            <c:strRef>
              <c:f>Sheet1!$B$1</c:f>
              <c:strCache>
                <c:ptCount val="1"/>
                <c:pt idx="0">
                  <c:v>#</c:v>
                </c:pt>
              </c:strCache>
            </c:strRef>
          </c:tx>
          <c:spPr>
            <a:solidFill>
              <a:schemeClr val="accent1"/>
            </a:solidFill>
            <a:ln>
              <a:noFill/>
            </a:ln>
            <a:effectLst/>
          </c:spPr>
          <c:invertIfNegative val="0"/>
          <c:dPt>
            <c:idx val="1"/>
            <c:invertIfNegative val="0"/>
            <c:bubble3D val="0"/>
            <c:spPr>
              <a:solidFill>
                <a:schemeClr val="accent1"/>
              </a:solidFill>
              <a:ln>
                <a:noFill/>
              </a:ln>
              <a:effectLst/>
            </c:spPr>
            <c:extLst>
              <c:ext xmlns:c16="http://schemas.microsoft.com/office/drawing/2014/chart" uri="{C3380CC4-5D6E-409C-BE32-E72D297353CC}">
                <c16:uniqueId val="{00000001-9D8A-4B05-A35E-42056F8D133D}"/>
              </c:ext>
            </c:extLst>
          </c:dPt>
          <c:dLbls>
            <c:spPr>
              <a:noFill/>
              <a:ln>
                <a:noFill/>
              </a:ln>
              <a:effectLst/>
            </c:spPr>
            <c:txPr>
              <a:bodyPr rot="0" spcFirstLastPara="1" vertOverflow="ellipsis" vert="horz" wrap="square" lIns="38100" tIns="19050" rIns="38100" bIns="19050" anchor="ctr" anchorCtr="0">
                <a:spAutoFit/>
              </a:bodyPr>
              <a:lstStyle/>
              <a:p>
                <a:pPr algn="ctr">
                  <a:defRPr lang="en-US" sz="8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2022</c:v>
                </c:pt>
                <c:pt idx="1">
                  <c:v>2023</c:v>
                </c:pt>
                <c:pt idx="2">
                  <c:v>2024E</c:v>
                </c:pt>
              </c:strCache>
            </c:strRef>
          </c:cat>
          <c:val>
            <c:numRef>
              <c:f>Sheet1!$B$2:$B$4</c:f>
              <c:numCache>
                <c:formatCode>#,##0.00</c:formatCode>
                <c:ptCount val="3"/>
                <c:pt idx="0">
                  <c:v>0.29813030224719111</c:v>
                </c:pt>
                <c:pt idx="1">
                  <c:v>0.46624917453258663</c:v>
                </c:pt>
                <c:pt idx="2">
                  <c:v>1.1024365851597053</c:v>
                </c:pt>
              </c:numCache>
            </c:numRef>
          </c:val>
          <c:extLst>
            <c:ext xmlns:c16="http://schemas.microsoft.com/office/drawing/2014/chart" uri="{C3380CC4-5D6E-409C-BE32-E72D297353CC}">
              <c16:uniqueId val="{00000002-FEDB-45B0-8B72-44318905FF6F}"/>
            </c:ext>
          </c:extLst>
        </c:ser>
        <c:dLbls>
          <c:dLblPos val="outEnd"/>
          <c:showLegendKey val="0"/>
          <c:showVal val="1"/>
          <c:showCatName val="0"/>
          <c:showSerName val="0"/>
          <c:showPercent val="0"/>
          <c:showBubbleSize val="0"/>
        </c:dLbls>
        <c:gapWidth val="40"/>
        <c:overlap val="-27"/>
        <c:axId val="93348464"/>
        <c:axId val="93348880"/>
      </c:barChart>
      <c:catAx>
        <c:axId val="93348464"/>
        <c:scaling>
          <c:orientation val="minMax"/>
        </c:scaling>
        <c:delete val="0"/>
        <c:axPos val="b"/>
        <c:numFmt formatCode="General"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lgn="ctr">
              <a:defRPr lang="en-US" sz="700" b="0" i="0" u="none" strike="noStrike" kern="1200" baseline="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pPr>
            <a:endParaRPr lang="es-CO"/>
          </a:p>
        </c:txPr>
        <c:crossAx val="93348880"/>
        <c:crosses val="autoZero"/>
        <c:auto val="1"/>
        <c:lblAlgn val="ctr"/>
        <c:lblOffset val="100"/>
        <c:noMultiLvlLbl val="0"/>
      </c:catAx>
      <c:valAx>
        <c:axId val="93348880"/>
        <c:scaling>
          <c:orientation val="minMax"/>
          <c:min val="0"/>
        </c:scaling>
        <c:delete val="0"/>
        <c:axPos val="l"/>
        <c:numFmt formatCode="#,##0.00" sourceLinked="1"/>
        <c:majorTickMark val="out"/>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933484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3712952981847434"/>
          <c:w val="1"/>
          <c:h val="0.48755306570879953"/>
        </c:manualLayout>
      </c:layout>
      <c:barChart>
        <c:barDir val="col"/>
        <c:grouping val="clustered"/>
        <c:varyColors val="0"/>
        <c:ser>
          <c:idx val="0"/>
          <c:order val="0"/>
          <c:tx>
            <c:strRef>
              <c:f>Sheet1!$B$1</c:f>
              <c:strCache>
                <c:ptCount val="1"/>
                <c:pt idx="0">
                  <c:v>#</c:v>
                </c:pt>
              </c:strCache>
            </c:strRef>
          </c:tx>
          <c:spPr>
            <a:solidFill>
              <a:schemeClr val="accent1"/>
            </a:solidFill>
            <a:ln>
              <a:noFill/>
            </a:ln>
            <a:effectLst/>
          </c:spPr>
          <c:invertIfNegative val="0"/>
          <c:dPt>
            <c:idx val="1"/>
            <c:invertIfNegative val="0"/>
            <c:bubble3D val="0"/>
            <c:spPr>
              <a:solidFill>
                <a:schemeClr val="accent1"/>
              </a:solidFill>
              <a:ln>
                <a:noFill/>
              </a:ln>
              <a:effectLst/>
            </c:spPr>
            <c:extLst>
              <c:ext xmlns:c16="http://schemas.microsoft.com/office/drawing/2014/chart" uri="{C3380CC4-5D6E-409C-BE32-E72D297353CC}">
                <c16:uniqueId val="{00000001-2B92-4BE7-B25D-BD22A0D6D945}"/>
              </c:ext>
            </c:extLst>
          </c:dPt>
          <c:dLbls>
            <c:dLbl>
              <c:idx val="2"/>
              <c:layout>
                <c:manualLayout>
                  <c:x val="0"/>
                  <c:y val="0.15084240136352028"/>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C87-4D62-A32C-C8CB71E2BE7F}"/>
                </c:ext>
              </c:extLst>
            </c:dLbl>
            <c:spPr>
              <a:noFill/>
              <a:ln>
                <a:noFill/>
              </a:ln>
              <a:effectLst/>
            </c:spPr>
            <c:txPr>
              <a:bodyPr rot="0" spcFirstLastPara="1" vertOverflow="ellipsis" vert="horz" wrap="square" lIns="38100" tIns="19050" rIns="38100" bIns="19050" anchor="ctr" anchorCtr="0">
                <a:spAutoFit/>
              </a:bodyPr>
              <a:lstStyle/>
              <a:p>
                <a:pPr algn="ctr">
                  <a:defRPr lang="en-US" sz="8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2022</c:v>
                </c:pt>
                <c:pt idx="1">
                  <c:v>2023</c:v>
                </c:pt>
                <c:pt idx="2">
                  <c:v>2024E</c:v>
                </c:pt>
              </c:strCache>
            </c:strRef>
          </c:cat>
          <c:val>
            <c:numRef>
              <c:f>Sheet1!$B$2:$B$4</c:f>
              <c:numCache>
                <c:formatCode>#,##0.00</c:formatCode>
                <c:ptCount val="3"/>
                <c:pt idx="0">
                  <c:v>4.2964589887640459E-2</c:v>
                </c:pt>
                <c:pt idx="1">
                  <c:v>7.6702735632839081E-2</c:v>
                </c:pt>
                <c:pt idx="2">
                  <c:v>0.47269271528255496</c:v>
                </c:pt>
              </c:numCache>
            </c:numRef>
          </c:val>
          <c:extLst>
            <c:ext xmlns:c16="http://schemas.microsoft.com/office/drawing/2014/chart" uri="{C3380CC4-5D6E-409C-BE32-E72D297353CC}">
              <c16:uniqueId val="{00000002-FEDB-45B0-8B72-44318905FF6F}"/>
            </c:ext>
          </c:extLst>
        </c:ser>
        <c:dLbls>
          <c:dLblPos val="outEnd"/>
          <c:showLegendKey val="0"/>
          <c:showVal val="1"/>
          <c:showCatName val="0"/>
          <c:showSerName val="0"/>
          <c:showPercent val="0"/>
          <c:showBubbleSize val="0"/>
        </c:dLbls>
        <c:gapWidth val="40"/>
        <c:overlap val="-27"/>
        <c:axId val="93348464"/>
        <c:axId val="93348880"/>
      </c:barChart>
      <c:catAx>
        <c:axId val="93348464"/>
        <c:scaling>
          <c:orientation val="minMax"/>
        </c:scaling>
        <c:delete val="0"/>
        <c:axPos val="b"/>
        <c:numFmt formatCode="General"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lgn="ctr">
              <a:defRPr lang="en-US" sz="700" b="0" i="0" u="none" strike="noStrike" kern="1200" baseline="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pPr>
            <a:endParaRPr lang="es-CO"/>
          </a:p>
        </c:txPr>
        <c:crossAx val="93348880"/>
        <c:crosses val="autoZero"/>
        <c:auto val="1"/>
        <c:lblAlgn val="ctr"/>
        <c:lblOffset val="100"/>
        <c:noMultiLvlLbl val="0"/>
      </c:catAx>
      <c:valAx>
        <c:axId val="93348880"/>
        <c:scaling>
          <c:orientation val="minMax"/>
          <c:min val="0"/>
        </c:scaling>
        <c:delete val="0"/>
        <c:axPos val="l"/>
        <c:numFmt formatCode="#,##0.00" sourceLinked="1"/>
        <c:majorTickMark val="out"/>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933484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3712952981847434"/>
          <c:w val="1"/>
          <c:h val="0.48755306570879953"/>
        </c:manualLayout>
      </c:layout>
      <c:barChart>
        <c:barDir val="col"/>
        <c:grouping val="clustered"/>
        <c:varyColors val="0"/>
        <c:ser>
          <c:idx val="0"/>
          <c:order val="0"/>
          <c:tx>
            <c:strRef>
              <c:f>Sheet1!$B$1</c:f>
              <c:strCache>
                <c:ptCount val="1"/>
                <c:pt idx="0">
                  <c:v>#</c:v>
                </c:pt>
              </c:strCache>
            </c:strRef>
          </c:tx>
          <c:spPr>
            <a:solidFill>
              <a:schemeClr val="accent1"/>
            </a:solidFill>
            <a:ln>
              <a:noFill/>
            </a:ln>
            <a:effectLst/>
          </c:spPr>
          <c:invertIfNegative val="0"/>
          <c:dPt>
            <c:idx val="1"/>
            <c:invertIfNegative val="0"/>
            <c:bubble3D val="0"/>
            <c:spPr>
              <a:solidFill>
                <a:schemeClr val="accent1"/>
              </a:solidFill>
              <a:ln>
                <a:noFill/>
              </a:ln>
              <a:effectLst/>
            </c:spPr>
            <c:extLst>
              <c:ext xmlns:c16="http://schemas.microsoft.com/office/drawing/2014/chart" uri="{C3380CC4-5D6E-409C-BE32-E72D297353CC}">
                <c16:uniqueId val="{00000001-0CBD-4FE3-BAD2-2BE7C136EE21}"/>
              </c:ext>
            </c:extLst>
          </c:dPt>
          <c:dLbls>
            <c:spPr>
              <a:noFill/>
              <a:ln>
                <a:noFill/>
              </a:ln>
              <a:effectLst/>
            </c:spPr>
            <c:txPr>
              <a:bodyPr rot="0" spcFirstLastPara="1" vertOverflow="ellipsis" vert="horz" wrap="square" lIns="38100" tIns="19050" rIns="38100" bIns="19050" anchor="ctr" anchorCtr="0">
                <a:spAutoFit/>
              </a:bodyPr>
              <a:lstStyle/>
              <a:p>
                <a:pPr algn="ctr">
                  <a:defRPr lang="en-US" sz="8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2022</c:v>
                </c:pt>
                <c:pt idx="1">
                  <c:v>2023</c:v>
                </c:pt>
                <c:pt idx="2">
                  <c:v>2024E</c:v>
                </c:pt>
              </c:strCache>
            </c:strRef>
          </c:cat>
          <c:val>
            <c:numRef>
              <c:f>Sheet1!$B$2:$B$4</c:f>
              <c:numCache>
                <c:formatCode>#,##0.00</c:formatCode>
                <c:ptCount val="3"/>
                <c:pt idx="0">
                  <c:v>4.8570828691011325</c:v>
                </c:pt>
                <c:pt idx="1">
                  <c:v>1.9431198606358411</c:v>
                </c:pt>
                <c:pt idx="2">
                  <c:v>6.4901741525307086</c:v>
                </c:pt>
              </c:numCache>
            </c:numRef>
          </c:val>
          <c:extLst>
            <c:ext xmlns:c16="http://schemas.microsoft.com/office/drawing/2014/chart" uri="{C3380CC4-5D6E-409C-BE32-E72D297353CC}">
              <c16:uniqueId val="{00000002-FEDB-45B0-8B72-44318905FF6F}"/>
            </c:ext>
          </c:extLst>
        </c:ser>
        <c:dLbls>
          <c:dLblPos val="outEnd"/>
          <c:showLegendKey val="0"/>
          <c:showVal val="1"/>
          <c:showCatName val="0"/>
          <c:showSerName val="0"/>
          <c:showPercent val="0"/>
          <c:showBubbleSize val="0"/>
        </c:dLbls>
        <c:gapWidth val="40"/>
        <c:overlap val="-27"/>
        <c:axId val="93348464"/>
        <c:axId val="93348880"/>
      </c:barChart>
      <c:catAx>
        <c:axId val="93348464"/>
        <c:scaling>
          <c:orientation val="minMax"/>
        </c:scaling>
        <c:delete val="0"/>
        <c:axPos val="b"/>
        <c:numFmt formatCode="General"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lgn="ctr">
              <a:defRPr lang="en-US" sz="700" b="0" i="0" u="none" strike="noStrike" kern="1200" baseline="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pPr>
            <a:endParaRPr lang="es-CO"/>
          </a:p>
        </c:txPr>
        <c:crossAx val="93348880"/>
        <c:crosses val="autoZero"/>
        <c:auto val="1"/>
        <c:lblAlgn val="ctr"/>
        <c:lblOffset val="100"/>
        <c:noMultiLvlLbl val="0"/>
      </c:catAx>
      <c:valAx>
        <c:axId val="93348880"/>
        <c:scaling>
          <c:orientation val="minMax"/>
          <c:min val="0"/>
        </c:scaling>
        <c:delete val="0"/>
        <c:axPos val="l"/>
        <c:numFmt formatCode="#,##0.00" sourceLinked="1"/>
        <c:majorTickMark val="out"/>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933484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3712952981847434"/>
          <c:w val="1"/>
          <c:h val="0.48755352232843657"/>
        </c:manualLayout>
      </c:layout>
      <c:barChart>
        <c:barDir val="col"/>
        <c:grouping val="clustered"/>
        <c:varyColors val="0"/>
        <c:ser>
          <c:idx val="0"/>
          <c:order val="0"/>
          <c:tx>
            <c:strRef>
              <c:f>Sheet1!$B$1</c:f>
              <c:strCache>
                <c:ptCount val="1"/>
                <c:pt idx="0">
                  <c:v>#</c:v>
                </c:pt>
              </c:strCache>
            </c:strRef>
          </c:tx>
          <c:spPr>
            <a:solidFill>
              <a:schemeClr val="accent1"/>
            </a:solidFill>
            <a:ln>
              <a:noFill/>
            </a:ln>
            <a:effectLst/>
          </c:spPr>
          <c:invertIfNegative val="0"/>
          <c:dPt>
            <c:idx val="1"/>
            <c:invertIfNegative val="0"/>
            <c:bubble3D val="0"/>
            <c:spPr>
              <a:solidFill>
                <a:schemeClr val="accent1"/>
              </a:solidFill>
              <a:ln>
                <a:noFill/>
              </a:ln>
              <a:effectLst/>
            </c:spPr>
            <c:extLst>
              <c:ext xmlns:c16="http://schemas.microsoft.com/office/drawing/2014/chart" uri="{C3380CC4-5D6E-409C-BE32-E72D297353CC}">
                <c16:uniqueId val="{00000001-702A-4534-B8E2-377595A41781}"/>
              </c:ext>
            </c:extLst>
          </c:dPt>
          <c:dLbls>
            <c:spPr>
              <a:noFill/>
              <a:ln>
                <a:noFill/>
              </a:ln>
              <a:effectLst/>
            </c:spPr>
            <c:txPr>
              <a:bodyPr rot="0" spcFirstLastPara="1" vertOverflow="ellipsis" vert="horz" wrap="square" lIns="38100" tIns="19050" rIns="38100" bIns="19050" anchor="ctr" anchorCtr="0">
                <a:spAutoFit/>
              </a:bodyPr>
              <a:lstStyle/>
              <a:p>
                <a:pPr algn="ctr">
                  <a:defRPr lang="en-US" sz="8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Sheet1!$A$2:$A$4</c:f>
              <c:numCache>
                <c:formatCode>General</c:formatCode>
                <c:ptCount val="3"/>
                <c:pt idx="0">
                  <c:v>2022</c:v>
                </c:pt>
                <c:pt idx="1">
                  <c:v>2023</c:v>
                </c:pt>
                <c:pt idx="2">
                  <c:v>2024</c:v>
                </c:pt>
              </c:numCache>
            </c:numRef>
          </c:cat>
          <c:val>
            <c:numRef>
              <c:f>Sheet1!$B$2:$B$4</c:f>
              <c:numCache>
                <c:formatCode>#,##0.0</c:formatCode>
                <c:ptCount val="3"/>
                <c:pt idx="0">
                  <c:v>4.9042319219101147</c:v>
                </c:pt>
                <c:pt idx="1">
                  <c:v>5.7942397360462268</c:v>
                </c:pt>
                <c:pt idx="2">
                  <c:v>6.2115446960196579</c:v>
                </c:pt>
              </c:numCache>
            </c:numRef>
          </c:val>
          <c:extLst>
            <c:ext xmlns:c16="http://schemas.microsoft.com/office/drawing/2014/chart" uri="{C3380CC4-5D6E-409C-BE32-E72D297353CC}">
              <c16:uniqueId val="{00000002-FEDB-45B0-8B72-44318905FF6F}"/>
            </c:ext>
          </c:extLst>
        </c:ser>
        <c:dLbls>
          <c:dLblPos val="outEnd"/>
          <c:showLegendKey val="0"/>
          <c:showVal val="1"/>
          <c:showCatName val="0"/>
          <c:showSerName val="0"/>
          <c:showPercent val="0"/>
          <c:showBubbleSize val="0"/>
        </c:dLbls>
        <c:gapWidth val="40"/>
        <c:overlap val="-27"/>
        <c:axId val="93348464"/>
        <c:axId val="93348880"/>
      </c:barChart>
      <c:catAx>
        <c:axId val="93348464"/>
        <c:scaling>
          <c:orientation val="minMax"/>
        </c:scaling>
        <c:delete val="0"/>
        <c:axPos val="b"/>
        <c:numFmt formatCode="General"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lgn="ctr">
              <a:defRPr lang="en-US" sz="700" b="0" i="0" u="none" strike="noStrike" kern="1200" baseline="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pPr>
            <a:endParaRPr lang="es-CO"/>
          </a:p>
        </c:txPr>
        <c:crossAx val="93348880"/>
        <c:crosses val="autoZero"/>
        <c:auto val="1"/>
        <c:lblAlgn val="ctr"/>
        <c:lblOffset val="100"/>
        <c:noMultiLvlLbl val="0"/>
      </c:catAx>
      <c:valAx>
        <c:axId val="93348880"/>
        <c:scaling>
          <c:orientation val="minMax"/>
          <c:min val="0"/>
        </c:scaling>
        <c:delete val="0"/>
        <c:axPos val="l"/>
        <c:numFmt formatCode="#,##0.0" sourceLinked="1"/>
        <c:majorTickMark val="out"/>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933484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3712952981847434"/>
          <c:w val="1"/>
          <c:h val="0.48755352232843657"/>
        </c:manualLayout>
      </c:layout>
      <c:barChart>
        <c:barDir val="col"/>
        <c:grouping val="clustered"/>
        <c:varyColors val="0"/>
        <c:ser>
          <c:idx val="0"/>
          <c:order val="0"/>
          <c:tx>
            <c:strRef>
              <c:f>Sheet1!$B$1</c:f>
              <c:strCache>
                <c:ptCount val="1"/>
                <c:pt idx="0">
                  <c:v>#</c:v>
                </c:pt>
              </c:strCache>
            </c:strRef>
          </c:tx>
          <c:spPr>
            <a:solidFill>
              <a:schemeClr val="accent1"/>
            </a:solidFill>
            <a:ln>
              <a:noFill/>
            </a:ln>
            <a:effectLst/>
          </c:spPr>
          <c:invertIfNegative val="0"/>
          <c:dPt>
            <c:idx val="1"/>
            <c:invertIfNegative val="0"/>
            <c:bubble3D val="0"/>
            <c:spPr>
              <a:solidFill>
                <a:schemeClr val="accent1"/>
              </a:solidFill>
              <a:ln>
                <a:noFill/>
              </a:ln>
              <a:effectLst/>
            </c:spPr>
            <c:extLst>
              <c:ext xmlns:c16="http://schemas.microsoft.com/office/drawing/2014/chart" uri="{C3380CC4-5D6E-409C-BE32-E72D297353CC}">
                <c16:uniqueId val="{00000001-95D5-4D75-A3DB-13920B08B842}"/>
              </c:ext>
            </c:extLst>
          </c:dPt>
          <c:dLbls>
            <c:spPr>
              <a:noFill/>
              <a:ln>
                <a:noFill/>
              </a:ln>
              <a:effectLst/>
            </c:spPr>
            <c:txPr>
              <a:bodyPr rot="0" spcFirstLastPara="1" vertOverflow="ellipsis" vert="horz" wrap="square" lIns="38100" tIns="19050" rIns="38100" bIns="19050" anchor="ctr" anchorCtr="0">
                <a:spAutoFit/>
              </a:bodyPr>
              <a:lstStyle/>
              <a:p>
                <a:pPr algn="ctr">
                  <a:defRPr lang="en-US" sz="8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2022</c:v>
                </c:pt>
                <c:pt idx="1">
                  <c:v>2023</c:v>
                </c:pt>
                <c:pt idx="2">
                  <c:v>2024E</c:v>
                </c:pt>
              </c:strCache>
            </c:strRef>
          </c:cat>
          <c:val>
            <c:numRef>
              <c:f>Sheet1!$B$2:$B$4</c:f>
              <c:numCache>
                <c:formatCode>#,##0.00</c:formatCode>
                <c:ptCount val="3"/>
                <c:pt idx="0">
                  <c:v>0.79075960617977081</c:v>
                </c:pt>
                <c:pt idx="1">
                  <c:v>3.4523611197100199</c:v>
                </c:pt>
                <c:pt idx="2">
                  <c:v>3.8573446567076157</c:v>
                </c:pt>
              </c:numCache>
            </c:numRef>
          </c:val>
          <c:extLst>
            <c:ext xmlns:c16="http://schemas.microsoft.com/office/drawing/2014/chart" uri="{C3380CC4-5D6E-409C-BE32-E72D297353CC}">
              <c16:uniqueId val="{00000002-FEDB-45B0-8B72-44318905FF6F}"/>
            </c:ext>
          </c:extLst>
        </c:ser>
        <c:dLbls>
          <c:dLblPos val="outEnd"/>
          <c:showLegendKey val="0"/>
          <c:showVal val="1"/>
          <c:showCatName val="0"/>
          <c:showSerName val="0"/>
          <c:showPercent val="0"/>
          <c:showBubbleSize val="0"/>
        </c:dLbls>
        <c:gapWidth val="40"/>
        <c:overlap val="-27"/>
        <c:axId val="93348464"/>
        <c:axId val="93348880"/>
      </c:barChart>
      <c:catAx>
        <c:axId val="93348464"/>
        <c:scaling>
          <c:orientation val="minMax"/>
        </c:scaling>
        <c:delete val="0"/>
        <c:axPos val="b"/>
        <c:numFmt formatCode="General"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lgn="ctr">
              <a:defRPr lang="en-US" sz="700" b="0" i="0" u="none" strike="noStrike" kern="1200" baseline="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pPr>
            <a:endParaRPr lang="es-CO"/>
          </a:p>
        </c:txPr>
        <c:crossAx val="93348880"/>
        <c:crosses val="autoZero"/>
        <c:auto val="1"/>
        <c:lblAlgn val="ctr"/>
        <c:lblOffset val="100"/>
        <c:noMultiLvlLbl val="0"/>
      </c:catAx>
      <c:valAx>
        <c:axId val="93348880"/>
        <c:scaling>
          <c:orientation val="minMax"/>
          <c:min val="0"/>
        </c:scaling>
        <c:delete val="0"/>
        <c:axPos val="l"/>
        <c:numFmt formatCode="#,##0.00" sourceLinked="1"/>
        <c:majorTickMark val="out"/>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933484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3712952981847434"/>
          <c:w val="1"/>
          <c:h val="0.48755306570879953"/>
        </c:manualLayout>
      </c:layout>
      <c:barChart>
        <c:barDir val="col"/>
        <c:grouping val="clustered"/>
        <c:varyColors val="0"/>
        <c:ser>
          <c:idx val="0"/>
          <c:order val="0"/>
          <c:tx>
            <c:strRef>
              <c:f>Sheet1!$B$1</c:f>
              <c:strCache>
                <c:ptCount val="1"/>
                <c:pt idx="0">
                  <c:v>#</c:v>
                </c:pt>
              </c:strCache>
            </c:strRef>
          </c:tx>
          <c:spPr>
            <a:solidFill>
              <a:schemeClr val="accent1"/>
            </a:solidFill>
            <a:ln>
              <a:noFill/>
            </a:ln>
            <a:effectLst/>
          </c:spPr>
          <c:invertIfNegative val="0"/>
          <c:dPt>
            <c:idx val="1"/>
            <c:invertIfNegative val="0"/>
            <c:bubble3D val="0"/>
            <c:spPr>
              <a:solidFill>
                <a:schemeClr val="accent1"/>
              </a:solidFill>
              <a:ln>
                <a:noFill/>
              </a:ln>
              <a:effectLst/>
            </c:spPr>
            <c:extLst>
              <c:ext xmlns:c16="http://schemas.microsoft.com/office/drawing/2014/chart" uri="{C3380CC4-5D6E-409C-BE32-E72D297353CC}">
                <c16:uniqueId val="{00000001-C888-40BE-9401-5C34F53FE984}"/>
              </c:ext>
            </c:extLst>
          </c:dPt>
          <c:dLbls>
            <c:spPr>
              <a:noFill/>
              <a:ln>
                <a:noFill/>
              </a:ln>
              <a:effectLst/>
            </c:spPr>
            <c:txPr>
              <a:bodyPr rot="0" spcFirstLastPara="1" vertOverflow="ellipsis" vert="horz" wrap="square" lIns="38100" tIns="19050" rIns="38100" bIns="19050" anchor="ctr" anchorCtr="0">
                <a:spAutoFit/>
              </a:bodyPr>
              <a:lstStyle/>
              <a:p>
                <a:pPr algn="ctr">
                  <a:defRPr lang="en-US" sz="8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Sheet1!$A$2:$A$4</c:f>
              <c:numCache>
                <c:formatCode>General</c:formatCode>
                <c:ptCount val="3"/>
                <c:pt idx="0">
                  <c:v>2022</c:v>
                </c:pt>
                <c:pt idx="1">
                  <c:v>2023</c:v>
                </c:pt>
                <c:pt idx="2">
                  <c:v>2024</c:v>
                </c:pt>
              </c:numCache>
            </c:numRef>
          </c:cat>
          <c:val>
            <c:numRef>
              <c:f>Sheet1!$B$2:$B$4</c:f>
              <c:numCache>
                <c:formatCode>#,##0.00</c:formatCode>
                <c:ptCount val="3"/>
                <c:pt idx="0">
                  <c:v>2.5308621994382028</c:v>
                </c:pt>
                <c:pt idx="1">
                  <c:v>5.080431556667417</c:v>
                </c:pt>
                <c:pt idx="2" formatCode="0.00">
                  <c:v>3.6408141788697774</c:v>
                </c:pt>
              </c:numCache>
            </c:numRef>
          </c:val>
          <c:extLst>
            <c:ext xmlns:c16="http://schemas.microsoft.com/office/drawing/2014/chart" uri="{C3380CC4-5D6E-409C-BE32-E72D297353CC}">
              <c16:uniqueId val="{00000002-FEDB-45B0-8B72-44318905FF6F}"/>
            </c:ext>
          </c:extLst>
        </c:ser>
        <c:dLbls>
          <c:dLblPos val="outEnd"/>
          <c:showLegendKey val="0"/>
          <c:showVal val="1"/>
          <c:showCatName val="0"/>
          <c:showSerName val="0"/>
          <c:showPercent val="0"/>
          <c:showBubbleSize val="0"/>
        </c:dLbls>
        <c:gapWidth val="40"/>
        <c:overlap val="-27"/>
        <c:axId val="93348464"/>
        <c:axId val="93348880"/>
      </c:barChart>
      <c:catAx>
        <c:axId val="93348464"/>
        <c:scaling>
          <c:orientation val="minMax"/>
        </c:scaling>
        <c:delete val="0"/>
        <c:axPos val="b"/>
        <c:numFmt formatCode="General"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lgn="ctr">
              <a:defRPr lang="en-US" sz="700" b="0" i="0" u="none" strike="noStrike" kern="1200" baseline="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pPr>
            <a:endParaRPr lang="es-CO"/>
          </a:p>
        </c:txPr>
        <c:crossAx val="93348880"/>
        <c:crosses val="autoZero"/>
        <c:auto val="1"/>
        <c:lblAlgn val="ctr"/>
        <c:lblOffset val="100"/>
        <c:noMultiLvlLbl val="0"/>
      </c:catAx>
      <c:valAx>
        <c:axId val="93348880"/>
        <c:scaling>
          <c:orientation val="minMax"/>
          <c:min val="0"/>
        </c:scaling>
        <c:delete val="0"/>
        <c:axPos val="l"/>
        <c:numFmt formatCode="#,##0.00" sourceLinked="1"/>
        <c:majorTickMark val="out"/>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933484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3712952981847434"/>
          <c:w val="1"/>
          <c:h val="0.48755306570879953"/>
        </c:manualLayout>
      </c:layout>
      <c:barChart>
        <c:barDir val="col"/>
        <c:grouping val="clustered"/>
        <c:varyColors val="0"/>
        <c:ser>
          <c:idx val="0"/>
          <c:order val="0"/>
          <c:tx>
            <c:strRef>
              <c:f>Sheet1!$B$1</c:f>
              <c:strCache>
                <c:ptCount val="1"/>
                <c:pt idx="0">
                  <c:v>#</c:v>
                </c:pt>
              </c:strCache>
            </c:strRef>
          </c:tx>
          <c:spPr>
            <a:solidFill>
              <a:schemeClr val="accent1"/>
            </a:solidFill>
            <a:ln>
              <a:noFill/>
            </a:ln>
            <a:effectLst/>
          </c:spPr>
          <c:invertIfNegative val="0"/>
          <c:dPt>
            <c:idx val="1"/>
            <c:invertIfNegative val="0"/>
            <c:bubble3D val="0"/>
            <c:spPr>
              <a:solidFill>
                <a:schemeClr val="accent1"/>
              </a:solidFill>
              <a:ln>
                <a:noFill/>
              </a:ln>
              <a:effectLst/>
            </c:spPr>
            <c:extLst>
              <c:ext xmlns:c16="http://schemas.microsoft.com/office/drawing/2014/chart" uri="{C3380CC4-5D6E-409C-BE32-E72D297353CC}">
                <c16:uniqueId val="{00000001-8672-4975-AEF1-B1625719F7D0}"/>
              </c:ext>
            </c:extLst>
          </c:dPt>
          <c:dLbls>
            <c:dLbl>
              <c:idx val="2"/>
              <c:layout>
                <c:manualLayout>
                  <c:x val="0"/>
                  <c:y val="0.1759828015907736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37B-48BA-ADA2-8FD1B943B4A5}"/>
                </c:ext>
              </c:extLst>
            </c:dLbl>
            <c:spPr>
              <a:noFill/>
              <a:ln>
                <a:noFill/>
              </a:ln>
              <a:effectLst/>
            </c:spPr>
            <c:txPr>
              <a:bodyPr rot="0" spcFirstLastPara="1" vertOverflow="ellipsis" vert="horz" wrap="square" lIns="38100" tIns="19050" rIns="38100" bIns="19050" anchor="ctr" anchorCtr="0">
                <a:spAutoFit/>
              </a:bodyPr>
              <a:lstStyle/>
              <a:p>
                <a:pPr algn="ctr">
                  <a:defRPr lang="en-US" sz="8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Sheet1!$A$2:$A$4</c:f>
              <c:numCache>
                <c:formatCode>General</c:formatCode>
                <c:ptCount val="3"/>
                <c:pt idx="0">
                  <c:v>2022</c:v>
                </c:pt>
                <c:pt idx="1">
                  <c:v>2023</c:v>
                </c:pt>
                <c:pt idx="2">
                  <c:v>2024</c:v>
                </c:pt>
              </c:numCache>
            </c:numRef>
          </c:cat>
          <c:val>
            <c:numRef>
              <c:f>Sheet1!$B$2:$B$4</c:f>
              <c:numCache>
                <c:formatCode>#,##0.00</c:formatCode>
                <c:ptCount val="3"/>
                <c:pt idx="0">
                  <c:v>7.0959195505617967E-2</c:v>
                </c:pt>
                <c:pt idx="1">
                  <c:v>0.11634668927153267</c:v>
                </c:pt>
                <c:pt idx="2">
                  <c:v>1.6230470187714989</c:v>
                </c:pt>
              </c:numCache>
            </c:numRef>
          </c:val>
          <c:extLst>
            <c:ext xmlns:c16="http://schemas.microsoft.com/office/drawing/2014/chart" uri="{C3380CC4-5D6E-409C-BE32-E72D297353CC}">
              <c16:uniqueId val="{00000002-FEDB-45B0-8B72-44318905FF6F}"/>
            </c:ext>
          </c:extLst>
        </c:ser>
        <c:dLbls>
          <c:dLblPos val="outEnd"/>
          <c:showLegendKey val="0"/>
          <c:showVal val="1"/>
          <c:showCatName val="0"/>
          <c:showSerName val="0"/>
          <c:showPercent val="0"/>
          <c:showBubbleSize val="0"/>
        </c:dLbls>
        <c:gapWidth val="40"/>
        <c:overlap val="-27"/>
        <c:axId val="93348464"/>
        <c:axId val="93348880"/>
      </c:barChart>
      <c:catAx>
        <c:axId val="93348464"/>
        <c:scaling>
          <c:orientation val="minMax"/>
        </c:scaling>
        <c:delete val="0"/>
        <c:axPos val="b"/>
        <c:numFmt formatCode="General"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lgn="ctr">
              <a:defRPr lang="en-US" sz="700" b="0" i="0" u="none" strike="noStrike" kern="1200" baseline="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pPr>
            <a:endParaRPr lang="es-CO"/>
          </a:p>
        </c:txPr>
        <c:crossAx val="93348880"/>
        <c:crosses val="autoZero"/>
        <c:auto val="1"/>
        <c:lblAlgn val="ctr"/>
        <c:lblOffset val="100"/>
        <c:noMultiLvlLbl val="0"/>
      </c:catAx>
      <c:valAx>
        <c:axId val="93348880"/>
        <c:scaling>
          <c:orientation val="minMax"/>
          <c:min val="0"/>
        </c:scaling>
        <c:delete val="0"/>
        <c:axPos val="l"/>
        <c:numFmt formatCode="#,##0.00" sourceLinked="1"/>
        <c:majorTickMark val="out"/>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933484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3712952981847434"/>
          <c:w val="1"/>
          <c:h val="0.48755306570879953"/>
        </c:manualLayout>
      </c:layout>
      <c:barChart>
        <c:barDir val="col"/>
        <c:grouping val="clustered"/>
        <c:varyColors val="0"/>
        <c:ser>
          <c:idx val="0"/>
          <c:order val="0"/>
          <c:tx>
            <c:strRef>
              <c:f>Sheet1!$B$1</c:f>
              <c:strCache>
                <c:ptCount val="1"/>
                <c:pt idx="0">
                  <c:v>#</c:v>
                </c:pt>
              </c:strCache>
            </c:strRef>
          </c:tx>
          <c:spPr>
            <a:solidFill>
              <a:schemeClr val="accent1"/>
            </a:solidFill>
            <a:ln>
              <a:noFill/>
            </a:ln>
            <a:effectLst/>
          </c:spPr>
          <c:invertIfNegative val="0"/>
          <c:dPt>
            <c:idx val="1"/>
            <c:invertIfNegative val="0"/>
            <c:bubble3D val="0"/>
            <c:spPr>
              <a:solidFill>
                <a:schemeClr val="accent1"/>
              </a:solidFill>
              <a:ln>
                <a:noFill/>
              </a:ln>
              <a:effectLst/>
            </c:spPr>
            <c:extLst>
              <c:ext xmlns:c16="http://schemas.microsoft.com/office/drawing/2014/chart" uri="{C3380CC4-5D6E-409C-BE32-E72D297353CC}">
                <c16:uniqueId val="{00000001-9D8A-4B05-A35E-42056F8D133D}"/>
              </c:ext>
            </c:extLst>
          </c:dPt>
          <c:dLbls>
            <c:spPr>
              <a:noFill/>
              <a:ln>
                <a:noFill/>
              </a:ln>
              <a:effectLst/>
            </c:spPr>
            <c:txPr>
              <a:bodyPr rot="0" spcFirstLastPara="1" vertOverflow="ellipsis" vert="horz" wrap="square" lIns="38100" tIns="19050" rIns="38100" bIns="19050" anchor="ctr" anchorCtr="0">
                <a:spAutoFit/>
              </a:bodyPr>
              <a:lstStyle/>
              <a:p>
                <a:pPr algn="ctr">
                  <a:defRPr lang="en-US" sz="8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2022</c:v>
                </c:pt>
                <c:pt idx="1">
                  <c:v>2023</c:v>
                </c:pt>
                <c:pt idx="2">
                  <c:v>2024E</c:v>
                </c:pt>
              </c:strCache>
            </c:strRef>
          </c:cat>
          <c:val>
            <c:numRef>
              <c:f>Sheet1!$B$2:$B$4</c:f>
              <c:numCache>
                <c:formatCode>#,##0.00</c:formatCode>
                <c:ptCount val="3"/>
                <c:pt idx="0">
                  <c:v>0.29813030224719111</c:v>
                </c:pt>
                <c:pt idx="1">
                  <c:v>0.46624917453258663</c:v>
                </c:pt>
                <c:pt idx="2">
                  <c:v>1.1024365851597053</c:v>
                </c:pt>
              </c:numCache>
            </c:numRef>
          </c:val>
          <c:extLst>
            <c:ext xmlns:c16="http://schemas.microsoft.com/office/drawing/2014/chart" uri="{C3380CC4-5D6E-409C-BE32-E72D297353CC}">
              <c16:uniqueId val="{00000002-FEDB-45B0-8B72-44318905FF6F}"/>
            </c:ext>
          </c:extLst>
        </c:ser>
        <c:dLbls>
          <c:dLblPos val="outEnd"/>
          <c:showLegendKey val="0"/>
          <c:showVal val="1"/>
          <c:showCatName val="0"/>
          <c:showSerName val="0"/>
          <c:showPercent val="0"/>
          <c:showBubbleSize val="0"/>
        </c:dLbls>
        <c:gapWidth val="40"/>
        <c:overlap val="-27"/>
        <c:axId val="93348464"/>
        <c:axId val="93348880"/>
      </c:barChart>
      <c:catAx>
        <c:axId val="93348464"/>
        <c:scaling>
          <c:orientation val="minMax"/>
        </c:scaling>
        <c:delete val="0"/>
        <c:axPos val="b"/>
        <c:numFmt formatCode="General"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lgn="ctr">
              <a:defRPr lang="en-US" sz="700" b="0" i="0" u="none" strike="noStrike" kern="1200" baseline="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pPr>
            <a:endParaRPr lang="es-CO"/>
          </a:p>
        </c:txPr>
        <c:crossAx val="93348880"/>
        <c:crosses val="autoZero"/>
        <c:auto val="1"/>
        <c:lblAlgn val="ctr"/>
        <c:lblOffset val="100"/>
        <c:noMultiLvlLbl val="0"/>
      </c:catAx>
      <c:valAx>
        <c:axId val="93348880"/>
        <c:scaling>
          <c:orientation val="minMax"/>
          <c:min val="0"/>
        </c:scaling>
        <c:delete val="0"/>
        <c:axPos val="l"/>
        <c:numFmt formatCode="#,##0.00" sourceLinked="1"/>
        <c:majorTickMark val="out"/>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933484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3712952981847434"/>
          <c:w val="1"/>
          <c:h val="0.48755306570879953"/>
        </c:manualLayout>
      </c:layout>
      <c:barChart>
        <c:barDir val="col"/>
        <c:grouping val="clustered"/>
        <c:varyColors val="0"/>
        <c:ser>
          <c:idx val="0"/>
          <c:order val="0"/>
          <c:tx>
            <c:strRef>
              <c:f>Sheet1!$B$1</c:f>
              <c:strCache>
                <c:ptCount val="1"/>
                <c:pt idx="0">
                  <c:v>#</c:v>
                </c:pt>
              </c:strCache>
            </c:strRef>
          </c:tx>
          <c:spPr>
            <a:solidFill>
              <a:schemeClr val="accent1"/>
            </a:solidFill>
            <a:ln>
              <a:noFill/>
            </a:ln>
            <a:effectLst/>
          </c:spPr>
          <c:invertIfNegative val="0"/>
          <c:dPt>
            <c:idx val="1"/>
            <c:invertIfNegative val="0"/>
            <c:bubble3D val="0"/>
            <c:spPr>
              <a:solidFill>
                <a:schemeClr val="accent1"/>
              </a:solidFill>
              <a:ln>
                <a:noFill/>
              </a:ln>
              <a:effectLst/>
            </c:spPr>
            <c:extLst>
              <c:ext xmlns:c16="http://schemas.microsoft.com/office/drawing/2014/chart" uri="{C3380CC4-5D6E-409C-BE32-E72D297353CC}">
                <c16:uniqueId val="{00000001-2B92-4BE7-B25D-BD22A0D6D945}"/>
              </c:ext>
            </c:extLst>
          </c:dPt>
          <c:dLbls>
            <c:dLbl>
              <c:idx val="2"/>
              <c:layout>
                <c:manualLayout>
                  <c:x val="0"/>
                  <c:y val="0.15084240136352028"/>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C87-4D62-A32C-C8CB71E2BE7F}"/>
                </c:ext>
              </c:extLst>
            </c:dLbl>
            <c:spPr>
              <a:noFill/>
              <a:ln>
                <a:noFill/>
              </a:ln>
              <a:effectLst/>
            </c:spPr>
            <c:txPr>
              <a:bodyPr rot="0" spcFirstLastPara="1" vertOverflow="ellipsis" vert="horz" wrap="square" lIns="38100" tIns="19050" rIns="38100" bIns="19050" anchor="ctr" anchorCtr="0">
                <a:spAutoFit/>
              </a:bodyPr>
              <a:lstStyle/>
              <a:p>
                <a:pPr algn="ctr">
                  <a:defRPr lang="en-US" sz="8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2022</c:v>
                </c:pt>
                <c:pt idx="1">
                  <c:v>2023</c:v>
                </c:pt>
                <c:pt idx="2">
                  <c:v>2024E</c:v>
                </c:pt>
              </c:strCache>
            </c:strRef>
          </c:cat>
          <c:val>
            <c:numRef>
              <c:f>Sheet1!$B$2:$B$4</c:f>
              <c:numCache>
                <c:formatCode>#,##0.00</c:formatCode>
                <c:ptCount val="3"/>
                <c:pt idx="0">
                  <c:v>4.2964589887640459E-2</c:v>
                </c:pt>
                <c:pt idx="1">
                  <c:v>7.6702735632839081E-2</c:v>
                </c:pt>
                <c:pt idx="2">
                  <c:v>0.47269271528255496</c:v>
                </c:pt>
              </c:numCache>
            </c:numRef>
          </c:val>
          <c:extLst>
            <c:ext xmlns:c16="http://schemas.microsoft.com/office/drawing/2014/chart" uri="{C3380CC4-5D6E-409C-BE32-E72D297353CC}">
              <c16:uniqueId val="{00000002-FEDB-45B0-8B72-44318905FF6F}"/>
            </c:ext>
          </c:extLst>
        </c:ser>
        <c:dLbls>
          <c:dLblPos val="outEnd"/>
          <c:showLegendKey val="0"/>
          <c:showVal val="1"/>
          <c:showCatName val="0"/>
          <c:showSerName val="0"/>
          <c:showPercent val="0"/>
          <c:showBubbleSize val="0"/>
        </c:dLbls>
        <c:gapWidth val="40"/>
        <c:overlap val="-27"/>
        <c:axId val="93348464"/>
        <c:axId val="93348880"/>
      </c:barChart>
      <c:catAx>
        <c:axId val="93348464"/>
        <c:scaling>
          <c:orientation val="minMax"/>
        </c:scaling>
        <c:delete val="0"/>
        <c:axPos val="b"/>
        <c:numFmt formatCode="General"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lgn="ctr">
              <a:defRPr lang="en-US" sz="700" b="0" i="0" u="none" strike="noStrike" kern="1200" baseline="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pPr>
            <a:endParaRPr lang="es-CO"/>
          </a:p>
        </c:txPr>
        <c:crossAx val="93348880"/>
        <c:crosses val="autoZero"/>
        <c:auto val="1"/>
        <c:lblAlgn val="ctr"/>
        <c:lblOffset val="100"/>
        <c:noMultiLvlLbl val="0"/>
      </c:catAx>
      <c:valAx>
        <c:axId val="93348880"/>
        <c:scaling>
          <c:orientation val="minMax"/>
          <c:min val="0"/>
        </c:scaling>
        <c:delete val="0"/>
        <c:axPos val="l"/>
        <c:numFmt formatCode="#,##0.00" sourceLinked="1"/>
        <c:majorTickMark val="out"/>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933484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3712952981847434"/>
          <c:w val="1"/>
          <c:h val="0.48755306570879953"/>
        </c:manualLayout>
      </c:layout>
      <c:barChart>
        <c:barDir val="col"/>
        <c:grouping val="clustered"/>
        <c:varyColors val="0"/>
        <c:ser>
          <c:idx val="0"/>
          <c:order val="0"/>
          <c:tx>
            <c:strRef>
              <c:f>Sheet1!$B$1</c:f>
              <c:strCache>
                <c:ptCount val="1"/>
                <c:pt idx="0">
                  <c:v>#</c:v>
                </c:pt>
              </c:strCache>
            </c:strRef>
          </c:tx>
          <c:spPr>
            <a:solidFill>
              <a:schemeClr val="accent1"/>
            </a:solidFill>
            <a:ln>
              <a:noFill/>
            </a:ln>
            <a:effectLst/>
          </c:spPr>
          <c:invertIfNegative val="0"/>
          <c:dPt>
            <c:idx val="1"/>
            <c:invertIfNegative val="0"/>
            <c:bubble3D val="0"/>
            <c:spPr>
              <a:solidFill>
                <a:schemeClr val="accent1"/>
              </a:solidFill>
              <a:ln>
                <a:noFill/>
              </a:ln>
              <a:effectLst/>
            </c:spPr>
            <c:extLst>
              <c:ext xmlns:c16="http://schemas.microsoft.com/office/drawing/2014/chart" uri="{C3380CC4-5D6E-409C-BE32-E72D297353CC}">
                <c16:uniqueId val="{00000001-0CBD-4FE3-BAD2-2BE7C136EE21}"/>
              </c:ext>
            </c:extLst>
          </c:dPt>
          <c:dLbls>
            <c:spPr>
              <a:noFill/>
              <a:ln>
                <a:noFill/>
              </a:ln>
              <a:effectLst/>
            </c:spPr>
            <c:txPr>
              <a:bodyPr rot="0" spcFirstLastPara="1" vertOverflow="ellipsis" vert="horz" wrap="square" lIns="38100" tIns="19050" rIns="38100" bIns="19050" anchor="ctr" anchorCtr="0">
                <a:spAutoFit/>
              </a:bodyPr>
              <a:lstStyle/>
              <a:p>
                <a:pPr algn="ctr">
                  <a:defRPr lang="en-US" sz="800" b="1" i="0" u="none" strike="noStrike" kern="1200" baseline="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2022</c:v>
                </c:pt>
                <c:pt idx="1">
                  <c:v>2023</c:v>
                </c:pt>
                <c:pt idx="2">
                  <c:v>2024E</c:v>
                </c:pt>
              </c:strCache>
            </c:strRef>
          </c:cat>
          <c:val>
            <c:numRef>
              <c:f>Sheet1!$B$2:$B$4</c:f>
              <c:numCache>
                <c:formatCode>#,##0.00</c:formatCode>
                <c:ptCount val="3"/>
                <c:pt idx="0">
                  <c:v>4.8570828691011325</c:v>
                </c:pt>
                <c:pt idx="1">
                  <c:v>1.9431198606358411</c:v>
                </c:pt>
                <c:pt idx="2">
                  <c:v>6.4901741525307086</c:v>
                </c:pt>
              </c:numCache>
            </c:numRef>
          </c:val>
          <c:extLst>
            <c:ext xmlns:c16="http://schemas.microsoft.com/office/drawing/2014/chart" uri="{C3380CC4-5D6E-409C-BE32-E72D297353CC}">
              <c16:uniqueId val="{00000002-FEDB-45B0-8B72-44318905FF6F}"/>
            </c:ext>
          </c:extLst>
        </c:ser>
        <c:dLbls>
          <c:dLblPos val="outEnd"/>
          <c:showLegendKey val="0"/>
          <c:showVal val="1"/>
          <c:showCatName val="0"/>
          <c:showSerName val="0"/>
          <c:showPercent val="0"/>
          <c:showBubbleSize val="0"/>
        </c:dLbls>
        <c:gapWidth val="40"/>
        <c:overlap val="-27"/>
        <c:axId val="93348464"/>
        <c:axId val="93348880"/>
      </c:barChart>
      <c:catAx>
        <c:axId val="93348464"/>
        <c:scaling>
          <c:orientation val="minMax"/>
        </c:scaling>
        <c:delete val="0"/>
        <c:axPos val="b"/>
        <c:numFmt formatCode="General"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lgn="ctr">
              <a:defRPr lang="en-US" sz="700" b="0" i="0" u="none" strike="noStrike" kern="1200" baseline="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pPr>
            <a:endParaRPr lang="es-CO"/>
          </a:p>
        </c:txPr>
        <c:crossAx val="93348880"/>
        <c:crosses val="autoZero"/>
        <c:auto val="1"/>
        <c:lblAlgn val="ctr"/>
        <c:lblOffset val="100"/>
        <c:noMultiLvlLbl val="0"/>
      </c:catAx>
      <c:valAx>
        <c:axId val="93348880"/>
        <c:scaling>
          <c:orientation val="minMax"/>
          <c:min val="0"/>
        </c:scaling>
        <c:delete val="0"/>
        <c:axPos val="l"/>
        <c:numFmt formatCode="#,##0.00" sourceLinked="1"/>
        <c:majorTickMark val="out"/>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O"/>
          </a:p>
        </c:txPr>
        <c:crossAx val="933484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2" y="2"/>
            <a:ext cx="2984183" cy="502676"/>
          </a:xfrm>
          <a:prstGeom prst="rect">
            <a:avLst/>
          </a:prstGeom>
        </p:spPr>
        <p:txBody>
          <a:bodyPr vert="horz" lIns="96593" tIns="48297" rIns="96593" bIns="48297" rtlCol="0"/>
          <a:lstStyle>
            <a:lvl1pPr algn="l">
              <a:defRPr sz="1300"/>
            </a:lvl1pPr>
          </a:lstStyle>
          <a:p>
            <a:endParaRPr lang="pt-BR"/>
          </a:p>
        </p:txBody>
      </p:sp>
      <p:sp>
        <p:nvSpPr>
          <p:cNvPr id="3" name="Espaço Reservado para Data 2"/>
          <p:cNvSpPr>
            <a:spLocks noGrp="1"/>
          </p:cNvSpPr>
          <p:nvPr>
            <p:ph type="dt" idx="1"/>
          </p:nvPr>
        </p:nvSpPr>
        <p:spPr>
          <a:xfrm>
            <a:off x="3900799" y="2"/>
            <a:ext cx="2984183" cy="502676"/>
          </a:xfrm>
          <a:prstGeom prst="rect">
            <a:avLst/>
          </a:prstGeom>
        </p:spPr>
        <p:txBody>
          <a:bodyPr vert="horz" lIns="96593" tIns="48297" rIns="96593" bIns="48297" rtlCol="0"/>
          <a:lstStyle>
            <a:lvl1pPr algn="r">
              <a:defRPr sz="1300"/>
            </a:lvl1pPr>
          </a:lstStyle>
          <a:p>
            <a:fld id="{41FEC49B-3E4C-4B5C-892F-BC2D139BADF6}" type="datetimeFigureOut">
              <a:rPr lang="pt-BR" smtClean="0"/>
              <a:t>07/10/2025</a:t>
            </a:fld>
            <a:endParaRPr lang="pt-BR"/>
          </a:p>
        </p:txBody>
      </p:sp>
      <p:sp>
        <p:nvSpPr>
          <p:cNvPr id="4" name="Espaço Reservado para Imagem de Slide 3"/>
          <p:cNvSpPr>
            <a:spLocks noGrp="1" noRot="1" noChangeAspect="1"/>
          </p:cNvSpPr>
          <p:nvPr>
            <p:ph type="sldImg" idx="2"/>
          </p:nvPr>
        </p:nvSpPr>
        <p:spPr>
          <a:xfrm>
            <a:off x="438150" y="1252538"/>
            <a:ext cx="6010275" cy="3381375"/>
          </a:xfrm>
          <a:prstGeom prst="rect">
            <a:avLst/>
          </a:prstGeom>
          <a:noFill/>
          <a:ln w="12700">
            <a:solidFill>
              <a:prstClr val="black"/>
            </a:solidFill>
          </a:ln>
        </p:spPr>
        <p:txBody>
          <a:bodyPr vert="horz" lIns="96593" tIns="48297" rIns="96593" bIns="48297" rtlCol="0" anchor="ctr"/>
          <a:lstStyle/>
          <a:p>
            <a:endParaRPr lang="pt-BR"/>
          </a:p>
        </p:txBody>
      </p:sp>
      <p:sp>
        <p:nvSpPr>
          <p:cNvPr id="5" name="Espaço Reservado para Anotações 4"/>
          <p:cNvSpPr>
            <a:spLocks noGrp="1"/>
          </p:cNvSpPr>
          <p:nvPr>
            <p:ph type="body" sz="quarter" idx="3"/>
          </p:nvPr>
        </p:nvSpPr>
        <p:spPr>
          <a:xfrm>
            <a:off x="688658" y="4821506"/>
            <a:ext cx="5509260" cy="3944868"/>
          </a:xfrm>
          <a:prstGeom prst="rect">
            <a:avLst/>
          </a:prstGeom>
        </p:spPr>
        <p:txBody>
          <a:bodyPr vert="horz" lIns="96593" tIns="48297" rIns="96593" bIns="48297"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2" y="9516039"/>
            <a:ext cx="2984183" cy="502674"/>
          </a:xfrm>
          <a:prstGeom prst="rect">
            <a:avLst/>
          </a:prstGeom>
        </p:spPr>
        <p:txBody>
          <a:bodyPr vert="horz" lIns="96593" tIns="48297" rIns="96593" bIns="48297" rtlCol="0" anchor="b"/>
          <a:lstStyle>
            <a:lvl1pPr algn="l">
              <a:defRPr sz="1300"/>
            </a:lvl1pPr>
          </a:lstStyle>
          <a:p>
            <a:endParaRPr lang="pt-BR"/>
          </a:p>
        </p:txBody>
      </p:sp>
      <p:sp>
        <p:nvSpPr>
          <p:cNvPr id="7" name="Espaço Reservado para Número de Slide 6"/>
          <p:cNvSpPr>
            <a:spLocks noGrp="1"/>
          </p:cNvSpPr>
          <p:nvPr>
            <p:ph type="sldNum" sz="quarter" idx="5"/>
          </p:nvPr>
        </p:nvSpPr>
        <p:spPr>
          <a:xfrm>
            <a:off x="3900799" y="9516039"/>
            <a:ext cx="2984183" cy="502674"/>
          </a:xfrm>
          <a:prstGeom prst="rect">
            <a:avLst/>
          </a:prstGeom>
        </p:spPr>
        <p:txBody>
          <a:bodyPr vert="horz" lIns="96593" tIns="48297" rIns="96593" bIns="48297" rtlCol="0" anchor="b"/>
          <a:lstStyle>
            <a:lvl1pPr algn="r">
              <a:defRPr sz="1300"/>
            </a:lvl1pPr>
          </a:lstStyle>
          <a:p>
            <a:fld id="{2C3FFAA1-1EF5-4DC6-9FCC-7AAEF85B571D}" type="slidenum">
              <a:rPr lang="pt-BR" smtClean="0"/>
              <a:t>‹#›</a:t>
            </a:fld>
            <a:endParaRPr lang="pt-BR"/>
          </a:p>
        </p:txBody>
      </p:sp>
    </p:spTree>
    <p:extLst>
      <p:ext uri="{BB962C8B-B14F-4D97-AF65-F5344CB8AC3E}">
        <p14:creationId xmlns:p14="http://schemas.microsoft.com/office/powerpoint/2010/main" val="35803645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61EF6-6962-3CF4-3340-4F9972CACC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78EC38-338A-B317-7BF2-ABDAE6F098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276BBD-8859-B8DD-0EDA-6E52CD8BFBB5}"/>
              </a:ext>
            </a:extLst>
          </p:cNvPr>
          <p:cNvSpPr>
            <a:spLocks noGrp="1"/>
          </p:cNvSpPr>
          <p:nvPr>
            <p:ph type="body" idx="1"/>
          </p:nvPr>
        </p:nvSpPr>
        <p:spPr/>
        <p:txBody>
          <a:bodyPr/>
          <a:lstStyle/>
          <a:p>
            <a:endParaRPr lang="pt-BR" dirty="0"/>
          </a:p>
        </p:txBody>
      </p:sp>
      <p:sp>
        <p:nvSpPr>
          <p:cNvPr id="4" name="Slide Number Placeholder 3">
            <a:extLst>
              <a:ext uri="{FF2B5EF4-FFF2-40B4-BE49-F238E27FC236}">
                <a16:creationId xmlns:a16="http://schemas.microsoft.com/office/drawing/2014/main" id="{D654221D-3577-5DD7-0593-C20E90A94E23}"/>
              </a:ext>
            </a:extLst>
          </p:cNvPr>
          <p:cNvSpPr>
            <a:spLocks noGrp="1"/>
          </p:cNvSpPr>
          <p:nvPr>
            <p:ph type="sldNum" sz="quarter" idx="5"/>
          </p:nvPr>
        </p:nvSpPr>
        <p:spPr/>
        <p:txBody>
          <a:bodyPr/>
          <a:lstStyle/>
          <a:p>
            <a:fld id="{2C3FFAA1-1EF5-4DC6-9FCC-7AAEF85B571D}" type="slidenum">
              <a:rPr lang="pt-BR" smtClean="0"/>
              <a:t>3</a:t>
            </a:fld>
            <a:endParaRPr lang="pt-BR"/>
          </a:p>
        </p:txBody>
      </p:sp>
    </p:spTree>
    <p:extLst>
      <p:ext uri="{BB962C8B-B14F-4D97-AF65-F5344CB8AC3E}">
        <p14:creationId xmlns:p14="http://schemas.microsoft.com/office/powerpoint/2010/main" val="29187218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BFE9A-CBDF-2746-7D16-D9FE3668C2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8768C1-FD4A-3774-665F-F191E2CDB2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951AA4-FBE3-92D4-14AB-D7D6CA8D4FC0}"/>
              </a:ext>
            </a:extLst>
          </p:cNvPr>
          <p:cNvSpPr>
            <a:spLocks noGrp="1"/>
          </p:cNvSpPr>
          <p:nvPr>
            <p:ph type="body" idx="1"/>
          </p:nvPr>
        </p:nvSpPr>
        <p:spPr/>
        <p:txBody>
          <a:bodyPr/>
          <a:lstStyle/>
          <a:p>
            <a:endParaRPr lang="pt-BR" dirty="0"/>
          </a:p>
        </p:txBody>
      </p:sp>
      <p:sp>
        <p:nvSpPr>
          <p:cNvPr id="4" name="Slide Number Placeholder 3">
            <a:extLst>
              <a:ext uri="{FF2B5EF4-FFF2-40B4-BE49-F238E27FC236}">
                <a16:creationId xmlns:a16="http://schemas.microsoft.com/office/drawing/2014/main" id="{BDB62508-C7AE-B0E4-DE58-D48DCEE54748}"/>
              </a:ext>
            </a:extLst>
          </p:cNvPr>
          <p:cNvSpPr>
            <a:spLocks noGrp="1"/>
          </p:cNvSpPr>
          <p:nvPr>
            <p:ph type="sldNum" sz="quarter" idx="5"/>
          </p:nvPr>
        </p:nvSpPr>
        <p:spPr/>
        <p:txBody>
          <a:bodyPr/>
          <a:lstStyle/>
          <a:p>
            <a:fld id="{2C3FFAA1-1EF5-4DC6-9FCC-7AAEF85B571D}" type="slidenum">
              <a:rPr lang="pt-BR" smtClean="0"/>
              <a:t>4</a:t>
            </a:fld>
            <a:endParaRPr lang="pt-BR"/>
          </a:p>
        </p:txBody>
      </p:sp>
    </p:spTree>
    <p:extLst>
      <p:ext uri="{BB962C8B-B14F-4D97-AF65-F5344CB8AC3E}">
        <p14:creationId xmlns:p14="http://schemas.microsoft.com/office/powerpoint/2010/main" val="12641807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009A0-BBC4-ECB8-02A9-30DE4C963A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AA09E7-B9CF-2193-AF37-B6B2FE5BA2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5FAC1A-186A-4082-67F9-DECC654B77B1}"/>
              </a:ext>
            </a:extLst>
          </p:cNvPr>
          <p:cNvSpPr>
            <a:spLocks noGrp="1"/>
          </p:cNvSpPr>
          <p:nvPr>
            <p:ph type="body" idx="1"/>
          </p:nvPr>
        </p:nvSpPr>
        <p:spPr/>
        <p:txBody>
          <a:bodyPr/>
          <a:lstStyle/>
          <a:p>
            <a:endParaRPr lang="pt-BR" dirty="0"/>
          </a:p>
        </p:txBody>
      </p:sp>
      <p:sp>
        <p:nvSpPr>
          <p:cNvPr id="4" name="Slide Number Placeholder 3">
            <a:extLst>
              <a:ext uri="{FF2B5EF4-FFF2-40B4-BE49-F238E27FC236}">
                <a16:creationId xmlns:a16="http://schemas.microsoft.com/office/drawing/2014/main" id="{8372E4FD-2EED-F01A-9D10-235AE952B7EE}"/>
              </a:ext>
            </a:extLst>
          </p:cNvPr>
          <p:cNvSpPr>
            <a:spLocks noGrp="1"/>
          </p:cNvSpPr>
          <p:nvPr>
            <p:ph type="sldNum" sz="quarter" idx="5"/>
          </p:nvPr>
        </p:nvSpPr>
        <p:spPr/>
        <p:txBody>
          <a:bodyPr/>
          <a:lstStyle/>
          <a:p>
            <a:fld id="{2C3FFAA1-1EF5-4DC6-9FCC-7AAEF85B571D}" type="slidenum">
              <a:rPr lang="pt-BR" smtClean="0"/>
              <a:t>5</a:t>
            </a:fld>
            <a:endParaRPr lang="pt-BR"/>
          </a:p>
        </p:txBody>
      </p:sp>
    </p:spTree>
    <p:extLst>
      <p:ext uri="{BB962C8B-B14F-4D97-AF65-F5344CB8AC3E}">
        <p14:creationId xmlns:p14="http://schemas.microsoft.com/office/powerpoint/2010/main" val="22509376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FFA6D-3E04-8968-AE8E-FFE42F342B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0FEDB1-2658-E0CC-8DF9-E6D6AFAEC6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4258C2-F49E-E5D6-AF19-17CE585A98FE}"/>
              </a:ext>
            </a:extLst>
          </p:cNvPr>
          <p:cNvSpPr>
            <a:spLocks noGrp="1"/>
          </p:cNvSpPr>
          <p:nvPr>
            <p:ph type="body" idx="1"/>
          </p:nvPr>
        </p:nvSpPr>
        <p:spPr/>
        <p:txBody>
          <a:bodyPr/>
          <a:lstStyle/>
          <a:p>
            <a:endParaRPr lang="pt-BR" dirty="0"/>
          </a:p>
        </p:txBody>
      </p:sp>
      <p:sp>
        <p:nvSpPr>
          <p:cNvPr id="4" name="Slide Number Placeholder 3">
            <a:extLst>
              <a:ext uri="{FF2B5EF4-FFF2-40B4-BE49-F238E27FC236}">
                <a16:creationId xmlns:a16="http://schemas.microsoft.com/office/drawing/2014/main" id="{B1E72EE0-E3B3-06A2-B5BC-2F6D1A60F05E}"/>
              </a:ext>
            </a:extLst>
          </p:cNvPr>
          <p:cNvSpPr>
            <a:spLocks noGrp="1"/>
          </p:cNvSpPr>
          <p:nvPr>
            <p:ph type="sldNum" sz="quarter" idx="5"/>
          </p:nvPr>
        </p:nvSpPr>
        <p:spPr/>
        <p:txBody>
          <a:bodyPr/>
          <a:lstStyle/>
          <a:p>
            <a:fld id="{2C3FFAA1-1EF5-4DC6-9FCC-7AAEF85B571D}" type="slidenum">
              <a:rPr lang="pt-BR" smtClean="0"/>
              <a:t>6</a:t>
            </a:fld>
            <a:endParaRPr lang="pt-BR"/>
          </a:p>
        </p:txBody>
      </p:sp>
    </p:spTree>
    <p:extLst>
      <p:ext uri="{BB962C8B-B14F-4D97-AF65-F5344CB8AC3E}">
        <p14:creationId xmlns:p14="http://schemas.microsoft.com/office/powerpoint/2010/main" val="36587421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E5B7B-35FB-3872-53BA-04816443E3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F16D20-72E5-DB5F-378A-4713A2015D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B37A17-0981-D26D-D600-0725E4D57E59}"/>
              </a:ext>
            </a:extLst>
          </p:cNvPr>
          <p:cNvSpPr>
            <a:spLocks noGrp="1"/>
          </p:cNvSpPr>
          <p:nvPr>
            <p:ph type="body" idx="1"/>
          </p:nvPr>
        </p:nvSpPr>
        <p:spPr/>
        <p:txBody>
          <a:bodyPr/>
          <a:lstStyle/>
          <a:p>
            <a:endParaRPr lang="pt-BR" dirty="0"/>
          </a:p>
        </p:txBody>
      </p:sp>
      <p:sp>
        <p:nvSpPr>
          <p:cNvPr id="4" name="Slide Number Placeholder 3">
            <a:extLst>
              <a:ext uri="{FF2B5EF4-FFF2-40B4-BE49-F238E27FC236}">
                <a16:creationId xmlns:a16="http://schemas.microsoft.com/office/drawing/2014/main" id="{CE288EEA-56FC-21F6-10E3-C5FE09B8FB47}"/>
              </a:ext>
            </a:extLst>
          </p:cNvPr>
          <p:cNvSpPr>
            <a:spLocks noGrp="1"/>
          </p:cNvSpPr>
          <p:nvPr>
            <p:ph type="sldNum" sz="quarter" idx="5"/>
          </p:nvPr>
        </p:nvSpPr>
        <p:spPr/>
        <p:txBody>
          <a:bodyPr/>
          <a:lstStyle/>
          <a:p>
            <a:fld id="{2C3FFAA1-1EF5-4DC6-9FCC-7AAEF85B571D}" type="slidenum">
              <a:rPr lang="pt-BR" smtClean="0"/>
              <a:t>9</a:t>
            </a:fld>
            <a:endParaRPr lang="pt-BR"/>
          </a:p>
        </p:txBody>
      </p:sp>
    </p:spTree>
    <p:extLst>
      <p:ext uri="{BB962C8B-B14F-4D97-AF65-F5344CB8AC3E}">
        <p14:creationId xmlns:p14="http://schemas.microsoft.com/office/powerpoint/2010/main" val="26351858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AA8F9-A8ED-E57A-98A1-6E93774389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32E256-6175-F4A8-D021-45AD79B610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CF4B95-F94E-F885-FE01-26BC04A638F6}"/>
              </a:ext>
            </a:extLst>
          </p:cNvPr>
          <p:cNvSpPr>
            <a:spLocks noGrp="1"/>
          </p:cNvSpPr>
          <p:nvPr>
            <p:ph type="body" idx="1"/>
          </p:nvPr>
        </p:nvSpPr>
        <p:spPr/>
        <p:txBody>
          <a:bodyPr/>
          <a:lstStyle/>
          <a:p>
            <a:endParaRPr lang="pt-BR" dirty="0"/>
          </a:p>
        </p:txBody>
      </p:sp>
      <p:sp>
        <p:nvSpPr>
          <p:cNvPr id="4" name="Slide Number Placeholder 3">
            <a:extLst>
              <a:ext uri="{FF2B5EF4-FFF2-40B4-BE49-F238E27FC236}">
                <a16:creationId xmlns:a16="http://schemas.microsoft.com/office/drawing/2014/main" id="{62D4EE30-B700-B680-B829-54D30AF319E9}"/>
              </a:ext>
            </a:extLst>
          </p:cNvPr>
          <p:cNvSpPr>
            <a:spLocks noGrp="1"/>
          </p:cNvSpPr>
          <p:nvPr>
            <p:ph type="sldNum" sz="quarter" idx="5"/>
          </p:nvPr>
        </p:nvSpPr>
        <p:spPr/>
        <p:txBody>
          <a:bodyPr/>
          <a:lstStyle/>
          <a:p>
            <a:fld id="{2C3FFAA1-1EF5-4DC6-9FCC-7AAEF85B571D}" type="slidenum">
              <a:rPr lang="pt-BR" smtClean="0"/>
              <a:t>10</a:t>
            </a:fld>
            <a:endParaRPr lang="pt-BR"/>
          </a:p>
        </p:txBody>
      </p:sp>
    </p:spTree>
    <p:extLst>
      <p:ext uri="{BB962C8B-B14F-4D97-AF65-F5344CB8AC3E}">
        <p14:creationId xmlns:p14="http://schemas.microsoft.com/office/powerpoint/2010/main" val="40178436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522F7-36D8-460A-AC68-5FA7A79BC9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2D4BE2-B85D-40F6-BF2B-2D9968000B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67F1DC-6030-F591-BC96-135012BEF272}"/>
              </a:ext>
            </a:extLst>
          </p:cNvPr>
          <p:cNvSpPr>
            <a:spLocks noGrp="1"/>
          </p:cNvSpPr>
          <p:nvPr>
            <p:ph type="body" idx="1"/>
          </p:nvPr>
        </p:nvSpPr>
        <p:spPr/>
        <p:txBody>
          <a:bodyPr/>
          <a:lstStyle/>
          <a:p>
            <a:endParaRPr lang="pt-BR" dirty="0"/>
          </a:p>
        </p:txBody>
      </p:sp>
      <p:sp>
        <p:nvSpPr>
          <p:cNvPr id="4" name="Slide Number Placeholder 3">
            <a:extLst>
              <a:ext uri="{FF2B5EF4-FFF2-40B4-BE49-F238E27FC236}">
                <a16:creationId xmlns:a16="http://schemas.microsoft.com/office/drawing/2014/main" id="{9BE9FBB1-3BA9-B058-DAC0-977DAD7D75E8}"/>
              </a:ext>
            </a:extLst>
          </p:cNvPr>
          <p:cNvSpPr>
            <a:spLocks noGrp="1"/>
          </p:cNvSpPr>
          <p:nvPr>
            <p:ph type="sldNum" sz="quarter" idx="5"/>
          </p:nvPr>
        </p:nvSpPr>
        <p:spPr/>
        <p:txBody>
          <a:bodyPr/>
          <a:lstStyle/>
          <a:p>
            <a:fld id="{2C3FFAA1-1EF5-4DC6-9FCC-7AAEF85B571D}" type="slidenum">
              <a:rPr lang="pt-BR" smtClean="0"/>
              <a:t>11</a:t>
            </a:fld>
            <a:endParaRPr lang="pt-BR"/>
          </a:p>
        </p:txBody>
      </p:sp>
    </p:spTree>
    <p:extLst>
      <p:ext uri="{BB962C8B-B14F-4D97-AF65-F5344CB8AC3E}">
        <p14:creationId xmlns:p14="http://schemas.microsoft.com/office/powerpoint/2010/main" val="36501658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EE56F-0344-DA9F-FA14-0A23A6E858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B290C6-3CAA-0D20-E473-A2F3A777DA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936D9E-6820-0D4B-81FA-2FB034ED6F5F}"/>
              </a:ext>
            </a:extLst>
          </p:cNvPr>
          <p:cNvSpPr>
            <a:spLocks noGrp="1"/>
          </p:cNvSpPr>
          <p:nvPr>
            <p:ph type="body" idx="1"/>
          </p:nvPr>
        </p:nvSpPr>
        <p:spPr/>
        <p:txBody>
          <a:bodyPr/>
          <a:lstStyle/>
          <a:p>
            <a:endParaRPr lang="pt-BR" dirty="0"/>
          </a:p>
        </p:txBody>
      </p:sp>
      <p:sp>
        <p:nvSpPr>
          <p:cNvPr id="4" name="Slide Number Placeholder 3">
            <a:extLst>
              <a:ext uri="{FF2B5EF4-FFF2-40B4-BE49-F238E27FC236}">
                <a16:creationId xmlns:a16="http://schemas.microsoft.com/office/drawing/2014/main" id="{D4864D43-0A40-4060-45FB-ADC6901137CD}"/>
              </a:ext>
            </a:extLst>
          </p:cNvPr>
          <p:cNvSpPr>
            <a:spLocks noGrp="1"/>
          </p:cNvSpPr>
          <p:nvPr>
            <p:ph type="sldNum" sz="quarter" idx="5"/>
          </p:nvPr>
        </p:nvSpPr>
        <p:spPr/>
        <p:txBody>
          <a:bodyPr/>
          <a:lstStyle/>
          <a:p>
            <a:fld id="{2C3FFAA1-1EF5-4DC6-9FCC-7AAEF85B571D}" type="slidenum">
              <a:rPr lang="pt-BR" smtClean="0"/>
              <a:t>12</a:t>
            </a:fld>
            <a:endParaRPr lang="pt-BR"/>
          </a:p>
        </p:txBody>
      </p:sp>
    </p:spTree>
    <p:extLst>
      <p:ext uri="{BB962C8B-B14F-4D97-AF65-F5344CB8AC3E}">
        <p14:creationId xmlns:p14="http://schemas.microsoft.com/office/powerpoint/2010/main" val="14397501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B14B4-7428-26C1-5D6C-9EABC05C8E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2CF320-26C8-F729-07AE-CF405456A8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BD44E9-C60A-BF0F-D586-D08D760AEC92}"/>
              </a:ext>
            </a:extLst>
          </p:cNvPr>
          <p:cNvSpPr>
            <a:spLocks noGrp="1"/>
          </p:cNvSpPr>
          <p:nvPr>
            <p:ph type="body" idx="1"/>
          </p:nvPr>
        </p:nvSpPr>
        <p:spPr/>
        <p:txBody>
          <a:bodyPr/>
          <a:lstStyle/>
          <a:p>
            <a:endParaRPr lang="pt-BR" dirty="0"/>
          </a:p>
        </p:txBody>
      </p:sp>
      <p:sp>
        <p:nvSpPr>
          <p:cNvPr id="4" name="Slide Number Placeholder 3">
            <a:extLst>
              <a:ext uri="{FF2B5EF4-FFF2-40B4-BE49-F238E27FC236}">
                <a16:creationId xmlns:a16="http://schemas.microsoft.com/office/drawing/2014/main" id="{BE1B1812-9A66-9EE2-F9A0-072FAE9B615A}"/>
              </a:ext>
            </a:extLst>
          </p:cNvPr>
          <p:cNvSpPr>
            <a:spLocks noGrp="1"/>
          </p:cNvSpPr>
          <p:nvPr>
            <p:ph type="sldNum" sz="quarter" idx="5"/>
          </p:nvPr>
        </p:nvSpPr>
        <p:spPr/>
        <p:txBody>
          <a:bodyPr/>
          <a:lstStyle/>
          <a:p>
            <a:fld id="{2C3FFAA1-1EF5-4DC6-9FCC-7AAEF85B571D}" type="slidenum">
              <a:rPr lang="pt-BR" smtClean="0"/>
              <a:t>13</a:t>
            </a:fld>
            <a:endParaRPr lang="pt-BR"/>
          </a:p>
        </p:txBody>
      </p:sp>
    </p:spTree>
    <p:extLst>
      <p:ext uri="{BB962C8B-B14F-4D97-AF65-F5344CB8AC3E}">
        <p14:creationId xmlns:p14="http://schemas.microsoft.com/office/powerpoint/2010/main" val="38877989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fld id="{2C3FFAA1-1EF5-4DC6-9FCC-7AAEF85B571D}" type="slidenum">
              <a:rPr lang="pt-BR" smtClean="0"/>
              <a:t>16</a:t>
            </a:fld>
            <a:endParaRPr lang="pt-BR"/>
          </a:p>
        </p:txBody>
      </p:sp>
    </p:spTree>
    <p:extLst>
      <p:ext uri="{BB962C8B-B14F-4D97-AF65-F5344CB8AC3E}">
        <p14:creationId xmlns:p14="http://schemas.microsoft.com/office/powerpoint/2010/main" val="30601768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3A3B8-2F97-F319-3DD1-DAD2D0029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7F40AB-5EB4-F31C-F7F4-8E95173F1E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CE7EA6-B76A-7FDE-AEAE-D01770C74EE7}"/>
              </a:ext>
            </a:extLst>
          </p:cNvPr>
          <p:cNvSpPr>
            <a:spLocks noGrp="1"/>
          </p:cNvSpPr>
          <p:nvPr>
            <p:ph type="body" idx="1"/>
          </p:nvPr>
        </p:nvSpPr>
        <p:spPr/>
        <p:txBody>
          <a:bodyPr/>
          <a:lstStyle/>
          <a:p>
            <a:endParaRPr lang="pt-BR"/>
          </a:p>
        </p:txBody>
      </p:sp>
      <p:sp>
        <p:nvSpPr>
          <p:cNvPr id="4" name="Slide Number Placeholder 3">
            <a:extLst>
              <a:ext uri="{FF2B5EF4-FFF2-40B4-BE49-F238E27FC236}">
                <a16:creationId xmlns:a16="http://schemas.microsoft.com/office/drawing/2014/main" id="{E3390E04-CBC1-952D-8267-7979A71533F6}"/>
              </a:ext>
            </a:extLst>
          </p:cNvPr>
          <p:cNvSpPr>
            <a:spLocks noGrp="1"/>
          </p:cNvSpPr>
          <p:nvPr>
            <p:ph type="sldNum" sz="quarter" idx="5"/>
          </p:nvPr>
        </p:nvSpPr>
        <p:spPr/>
        <p:txBody>
          <a:bodyPr/>
          <a:lstStyle/>
          <a:p>
            <a:fld id="{2C3FFAA1-1EF5-4DC6-9FCC-7AAEF85B571D}" type="slidenum">
              <a:rPr lang="pt-BR" smtClean="0"/>
              <a:t>17</a:t>
            </a:fld>
            <a:endParaRPr lang="pt-BR"/>
          </a:p>
        </p:txBody>
      </p:sp>
    </p:spTree>
    <p:extLst>
      <p:ext uri="{BB962C8B-B14F-4D97-AF65-F5344CB8AC3E}">
        <p14:creationId xmlns:p14="http://schemas.microsoft.com/office/powerpoint/2010/main" val="38809116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7E1B5-F441-EDAE-A4A3-50F923C261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ECA817-23EC-7840-B59A-57E25F1C8C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2434C9-30B7-B466-61EA-2ABD7BA278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939BAD-AB49-3432-5A12-7142C3240366}"/>
              </a:ext>
            </a:extLst>
          </p:cNvPr>
          <p:cNvSpPr>
            <a:spLocks noGrp="1"/>
          </p:cNvSpPr>
          <p:nvPr>
            <p:ph type="sldNum" sz="quarter" idx="5"/>
          </p:nvPr>
        </p:nvSpPr>
        <p:spPr/>
        <p:txBody>
          <a:bodyPr/>
          <a:lstStyle/>
          <a:p>
            <a:fld id="{2C3FFAA1-1EF5-4DC6-9FCC-7AAEF85B571D}" type="slidenum">
              <a:rPr lang="pt-BR" smtClean="0"/>
              <a:t>18</a:t>
            </a:fld>
            <a:endParaRPr lang="pt-BR"/>
          </a:p>
        </p:txBody>
      </p:sp>
    </p:spTree>
    <p:extLst>
      <p:ext uri="{BB962C8B-B14F-4D97-AF65-F5344CB8AC3E}">
        <p14:creationId xmlns:p14="http://schemas.microsoft.com/office/powerpoint/2010/main" val="15892342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CA43F-3FE6-5B2F-B206-08BAB1FACD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58699A-0D95-3CBA-A4AE-397F4C957A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19543E-99C7-AFBB-7577-F1F153CF2CEC}"/>
              </a:ext>
            </a:extLst>
          </p:cNvPr>
          <p:cNvSpPr>
            <a:spLocks noGrp="1"/>
          </p:cNvSpPr>
          <p:nvPr>
            <p:ph type="body" idx="1"/>
          </p:nvPr>
        </p:nvSpPr>
        <p:spPr/>
        <p:txBody>
          <a:bodyPr/>
          <a:lstStyle/>
          <a:p>
            <a:endParaRPr lang="pt-BR" dirty="0"/>
          </a:p>
        </p:txBody>
      </p:sp>
      <p:sp>
        <p:nvSpPr>
          <p:cNvPr id="4" name="Slide Number Placeholder 3">
            <a:extLst>
              <a:ext uri="{FF2B5EF4-FFF2-40B4-BE49-F238E27FC236}">
                <a16:creationId xmlns:a16="http://schemas.microsoft.com/office/drawing/2014/main" id="{82AF76E7-78F0-3506-537B-4DF4A5B67EA1}"/>
              </a:ext>
            </a:extLst>
          </p:cNvPr>
          <p:cNvSpPr>
            <a:spLocks noGrp="1"/>
          </p:cNvSpPr>
          <p:nvPr>
            <p:ph type="sldNum" sz="quarter" idx="5"/>
          </p:nvPr>
        </p:nvSpPr>
        <p:spPr/>
        <p:txBody>
          <a:bodyPr/>
          <a:lstStyle/>
          <a:p>
            <a:fld id="{2C3FFAA1-1EF5-4DC6-9FCC-7AAEF85B571D}" type="slidenum">
              <a:rPr lang="pt-BR" smtClean="0"/>
              <a:t>19</a:t>
            </a:fld>
            <a:endParaRPr lang="pt-BR"/>
          </a:p>
        </p:txBody>
      </p:sp>
    </p:spTree>
    <p:extLst>
      <p:ext uri="{BB962C8B-B14F-4D97-AF65-F5344CB8AC3E}">
        <p14:creationId xmlns:p14="http://schemas.microsoft.com/office/powerpoint/2010/main" val="5963113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FB91A-744F-B7C8-4E13-6D61A8EE23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F7CE8A-AA9D-5059-E134-37EA0A26AF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5F4E7D-4B55-6132-7CEC-C77D2FD865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5A983C-F853-4913-8C94-3F5B21984766}"/>
              </a:ext>
            </a:extLst>
          </p:cNvPr>
          <p:cNvSpPr>
            <a:spLocks noGrp="1"/>
          </p:cNvSpPr>
          <p:nvPr>
            <p:ph type="sldNum" sz="quarter" idx="5"/>
          </p:nvPr>
        </p:nvSpPr>
        <p:spPr/>
        <p:txBody>
          <a:bodyPr/>
          <a:lstStyle/>
          <a:p>
            <a:fld id="{2C3FFAA1-1EF5-4DC6-9FCC-7AAEF85B571D}" type="slidenum">
              <a:rPr lang="pt-BR" smtClean="0"/>
              <a:t>20</a:t>
            </a:fld>
            <a:endParaRPr lang="pt-BR"/>
          </a:p>
        </p:txBody>
      </p:sp>
    </p:spTree>
    <p:extLst>
      <p:ext uri="{BB962C8B-B14F-4D97-AF65-F5344CB8AC3E}">
        <p14:creationId xmlns:p14="http://schemas.microsoft.com/office/powerpoint/2010/main" val="30326442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D8ED3-B3BB-1FA1-4B10-AE154CC6C4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3D8E15-9289-0FE3-8CC1-75CC1D78A8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BF77B6-9114-897D-C3DF-70C74F9C53FE}"/>
              </a:ext>
            </a:extLst>
          </p:cNvPr>
          <p:cNvSpPr>
            <a:spLocks noGrp="1"/>
          </p:cNvSpPr>
          <p:nvPr>
            <p:ph type="body" idx="1"/>
          </p:nvPr>
        </p:nvSpPr>
        <p:spPr/>
        <p:txBody>
          <a:bodyPr/>
          <a:lstStyle/>
          <a:p>
            <a:endParaRPr lang="pt-BR" dirty="0"/>
          </a:p>
        </p:txBody>
      </p:sp>
      <p:sp>
        <p:nvSpPr>
          <p:cNvPr id="4" name="Slide Number Placeholder 3">
            <a:extLst>
              <a:ext uri="{FF2B5EF4-FFF2-40B4-BE49-F238E27FC236}">
                <a16:creationId xmlns:a16="http://schemas.microsoft.com/office/drawing/2014/main" id="{BE8EBE1A-DAEF-96D7-A32E-C97D38F20497}"/>
              </a:ext>
            </a:extLst>
          </p:cNvPr>
          <p:cNvSpPr>
            <a:spLocks noGrp="1"/>
          </p:cNvSpPr>
          <p:nvPr>
            <p:ph type="sldNum" sz="quarter" idx="5"/>
          </p:nvPr>
        </p:nvSpPr>
        <p:spPr/>
        <p:txBody>
          <a:bodyPr/>
          <a:lstStyle/>
          <a:p>
            <a:fld id="{2C3FFAA1-1EF5-4DC6-9FCC-7AAEF85B571D}" type="slidenum">
              <a:rPr lang="pt-BR" smtClean="0"/>
              <a:t>28</a:t>
            </a:fld>
            <a:endParaRPr lang="pt-BR"/>
          </a:p>
        </p:txBody>
      </p:sp>
    </p:spTree>
    <p:extLst>
      <p:ext uri="{BB962C8B-B14F-4D97-AF65-F5344CB8AC3E}">
        <p14:creationId xmlns:p14="http://schemas.microsoft.com/office/powerpoint/2010/main" val="1991750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11705-E470-8D14-31B3-824FE4DACE29}"/>
              </a:ext>
            </a:extLst>
          </p:cNvPr>
          <p:cNvSpPr>
            <a:spLocks noGrp="1"/>
          </p:cNvSpPr>
          <p:nvPr>
            <p:ph type="title"/>
          </p:nvPr>
        </p:nvSpPr>
        <p:spPr/>
        <p:txBody>
          <a:bodyPr/>
          <a:lstStyle/>
          <a:p>
            <a:r>
              <a:rPr lang="en-US"/>
              <a:t>Click to edit Master title style</a:t>
            </a:r>
          </a:p>
        </p:txBody>
      </p:sp>
      <p:sp>
        <p:nvSpPr>
          <p:cNvPr id="8" name="Content Placeholder 11">
            <a:extLst>
              <a:ext uri="{FF2B5EF4-FFF2-40B4-BE49-F238E27FC236}">
                <a16:creationId xmlns:a16="http://schemas.microsoft.com/office/drawing/2014/main" id="{2B80E022-3FDD-ADDD-4ECC-A35C1C629842}"/>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a:t>Click to edit Master text styles</a:t>
            </a:r>
          </a:p>
        </p:txBody>
      </p:sp>
      <p:sp>
        <p:nvSpPr>
          <p:cNvPr id="6" name="Content Placeholder 5">
            <a:extLst>
              <a:ext uri="{FF2B5EF4-FFF2-40B4-BE49-F238E27FC236}">
                <a16:creationId xmlns:a16="http://schemas.microsoft.com/office/drawing/2014/main" id="{DF78881D-E677-81F1-4FEB-E641DAF46920}"/>
              </a:ext>
            </a:extLst>
          </p:cNvPr>
          <p:cNvSpPr>
            <a:spLocks noGrp="1"/>
          </p:cNvSpPr>
          <p:nvPr>
            <p:ph sz="quarter" idx="14"/>
          </p:nvPr>
        </p:nvSpPr>
        <p:spPr>
          <a:xfrm>
            <a:off x="4227651" y="1450975"/>
            <a:ext cx="7607161" cy="4548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D7BB55DD-2EFA-B3F5-5529-538C58485955}"/>
              </a:ext>
            </a:extLst>
          </p:cNvPr>
          <p:cNvSpPr>
            <a:spLocks noGrp="1"/>
          </p:cNvSpPr>
          <p:nvPr>
            <p:ph type="pic" sz="quarter" idx="15"/>
          </p:nvPr>
        </p:nvSpPr>
        <p:spPr>
          <a:xfrm>
            <a:off x="0" y="1450975"/>
            <a:ext cx="4019217" cy="4548188"/>
          </a:xfrm>
        </p:spPr>
        <p:txBody>
          <a:bodyPr anchor="ctr" anchorCtr="0"/>
          <a:lstStyle>
            <a:lvl1pPr algn="ctr">
              <a:defRPr/>
            </a:lvl1pPr>
          </a:lstStyle>
          <a:p>
            <a:endParaRPr lang="en-US"/>
          </a:p>
        </p:txBody>
      </p:sp>
      <p:sp>
        <p:nvSpPr>
          <p:cNvPr id="10" name="Text Placeholder 9">
            <a:extLst>
              <a:ext uri="{FF2B5EF4-FFF2-40B4-BE49-F238E27FC236}">
                <a16:creationId xmlns:a16="http://schemas.microsoft.com/office/drawing/2014/main" id="{B9905E8E-005A-2CB8-D13C-50AD91C54199}"/>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sp>
        <p:nvSpPr>
          <p:cNvPr id="5" name="Espaço Reservado para Número de Slide 3">
            <a:extLst>
              <a:ext uri="{FF2B5EF4-FFF2-40B4-BE49-F238E27FC236}">
                <a16:creationId xmlns:a16="http://schemas.microsoft.com/office/drawing/2014/main" id="{49DD4B5D-52AC-6D21-3AF1-B4B7BCCE6EE3}"/>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7" name="Google Shape;236;p23">
            <a:extLst>
              <a:ext uri="{FF2B5EF4-FFF2-40B4-BE49-F238E27FC236}">
                <a16:creationId xmlns:a16="http://schemas.microsoft.com/office/drawing/2014/main" id="{ADF44657-9804-CDA4-84A2-3ADA61734F2D}"/>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spTree>
    <p:extLst>
      <p:ext uri="{BB962C8B-B14F-4D97-AF65-F5344CB8AC3E}">
        <p14:creationId xmlns:p14="http://schemas.microsoft.com/office/powerpoint/2010/main" val="22037504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76121"/>
            <a:ext cx="5364163" cy="4023041"/>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6261638" y="1976120"/>
            <a:ext cx="5573175" cy="4023041"/>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title</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title</a:t>
            </a:r>
          </a:p>
        </p:txBody>
      </p:sp>
      <p:sp>
        <p:nvSpPr>
          <p:cNvPr id="16" name="Content Placeholder 13">
            <a:extLst>
              <a:ext uri="{FF2B5EF4-FFF2-40B4-BE49-F238E27FC236}">
                <a16:creationId xmlns:a16="http://schemas.microsoft.com/office/drawing/2014/main" id="{7B3249D2-1FE0-ED6D-322D-323EFD8671F4}"/>
              </a:ext>
            </a:extLst>
          </p:cNvPr>
          <p:cNvSpPr>
            <a:spLocks noGrp="1"/>
          </p:cNvSpPr>
          <p:nvPr>
            <p:ph sz="quarter" idx="16" hasCustomPrompt="1"/>
          </p:nvPr>
        </p:nvSpPr>
        <p:spPr>
          <a:xfrm>
            <a:off x="731838" y="1732020"/>
            <a:ext cx="5364163" cy="234867"/>
          </a:xfrm>
        </p:spPr>
        <p:txBody>
          <a:bodyPr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7" name="Content Placeholder 13">
            <a:extLst>
              <a:ext uri="{FF2B5EF4-FFF2-40B4-BE49-F238E27FC236}">
                <a16:creationId xmlns:a16="http://schemas.microsoft.com/office/drawing/2014/main" id="{20924A97-2EEA-A043-22A5-75FCC7450D61}"/>
              </a:ext>
            </a:extLst>
          </p:cNvPr>
          <p:cNvSpPr>
            <a:spLocks noGrp="1"/>
          </p:cNvSpPr>
          <p:nvPr>
            <p:ph sz="quarter" idx="17" hasCustomPrompt="1"/>
          </p:nvPr>
        </p:nvSpPr>
        <p:spPr>
          <a:xfrm>
            <a:off x="6261639" y="1732020"/>
            <a:ext cx="5573174"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8" name="Text Placeholder 9">
            <a:extLst>
              <a:ext uri="{FF2B5EF4-FFF2-40B4-BE49-F238E27FC236}">
                <a16:creationId xmlns:a16="http://schemas.microsoft.com/office/drawing/2014/main" id="{75A68369-8B33-C898-7757-7C5067723B87}"/>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sp>
        <p:nvSpPr>
          <p:cNvPr id="7" name="Espaço Reservado para Número de Slide 3">
            <a:extLst>
              <a:ext uri="{FF2B5EF4-FFF2-40B4-BE49-F238E27FC236}">
                <a16:creationId xmlns:a16="http://schemas.microsoft.com/office/drawing/2014/main" id="{9B959FBE-859A-0945-5192-DDD2EB1EDEFE}"/>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8" name="Google Shape;236;p23">
            <a:extLst>
              <a:ext uri="{FF2B5EF4-FFF2-40B4-BE49-F238E27FC236}">
                <a16:creationId xmlns:a16="http://schemas.microsoft.com/office/drawing/2014/main" id="{136F0B81-6AA3-A75E-0DD3-3B7C5DA0A4C9}"/>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spTree>
    <p:extLst>
      <p:ext uri="{BB962C8B-B14F-4D97-AF65-F5344CB8AC3E}">
        <p14:creationId xmlns:p14="http://schemas.microsoft.com/office/powerpoint/2010/main" val="2780078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One Content/On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66887"/>
            <a:ext cx="11102976"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8" y="1455672"/>
            <a:ext cx="11102976"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11102976"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p:nvPr>
        </p:nvSpPr>
        <p:spPr>
          <a:xfrm>
            <a:off x="731837" y="4335867"/>
            <a:ext cx="11102976"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p:nvPr>
        </p:nvSpPr>
        <p:spPr>
          <a:xfrm>
            <a:off x="731838" y="3824652"/>
            <a:ext cx="11102976"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11102976"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sp>
        <p:nvSpPr>
          <p:cNvPr id="7" name="Espaço Reservado para Número de Slide 3">
            <a:extLst>
              <a:ext uri="{FF2B5EF4-FFF2-40B4-BE49-F238E27FC236}">
                <a16:creationId xmlns:a16="http://schemas.microsoft.com/office/drawing/2014/main" id="{0E092401-B691-9BB7-CAC8-5008CB156744}"/>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8" name="Google Shape;236;p23">
            <a:extLst>
              <a:ext uri="{FF2B5EF4-FFF2-40B4-BE49-F238E27FC236}">
                <a16:creationId xmlns:a16="http://schemas.microsoft.com/office/drawing/2014/main" id="{0D6081DE-41FD-6CDA-8F04-1D6DE4D5D853}"/>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spTree>
    <p:extLst>
      <p:ext uri="{BB962C8B-B14F-4D97-AF65-F5344CB8AC3E}">
        <p14:creationId xmlns:p14="http://schemas.microsoft.com/office/powerpoint/2010/main" val="14967094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46348651-DCC4-B67C-7CA1-367D8ECC30F4}"/>
              </a:ext>
            </a:extLst>
          </p:cNvPr>
          <p:cNvSpPr>
            <a:spLocks noGrp="1"/>
          </p:cNvSpPr>
          <p:nvPr>
            <p:ph sz="half" idx="16"/>
          </p:nvPr>
        </p:nvSpPr>
        <p:spPr>
          <a:xfrm>
            <a:off x="8217662" y="1966887"/>
            <a:ext cx="3617151" cy="4032275"/>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66888"/>
            <a:ext cx="3514161" cy="4032275"/>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4409823" y="1966887"/>
            <a:ext cx="3617151" cy="4032275"/>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8" y="1455672"/>
            <a:ext cx="3514161"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4409823" y="1455672"/>
            <a:ext cx="3617150"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p:nvPr>
        </p:nvSpPr>
        <p:spPr>
          <a:xfrm>
            <a:off x="8217662" y="1455672"/>
            <a:ext cx="3617150"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6" name="Content Placeholder 13">
            <a:extLst>
              <a:ext uri="{FF2B5EF4-FFF2-40B4-BE49-F238E27FC236}">
                <a16:creationId xmlns:a16="http://schemas.microsoft.com/office/drawing/2014/main" id="{A0A27CB2-4641-6D48-05E4-E731468C8492}"/>
              </a:ext>
            </a:extLst>
          </p:cNvPr>
          <p:cNvSpPr>
            <a:spLocks noGrp="1"/>
          </p:cNvSpPr>
          <p:nvPr>
            <p:ph sz="quarter" idx="18" hasCustomPrompt="1"/>
          </p:nvPr>
        </p:nvSpPr>
        <p:spPr>
          <a:xfrm>
            <a:off x="731839" y="1732020"/>
            <a:ext cx="3514160"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7" name="Content Placeholder 13">
            <a:extLst>
              <a:ext uri="{FF2B5EF4-FFF2-40B4-BE49-F238E27FC236}">
                <a16:creationId xmlns:a16="http://schemas.microsoft.com/office/drawing/2014/main" id="{37C4537D-C612-17FB-DAE7-6CEF1C020504}"/>
              </a:ext>
            </a:extLst>
          </p:cNvPr>
          <p:cNvSpPr>
            <a:spLocks noGrp="1"/>
          </p:cNvSpPr>
          <p:nvPr>
            <p:ph sz="quarter" idx="19" hasCustomPrompt="1"/>
          </p:nvPr>
        </p:nvSpPr>
        <p:spPr>
          <a:xfrm>
            <a:off x="4409822" y="1732020"/>
            <a:ext cx="3617149"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8" name="Content Placeholder 13">
            <a:extLst>
              <a:ext uri="{FF2B5EF4-FFF2-40B4-BE49-F238E27FC236}">
                <a16:creationId xmlns:a16="http://schemas.microsoft.com/office/drawing/2014/main" id="{C2CF7852-20BF-184D-3CA4-224092575BD8}"/>
              </a:ext>
            </a:extLst>
          </p:cNvPr>
          <p:cNvSpPr>
            <a:spLocks noGrp="1"/>
          </p:cNvSpPr>
          <p:nvPr>
            <p:ph sz="quarter" idx="20" hasCustomPrompt="1"/>
          </p:nvPr>
        </p:nvSpPr>
        <p:spPr>
          <a:xfrm>
            <a:off x="8217662" y="1732020"/>
            <a:ext cx="3617149"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9" name="Text Placeholder 9">
            <a:extLst>
              <a:ext uri="{FF2B5EF4-FFF2-40B4-BE49-F238E27FC236}">
                <a16:creationId xmlns:a16="http://schemas.microsoft.com/office/drawing/2014/main" id="{A974C4B8-0593-F4C6-AB5E-BB1F2F5CDF8C}"/>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sp>
        <p:nvSpPr>
          <p:cNvPr id="7" name="Espaço Reservado para Número de Slide 3">
            <a:extLst>
              <a:ext uri="{FF2B5EF4-FFF2-40B4-BE49-F238E27FC236}">
                <a16:creationId xmlns:a16="http://schemas.microsoft.com/office/drawing/2014/main" id="{9E3A0D02-1886-F99D-7A33-655A3980A541}"/>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8" name="Google Shape;236;p23">
            <a:extLst>
              <a:ext uri="{FF2B5EF4-FFF2-40B4-BE49-F238E27FC236}">
                <a16:creationId xmlns:a16="http://schemas.microsoft.com/office/drawing/2014/main" id="{AF23A0E7-EB7F-BF66-909E-2521A03459D9}"/>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spTree>
    <p:extLst>
      <p:ext uri="{BB962C8B-B14F-4D97-AF65-F5344CB8AC3E}">
        <p14:creationId xmlns:p14="http://schemas.microsoft.com/office/powerpoint/2010/main" val="10960808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17" name="Content Placeholder 3">
            <a:extLst>
              <a:ext uri="{FF2B5EF4-FFF2-40B4-BE49-F238E27FC236}">
                <a16:creationId xmlns:a16="http://schemas.microsoft.com/office/drawing/2014/main" id="{93104F92-1FF2-990F-68A4-9E5697EACE99}"/>
              </a:ext>
            </a:extLst>
          </p:cNvPr>
          <p:cNvSpPr>
            <a:spLocks noGrp="1"/>
          </p:cNvSpPr>
          <p:nvPr>
            <p:ph sz="half" idx="18"/>
          </p:nvPr>
        </p:nvSpPr>
        <p:spPr>
          <a:xfrm>
            <a:off x="9124113" y="1978546"/>
            <a:ext cx="2710700" cy="4020616"/>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46348651-DCC4-B67C-7CA1-367D8ECC30F4}"/>
              </a:ext>
            </a:extLst>
          </p:cNvPr>
          <p:cNvSpPr>
            <a:spLocks noGrp="1"/>
          </p:cNvSpPr>
          <p:nvPr>
            <p:ph sz="half" idx="16"/>
          </p:nvPr>
        </p:nvSpPr>
        <p:spPr>
          <a:xfrm>
            <a:off x="6298506" y="1978546"/>
            <a:ext cx="2691526" cy="4020616"/>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8" y="1978547"/>
            <a:ext cx="2591808" cy="4020616"/>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3442743" y="1978546"/>
            <a:ext cx="2691526" cy="4020616"/>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9" y="1455672"/>
            <a:ext cx="2591808"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3442743" y="1455672"/>
            <a:ext cx="2691526"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p:nvPr>
        </p:nvSpPr>
        <p:spPr>
          <a:xfrm>
            <a:off x="6298506" y="1455672"/>
            <a:ext cx="2691526"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a:t>
            </a:r>
          </a:p>
        </p:txBody>
      </p:sp>
      <p:sp>
        <p:nvSpPr>
          <p:cNvPr id="18" name="Content Placeholder 13">
            <a:extLst>
              <a:ext uri="{FF2B5EF4-FFF2-40B4-BE49-F238E27FC236}">
                <a16:creationId xmlns:a16="http://schemas.microsoft.com/office/drawing/2014/main" id="{46009A66-FE60-490E-942D-974C9244E92E}"/>
              </a:ext>
            </a:extLst>
          </p:cNvPr>
          <p:cNvSpPr>
            <a:spLocks noGrp="1"/>
          </p:cNvSpPr>
          <p:nvPr>
            <p:ph sz="quarter" idx="19"/>
          </p:nvPr>
        </p:nvSpPr>
        <p:spPr>
          <a:xfrm>
            <a:off x="9124113" y="1455672"/>
            <a:ext cx="2710700"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a:t>
            </a:r>
          </a:p>
        </p:txBody>
      </p:sp>
      <p:sp>
        <p:nvSpPr>
          <p:cNvPr id="19" name="Content Placeholder 13">
            <a:extLst>
              <a:ext uri="{FF2B5EF4-FFF2-40B4-BE49-F238E27FC236}">
                <a16:creationId xmlns:a16="http://schemas.microsoft.com/office/drawing/2014/main" id="{7559253F-7844-9260-04E1-B1D366C70B3F}"/>
              </a:ext>
            </a:extLst>
          </p:cNvPr>
          <p:cNvSpPr>
            <a:spLocks noGrp="1"/>
          </p:cNvSpPr>
          <p:nvPr>
            <p:ph sz="quarter" idx="20" hasCustomPrompt="1"/>
          </p:nvPr>
        </p:nvSpPr>
        <p:spPr>
          <a:xfrm>
            <a:off x="731841" y="1732020"/>
            <a:ext cx="2591808"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0" name="Content Placeholder 13">
            <a:extLst>
              <a:ext uri="{FF2B5EF4-FFF2-40B4-BE49-F238E27FC236}">
                <a16:creationId xmlns:a16="http://schemas.microsoft.com/office/drawing/2014/main" id="{70734B3F-7493-ED3B-E89C-3F0D6E5EA738}"/>
              </a:ext>
            </a:extLst>
          </p:cNvPr>
          <p:cNvSpPr>
            <a:spLocks noGrp="1"/>
          </p:cNvSpPr>
          <p:nvPr>
            <p:ph sz="quarter" idx="21" hasCustomPrompt="1"/>
          </p:nvPr>
        </p:nvSpPr>
        <p:spPr>
          <a:xfrm>
            <a:off x="3442744" y="1732020"/>
            <a:ext cx="269152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1" name="Content Placeholder 13">
            <a:extLst>
              <a:ext uri="{FF2B5EF4-FFF2-40B4-BE49-F238E27FC236}">
                <a16:creationId xmlns:a16="http://schemas.microsoft.com/office/drawing/2014/main" id="{A5965DC8-9681-D85D-67F6-5DA220388CB8}"/>
              </a:ext>
            </a:extLst>
          </p:cNvPr>
          <p:cNvSpPr>
            <a:spLocks noGrp="1"/>
          </p:cNvSpPr>
          <p:nvPr>
            <p:ph sz="quarter" idx="22" hasCustomPrompt="1"/>
          </p:nvPr>
        </p:nvSpPr>
        <p:spPr>
          <a:xfrm>
            <a:off x="6298506" y="1732020"/>
            <a:ext cx="269152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4" name="Content Placeholder 13">
            <a:extLst>
              <a:ext uri="{FF2B5EF4-FFF2-40B4-BE49-F238E27FC236}">
                <a16:creationId xmlns:a16="http://schemas.microsoft.com/office/drawing/2014/main" id="{A9B22168-6C46-1EBB-8CFB-E74CB918730C}"/>
              </a:ext>
            </a:extLst>
          </p:cNvPr>
          <p:cNvSpPr>
            <a:spLocks noGrp="1"/>
          </p:cNvSpPr>
          <p:nvPr>
            <p:ph sz="quarter" idx="23" hasCustomPrompt="1"/>
          </p:nvPr>
        </p:nvSpPr>
        <p:spPr>
          <a:xfrm>
            <a:off x="9124113" y="1732020"/>
            <a:ext cx="269152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9" name="Text Placeholder 9">
            <a:extLst>
              <a:ext uri="{FF2B5EF4-FFF2-40B4-BE49-F238E27FC236}">
                <a16:creationId xmlns:a16="http://schemas.microsoft.com/office/drawing/2014/main" id="{9608DCF1-B21B-1CFD-921B-C6DF7663BD5B}"/>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sp>
        <p:nvSpPr>
          <p:cNvPr id="7" name="Espaço Reservado para Número de Slide 3">
            <a:extLst>
              <a:ext uri="{FF2B5EF4-FFF2-40B4-BE49-F238E27FC236}">
                <a16:creationId xmlns:a16="http://schemas.microsoft.com/office/drawing/2014/main" id="{94B20EB2-1F83-52A7-ACD4-ABA94AF7DFA2}"/>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8" name="Google Shape;236;p23">
            <a:extLst>
              <a:ext uri="{FF2B5EF4-FFF2-40B4-BE49-F238E27FC236}">
                <a16:creationId xmlns:a16="http://schemas.microsoft.com/office/drawing/2014/main" id="{2A47219A-062A-8304-AAE3-C562209DFCED}"/>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spTree>
    <p:extLst>
      <p:ext uri="{BB962C8B-B14F-4D97-AF65-F5344CB8AC3E}">
        <p14:creationId xmlns:p14="http://schemas.microsoft.com/office/powerpoint/2010/main" val="42480152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6688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6261638" y="1966886"/>
            <a:ext cx="5573175" cy="1662140"/>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8" y="1455672"/>
            <a:ext cx="5364163" cy="264688"/>
          </a:xfrm>
        </p:spPr>
        <p:txBody>
          <a:bodyPr>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6261639" y="1455672"/>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p:nvPr>
        </p:nvSpPr>
        <p:spPr>
          <a:xfrm>
            <a:off x="731837" y="433586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p:nvPr>
        </p:nvSpPr>
        <p:spPr>
          <a:xfrm>
            <a:off x="6261638" y="4335866"/>
            <a:ext cx="5573175" cy="1662140"/>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p:nvPr>
        </p:nvSpPr>
        <p:spPr>
          <a:xfrm>
            <a:off x="731838" y="3824652"/>
            <a:ext cx="5364163" cy="264688"/>
          </a:xfrm>
        </p:spPr>
        <p:txBody>
          <a:bodyPr>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p:nvPr>
        </p:nvSpPr>
        <p:spPr>
          <a:xfrm>
            <a:off x="6261639" y="3824652"/>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5364163" cy="234867"/>
          </a:xfrm>
        </p:spPr>
        <p:txBody>
          <a:bodyPr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101000"/>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9" name="Text Placeholder 9">
            <a:extLst>
              <a:ext uri="{FF2B5EF4-FFF2-40B4-BE49-F238E27FC236}">
                <a16:creationId xmlns:a16="http://schemas.microsoft.com/office/drawing/2014/main" id="{223F91DE-2EEB-6145-9C43-8C9F772377C3}"/>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sp>
        <p:nvSpPr>
          <p:cNvPr id="7" name="Espaço Reservado para Número de Slide 3">
            <a:extLst>
              <a:ext uri="{FF2B5EF4-FFF2-40B4-BE49-F238E27FC236}">
                <a16:creationId xmlns:a16="http://schemas.microsoft.com/office/drawing/2014/main" id="{3E4D6550-5A0E-9214-60EC-D348BA30286C}"/>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8" name="Google Shape;236;p23">
            <a:extLst>
              <a:ext uri="{FF2B5EF4-FFF2-40B4-BE49-F238E27FC236}">
                <a16:creationId xmlns:a16="http://schemas.microsoft.com/office/drawing/2014/main" id="{5633D365-B886-7963-38CE-F723C92797D8}"/>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spTree>
    <p:extLst>
      <p:ext uri="{BB962C8B-B14F-4D97-AF65-F5344CB8AC3E}">
        <p14:creationId xmlns:p14="http://schemas.microsoft.com/office/powerpoint/2010/main" val="2682828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6688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6261638" y="1966886"/>
            <a:ext cx="5573175" cy="1662140"/>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8" y="1455672"/>
            <a:ext cx="5364163"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6261639" y="1455672"/>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p:nvPr>
        </p:nvSpPr>
        <p:spPr>
          <a:xfrm>
            <a:off x="731837" y="433586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p:nvPr>
        </p:nvSpPr>
        <p:spPr>
          <a:xfrm>
            <a:off x="6261638" y="4335866"/>
            <a:ext cx="5573175" cy="1662140"/>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p:nvPr>
        </p:nvSpPr>
        <p:spPr>
          <a:xfrm>
            <a:off x="731838" y="3824652"/>
            <a:ext cx="5364163"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p:nvPr>
        </p:nvSpPr>
        <p:spPr>
          <a:xfrm>
            <a:off x="6261639" y="3824652"/>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5364163"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101000"/>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sp>
        <p:nvSpPr>
          <p:cNvPr id="8" name="Espaço Reservado para Número de Slide 3">
            <a:extLst>
              <a:ext uri="{FF2B5EF4-FFF2-40B4-BE49-F238E27FC236}">
                <a16:creationId xmlns:a16="http://schemas.microsoft.com/office/drawing/2014/main" id="{5C0A68A6-C0BC-E7E6-E9FC-9A2E40992D2A}"/>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9" name="Google Shape;236;p23">
            <a:extLst>
              <a:ext uri="{FF2B5EF4-FFF2-40B4-BE49-F238E27FC236}">
                <a16:creationId xmlns:a16="http://schemas.microsoft.com/office/drawing/2014/main" id="{2C9FC1ED-1824-95D1-EECC-CF53E542984E}"/>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spTree>
    <p:extLst>
      <p:ext uri="{BB962C8B-B14F-4D97-AF65-F5344CB8AC3E}">
        <p14:creationId xmlns:p14="http://schemas.microsoft.com/office/powerpoint/2010/main" val="16455485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sec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2857278"/>
            <a:ext cx="5364163" cy="1208822"/>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6261638" y="2857277"/>
            <a:ext cx="5573175" cy="1208822"/>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8" y="2346063"/>
            <a:ext cx="5364163"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6261639" y="2346063"/>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2622411"/>
            <a:ext cx="5364163"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2622411"/>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p:nvPr>
        </p:nvSpPr>
        <p:spPr>
          <a:xfrm>
            <a:off x="731837" y="4788352"/>
            <a:ext cx="5364163" cy="1208822"/>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p:nvPr>
        </p:nvSpPr>
        <p:spPr>
          <a:xfrm>
            <a:off x="6261638" y="4788351"/>
            <a:ext cx="5573175" cy="1208822"/>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p:nvPr>
        </p:nvSpPr>
        <p:spPr>
          <a:xfrm>
            <a:off x="731838" y="4277137"/>
            <a:ext cx="5364163"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p:nvPr>
        </p:nvSpPr>
        <p:spPr>
          <a:xfrm>
            <a:off x="6261639" y="4277137"/>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553485"/>
            <a:ext cx="5364163"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553485"/>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sp>
        <p:nvSpPr>
          <p:cNvPr id="9" name="Rectangle 8">
            <a:extLst>
              <a:ext uri="{FF2B5EF4-FFF2-40B4-BE49-F238E27FC236}">
                <a16:creationId xmlns:a16="http://schemas.microsoft.com/office/drawing/2014/main" id="{BB9E688F-5C03-2148-56D4-DB20887A400B}"/>
              </a:ext>
            </a:extLst>
          </p:cNvPr>
          <p:cNvSpPr/>
          <p:nvPr userDrawn="1"/>
        </p:nvSpPr>
        <p:spPr>
          <a:xfrm>
            <a:off x="0" y="1450975"/>
            <a:ext cx="12192000" cy="7444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800" b="1" i="0" u="none" strike="noStrike" kern="1200" cap="none" spc="0" normalizeH="0" baseline="0" noProof="0">
              <a:ln>
                <a:noFill/>
              </a:ln>
              <a:solidFill>
                <a:schemeClr val="accent3"/>
              </a:solidFill>
              <a:effectLst/>
              <a:uLnTx/>
              <a:uFillTx/>
              <a:latin typeface="Source Serif Pro" panose="02040603050405020204" pitchFamily="18" charset="0"/>
              <a:ea typeface="Source Serif Pro" panose="02040603050405020204" pitchFamily="18" charset="0"/>
              <a:cs typeface="+mn-cs"/>
            </a:endParaRPr>
          </a:p>
        </p:txBody>
      </p:sp>
      <p:sp>
        <p:nvSpPr>
          <p:cNvPr id="8" name="Espaço Reservado para Número de Slide 3">
            <a:extLst>
              <a:ext uri="{FF2B5EF4-FFF2-40B4-BE49-F238E27FC236}">
                <a16:creationId xmlns:a16="http://schemas.microsoft.com/office/drawing/2014/main" id="{0F36010B-7744-7326-EDF2-1DD37081DCD6}"/>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10" name="Google Shape;236;p23">
            <a:extLst>
              <a:ext uri="{FF2B5EF4-FFF2-40B4-BE49-F238E27FC236}">
                <a16:creationId xmlns:a16="http://schemas.microsoft.com/office/drawing/2014/main" id="{4489D071-A7F3-50A6-7FF6-CEE40379B6EA}"/>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spTree>
    <p:extLst>
      <p:ext uri="{BB962C8B-B14F-4D97-AF65-F5344CB8AC3E}">
        <p14:creationId xmlns:p14="http://schemas.microsoft.com/office/powerpoint/2010/main" val="499920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Zero Content/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5645246" y="1966886"/>
            <a:ext cx="6189568" cy="1662140"/>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5645246" y="1455672"/>
            <a:ext cx="6189567"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5645246" y="1732020"/>
            <a:ext cx="6189568"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p:nvPr>
        </p:nvSpPr>
        <p:spPr>
          <a:xfrm>
            <a:off x="5645246" y="4335866"/>
            <a:ext cx="6189568" cy="1662140"/>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p:nvPr>
        </p:nvSpPr>
        <p:spPr>
          <a:xfrm>
            <a:off x="5645246" y="3824652"/>
            <a:ext cx="6189567"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5645246" y="4101000"/>
            <a:ext cx="6189568"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dirty="0"/>
              <a:t>Fonte:</a:t>
            </a:r>
          </a:p>
        </p:txBody>
      </p:sp>
      <p:sp>
        <p:nvSpPr>
          <p:cNvPr id="7" name="Espaço Reservado para Número de Slide 3">
            <a:extLst>
              <a:ext uri="{FF2B5EF4-FFF2-40B4-BE49-F238E27FC236}">
                <a16:creationId xmlns:a16="http://schemas.microsoft.com/office/drawing/2014/main" id="{FEBF3B1D-3197-D301-F6F5-0FFBEC2D25DD}"/>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8" name="Google Shape;236;p23">
            <a:extLst>
              <a:ext uri="{FF2B5EF4-FFF2-40B4-BE49-F238E27FC236}">
                <a16:creationId xmlns:a16="http://schemas.microsoft.com/office/drawing/2014/main" id="{0E42FA8E-3830-6233-61B8-4B2E263E0FA8}"/>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spTree>
    <p:extLst>
      <p:ext uri="{BB962C8B-B14F-4D97-AF65-F5344CB8AC3E}">
        <p14:creationId xmlns:p14="http://schemas.microsoft.com/office/powerpoint/2010/main" val="1514505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46348651-DCC4-B67C-7CA1-367D8ECC30F4}"/>
              </a:ext>
            </a:extLst>
          </p:cNvPr>
          <p:cNvSpPr>
            <a:spLocks noGrp="1"/>
          </p:cNvSpPr>
          <p:nvPr>
            <p:ph sz="half" idx="16"/>
          </p:nvPr>
        </p:nvSpPr>
        <p:spPr>
          <a:xfrm>
            <a:off x="8217662" y="1978546"/>
            <a:ext cx="3617151" cy="1668949"/>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78547"/>
            <a:ext cx="3514161" cy="1668949"/>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4409823" y="1978546"/>
            <a:ext cx="3617151" cy="1668949"/>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8" y="1455672"/>
            <a:ext cx="3514161"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4409823" y="1455672"/>
            <a:ext cx="3617150"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p:nvPr>
        </p:nvSpPr>
        <p:spPr>
          <a:xfrm>
            <a:off x="8217662" y="1455672"/>
            <a:ext cx="3617150"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9" name="Content Placeholder 13">
            <a:extLst>
              <a:ext uri="{FF2B5EF4-FFF2-40B4-BE49-F238E27FC236}">
                <a16:creationId xmlns:a16="http://schemas.microsoft.com/office/drawing/2014/main" id="{02437D02-213A-D460-A6AA-8EF17FD9DCBF}"/>
              </a:ext>
            </a:extLst>
          </p:cNvPr>
          <p:cNvSpPr>
            <a:spLocks noGrp="1"/>
          </p:cNvSpPr>
          <p:nvPr>
            <p:ph sz="quarter" idx="24" hasCustomPrompt="1"/>
          </p:nvPr>
        </p:nvSpPr>
        <p:spPr>
          <a:xfrm>
            <a:off x="731839" y="1732020"/>
            <a:ext cx="3514160"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0" name="Content Placeholder 13">
            <a:extLst>
              <a:ext uri="{FF2B5EF4-FFF2-40B4-BE49-F238E27FC236}">
                <a16:creationId xmlns:a16="http://schemas.microsoft.com/office/drawing/2014/main" id="{04EC45A4-15A4-F81B-1189-CAC268B9A6B2}"/>
              </a:ext>
            </a:extLst>
          </p:cNvPr>
          <p:cNvSpPr>
            <a:spLocks noGrp="1"/>
          </p:cNvSpPr>
          <p:nvPr>
            <p:ph sz="quarter" idx="25" hasCustomPrompt="1"/>
          </p:nvPr>
        </p:nvSpPr>
        <p:spPr>
          <a:xfrm>
            <a:off x="4409823" y="1732020"/>
            <a:ext cx="3617150"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1" name="Content Placeholder 13">
            <a:extLst>
              <a:ext uri="{FF2B5EF4-FFF2-40B4-BE49-F238E27FC236}">
                <a16:creationId xmlns:a16="http://schemas.microsoft.com/office/drawing/2014/main" id="{3188BDD0-D14B-73DC-61FD-AD0B99B2A2A8}"/>
              </a:ext>
            </a:extLst>
          </p:cNvPr>
          <p:cNvSpPr>
            <a:spLocks noGrp="1"/>
          </p:cNvSpPr>
          <p:nvPr>
            <p:ph sz="quarter" idx="26" hasCustomPrompt="1"/>
          </p:nvPr>
        </p:nvSpPr>
        <p:spPr>
          <a:xfrm>
            <a:off x="8217662" y="1732020"/>
            <a:ext cx="3617150"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2" name="Content Placeholder 3">
            <a:extLst>
              <a:ext uri="{FF2B5EF4-FFF2-40B4-BE49-F238E27FC236}">
                <a16:creationId xmlns:a16="http://schemas.microsoft.com/office/drawing/2014/main" id="{6A6E4956-D661-4D53-8334-DD4513C11FA9}"/>
              </a:ext>
            </a:extLst>
          </p:cNvPr>
          <p:cNvSpPr>
            <a:spLocks noGrp="1"/>
          </p:cNvSpPr>
          <p:nvPr>
            <p:ph sz="half" idx="27"/>
          </p:nvPr>
        </p:nvSpPr>
        <p:spPr>
          <a:xfrm>
            <a:off x="8217662" y="4336758"/>
            <a:ext cx="3617151" cy="1668949"/>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2">
            <a:extLst>
              <a:ext uri="{FF2B5EF4-FFF2-40B4-BE49-F238E27FC236}">
                <a16:creationId xmlns:a16="http://schemas.microsoft.com/office/drawing/2014/main" id="{628B24CD-29B7-DE6D-E888-0A0D50458613}"/>
              </a:ext>
            </a:extLst>
          </p:cNvPr>
          <p:cNvSpPr>
            <a:spLocks noGrp="1"/>
          </p:cNvSpPr>
          <p:nvPr>
            <p:ph sz="half" idx="28"/>
          </p:nvPr>
        </p:nvSpPr>
        <p:spPr>
          <a:xfrm>
            <a:off x="731837" y="4336759"/>
            <a:ext cx="3514161" cy="1668949"/>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3">
            <a:extLst>
              <a:ext uri="{FF2B5EF4-FFF2-40B4-BE49-F238E27FC236}">
                <a16:creationId xmlns:a16="http://schemas.microsoft.com/office/drawing/2014/main" id="{03915BD5-B60B-4279-091A-1C6CAA341F7C}"/>
              </a:ext>
            </a:extLst>
          </p:cNvPr>
          <p:cNvSpPr>
            <a:spLocks noGrp="1"/>
          </p:cNvSpPr>
          <p:nvPr>
            <p:ph sz="half" idx="29"/>
          </p:nvPr>
        </p:nvSpPr>
        <p:spPr>
          <a:xfrm>
            <a:off x="4409823" y="4336758"/>
            <a:ext cx="3617151" cy="1668949"/>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Content Placeholder 13">
            <a:extLst>
              <a:ext uri="{FF2B5EF4-FFF2-40B4-BE49-F238E27FC236}">
                <a16:creationId xmlns:a16="http://schemas.microsoft.com/office/drawing/2014/main" id="{EF4CC729-2E82-6584-AB6C-F569F07B64E4}"/>
              </a:ext>
            </a:extLst>
          </p:cNvPr>
          <p:cNvSpPr>
            <a:spLocks noGrp="1"/>
          </p:cNvSpPr>
          <p:nvPr>
            <p:ph sz="quarter" idx="30"/>
          </p:nvPr>
        </p:nvSpPr>
        <p:spPr>
          <a:xfrm>
            <a:off x="731838" y="3813884"/>
            <a:ext cx="3514161"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6" name="Content Placeholder 13">
            <a:extLst>
              <a:ext uri="{FF2B5EF4-FFF2-40B4-BE49-F238E27FC236}">
                <a16:creationId xmlns:a16="http://schemas.microsoft.com/office/drawing/2014/main" id="{E2338167-433A-D3FF-1381-B32FF19479EF}"/>
              </a:ext>
            </a:extLst>
          </p:cNvPr>
          <p:cNvSpPr>
            <a:spLocks noGrp="1"/>
          </p:cNvSpPr>
          <p:nvPr>
            <p:ph sz="quarter" idx="31"/>
          </p:nvPr>
        </p:nvSpPr>
        <p:spPr>
          <a:xfrm>
            <a:off x="4409823" y="3813884"/>
            <a:ext cx="3617150"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7" name="Content Placeholder 13">
            <a:extLst>
              <a:ext uri="{FF2B5EF4-FFF2-40B4-BE49-F238E27FC236}">
                <a16:creationId xmlns:a16="http://schemas.microsoft.com/office/drawing/2014/main" id="{A37E2D0E-A1B8-2890-9C2C-92307D799736}"/>
              </a:ext>
            </a:extLst>
          </p:cNvPr>
          <p:cNvSpPr>
            <a:spLocks noGrp="1"/>
          </p:cNvSpPr>
          <p:nvPr>
            <p:ph sz="quarter" idx="32"/>
          </p:nvPr>
        </p:nvSpPr>
        <p:spPr>
          <a:xfrm>
            <a:off x="8217662" y="3813884"/>
            <a:ext cx="3617150"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8" name="Content Placeholder 13">
            <a:extLst>
              <a:ext uri="{FF2B5EF4-FFF2-40B4-BE49-F238E27FC236}">
                <a16:creationId xmlns:a16="http://schemas.microsoft.com/office/drawing/2014/main" id="{0A46685F-9BAE-8DD8-6BED-6082F6BDE20B}"/>
              </a:ext>
            </a:extLst>
          </p:cNvPr>
          <p:cNvSpPr>
            <a:spLocks noGrp="1"/>
          </p:cNvSpPr>
          <p:nvPr>
            <p:ph sz="quarter" idx="33" hasCustomPrompt="1"/>
          </p:nvPr>
        </p:nvSpPr>
        <p:spPr>
          <a:xfrm>
            <a:off x="731839" y="4090232"/>
            <a:ext cx="3514160"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9" name="Content Placeholder 13">
            <a:extLst>
              <a:ext uri="{FF2B5EF4-FFF2-40B4-BE49-F238E27FC236}">
                <a16:creationId xmlns:a16="http://schemas.microsoft.com/office/drawing/2014/main" id="{ECFE5EF0-2F1F-C3D9-653F-1FB66F18318D}"/>
              </a:ext>
            </a:extLst>
          </p:cNvPr>
          <p:cNvSpPr>
            <a:spLocks noGrp="1"/>
          </p:cNvSpPr>
          <p:nvPr>
            <p:ph sz="quarter" idx="34" hasCustomPrompt="1"/>
          </p:nvPr>
        </p:nvSpPr>
        <p:spPr>
          <a:xfrm>
            <a:off x="4409823" y="4090232"/>
            <a:ext cx="3617150"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30" name="Content Placeholder 13">
            <a:extLst>
              <a:ext uri="{FF2B5EF4-FFF2-40B4-BE49-F238E27FC236}">
                <a16:creationId xmlns:a16="http://schemas.microsoft.com/office/drawing/2014/main" id="{4701A65B-BC7E-81D5-5B0C-2D5DB5F40961}"/>
              </a:ext>
            </a:extLst>
          </p:cNvPr>
          <p:cNvSpPr>
            <a:spLocks noGrp="1"/>
          </p:cNvSpPr>
          <p:nvPr>
            <p:ph sz="quarter" idx="35" hasCustomPrompt="1"/>
          </p:nvPr>
        </p:nvSpPr>
        <p:spPr>
          <a:xfrm>
            <a:off x="8217662" y="4090232"/>
            <a:ext cx="3617150"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8" name="Text Placeholder 9">
            <a:extLst>
              <a:ext uri="{FF2B5EF4-FFF2-40B4-BE49-F238E27FC236}">
                <a16:creationId xmlns:a16="http://schemas.microsoft.com/office/drawing/2014/main" id="{11FB7138-AE4E-A89F-D9E1-862BA5C28391}"/>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sp>
        <p:nvSpPr>
          <p:cNvPr id="7" name="Espaço Reservado para Número de Slide 3">
            <a:extLst>
              <a:ext uri="{FF2B5EF4-FFF2-40B4-BE49-F238E27FC236}">
                <a16:creationId xmlns:a16="http://schemas.microsoft.com/office/drawing/2014/main" id="{E1E675BE-5C19-E087-CB6D-78C20BB92E2C}"/>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8" name="Google Shape;236;p23">
            <a:extLst>
              <a:ext uri="{FF2B5EF4-FFF2-40B4-BE49-F238E27FC236}">
                <a16:creationId xmlns:a16="http://schemas.microsoft.com/office/drawing/2014/main" id="{9EA9E997-986B-C102-2104-91A3C23C7909}"/>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spTree>
    <p:extLst>
      <p:ext uri="{BB962C8B-B14F-4D97-AF65-F5344CB8AC3E}">
        <p14:creationId xmlns:p14="http://schemas.microsoft.com/office/powerpoint/2010/main" val="4527267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66887"/>
            <a:ext cx="5364163" cy="4032276"/>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6261638" y="1966885"/>
            <a:ext cx="5573175" cy="819447"/>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8" y="1455672"/>
            <a:ext cx="5364163" cy="264688"/>
          </a:xfrm>
        </p:spPr>
        <p:txBody>
          <a:bodyPr>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6261639" y="1455672"/>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p:nvPr>
        </p:nvSpPr>
        <p:spPr>
          <a:xfrm>
            <a:off x="6275388" y="5196058"/>
            <a:ext cx="5559424" cy="819447"/>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p:nvPr>
        </p:nvSpPr>
        <p:spPr>
          <a:xfrm>
            <a:off x="6261638" y="3572390"/>
            <a:ext cx="5573175" cy="819447"/>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p:nvPr>
        </p:nvSpPr>
        <p:spPr>
          <a:xfrm>
            <a:off x="6275389" y="4684844"/>
            <a:ext cx="555942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p:nvPr>
        </p:nvSpPr>
        <p:spPr>
          <a:xfrm>
            <a:off x="6261639" y="3061177"/>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6275389" y="4961192"/>
            <a:ext cx="5559424"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3337525"/>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dirty="0"/>
              <a:t>Fonte:</a:t>
            </a:r>
          </a:p>
        </p:txBody>
      </p:sp>
      <p:sp>
        <p:nvSpPr>
          <p:cNvPr id="8" name="Espaço Reservado para Número de Slide 3">
            <a:extLst>
              <a:ext uri="{FF2B5EF4-FFF2-40B4-BE49-F238E27FC236}">
                <a16:creationId xmlns:a16="http://schemas.microsoft.com/office/drawing/2014/main" id="{10293D1F-A0A6-D67A-9896-76D5E25353B9}"/>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9" name="Google Shape;236;p23">
            <a:extLst>
              <a:ext uri="{FF2B5EF4-FFF2-40B4-BE49-F238E27FC236}">
                <a16:creationId xmlns:a16="http://schemas.microsoft.com/office/drawing/2014/main" id="{C6D6D5E8-B356-AE0C-AC7D-F9AFECCA928F}"/>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spTree>
    <p:extLst>
      <p:ext uri="{BB962C8B-B14F-4D97-AF65-F5344CB8AC3E}">
        <p14:creationId xmlns:p14="http://schemas.microsoft.com/office/powerpoint/2010/main" val="25434426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11705-E470-8D14-31B3-824FE4DACE29}"/>
              </a:ext>
            </a:extLst>
          </p:cNvPr>
          <p:cNvSpPr>
            <a:spLocks noGrp="1"/>
          </p:cNvSpPr>
          <p:nvPr>
            <p:ph type="title"/>
          </p:nvPr>
        </p:nvSpPr>
        <p:spPr/>
        <p:txBody>
          <a:bodyPr/>
          <a:lstStyle/>
          <a:p>
            <a:r>
              <a:rPr lang="en-US"/>
              <a:t>Click to edit Master title style</a:t>
            </a:r>
          </a:p>
        </p:txBody>
      </p:sp>
      <p:sp>
        <p:nvSpPr>
          <p:cNvPr id="8" name="Content Placeholder 11">
            <a:extLst>
              <a:ext uri="{FF2B5EF4-FFF2-40B4-BE49-F238E27FC236}">
                <a16:creationId xmlns:a16="http://schemas.microsoft.com/office/drawing/2014/main" id="{2B80E022-3FDD-ADDD-4ECC-A35C1C629842}"/>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7" name="Text Placeholder 9">
            <a:extLst>
              <a:ext uri="{FF2B5EF4-FFF2-40B4-BE49-F238E27FC236}">
                <a16:creationId xmlns:a16="http://schemas.microsoft.com/office/drawing/2014/main" id="{44A0BD1B-A7E0-E3B2-D28F-4B86FE4438F2}"/>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sp>
        <p:nvSpPr>
          <p:cNvPr id="5" name="Espaço Reservado para Número de Slide 3">
            <a:extLst>
              <a:ext uri="{FF2B5EF4-FFF2-40B4-BE49-F238E27FC236}">
                <a16:creationId xmlns:a16="http://schemas.microsoft.com/office/drawing/2014/main" id="{C3388868-71EF-B833-736E-A830BDD04E73}"/>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6" name="Google Shape;236;p23">
            <a:extLst>
              <a:ext uri="{FF2B5EF4-FFF2-40B4-BE49-F238E27FC236}">
                <a16:creationId xmlns:a16="http://schemas.microsoft.com/office/drawing/2014/main" id="{D8000AA5-38E0-A07A-6E20-F0BB05D40E8A}"/>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spTree>
    <p:extLst>
      <p:ext uri="{BB962C8B-B14F-4D97-AF65-F5344CB8AC3E}">
        <p14:creationId xmlns:p14="http://schemas.microsoft.com/office/powerpoint/2010/main" val="26311081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76121"/>
            <a:ext cx="11102976" cy="4023041"/>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11102976"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title</a:t>
            </a:r>
          </a:p>
        </p:txBody>
      </p:sp>
      <p:sp>
        <p:nvSpPr>
          <p:cNvPr id="16" name="Content Placeholder 13">
            <a:extLst>
              <a:ext uri="{FF2B5EF4-FFF2-40B4-BE49-F238E27FC236}">
                <a16:creationId xmlns:a16="http://schemas.microsoft.com/office/drawing/2014/main" id="{7B3249D2-1FE0-ED6D-322D-323EFD8671F4}"/>
              </a:ext>
            </a:extLst>
          </p:cNvPr>
          <p:cNvSpPr>
            <a:spLocks noGrp="1"/>
          </p:cNvSpPr>
          <p:nvPr>
            <p:ph sz="quarter" idx="16" hasCustomPrompt="1"/>
          </p:nvPr>
        </p:nvSpPr>
        <p:spPr>
          <a:xfrm>
            <a:off x="731838" y="1732020"/>
            <a:ext cx="11102976"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8" name="Text Placeholder 9">
            <a:extLst>
              <a:ext uri="{FF2B5EF4-FFF2-40B4-BE49-F238E27FC236}">
                <a16:creationId xmlns:a16="http://schemas.microsoft.com/office/drawing/2014/main" id="{75A68369-8B33-C898-7757-7C5067723B87}"/>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sp>
        <p:nvSpPr>
          <p:cNvPr id="6" name="Espaço Reservado para Número de Slide 3">
            <a:extLst>
              <a:ext uri="{FF2B5EF4-FFF2-40B4-BE49-F238E27FC236}">
                <a16:creationId xmlns:a16="http://schemas.microsoft.com/office/drawing/2014/main" id="{45B9041C-666D-9200-56C8-ED0A63E38726}"/>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7" name="Google Shape;236;p23">
            <a:extLst>
              <a:ext uri="{FF2B5EF4-FFF2-40B4-BE49-F238E27FC236}">
                <a16:creationId xmlns:a16="http://schemas.microsoft.com/office/drawing/2014/main" id="{E56375AC-48D7-7D7B-90C6-2FFEC5DAB3C0}"/>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spTree>
    <p:extLst>
      <p:ext uri="{BB962C8B-B14F-4D97-AF65-F5344CB8AC3E}">
        <p14:creationId xmlns:p14="http://schemas.microsoft.com/office/powerpoint/2010/main" val="656285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739B9-4054-A9D4-2292-242833A6280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A00962-9F6C-292D-19D5-4E49FD343F1A}"/>
              </a:ext>
            </a:extLst>
          </p:cNvPr>
          <p:cNvSpPr>
            <a:spLocks noGrp="1"/>
          </p:cNvSpPr>
          <p:nvPr>
            <p:ph idx="1"/>
          </p:nvPr>
        </p:nvSpPr>
        <p:spPr>
          <a:xfrm>
            <a:off x="731837" y="1450975"/>
            <a:ext cx="11102975" cy="4548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1">
            <a:extLst>
              <a:ext uri="{FF2B5EF4-FFF2-40B4-BE49-F238E27FC236}">
                <a16:creationId xmlns:a16="http://schemas.microsoft.com/office/drawing/2014/main" id="{D5FE42B3-1E99-213C-F3D2-9217EEF7672B}"/>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9" name="Text Placeholder 9">
            <a:extLst>
              <a:ext uri="{FF2B5EF4-FFF2-40B4-BE49-F238E27FC236}">
                <a16:creationId xmlns:a16="http://schemas.microsoft.com/office/drawing/2014/main" id="{C7787170-0E7B-063E-C6DD-4ABC63D5BC79}"/>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sp>
        <p:nvSpPr>
          <p:cNvPr id="6" name="Espaço Reservado para Número de Slide 3">
            <a:extLst>
              <a:ext uri="{FF2B5EF4-FFF2-40B4-BE49-F238E27FC236}">
                <a16:creationId xmlns:a16="http://schemas.microsoft.com/office/drawing/2014/main" id="{38ADFA1E-88E5-046F-DCB3-3E471D3AB303}"/>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8" name="Google Shape;236;p23">
            <a:extLst>
              <a:ext uri="{FF2B5EF4-FFF2-40B4-BE49-F238E27FC236}">
                <a16:creationId xmlns:a16="http://schemas.microsoft.com/office/drawing/2014/main" id="{D6C2BA7B-2B14-9858-05BC-23DCD1A6A8C2}"/>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spTree>
    <p:extLst>
      <p:ext uri="{BB962C8B-B14F-4D97-AF65-F5344CB8AC3E}">
        <p14:creationId xmlns:p14="http://schemas.microsoft.com/office/powerpoint/2010/main" val="7750060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F226F1CA-1F49-9F45-E01D-D000AD2FB778}"/>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grpSp>
        <p:nvGrpSpPr>
          <p:cNvPr id="7" name="Group 6">
            <a:extLst>
              <a:ext uri="{FF2B5EF4-FFF2-40B4-BE49-F238E27FC236}">
                <a16:creationId xmlns:a16="http://schemas.microsoft.com/office/drawing/2014/main" id="{0E4ACCE3-786D-FC17-9D9A-ED89B329918E}"/>
              </a:ext>
            </a:extLst>
          </p:cNvPr>
          <p:cNvGrpSpPr/>
          <p:nvPr userDrawn="1"/>
        </p:nvGrpSpPr>
        <p:grpSpPr>
          <a:xfrm>
            <a:off x="704942" y="6485499"/>
            <a:ext cx="280194" cy="363536"/>
            <a:chOff x="704942" y="6485499"/>
            <a:chExt cx="280194" cy="363536"/>
          </a:xfrm>
        </p:grpSpPr>
        <p:sp>
          <p:nvSpPr>
            <p:cNvPr id="4" name="Espaço Reservado para Número de Slide 3">
              <a:extLst>
                <a:ext uri="{FF2B5EF4-FFF2-40B4-BE49-F238E27FC236}">
                  <a16:creationId xmlns:a16="http://schemas.microsoft.com/office/drawing/2014/main" id="{51368B06-3CDC-5DF2-479D-F97181C65C15}"/>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5" name="Google Shape;236;p23">
              <a:extLst>
                <a:ext uri="{FF2B5EF4-FFF2-40B4-BE49-F238E27FC236}">
                  <a16:creationId xmlns:a16="http://schemas.microsoft.com/office/drawing/2014/main" id="{676286A1-68E9-A8E1-0DE6-37AD74A5DA96}"/>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41410059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Em Br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2798495"/>
      </p:ext>
    </p:extLst>
  </p:cSld>
  <p:clrMapOvr>
    <a:masterClrMapping/>
  </p:clrMapOvr>
  <p:extLst>
    <p:ext uri="{DCECCB84-F9BA-43D5-87BE-67443E8EF086}">
      <p15:sldGuideLst xmlns:p15="http://schemas.microsoft.com/office/powerpoint/2012/main">
        <p15:guide id="1" orient="horz" pos="2160" userDrawn="1">
          <p15:clr>
            <a:srgbClr val="F26B43"/>
          </p15:clr>
        </p15:guide>
        <p15:guide id="2" pos="3840" userDrawn="1">
          <p15:clr>
            <a:srgbClr val="F26B43"/>
          </p15:clr>
        </p15:guide>
        <p15:guide id="5" pos="7453" userDrawn="1">
          <p15:clr>
            <a:srgbClr val="F26B43"/>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Em Branco">
    <p:spTree>
      <p:nvGrpSpPr>
        <p:cNvPr id="1" name=""/>
        <p:cNvGrpSpPr/>
        <p:nvPr/>
      </p:nvGrpSpPr>
      <p:grpSpPr>
        <a:xfrm>
          <a:off x="0" y="0"/>
          <a:ext cx="0" cy="0"/>
          <a:chOff x="0" y="0"/>
          <a:chExt cx="0" cy="0"/>
        </a:xfrm>
      </p:grpSpPr>
      <p:pic>
        <p:nvPicPr>
          <p:cNvPr id="14" name="Gráfico 13">
            <a:extLst>
              <a:ext uri="{FF2B5EF4-FFF2-40B4-BE49-F238E27FC236}">
                <a16:creationId xmlns:a16="http://schemas.microsoft.com/office/drawing/2014/main" id="{A7E1286D-1285-B3A7-B04B-7B889A64563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396907" y="307274"/>
            <a:ext cx="446794" cy="386290"/>
          </a:xfrm>
          <a:prstGeom prst="rect">
            <a:avLst/>
          </a:prstGeom>
        </p:spPr>
      </p:pic>
      <p:pic>
        <p:nvPicPr>
          <p:cNvPr id="2" name="Picture 2">
            <a:extLst>
              <a:ext uri="{FF2B5EF4-FFF2-40B4-BE49-F238E27FC236}">
                <a16:creationId xmlns:a16="http://schemas.microsoft.com/office/drawing/2014/main" id="{8A1BD60C-CF49-1C54-9C0C-8F6935C08681}"/>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0145527" y="6168877"/>
            <a:ext cx="1698119" cy="2111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1061493"/>
      </p:ext>
    </p:extLst>
  </p:cSld>
  <p:clrMapOvr>
    <a:masterClrMapping/>
  </p:clrMapOvr>
  <p:extLst>
    <p:ext uri="{DCECCB84-F9BA-43D5-87BE-67443E8EF086}">
      <p15:sldGuideLst xmlns:p15="http://schemas.microsoft.com/office/powerpoint/2012/main">
        <p15:guide id="1" orient="horz" pos="2160" userDrawn="1">
          <p15:clr>
            <a:srgbClr val="F26B43"/>
          </p15:clr>
        </p15:guide>
        <p15:guide id="2" pos="3840" userDrawn="1">
          <p15:clr>
            <a:srgbClr val="F26B43"/>
          </p15:clr>
        </p15:guide>
        <p15:guide id="5" pos="7453" userDrawn="1">
          <p15:clr>
            <a:srgbClr val="F26B43"/>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Em Branco">
    <p:spTree>
      <p:nvGrpSpPr>
        <p:cNvPr id="1" name=""/>
        <p:cNvGrpSpPr/>
        <p:nvPr/>
      </p:nvGrpSpPr>
      <p:grpSpPr>
        <a:xfrm>
          <a:off x="0" y="0"/>
          <a:ext cx="0" cy="0"/>
          <a:chOff x="0" y="0"/>
          <a:chExt cx="0" cy="0"/>
        </a:xfrm>
      </p:grpSpPr>
      <p:sp>
        <p:nvSpPr>
          <p:cNvPr id="13" name="Espaço Reservado para Imagem 11">
            <a:extLst>
              <a:ext uri="{FF2B5EF4-FFF2-40B4-BE49-F238E27FC236}">
                <a16:creationId xmlns:a16="http://schemas.microsoft.com/office/drawing/2014/main" id="{133A270E-C767-2BFC-6BE3-2107A5471F0E}"/>
              </a:ext>
            </a:extLst>
          </p:cNvPr>
          <p:cNvSpPr>
            <a:spLocks noGrp="1"/>
          </p:cNvSpPr>
          <p:nvPr>
            <p:ph type="pic" sz="quarter" idx="11" hasCustomPrompt="1"/>
          </p:nvPr>
        </p:nvSpPr>
        <p:spPr>
          <a:xfrm>
            <a:off x="4355805" y="0"/>
            <a:ext cx="7836195" cy="6858000"/>
          </a:xfrm>
          <a:prstGeom prst="rect">
            <a:avLst/>
          </a:prstGeom>
        </p:spPr>
        <p:txBody>
          <a:bodyPr anchor="ctr"/>
          <a:lstStyle>
            <a:lvl1pPr marL="0" indent="0" algn="ctr">
              <a:buNone/>
              <a:defRPr/>
            </a:lvl1pPr>
          </a:lstStyle>
          <a:p>
            <a:r>
              <a:rPr lang="pt-BR"/>
              <a:t>Clique aqui para adicionar a imagem</a:t>
            </a:r>
          </a:p>
        </p:txBody>
      </p:sp>
      <p:pic>
        <p:nvPicPr>
          <p:cNvPr id="14" name="Gráfico 13">
            <a:extLst>
              <a:ext uri="{FF2B5EF4-FFF2-40B4-BE49-F238E27FC236}">
                <a16:creationId xmlns:a16="http://schemas.microsoft.com/office/drawing/2014/main" id="{A7E1286D-1285-B3A7-B04B-7B889A64563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7075" y="307274"/>
            <a:ext cx="446794" cy="386290"/>
          </a:xfrm>
          <a:prstGeom prst="rect">
            <a:avLst/>
          </a:prstGeom>
        </p:spPr>
      </p:pic>
    </p:spTree>
    <p:extLst>
      <p:ext uri="{BB962C8B-B14F-4D97-AF65-F5344CB8AC3E}">
        <p14:creationId xmlns:p14="http://schemas.microsoft.com/office/powerpoint/2010/main" val="4107097676"/>
      </p:ext>
    </p:extLst>
  </p:cSld>
  <p:clrMapOvr>
    <a:masterClrMapping/>
  </p:clrMapOvr>
  <p:extLst>
    <p:ext uri="{DCECCB84-F9BA-43D5-87BE-67443E8EF086}">
      <p15:sldGuideLst xmlns:p15="http://schemas.microsoft.com/office/powerpoint/2012/main">
        <p15:guide id="1" orient="horz" pos="2160" userDrawn="1">
          <p15:clr>
            <a:srgbClr val="F26B43"/>
          </p15:clr>
        </p15:guide>
        <p15:guide id="2" pos="2740" userDrawn="1">
          <p15:clr>
            <a:srgbClr val="F26B43"/>
          </p15:clr>
        </p15:guide>
        <p15:guide id="5" pos="7453" userDrawn="1">
          <p15:clr>
            <a:srgbClr val="F26B43"/>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11705-E470-8D14-31B3-824FE4DACE29}"/>
              </a:ext>
            </a:extLst>
          </p:cNvPr>
          <p:cNvSpPr>
            <a:spLocks noGrp="1"/>
          </p:cNvSpPr>
          <p:nvPr>
            <p:ph type="title"/>
          </p:nvPr>
        </p:nvSpPr>
        <p:spPr/>
        <p:txBody>
          <a:bodyPr/>
          <a:lstStyle/>
          <a:p>
            <a:r>
              <a:rPr lang="en-US"/>
              <a:t>Click to edit Master title style</a:t>
            </a:r>
          </a:p>
        </p:txBody>
      </p:sp>
      <p:sp>
        <p:nvSpPr>
          <p:cNvPr id="8" name="Content Placeholder 11">
            <a:extLst>
              <a:ext uri="{FF2B5EF4-FFF2-40B4-BE49-F238E27FC236}">
                <a16:creationId xmlns:a16="http://schemas.microsoft.com/office/drawing/2014/main" id="{2B80E022-3FDD-ADDD-4ECC-A35C1C629842}"/>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6" name="Content Placeholder 5">
            <a:extLst>
              <a:ext uri="{FF2B5EF4-FFF2-40B4-BE49-F238E27FC236}">
                <a16:creationId xmlns:a16="http://schemas.microsoft.com/office/drawing/2014/main" id="{DF78881D-E677-81F1-4FEB-E641DAF46920}"/>
              </a:ext>
            </a:extLst>
          </p:cNvPr>
          <p:cNvSpPr>
            <a:spLocks noGrp="1"/>
          </p:cNvSpPr>
          <p:nvPr>
            <p:ph sz="quarter" idx="14"/>
          </p:nvPr>
        </p:nvSpPr>
        <p:spPr>
          <a:xfrm>
            <a:off x="4227651" y="1450975"/>
            <a:ext cx="7607161" cy="4548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D7BB55DD-2EFA-B3F5-5529-538C58485955}"/>
              </a:ext>
            </a:extLst>
          </p:cNvPr>
          <p:cNvSpPr>
            <a:spLocks noGrp="1"/>
          </p:cNvSpPr>
          <p:nvPr>
            <p:ph type="pic" sz="quarter" idx="15"/>
          </p:nvPr>
        </p:nvSpPr>
        <p:spPr>
          <a:xfrm>
            <a:off x="0" y="1450975"/>
            <a:ext cx="4019217" cy="4548188"/>
          </a:xfrm>
        </p:spPr>
        <p:txBody>
          <a:bodyPr anchor="ctr" anchorCtr="0"/>
          <a:lstStyle>
            <a:lvl1pPr algn="ctr">
              <a:defRPr/>
            </a:lvl1pPr>
          </a:lstStyle>
          <a:p>
            <a:endParaRPr lang="en-US"/>
          </a:p>
        </p:txBody>
      </p:sp>
      <p:sp>
        <p:nvSpPr>
          <p:cNvPr id="3" name="Text Placeholder 9">
            <a:extLst>
              <a:ext uri="{FF2B5EF4-FFF2-40B4-BE49-F238E27FC236}">
                <a16:creationId xmlns:a16="http://schemas.microsoft.com/office/drawing/2014/main" id="{E6DA0707-99DC-C24B-BA3F-2772F1735AFA}"/>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grpSp>
        <p:nvGrpSpPr>
          <p:cNvPr id="7" name="Group 6">
            <a:extLst>
              <a:ext uri="{FF2B5EF4-FFF2-40B4-BE49-F238E27FC236}">
                <a16:creationId xmlns:a16="http://schemas.microsoft.com/office/drawing/2014/main" id="{A5A1B2DD-8930-8627-42FE-2D2213321EC7}"/>
              </a:ext>
            </a:extLst>
          </p:cNvPr>
          <p:cNvGrpSpPr/>
          <p:nvPr userDrawn="1"/>
        </p:nvGrpSpPr>
        <p:grpSpPr>
          <a:xfrm>
            <a:off x="704942" y="6485499"/>
            <a:ext cx="280194" cy="363536"/>
            <a:chOff x="704942" y="6485499"/>
            <a:chExt cx="280194" cy="363536"/>
          </a:xfrm>
        </p:grpSpPr>
        <p:sp>
          <p:nvSpPr>
            <p:cNvPr id="10" name="Espaço Reservado para Número de Slide 3">
              <a:extLst>
                <a:ext uri="{FF2B5EF4-FFF2-40B4-BE49-F238E27FC236}">
                  <a16:creationId xmlns:a16="http://schemas.microsoft.com/office/drawing/2014/main" id="{E1361FDF-E8F8-161E-1705-E85107EDBB07}"/>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11" name="Google Shape;236;p23">
              <a:extLst>
                <a:ext uri="{FF2B5EF4-FFF2-40B4-BE49-F238E27FC236}">
                  <a16:creationId xmlns:a16="http://schemas.microsoft.com/office/drawing/2014/main" id="{14438C7B-9143-95ED-532F-064D243083AE}"/>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2874905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76121"/>
            <a:ext cx="5364163" cy="4023041"/>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6261638" y="1976120"/>
            <a:ext cx="5573175" cy="4023041"/>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title</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title</a:t>
            </a:r>
          </a:p>
        </p:txBody>
      </p:sp>
      <p:sp>
        <p:nvSpPr>
          <p:cNvPr id="16" name="Content Placeholder 13">
            <a:extLst>
              <a:ext uri="{FF2B5EF4-FFF2-40B4-BE49-F238E27FC236}">
                <a16:creationId xmlns:a16="http://schemas.microsoft.com/office/drawing/2014/main" id="{7B3249D2-1FE0-ED6D-322D-323EFD8671F4}"/>
              </a:ext>
            </a:extLst>
          </p:cNvPr>
          <p:cNvSpPr>
            <a:spLocks noGrp="1"/>
          </p:cNvSpPr>
          <p:nvPr>
            <p:ph sz="quarter" idx="16" hasCustomPrompt="1"/>
          </p:nvPr>
        </p:nvSpPr>
        <p:spPr>
          <a:xfrm>
            <a:off x="731838" y="1732020"/>
            <a:ext cx="5364163" cy="234867"/>
          </a:xfrm>
        </p:spPr>
        <p:txBody>
          <a:bodyPr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7" name="Content Placeholder 13">
            <a:extLst>
              <a:ext uri="{FF2B5EF4-FFF2-40B4-BE49-F238E27FC236}">
                <a16:creationId xmlns:a16="http://schemas.microsoft.com/office/drawing/2014/main" id="{20924A97-2EEA-A043-22A5-75FCC7450D61}"/>
              </a:ext>
            </a:extLst>
          </p:cNvPr>
          <p:cNvSpPr>
            <a:spLocks noGrp="1"/>
          </p:cNvSpPr>
          <p:nvPr>
            <p:ph sz="quarter" idx="17" hasCustomPrompt="1"/>
          </p:nvPr>
        </p:nvSpPr>
        <p:spPr>
          <a:xfrm>
            <a:off x="6261639" y="1732020"/>
            <a:ext cx="5573174"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F0440510-38A9-4A02-4487-6BC8B1AE1246}"/>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grpSp>
        <p:nvGrpSpPr>
          <p:cNvPr id="8" name="Group 7">
            <a:extLst>
              <a:ext uri="{FF2B5EF4-FFF2-40B4-BE49-F238E27FC236}">
                <a16:creationId xmlns:a16="http://schemas.microsoft.com/office/drawing/2014/main" id="{A0AF3E56-838B-26F5-B583-EAE6BC83102E}"/>
              </a:ext>
            </a:extLst>
          </p:cNvPr>
          <p:cNvGrpSpPr/>
          <p:nvPr userDrawn="1"/>
        </p:nvGrpSpPr>
        <p:grpSpPr>
          <a:xfrm>
            <a:off x="704942" y="6485499"/>
            <a:ext cx="280194" cy="363536"/>
            <a:chOff x="704942" y="6485499"/>
            <a:chExt cx="280194" cy="363536"/>
          </a:xfrm>
        </p:grpSpPr>
        <p:sp>
          <p:nvSpPr>
            <p:cNvPr id="9" name="Espaço Reservado para Número de Slide 3">
              <a:extLst>
                <a:ext uri="{FF2B5EF4-FFF2-40B4-BE49-F238E27FC236}">
                  <a16:creationId xmlns:a16="http://schemas.microsoft.com/office/drawing/2014/main" id="{E24B7F68-4DE6-4E2B-5B88-F0D6986E3805}"/>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10" name="Google Shape;236;p23">
              <a:extLst>
                <a:ext uri="{FF2B5EF4-FFF2-40B4-BE49-F238E27FC236}">
                  <a16:creationId xmlns:a16="http://schemas.microsoft.com/office/drawing/2014/main" id="{A88149F5-EE18-8BC8-E4E9-95CC3E534F43}"/>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2963688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One Content/On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66887"/>
            <a:ext cx="11102976"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8" y="1455672"/>
            <a:ext cx="11102976"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11102976"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p:nvPr>
        </p:nvSpPr>
        <p:spPr>
          <a:xfrm>
            <a:off x="731837" y="4335867"/>
            <a:ext cx="11102976"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p:nvPr>
        </p:nvSpPr>
        <p:spPr>
          <a:xfrm>
            <a:off x="731838" y="3824652"/>
            <a:ext cx="11102976"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11102976"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grpSp>
        <p:nvGrpSpPr>
          <p:cNvPr id="7" name="Group 6">
            <a:extLst>
              <a:ext uri="{FF2B5EF4-FFF2-40B4-BE49-F238E27FC236}">
                <a16:creationId xmlns:a16="http://schemas.microsoft.com/office/drawing/2014/main" id="{BE7E0F2D-F8B3-B29B-B7ED-07937E03131D}"/>
              </a:ext>
            </a:extLst>
          </p:cNvPr>
          <p:cNvGrpSpPr/>
          <p:nvPr userDrawn="1"/>
        </p:nvGrpSpPr>
        <p:grpSpPr>
          <a:xfrm>
            <a:off x="704942" y="6485499"/>
            <a:ext cx="280194" cy="363536"/>
            <a:chOff x="704942" y="6485499"/>
            <a:chExt cx="280194" cy="363536"/>
          </a:xfrm>
        </p:grpSpPr>
        <p:sp>
          <p:nvSpPr>
            <p:cNvPr id="8" name="Espaço Reservado para Número de Slide 3">
              <a:extLst>
                <a:ext uri="{FF2B5EF4-FFF2-40B4-BE49-F238E27FC236}">
                  <a16:creationId xmlns:a16="http://schemas.microsoft.com/office/drawing/2014/main" id="{52FDDB3B-ADEF-8C75-F770-916EF11DFC86}"/>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9" name="Google Shape;236;p23">
              <a:extLst>
                <a:ext uri="{FF2B5EF4-FFF2-40B4-BE49-F238E27FC236}">
                  <a16:creationId xmlns:a16="http://schemas.microsoft.com/office/drawing/2014/main" id="{1D7FC8EC-2EC8-5303-F675-3D86675700B1}"/>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14640634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46348651-DCC4-B67C-7CA1-367D8ECC30F4}"/>
              </a:ext>
            </a:extLst>
          </p:cNvPr>
          <p:cNvSpPr>
            <a:spLocks noGrp="1"/>
          </p:cNvSpPr>
          <p:nvPr>
            <p:ph sz="half" idx="16"/>
          </p:nvPr>
        </p:nvSpPr>
        <p:spPr>
          <a:xfrm>
            <a:off x="8217662" y="1966887"/>
            <a:ext cx="3617151" cy="4032275"/>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66888"/>
            <a:ext cx="3514161" cy="4032275"/>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4409823" y="1966887"/>
            <a:ext cx="3617151" cy="4032275"/>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8" y="1455672"/>
            <a:ext cx="3514161"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4409823" y="1455672"/>
            <a:ext cx="3617150"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p:nvPr>
        </p:nvSpPr>
        <p:spPr>
          <a:xfrm>
            <a:off x="8217662" y="1455672"/>
            <a:ext cx="3617150"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6" name="Content Placeholder 13">
            <a:extLst>
              <a:ext uri="{FF2B5EF4-FFF2-40B4-BE49-F238E27FC236}">
                <a16:creationId xmlns:a16="http://schemas.microsoft.com/office/drawing/2014/main" id="{A0A27CB2-4641-6D48-05E4-E731468C8492}"/>
              </a:ext>
            </a:extLst>
          </p:cNvPr>
          <p:cNvSpPr>
            <a:spLocks noGrp="1"/>
          </p:cNvSpPr>
          <p:nvPr>
            <p:ph sz="quarter" idx="18" hasCustomPrompt="1"/>
          </p:nvPr>
        </p:nvSpPr>
        <p:spPr>
          <a:xfrm>
            <a:off x="731839" y="1732020"/>
            <a:ext cx="3514160"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7" name="Content Placeholder 13">
            <a:extLst>
              <a:ext uri="{FF2B5EF4-FFF2-40B4-BE49-F238E27FC236}">
                <a16:creationId xmlns:a16="http://schemas.microsoft.com/office/drawing/2014/main" id="{37C4537D-C612-17FB-DAE7-6CEF1C020504}"/>
              </a:ext>
            </a:extLst>
          </p:cNvPr>
          <p:cNvSpPr>
            <a:spLocks noGrp="1"/>
          </p:cNvSpPr>
          <p:nvPr>
            <p:ph sz="quarter" idx="19" hasCustomPrompt="1"/>
          </p:nvPr>
        </p:nvSpPr>
        <p:spPr>
          <a:xfrm>
            <a:off x="4409822" y="1732020"/>
            <a:ext cx="3617149"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8" name="Content Placeholder 13">
            <a:extLst>
              <a:ext uri="{FF2B5EF4-FFF2-40B4-BE49-F238E27FC236}">
                <a16:creationId xmlns:a16="http://schemas.microsoft.com/office/drawing/2014/main" id="{C2CF7852-20BF-184D-3CA4-224092575BD8}"/>
              </a:ext>
            </a:extLst>
          </p:cNvPr>
          <p:cNvSpPr>
            <a:spLocks noGrp="1"/>
          </p:cNvSpPr>
          <p:nvPr>
            <p:ph sz="quarter" idx="20" hasCustomPrompt="1"/>
          </p:nvPr>
        </p:nvSpPr>
        <p:spPr>
          <a:xfrm>
            <a:off x="8217662" y="1732020"/>
            <a:ext cx="3617149"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74413573-19A6-2AA6-F1E2-B3A4DDA7EDBC}"/>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grpSp>
        <p:nvGrpSpPr>
          <p:cNvPr id="8" name="Group 7">
            <a:extLst>
              <a:ext uri="{FF2B5EF4-FFF2-40B4-BE49-F238E27FC236}">
                <a16:creationId xmlns:a16="http://schemas.microsoft.com/office/drawing/2014/main" id="{3D2B5C35-46DA-5FDD-59B7-E097A90EB291}"/>
              </a:ext>
            </a:extLst>
          </p:cNvPr>
          <p:cNvGrpSpPr/>
          <p:nvPr userDrawn="1"/>
        </p:nvGrpSpPr>
        <p:grpSpPr>
          <a:xfrm>
            <a:off x="704942" y="6485499"/>
            <a:ext cx="280194" cy="363536"/>
            <a:chOff x="704942" y="6485499"/>
            <a:chExt cx="280194" cy="363536"/>
          </a:xfrm>
        </p:grpSpPr>
        <p:sp>
          <p:nvSpPr>
            <p:cNvPr id="9" name="Espaço Reservado para Número de Slide 3">
              <a:extLst>
                <a:ext uri="{FF2B5EF4-FFF2-40B4-BE49-F238E27FC236}">
                  <a16:creationId xmlns:a16="http://schemas.microsoft.com/office/drawing/2014/main" id="{58D7C7C4-A8B4-7D07-3D68-F4328B9987A8}"/>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10" name="Google Shape;236;p23">
              <a:extLst>
                <a:ext uri="{FF2B5EF4-FFF2-40B4-BE49-F238E27FC236}">
                  <a16:creationId xmlns:a16="http://schemas.microsoft.com/office/drawing/2014/main" id="{1C5DBB19-D17B-A69D-2C9B-073BB4E3C68B}"/>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1384741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17" name="Content Placeholder 3">
            <a:extLst>
              <a:ext uri="{FF2B5EF4-FFF2-40B4-BE49-F238E27FC236}">
                <a16:creationId xmlns:a16="http://schemas.microsoft.com/office/drawing/2014/main" id="{93104F92-1FF2-990F-68A4-9E5697EACE99}"/>
              </a:ext>
            </a:extLst>
          </p:cNvPr>
          <p:cNvSpPr>
            <a:spLocks noGrp="1"/>
          </p:cNvSpPr>
          <p:nvPr>
            <p:ph sz="half" idx="18"/>
          </p:nvPr>
        </p:nvSpPr>
        <p:spPr>
          <a:xfrm>
            <a:off x="9124113" y="1978546"/>
            <a:ext cx="2710700" cy="4020616"/>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46348651-DCC4-B67C-7CA1-367D8ECC30F4}"/>
              </a:ext>
            </a:extLst>
          </p:cNvPr>
          <p:cNvSpPr>
            <a:spLocks noGrp="1"/>
          </p:cNvSpPr>
          <p:nvPr>
            <p:ph sz="half" idx="16"/>
          </p:nvPr>
        </p:nvSpPr>
        <p:spPr>
          <a:xfrm>
            <a:off x="6298506" y="1978546"/>
            <a:ext cx="2691526" cy="4020616"/>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8" y="1978547"/>
            <a:ext cx="2591808" cy="4020616"/>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3442743" y="1978546"/>
            <a:ext cx="2691526" cy="4020616"/>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9" y="1455672"/>
            <a:ext cx="2591808"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3442743" y="1455672"/>
            <a:ext cx="2691526"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p:nvPr>
        </p:nvSpPr>
        <p:spPr>
          <a:xfrm>
            <a:off x="6298506" y="1455672"/>
            <a:ext cx="2691526"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a:t>
            </a:r>
          </a:p>
        </p:txBody>
      </p:sp>
      <p:sp>
        <p:nvSpPr>
          <p:cNvPr id="18" name="Content Placeholder 13">
            <a:extLst>
              <a:ext uri="{FF2B5EF4-FFF2-40B4-BE49-F238E27FC236}">
                <a16:creationId xmlns:a16="http://schemas.microsoft.com/office/drawing/2014/main" id="{46009A66-FE60-490E-942D-974C9244E92E}"/>
              </a:ext>
            </a:extLst>
          </p:cNvPr>
          <p:cNvSpPr>
            <a:spLocks noGrp="1"/>
          </p:cNvSpPr>
          <p:nvPr>
            <p:ph sz="quarter" idx="19"/>
          </p:nvPr>
        </p:nvSpPr>
        <p:spPr>
          <a:xfrm>
            <a:off x="9124113" y="1455672"/>
            <a:ext cx="2710700"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a:t>
            </a:r>
          </a:p>
        </p:txBody>
      </p:sp>
      <p:sp>
        <p:nvSpPr>
          <p:cNvPr id="19" name="Content Placeholder 13">
            <a:extLst>
              <a:ext uri="{FF2B5EF4-FFF2-40B4-BE49-F238E27FC236}">
                <a16:creationId xmlns:a16="http://schemas.microsoft.com/office/drawing/2014/main" id="{7559253F-7844-9260-04E1-B1D366C70B3F}"/>
              </a:ext>
            </a:extLst>
          </p:cNvPr>
          <p:cNvSpPr>
            <a:spLocks noGrp="1"/>
          </p:cNvSpPr>
          <p:nvPr>
            <p:ph sz="quarter" idx="20" hasCustomPrompt="1"/>
          </p:nvPr>
        </p:nvSpPr>
        <p:spPr>
          <a:xfrm>
            <a:off x="731841" y="1732020"/>
            <a:ext cx="2591808"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0" name="Content Placeholder 13">
            <a:extLst>
              <a:ext uri="{FF2B5EF4-FFF2-40B4-BE49-F238E27FC236}">
                <a16:creationId xmlns:a16="http://schemas.microsoft.com/office/drawing/2014/main" id="{70734B3F-7493-ED3B-E89C-3F0D6E5EA738}"/>
              </a:ext>
            </a:extLst>
          </p:cNvPr>
          <p:cNvSpPr>
            <a:spLocks noGrp="1"/>
          </p:cNvSpPr>
          <p:nvPr>
            <p:ph sz="quarter" idx="21" hasCustomPrompt="1"/>
          </p:nvPr>
        </p:nvSpPr>
        <p:spPr>
          <a:xfrm>
            <a:off x="3442744" y="1732020"/>
            <a:ext cx="269152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1" name="Content Placeholder 13">
            <a:extLst>
              <a:ext uri="{FF2B5EF4-FFF2-40B4-BE49-F238E27FC236}">
                <a16:creationId xmlns:a16="http://schemas.microsoft.com/office/drawing/2014/main" id="{A5965DC8-9681-D85D-67F6-5DA220388CB8}"/>
              </a:ext>
            </a:extLst>
          </p:cNvPr>
          <p:cNvSpPr>
            <a:spLocks noGrp="1"/>
          </p:cNvSpPr>
          <p:nvPr>
            <p:ph sz="quarter" idx="22" hasCustomPrompt="1"/>
          </p:nvPr>
        </p:nvSpPr>
        <p:spPr>
          <a:xfrm>
            <a:off x="6298506" y="1732020"/>
            <a:ext cx="269152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4" name="Content Placeholder 13">
            <a:extLst>
              <a:ext uri="{FF2B5EF4-FFF2-40B4-BE49-F238E27FC236}">
                <a16:creationId xmlns:a16="http://schemas.microsoft.com/office/drawing/2014/main" id="{A9B22168-6C46-1EBB-8CFB-E74CB918730C}"/>
              </a:ext>
            </a:extLst>
          </p:cNvPr>
          <p:cNvSpPr>
            <a:spLocks noGrp="1"/>
          </p:cNvSpPr>
          <p:nvPr>
            <p:ph sz="quarter" idx="23" hasCustomPrompt="1"/>
          </p:nvPr>
        </p:nvSpPr>
        <p:spPr>
          <a:xfrm>
            <a:off x="9124113" y="1732020"/>
            <a:ext cx="269152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152B27D2-2EAA-4423-1B85-C1474B005848}"/>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grpSp>
        <p:nvGrpSpPr>
          <p:cNvPr id="8" name="Group 7">
            <a:extLst>
              <a:ext uri="{FF2B5EF4-FFF2-40B4-BE49-F238E27FC236}">
                <a16:creationId xmlns:a16="http://schemas.microsoft.com/office/drawing/2014/main" id="{A797B14E-E8D7-375D-9E98-166760A4A28C}"/>
              </a:ext>
            </a:extLst>
          </p:cNvPr>
          <p:cNvGrpSpPr/>
          <p:nvPr userDrawn="1"/>
        </p:nvGrpSpPr>
        <p:grpSpPr>
          <a:xfrm>
            <a:off x="704942" y="6485499"/>
            <a:ext cx="280194" cy="363536"/>
            <a:chOff x="704942" y="6485499"/>
            <a:chExt cx="280194" cy="363536"/>
          </a:xfrm>
        </p:grpSpPr>
        <p:sp>
          <p:nvSpPr>
            <p:cNvPr id="9" name="Espaço Reservado para Número de Slide 3">
              <a:extLst>
                <a:ext uri="{FF2B5EF4-FFF2-40B4-BE49-F238E27FC236}">
                  <a16:creationId xmlns:a16="http://schemas.microsoft.com/office/drawing/2014/main" id="{B817AAC6-EAE0-E0C0-0678-ABF361C36F12}"/>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10" name="Google Shape;236;p23">
              <a:extLst>
                <a:ext uri="{FF2B5EF4-FFF2-40B4-BE49-F238E27FC236}">
                  <a16:creationId xmlns:a16="http://schemas.microsoft.com/office/drawing/2014/main" id="{3216D5FF-93F6-D219-D581-58C980BD4CDC}"/>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6002380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6688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6261638" y="1966886"/>
            <a:ext cx="5573175" cy="1662140"/>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8" y="1455672"/>
            <a:ext cx="5364163" cy="264688"/>
          </a:xfrm>
        </p:spPr>
        <p:txBody>
          <a:bodyPr>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6261639" y="1455672"/>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p:nvPr>
        </p:nvSpPr>
        <p:spPr>
          <a:xfrm>
            <a:off x="731837" y="433586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p:nvPr>
        </p:nvSpPr>
        <p:spPr>
          <a:xfrm>
            <a:off x="6261638" y="4335866"/>
            <a:ext cx="5573175" cy="1662140"/>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p:nvPr>
        </p:nvSpPr>
        <p:spPr>
          <a:xfrm>
            <a:off x="731838" y="3824652"/>
            <a:ext cx="5364163" cy="264688"/>
          </a:xfrm>
        </p:spPr>
        <p:txBody>
          <a:bodyPr>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p:nvPr>
        </p:nvSpPr>
        <p:spPr>
          <a:xfrm>
            <a:off x="6261639" y="3824652"/>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5364163" cy="234867"/>
          </a:xfrm>
        </p:spPr>
        <p:txBody>
          <a:bodyPr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101000"/>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dirty="0"/>
              <a:t>Fonte:</a:t>
            </a:r>
          </a:p>
        </p:txBody>
      </p:sp>
      <p:grpSp>
        <p:nvGrpSpPr>
          <p:cNvPr id="8" name="Group 7">
            <a:extLst>
              <a:ext uri="{FF2B5EF4-FFF2-40B4-BE49-F238E27FC236}">
                <a16:creationId xmlns:a16="http://schemas.microsoft.com/office/drawing/2014/main" id="{EA18816E-6719-83E9-7802-B72D8200C9CD}"/>
              </a:ext>
            </a:extLst>
          </p:cNvPr>
          <p:cNvGrpSpPr/>
          <p:nvPr userDrawn="1"/>
        </p:nvGrpSpPr>
        <p:grpSpPr>
          <a:xfrm>
            <a:off x="704942" y="6485499"/>
            <a:ext cx="280194" cy="363536"/>
            <a:chOff x="704942" y="6485499"/>
            <a:chExt cx="280194" cy="363536"/>
          </a:xfrm>
        </p:grpSpPr>
        <p:sp>
          <p:nvSpPr>
            <p:cNvPr id="9" name="Espaço Reservado para Número de Slide 3">
              <a:extLst>
                <a:ext uri="{FF2B5EF4-FFF2-40B4-BE49-F238E27FC236}">
                  <a16:creationId xmlns:a16="http://schemas.microsoft.com/office/drawing/2014/main" id="{472379A1-D6D1-13FB-69AB-758445899821}"/>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10" name="Google Shape;236;p23">
              <a:extLst>
                <a:ext uri="{FF2B5EF4-FFF2-40B4-BE49-F238E27FC236}">
                  <a16:creationId xmlns:a16="http://schemas.microsoft.com/office/drawing/2014/main" id="{CEB41001-7BC9-42AB-BC0C-F5043D108801}"/>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41437336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6688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6261638" y="1966886"/>
            <a:ext cx="5573175" cy="1662140"/>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8" y="1455672"/>
            <a:ext cx="5364163"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6261639" y="1455672"/>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p:nvPr>
        </p:nvSpPr>
        <p:spPr>
          <a:xfrm>
            <a:off x="731837" y="433586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p:nvPr>
        </p:nvSpPr>
        <p:spPr>
          <a:xfrm>
            <a:off x="6261638" y="4335866"/>
            <a:ext cx="5573175" cy="1662140"/>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p:nvPr>
        </p:nvSpPr>
        <p:spPr>
          <a:xfrm>
            <a:off x="731838" y="3824652"/>
            <a:ext cx="5364163"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p:nvPr>
        </p:nvSpPr>
        <p:spPr>
          <a:xfrm>
            <a:off x="6261639" y="3824652"/>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5364163"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101000"/>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grpSp>
        <p:nvGrpSpPr>
          <p:cNvPr id="8" name="Group 7">
            <a:extLst>
              <a:ext uri="{FF2B5EF4-FFF2-40B4-BE49-F238E27FC236}">
                <a16:creationId xmlns:a16="http://schemas.microsoft.com/office/drawing/2014/main" id="{E5325E66-321A-AF46-07F9-2EC03DFA5A7D}"/>
              </a:ext>
            </a:extLst>
          </p:cNvPr>
          <p:cNvGrpSpPr/>
          <p:nvPr userDrawn="1"/>
        </p:nvGrpSpPr>
        <p:grpSpPr>
          <a:xfrm>
            <a:off x="704942" y="6485499"/>
            <a:ext cx="280194" cy="363536"/>
            <a:chOff x="704942" y="6485499"/>
            <a:chExt cx="280194" cy="363536"/>
          </a:xfrm>
        </p:grpSpPr>
        <p:sp>
          <p:nvSpPr>
            <p:cNvPr id="9" name="Espaço Reservado para Número de Slide 3">
              <a:extLst>
                <a:ext uri="{FF2B5EF4-FFF2-40B4-BE49-F238E27FC236}">
                  <a16:creationId xmlns:a16="http://schemas.microsoft.com/office/drawing/2014/main" id="{379F3270-5E3E-8948-D0AF-4FEC2E84DA79}"/>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10" name="Google Shape;236;p23">
              <a:extLst>
                <a:ext uri="{FF2B5EF4-FFF2-40B4-BE49-F238E27FC236}">
                  <a16:creationId xmlns:a16="http://schemas.microsoft.com/office/drawing/2014/main" id="{8F42E316-138B-1293-3D1F-4EA7B0B4B240}"/>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16942381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_sec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2857278"/>
            <a:ext cx="5364163" cy="1208822"/>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6261638" y="2857277"/>
            <a:ext cx="5573175" cy="1208822"/>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34867"/>
          </a:xfrm>
        </p:spPr>
        <p:txBody>
          <a:bodyPr tIns="36000">
            <a:spAutoFit/>
          </a:bodyPr>
          <a:lstStyle>
            <a:lvl1pPr>
              <a:defRPr>
                <a:latin typeface="Source Serif Pro Light" panose="02040303050405020204" pitchFamily="18" charset="0"/>
                <a:ea typeface="Source Serif Pro Light" panose="02040303050405020204" pitchFamily="18" charset="0"/>
              </a:defRPr>
            </a:lvl1pPr>
          </a:lstStyle>
          <a:p>
            <a:pPr lvl="0"/>
            <a:r>
              <a:rPr lang="en-US"/>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8" y="2346063"/>
            <a:ext cx="5364163"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6261639" y="2346063"/>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2622411"/>
            <a:ext cx="5364163"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2622411"/>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p:nvPr>
        </p:nvSpPr>
        <p:spPr>
          <a:xfrm>
            <a:off x="731837" y="4788352"/>
            <a:ext cx="5364163" cy="1208822"/>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p:nvPr>
        </p:nvSpPr>
        <p:spPr>
          <a:xfrm>
            <a:off x="6261638" y="4788351"/>
            <a:ext cx="5573175" cy="1208822"/>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p:nvPr>
        </p:nvSpPr>
        <p:spPr>
          <a:xfrm>
            <a:off x="731838" y="4277137"/>
            <a:ext cx="5364163"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p:nvPr>
        </p:nvSpPr>
        <p:spPr>
          <a:xfrm>
            <a:off x="6261639" y="4277137"/>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553485"/>
            <a:ext cx="5364163"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553485"/>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sp>
        <p:nvSpPr>
          <p:cNvPr id="9" name="Rectangle 8">
            <a:extLst>
              <a:ext uri="{FF2B5EF4-FFF2-40B4-BE49-F238E27FC236}">
                <a16:creationId xmlns:a16="http://schemas.microsoft.com/office/drawing/2014/main" id="{BB9E688F-5C03-2148-56D4-DB20887A400B}"/>
              </a:ext>
            </a:extLst>
          </p:cNvPr>
          <p:cNvSpPr/>
          <p:nvPr userDrawn="1"/>
        </p:nvSpPr>
        <p:spPr>
          <a:xfrm>
            <a:off x="0" y="1450975"/>
            <a:ext cx="12192000" cy="7444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800" b="1" i="0" u="none" strike="noStrike" kern="1200" cap="none" spc="0" normalizeH="0" baseline="0" noProof="0">
              <a:ln>
                <a:noFill/>
              </a:ln>
              <a:solidFill>
                <a:schemeClr val="accent3"/>
              </a:solidFill>
              <a:effectLst/>
              <a:uLnTx/>
              <a:uFillTx/>
              <a:latin typeface="Source Serif Pro" panose="02040603050405020204" pitchFamily="18" charset="0"/>
              <a:ea typeface="Source Serif Pro" panose="02040603050405020204" pitchFamily="18" charset="0"/>
              <a:cs typeface="+mn-cs"/>
            </a:endParaRPr>
          </a:p>
        </p:txBody>
      </p:sp>
      <p:grpSp>
        <p:nvGrpSpPr>
          <p:cNvPr id="8" name="Group 7">
            <a:extLst>
              <a:ext uri="{FF2B5EF4-FFF2-40B4-BE49-F238E27FC236}">
                <a16:creationId xmlns:a16="http://schemas.microsoft.com/office/drawing/2014/main" id="{60F0A2FB-356B-7B3A-F7F9-36811109EB0E}"/>
              </a:ext>
            </a:extLst>
          </p:cNvPr>
          <p:cNvGrpSpPr/>
          <p:nvPr userDrawn="1"/>
        </p:nvGrpSpPr>
        <p:grpSpPr>
          <a:xfrm>
            <a:off x="704942" y="6485499"/>
            <a:ext cx="280194" cy="363536"/>
            <a:chOff x="704942" y="6485499"/>
            <a:chExt cx="280194" cy="363536"/>
          </a:xfrm>
        </p:grpSpPr>
        <p:sp>
          <p:nvSpPr>
            <p:cNvPr id="10" name="Espaço Reservado para Número de Slide 3">
              <a:extLst>
                <a:ext uri="{FF2B5EF4-FFF2-40B4-BE49-F238E27FC236}">
                  <a16:creationId xmlns:a16="http://schemas.microsoft.com/office/drawing/2014/main" id="{BAE8B0EB-248E-CEF5-249F-7FD23B408926}"/>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11" name="Google Shape;236;p23">
              <a:extLst>
                <a:ext uri="{FF2B5EF4-FFF2-40B4-BE49-F238E27FC236}">
                  <a16:creationId xmlns:a16="http://schemas.microsoft.com/office/drawing/2014/main" id="{E6DCFA15-AC7C-5E17-C6A3-026036190D5A}"/>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38847579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Zero Content/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5645246" y="1966886"/>
            <a:ext cx="6189568" cy="1662140"/>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34867"/>
          </a:xfrm>
        </p:spPr>
        <p:txBody>
          <a:bodyPr tIns="36000">
            <a:spAutoFit/>
          </a:bodyPr>
          <a:lstStyle>
            <a:lvl1pPr>
              <a:defRPr>
                <a:latin typeface="Source Serif Pro Light" panose="02040303050405020204" pitchFamily="18" charset="0"/>
                <a:ea typeface="Source Serif Pro Light" panose="02040303050405020204" pitchFamily="18"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5645246" y="1455672"/>
            <a:ext cx="6189567"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5645246" y="1732020"/>
            <a:ext cx="6189568"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p:nvPr>
        </p:nvSpPr>
        <p:spPr>
          <a:xfrm>
            <a:off x="5645246" y="4335866"/>
            <a:ext cx="6189568" cy="1662140"/>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p:nvPr>
        </p:nvSpPr>
        <p:spPr>
          <a:xfrm>
            <a:off x="5645246" y="3824652"/>
            <a:ext cx="6189567"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5645246" y="4101000"/>
            <a:ext cx="6189568"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grpSp>
        <p:nvGrpSpPr>
          <p:cNvPr id="7" name="Group 6">
            <a:extLst>
              <a:ext uri="{FF2B5EF4-FFF2-40B4-BE49-F238E27FC236}">
                <a16:creationId xmlns:a16="http://schemas.microsoft.com/office/drawing/2014/main" id="{45E9805F-3ED0-0BA5-CC57-C2985C922A11}"/>
              </a:ext>
            </a:extLst>
          </p:cNvPr>
          <p:cNvGrpSpPr/>
          <p:nvPr userDrawn="1"/>
        </p:nvGrpSpPr>
        <p:grpSpPr>
          <a:xfrm>
            <a:off x="704942" y="6485499"/>
            <a:ext cx="280194" cy="363536"/>
            <a:chOff x="704942" y="6485499"/>
            <a:chExt cx="280194" cy="363536"/>
          </a:xfrm>
        </p:grpSpPr>
        <p:sp>
          <p:nvSpPr>
            <p:cNvPr id="8" name="Espaço Reservado para Número de Slide 3">
              <a:extLst>
                <a:ext uri="{FF2B5EF4-FFF2-40B4-BE49-F238E27FC236}">
                  <a16:creationId xmlns:a16="http://schemas.microsoft.com/office/drawing/2014/main" id="{4DBA7309-F1FE-1695-E38A-72E68DB8A7BB}"/>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9" name="Google Shape;236;p23">
              <a:extLst>
                <a:ext uri="{FF2B5EF4-FFF2-40B4-BE49-F238E27FC236}">
                  <a16:creationId xmlns:a16="http://schemas.microsoft.com/office/drawing/2014/main" id="{A85C4071-C9E4-5EA3-4F29-36AB0F9827C2}"/>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2805861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46348651-DCC4-B67C-7CA1-367D8ECC30F4}"/>
              </a:ext>
            </a:extLst>
          </p:cNvPr>
          <p:cNvSpPr>
            <a:spLocks noGrp="1"/>
          </p:cNvSpPr>
          <p:nvPr>
            <p:ph sz="half" idx="16"/>
          </p:nvPr>
        </p:nvSpPr>
        <p:spPr>
          <a:xfrm>
            <a:off x="8217662" y="1978546"/>
            <a:ext cx="3617151" cy="1668949"/>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78547"/>
            <a:ext cx="3514161" cy="1668949"/>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4409823" y="1978546"/>
            <a:ext cx="3617151" cy="1668949"/>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8" y="1455672"/>
            <a:ext cx="3514161"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4409823" y="1455672"/>
            <a:ext cx="3617150"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p:nvPr>
        </p:nvSpPr>
        <p:spPr>
          <a:xfrm>
            <a:off x="8217662" y="1455672"/>
            <a:ext cx="3617150"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9" name="Content Placeholder 13">
            <a:extLst>
              <a:ext uri="{FF2B5EF4-FFF2-40B4-BE49-F238E27FC236}">
                <a16:creationId xmlns:a16="http://schemas.microsoft.com/office/drawing/2014/main" id="{02437D02-213A-D460-A6AA-8EF17FD9DCBF}"/>
              </a:ext>
            </a:extLst>
          </p:cNvPr>
          <p:cNvSpPr>
            <a:spLocks noGrp="1"/>
          </p:cNvSpPr>
          <p:nvPr>
            <p:ph sz="quarter" idx="24" hasCustomPrompt="1"/>
          </p:nvPr>
        </p:nvSpPr>
        <p:spPr>
          <a:xfrm>
            <a:off x="731839" y="1732020"/>
            <a:ext cx="3514160"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0" name="Content Placeholder 13">
            <a:extLst>
              <a:ext uri="{FF2B5EF4-FFF2-40B4-BE49-F238E27FC236}">
                <a16:creationId xmlns:a16="http://schemas.microsoft.com/office/drawing/2014/main" id="{04EC45A4-15A4-F81B-1189-CAC268B9A6B2}"/>
              </a:ext>
            </a:extLst>
          </p:cNvPr>
          <p:cNvSpPr>
            <a:spLocks noGrp="1"/>
          </p:cNvSpPr>
          <p:nvPr>
            <p:ph sz="quarter" idx="25" hasCustomPrompt="1"/>
          </p:nvPr>
        </p:nvSpPr>
        <p:spPr>
          <a:xfrm>
            <a:off x="4409823" y="1732020"/>
            <a:ext cx="3617150"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1" name="Content Placeholder 13">
            <a:extLst>
              <a:ext uri="{FF2B5EF4-FFF2-40B4-BE49-F238E27FC236}">
                <a16:creationId xmlns:a16="http://schemas.microsoft.com/office/drawing/2014/main" id="{3188BDD0-D14B-73DC-61FD-AD0B99B2A2A8}"/>
              </a:ext>
            </a:extLst>
          </p:cNvPr>
          <p:cNvSpPr>
            <a:spLocks noGrp="1"/>
          </p:cNvSpPr>
          <p:nvPr>
            <p:ph sz="quarter" idx="26" hasCustomPrompt="1"/>
          </p:nvPr>
        </p:nvSpPr>
        <p:spPr>
          <a:xfrm>
            <a:off x="8217662" y="1732020"/>
            <a:ext cx="3617150"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2" name="Content Placeholder 3">
            <a:extLst>
              <a:ext uri="{FF2B5EF4-FFF2-40B4-BE49-F238E27FC236}">
                <a16:creationId xmlns:a16="http://schemas.microsoft.com/office/drawing/2014/main" id="{6A6E4956-D661-4D53-8334-DD4513C11FA9}"/>
              </a:ext>
            </a:extLst>
          </p:cNvPr>
          <p:cNvSpPr>
            <a:spLocks noGrp="1"/>
          </p:cNvSpPr>
          <p:nvPr>
            <p:ph sz="half" idx="27"/>
          </p:nvPr>
        </p:nvSpPr>
        <p:spPr>
          <a:xfrm>
            <a:off x="8217662" y="4336758"/>
            <a:ext cx="3617151" cy="1668949"/>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2">
            <a:extLst>
              <a:ext uri="{FF2B5EF4-FFF2-40B4-BE49-F238E27FC236}">
                <a16:creationId xmlns:a16="http://schemas.microsoft.com/office/drawing/2014/main" id="{628B24CD-29B7-DE6D-E888-0A0D50458613}"/>
              </a:ext>
            </a:extLst>
          </p:cNvPr>
          <p:cNvSpPr>
            <a:spLocks noGrp="1"/>
          </p:cNvSpPr>
          <p:nvPr>
            <p:ph sz="half" idx="28"/>
          </p:nvPr>
        </p:nvSpPr>
        <p:spPr>
          <a:xfrm>
            <a:off x="731837" y="4336759"/>
            <a:ext cx="3514161" cy="1668949"/>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3">
            <a:extLst>
              <a:ext uri="{FF2B5EF4-FFF2-40B4-BE49-F238E27FC236}">
                <a16:creationId xmlns:a16="http://schemas.microsoft.com/office/drawing/2014/main" id="{03915BD5-B60B-4279-091A-1C6CAA341F7C}"/>
              </a:ext>
            </a:extLst>
          </p:cNvPr>
          <p:cNvSpPr>
            <a:spLocks noGrp="1"/>
          </p:cNvSpPr>
          <p:nvPr>
            <p:ph sz="half" idx="29"/>
          </p:nvPr>
        </p:nvSpPr>
        <p:spPr>
          <a:xfrm>
            <a:off x="4409823" y="4336758"/>
            <a:ext cx="3617151" cy="1668949"/>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Content Placeholder 13">
            <a:extLst>
              <a:ext uri="{FF2B5EF4-FFF2-40B4-BE49-F238E27FC236}">
                <a16:creationId xmlns:a16="http://schemas.microsoft.com/office/drawing/2014/main" id="{EF4CC729-2E82-6584-AB6C-F569F07B64E4}"/>
              </a:ext>
            </a:extLst>
          </p:cNvPr>
          <p:cNvSpPr>
            <a:spLocks noGrp="1"/>
          </p:cNvSpPr>
          <p:nvPr>
            <p:ph sz="quarter" idx="30"/>
          </p:nvPr>
        </p:nvSpPr>
        <p:spPr>
          <a:xfrm>
            <a:off x="731838" y="3813884"/>
            <a:ext cx="3514161"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6" name="Content Placeholder 13">
            <a:extLst>
              <a:ext uri="{FF2B5EF4-FFF2-40B4-BE49-F238E27FC236}">
                <a16:creationId xmlns:a16="http://schemas.microsoft.com/office/drawing/2014/main" id="{E2338167-433A-D3FF-1381-B32FF19479EF}"/>
              </a:ext>
            </a:extLst>
          </p:cNvPr>
          <p:cNvSpPr>
            <a:spLocks noGrp="1"/>
          </p:cNvSpPr>
          <p:nvPr>
            <p:ph sz="quarter" idx="31"/>
          </p:nvPr>
        </p:nvSpPr>
        <p:spPr>
          <a:xfrm>
            <a:off x="4409823" y="3813884"/>
            <a:ext cx="3617150"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7" name="Content Placeholder 13">
            <a:extLst>
              <a:ext uri="{FF2B5EF4-FFF2-40B4-BE49-F238E27FC236}">
                <a16:creationId xmlns:a16="http://schemas.microsoft.com/office/drawing/2014/main" id="{A37E2D0E-A1B8-2890-9C2C-92307D799736}"/>
              </a:ext>
            </a:extLst>
          </p:cNvPr>
          <p:cNvSpPr>
            <a:spLocks noGrp="1"/>
          </p:cNvSpPr>
          <p:nvPr>
            <p:ph sz="quarter" idx="32"/>
          </p:nvPr>
        </p:nvSpPr>
        <p:spPr>
          <a:xfrm>
            <a:off x="8217662" y="3813884"/>
            <a:ext cx="3617150"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8" name="Content Placeholder 13">
            <a:extLst>
              <a:ext uri="{FF2B5EF4-FFF2-40B4-BE49-F238E27FC236}">
                <a16:creationId xmlns:a16="http://schemas.microsoft.com/office/drawing/2014/main" id="{0A46685F-9BAE-8DD8-6BED-6082F6BDE20B}"/>
              </a:ext>
            </a:extLst>
          </p:cNvPr>
          <p:cNvSpPr>
            <a:spLocks noGrp="1"/>
          </p:cNvSpPr>
          <p:nvPr>
            <p:ph sz="quarter" idx="33" hasCustomPrompt="1"/>
          </p:nvPr>
        </p:nvSpPr>
        <p:spPr>
          <a:xfrm>
            <a:off x="731839" y="4090232"/>
            <a:ext cx="3514160"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9" name="Content Placeholder 13">
            <a:extLst>
              <a:ext uri="{FF2B5EF4-FFF2-40B4-BE49-F238E27FC236}">
                <a16:creationId xmlns:a16="http://schemas.microsoft.com/office/drawing/2014/main" id="{ECFE5EF0-2F1F-C3D9-653F-1FB66F18318D}"/>
              </a:ext>
            </a:extLst>
          </p:cNvPr>
          <p:cNvSpPr>
            <a:spLocks noGrp="1"/>
          </p:cNvSpPr>
          <p:nvPr>
            <p:ph sz="quarter" idx="34" hasCustomPrompt="1"/>
          </p:nvPr>
        </p:nvSpPr>
        <p:spPr>
          <a:xfrm>
            <a:off x="4409823" y="4090232"/>
            <a:ext cx="3617150"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30" name="Content Placeholder 13">
            <a:extLst>
              <a:ext uri="{FF2B5EF4-FFF2-40B4-BE49-F238E27FC236}">
                <a16:creationId xmlns:a16="http://schemas.microsoft.com/office/drawing/2014/main" id="{4701A65B-BC7E-81D5-5B0C-2D5DB5F40961}"/>
              </a:ext>
            </a:extLst>
          </p:cNvPr>
          <p:cNvSpPr>
            <a:spLocks noGrp="1"/>
          </p:cNvSpPr>
          <p:nvPr>
            <p:ph sz="quarter" idx="35" hasCustomPrompt="1"/>
          </p:nvPr>
        </p:nvSpPr>
        <p:spPr>
          <a:xfrm>
            <a:off x="8217662" y="4090232"/>
            <a:ext cx="3617150"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8A53A76C-01D0-6204-1DE0-96B349D508F7}"/>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grpSp>
        <p:nvGrpSpPr>
          <p:cNvPr id="8" name="Group 7">
            <a:extLst>
              <a:ext uri="{FF2B5EF4-FFF2-40B4-BE49-F238E27FC236}">
                <a16:creationId xmlns:a16="http://schemas.microsoft.com/office/drawing/2014/main" id="{6245A892-9068-D104-9AE6-B6261FB27E77}"/>
              </a:ext>
            </a:extLst>
          </p:cNvPr>
          <p:cNvGrpSpPr/>
          <p:nvPr userDrawn="1"/>
        </p:nvGrpSpPr>
        <p:grpSpPr>
          <a:xfrm>
            <a:off x="704942" y="6485499"/>
            <a:ext cx="280194" cy="363536"/>
            <a:chOff x="704942" y="6485499"/>
            <a:chExt cx="280194" cy="363536"/>
          </a:xfrm>
        </p:grpSpPr>
        <p:sp>
          <p:nvSpPr>
            <p:cNvPr id="9" name="Espaço Reservado para Número de Slide 3">
              <a:extLst>
                <a:ext uri="{FF2B5EF4-FFF2-40B4-BE49-F238E27FC236}">
                  <a16:creationId xmlns:a16="http://schemas.microsoft.com/office/drawing/2014/main" id="{99414754-3C6E-CB2B-8835-7FD50C03DBB1}"/>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10" name="Google Shape;236;p23">
              <a:extLst>
                <a:ext uri="{FF2B5EF4-FFF2-40B4-BE49-F238E27FC236}">
                  <a16:creationId xmlns:a16="http://schemas.microsoft.com/office/drawing/2014/main" id="{2FBC7D08-3EBB-28FF-5846-C2F81F72A8A8}"/>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11170079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66887"/>
            <a:ext cx="5364163" cy="4032276"/>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6261638" y="1966885"/>
            <a:ext cx="5573175" cy="819447"/>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8" y="1455672"/>
            <a:ext cx="5364163" cy="264688"/>
          </a:xfrm>
        </p:spPr>
        <p:txBody>
          <a:bodyPr>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6261639" y="1455672"/>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p:nvPr>
        </p:nvSpPr>
        <p:spPr>
          <a:xfrm>
            <a:off x="6275388" y="5196058"/>
            <a:ext cx="5559424" cy="819447"/>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p:nvPr>
        </p:nvSpPr>
        <p:spPr>
          <a:xfrm>
            <a:off x="6261638" y="3572390"/>
            <a:ext cx="5573175" cy="819447"/>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p:nvPr>
        </p:nvSpPr>
        <p:spPr>
          <a:xfrm>
            <a:off x="6275389" y="4684844"/>
            <a:ext cx="555942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p:nvPr>
        </p:nvSpPr>
        <p:spPr>
          <a:xfrm>
            <a:off x="6261639" y="3061177"/>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6275389" y="4961192"/>
            <a:ext cx="5559424"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3337525"/>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grpSp>
        <p:nvGrpSpPr>
          <p:cNvPr id="8" name="Group 7">
            <a:extLst>
              <a:ext uri="{FF2B5EF4-FFF2-40B4-BE49-F238E27FC236}">
                <a16:creationId xmlns:a16="http://schemas.microsoft.com/office/drawing/2014/main" id="{3CC3E116-7E92-7DB3-7139-95EDB8C7AD70}"/>
              </a:ext>
            </a:extLst>
          </p:cNvPr>
          <p:cNvGrpSpPr/>
          <p:nvPr userDrawn="1"/>
        </p:nvGrpSpPr>
        <p:grpSpPr>
          <a:xfrm>
            <a:off x="704942" y="6485499"/>
            <a:ext cx="280194" cy="363536"/>
            <a:chOff x="704942" y="6485499"/>
            <a:chExt cx="280194" cy="363536"/>
          </a:xfrm>
        </p:grpSpPr>
        <p:sp>
          <p:nvSpPr>
            <p:cNvPr id="9" name="Espaço Reservado para Número de Slide 3">
              <a:extLst>
                <a:ext uri="{FF2B5EF4-FFF2-40B4-BE49-F238E27FC236}">
                  <a16:creationId xmlns:a16="http://schemas.microsoft.com/office/drawing/2014/main" id="{8D9275E3-E21F-3015-2CF0-6AE23B7F3701}"/>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10" name="Google Shape;236;p23">
              <a:extLst>
                <a:ext uri="{FF2B5EF4-FFF2-40B4-BE49-F238E27FC236}">
                  <a16:creationId xmlns:a16="http://schemas.microsoft.com/office/drawing/2014/main" id="{C54E70B6-FE7A-6DB6-61F9-5E6242494638}"/>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339884314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11705-E470-8D14-31B3-824FE4DACE29}"/>
              </a:ext>
            </a:extLst>
          </p:cNvPr>
          <p:cNvSpPr>
            <a:spLocks noGrp="1"/>
          </p:cNvSpPr>
          <p:nvPr>
            <p:ph type="title"/>
          </p:nvPr>
        </p:nvSpPr>
        <p:spPr/>
        <p:txBody>
          <a:bodyPr/>
          <a:lstStyle/>
          <a:p>
            <a:r>
              <a:rPr lang="en-US"/>
              <a:t>Click to edit Master title style</a:t>
            </a:r>
          </a:p>
        </p:txBody>
      </p:sp>
      <p:sp>
        <p:nvSpPr>
          <p:cNvPr id="8" name="Content Placeholder 11">
            <a:extLst>
              <a:ext uri="{FF2B5EF4-FFF2-40B4-BE49-F238E27FC236}">
                <a16:creationId xmlns:a16="http://schemas.microsoft.com/office/drawing/2014/main" id="{2B80E022-3FDD-ADDD-4ECC-A35C1C629842}"/>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3" name="Text Placeholder 9">
            <a:extLst>
              <a:ext uri="{FF2B5EF4-FFF2-40B4-BE49-F238E27FC236}">
                <a16:creationId xmlns:a16="http://schemas.microsoft.com/office/drawing/2014/main" id="{2710B361-38E0-B068-AD6A-B026D54970A4}"/>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grpSp>
        <p:nvGrpSpPr>
          <p:cNvPr id="6" name="Group 5">
            <a:extLst>
              <a:ext uri="{FF2B5EF4-FFF2-40B4-BE49-F238E27FC236}">
                <a16:creationId xmlns:a16="http://schemas.microsoft.com/office/drawing/2014/main" id="{59461FBC-5802-412C-5099-36EF68EEEA9A}"/>
              </a:ext>
            </a:extLst>
          </p:cNvPr>
          <p:cNvGrpSpPr/>
          <p:nvPr userDrawn="1"/>
        </p:nvGrpSpPr>
        <p:grpSpPr>
          <a:xfrm>
            <a:off x="704942" y="6485499"/>
            <a:ext cx="280194" cy="363536"/>
            <a:chOff x="704942" y="6485499"/>
            <a:chExt cx="280194" cy="363536"/>
          </a:xfrm>
        </p:grpSpPr>
        <p:sp>
          <p:nvSpPr>
            <p:cNvPr id="7" name="Espaço Reservado para Número de Slide 3">
              <a:extLst>
                <a:ext uri="{FF2B5EF4-FFF2-40B4-BE49-F238E27FC236}">
                  <a16:creationId xmlns:a16="http://schemas.microsoft.com/office/drawing/2014/main" id="{9EA56F2E-D406-582C-95AA-A073DBB0F2EC}"/>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9" name="Google Shape;236;p23">
              <a:extLst>
                <a:ext uri="{FF2B5EF4-FFF2-40B4-BE49-F238E27FC236}">
                  <a16:creationId xmlns:a16="http://schemas.microsoft.com/office/drawing/2014/main" id="{81DB0C0D-5DEA-DEB3-6E96-D90F174E7ADB}"/>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5229862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76121"/>
            <a:ext cx="11102976" cy="4023041"/>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11102976"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title</a:t>
            </a:r>
          </a:p>
        </p:txBody>
      </p:sp>
      <p:sp>
        <p:nvSpPr>
          <p:cNvPr id="16" name="Content Placeholder 13">
            <a:extLst>
              <a:ext uri="{FF2B5EF4-FFF2-40B4-BE49-F238E27FC236}">
                <a16:creationId xmlns:a16="http://schemas.microsoft.com/office/drawing/2014/main" id="{7B3249D2-1FE0-ED6D-322D-323EFD8671F4}"/>
              </a:ext>
            </a:extLst>
          </p:cNvPr>
          <p:cNvSpPr>
            <a:spLocks noGrp="1"/>
          </p:cNvSpPr>
          <p:nvPr>
            <p:ph sz="quarter" idx="16" hasCustomPrompt="1"/>
          </p:nvPr>
        </p:nvSpPr>
        <p:spPr>
          <a:xfrm>
            <a:off x="731838" y="1732020"/>
            <a:ext cx="11102976"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8" name="Text Placeholder 9">
            <a:extLst>
              <a:ext uri="{FF2B5EF4-FFF2-40B4-BE49-F238E27FC236}">
                <a16:creationId xmlns:a16="http://schemas.microsoft.com/office/drawing/2014/main" id="{75A68369-8B33-C898-7757-7C5067723B87}"/>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grpSp>
        <p:nvGrpSpPr>
          <p:cNvPr id="6" name="Group 5">
            <a:extLst>
              <a:ext uri="{FF2B5EF4-FFF2-40B4-BE49-F238E27FC236}">
                <a16:creationId xmlns:a16="http://schemas.microsoft.com/office/drawing/2014/main" id="{5BAC4B25-6BF6-4D49-2DE9-AA33DDCD23F0}"/>
              </a:ext>
            </a:extLst>
          </p:cNvPr>
          <p:cNvGrpSpPr/>
          <p:nvPr userDrawn="1"/>
        </p:nvGrpSpPr>
        <p:grpSpPr>
          <a:xfrm>
            <a:off x="704942" y="6485499"/>
            <a:ext cx="280194" cy="363536"/>
            <a:chOff x="704942" y="6485499"/>
            <a:chExt cx="280194" cy="363536"/>
          </a:xfrm>
        </p:grpSpPr>
        <p:sp>
          <p:nvSpPr>
            <p:cNvPr id="7" name="Espaço Reservado para Número de Slide 3">
              <a:extLst>
                <a:ext uri="{FF2B5EF4-FFF2-40B4-BE49-F238E27FC236}">
                  <a16:creationId xmlns:a16="http://schemas.microsoft.com/office/drawing/2014/main" id="{236974BA-A4B5-D2B0-4A62-AF1CDC819F21}"/>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8" name="Google Shape;236;p23">
              <a:extLst>
                <a:ext uri="{FF2B5EF4-FFF2-40B4-BE49-F238E27FC236}">
                  <a16:creationId xmlns:a16="http://schemas.microsoft.com/office/drawing/2014/main" id="{C76B2049-B71F-2062-18CF-94539D463BF8}"/>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29910470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739B9-4054-A9D4-2292-242833A6280F}"/>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DA00962-9F6C-292D-19D5-4E49FD343F1A}"/>
              </a:ext>
            </a:extLst>
          </p:cNvPr>
          <p:cNvSpPr>
            <a:spLocks noGrp="1"/>
          </p:cNvSpPr>
          <p:nvPr>
            <p:ph idx="1"/>
          </p:nvPr>
        </p:nvSpPr>
        <p:spPr>
          <a:xfrm>
            <a:off x="731837" y="1450975"/>
            <a:ext cx="11102975" cy="4548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1">
            <a:extLst>
              <a:ext uri="{FF2B5EF4-FFF2-40B4-BE49-F238E27FC236}">
                <a16:creationId xmlns:a16="http://schemas.microsoft.com/office/drawing/2014/main" id="{D5FE42B3-1E99-213C-F3D2-9217EEF7672B}"/>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4" name="Text Placeholder 9">
            <a:extLst>
              <a:ext uri="{FF2B5EF4-FFF2-40B4-BE49-F238E27FC236}">
                <a16:creationId xmlns:a16="http://schemas.microsoft.com/office/drawing/2014/main" id="{1B85A6B2-A13E-C879-9FD4-42467385C171}"/>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grpSp>
        <p:nvGrpSpPr>
          <p:cNvPr id="8" name="Group 7">
            <a:extLst>
              <a:ext uri="{FF2B5EF4-FFF2-40B4-BE49-F238E27FC236}">
                <a16:creationId xmlns:a16="http://schemas.microsoft.com/office/drawing/2014/main" id="{79D61BFA-DAD0-FCF4-D3AA-E6D804A8EE43}"/>
              </a:ext>
            </a:extLst>
          </p:cNvPr>
          <p:cNvGrpSpPr/>
          <p:nvPr userDrawn="1"/>
        </p:nvGrpSpPr>
        <p:grpSpPr>
          <a:xfrm>
            <a:off x="704942" y="6485499"/>
            <a:ext cx="280194" cy="363536"/>
            <a:chOff x="704942" y="6485499"/>
            <a:chExt cx="280194" cy="363536"/>
          </a:xfrm>
        </p:grpSpPr>
        <p:sp>
          <p:nvSpPr>
            <p:cNvPr id="9" name="Espaço Reservado para Número de Slide 3">
              <a:extLst>
                <a:ext uri="{FF2B5EF4-FFF2-40B4-BE49-F238E27FC236}">
                  <a16:creationId xmlns:a16="http://schemas.microsoft.com/office/drawing/2014/main" id="{28605690-154D-7853-7DED-29DCAEAF6C70}"/>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10" name="Google Shape;236;p23">
              <a:extLst>
                <a:ext uri="{FF2B5EF4-FFF2-40B4-BE49-F238E27FC236}">
                  <a16:creationId xmlns:a16="http://schemas.microsoft.com/office/drawing/2014/main" id="{3D87D089-A89F-A34E-6220-C4875BE4FFDE}"/>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329425201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1D40385C-4D9E-235C-51CE-46248B810F29}"/>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dirty="0"/>
              <a:t>Fonte:</a:t>
            </a:r>
          </a:p>
        </p:txBody>
      </p:sp>
      <p:grpSp>
        <p:nvGrpSpPr>
          <p:cNvPr id="5" name="Group 4">
            <a:extLst>
              <a:ext uri="{FF2B5EF4-FFF2-40B4-BE49-F238E27FC236}">
                <a16:creationId xmlns:a16="http://schemas.microsoft.com/office/drawing/2014/main" id="{E2CAEB9A-1F01-2874-D851-C7819D8F92F2}"/>
              </a:ext>
            </a:extLst>
          </p:cNvPr>
          <p:cNvGrpSpPr/>
          <p:nvPr userDrawn="1"/>
        </p:nvGrpSpPr>
        <p:grpSpPr>
          <a:xfrm>
            <a:off x="704942" y="6485499"/>
            <a:ext cx="280194" cy="363536"/>
            <a:chOff x="704942" y="6485499"/>
            <a:chExt cx="280194" cy="363536"/>
          </a:xfrm>
        </p:grpSpPr>
        <p:sp>
          <p:nvSpPr>
            <p:cNvPr id="6" name="Espaço Reservado para Número de Slide 3">
              <a:extLst>
                <a:ext uri="{FF2B5EF4-FFF2-40B4-BE49-F238E27FC236}">
                  <a16:creationId xmlns:a16="http://schemas.microsoft.com/office/drawing/2014/main" id="{DDEE0D24-4B98-FAB3-CD6B-3B5CA9D3A4D4}"/>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7" name="Google Shape;236;p23">
              <a:extLst>
                <a:ext uri="{FF2B5EF4-FFF2-40B4-BE49-F238E27FC236}">
                  <a16:creationId xmlns:a16="http://schemas.microsoft.com/office/drawing/2014/main" id="{7AE90ADA-A90F-EB9C-D17B-1385E4C8BA6B}"/>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15608009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11705-E470-8D14-31B3-824FE4DACE29}"/>
              </a:ext>
            </a:extLst>
          </p:cNvPr>
          <p:cNvSpPr>
            <a:spLocks noGrp="1"/>
          </p:cNvSpPr>
          <p:nvPr>
            <p:ph type="title"/>
          </p:nvPr>
        </p:nvSpPr>
        <p:spPr/>
        <p:txBody>
          <a:bodyPr/>
          <a:lstStyle/>
          <a:p>
            <a:r>
              <a:rPr lang="en-US"/>
              <a:t>Click to edit Master title style</a:t>
            </a:r>
          </a:p>
        </p:txBody>
      </p:sp>
      <p:sp>
        <p:nvSpPr>
          <p:cNvPr id="8" name="Content Placeholder 11">
            <a:extLst>
              <a:ext uri="{FF2B5EF4-FFF2-40B4-BE49-F238E27FC236}">
                <a16:creationId xmlns:a16="http://schemas.microsoft.com/office/drawing/2014/main" id="{2B80E022-3FDD-ADDD-4ECC-A35C1C629842}"/>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6" name="Content Placeholder 5">
            <a:extLst>
              <a:ext uri="{FF2B5EF4-FFF2-40B4-BE49-F238E27FC236}">
                <a16:creationId xmlns:a16="http://schemas.microsoft.com/office/drawing/2014/main" id="{DF78881D-E677-81F1-4FEB-E641DAF46920}"/>
              </a:ext>
            </a:extLst>
          </p:cNvPr>
          <p:cNvSpPr>
            <a:spLocks noGrp="1"/>
          </p:cNvSpPr>
          <p:nvPr>
            <p:ph sz="quarter" idx="14"/>
          </p:nvPr>
        </p:nvSpPr>
        <p:spPr>
          <a:xfrm>
            <a:off x="4227651" y="1450975"/>
            <a:ext cx="7607161" cy="4548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D7BB55DD-2EFA-B3F5-5529-538C58485955}"/>
              </a:ext>
            </a:extLst>
          </p:cNvPr>
          <p:cNvSpPr>
            <a:spLocks noGrp="1"/>
          </p:cNvSpPr>
          <p:nvPr>
            <p:ph type="pic" sz="quarter" idx="15"/>
          </p:nvPr>
        </p:nvSpPr>
        <p:spPr>
          <a:xfrm>
            <a:off x="0" y="1450975"/>
            <a:ext cx="4019217" cy="4548188"/>
          </a:xfrm>
        </p:spPr>
        <p:txBody>
          <a:bodyPr anchor="ctr" anchorCtr="0"/>
          <a:lstStyle>
            <a:lvl1pPr algn="ctr">
              <a:defRPr/>
            </a:lvl1pPr>
          </a:lstStyle>
          <a:p>
            <a:endParaRPr lang="en-US"/>
          </a:p>
        </p:txBody>
      </p:sp>
      <p:sp>
        <p:nvSpPr>
          <p:cNvPr id="3" name="Text Placeholder 9">
            <a:extLst>
              <a:ext uri="{FF2B5EF4-FFF2-40B4-BE49-F238E27FC236}">
                <a16:creationId xmlns:a16="http://schemas.microsoft.com/office/drawing/2014/main" id="{95259ACB-ED64-535C-3E57-DADB2B32BB9D}"/>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grpSp>
        <p:nvGrpSpPr>
          <p:cNvPr id="7" name="Group 6">
            <a:extLst>
              <a:ext uri="{FF2B5EF4-FFF2-40B4-BE49-F238E27FC236}">
                <a16:creationId xmlns:a16="http://schemas.microsoft.com/office/drawing/2014/main" id="{9738CFDA-DC3F-EA2E-D645-2CC8A23CF284}"/>
              </a:ext>
            </a:extLst>
          </p:cNvPr>
          <p:cNvGrpSpPr/>
          <p:nvPr userDrawn="1"/>
        </p:nvGrpSpPr>
        <p:grpSpPr>
          <a:xfrm>
            <a:off x="704942" y="6485499"/>
            <a:ext cx="280194" cy="363536"/>
            <a:chOff x="704942" y="6485499"/>
            <a:chExt cx="280194" cy="363536"/>
          </a:xfrm>
        </p:grpSpPr>
        <p:sp>
          <p:nvSpPr>
            <p:cNvPr id="10" name="Espaço Reservado para Número de Slide 3">
              <a:extLst>
                <a:ext uri="{FF2B5EF4-FFF2-40B4-BE49-F238E27FC236}">
                  <a16:creationId xmlns:a16="http://schemas.microsoft.com/office/drawing/2014/main" id="{B6A51AB0-39D6-D9B8-7197-3454CB01E2D7}"/>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11" name="Google Shape;236;p23">
              <a:extLst>
                <a:ext uri="{FF2B5EF4-FFF2-40B4-BE49-F238E27FC236}">
                  <a16:creationId xmlns:a16="http://schemas.microsoft.com/office/drawing/2014/main" id="{6D4D93E2-1573-58B6-B358-F1F1B9977D9D}"/>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354637958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76121"/>
            <a:ext cx="5364163" cy="4023041"/>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6261638" y="1976120"/>
            <a:ext cx="5573175" cy="4023041"/>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title</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title</a:t>
            </a:r>
          </a:p>
        </p:txBody>
      </p:sp>
      <p:sp>
        <p:nvSpPr>
          <p:cNvPr id="16" name="Content Placeholder 13">
            <a:extLst>
              <a:ext uri="{FF2B5EF4-FFF2-40B4-BE49-F238E27FC236}">
                <a16:creationId xmlns:a16="http://schemas.microsoft.com/office/drawing/2014/main" id="{7B3249D2-1FE0-ED6D-322D-323EFD8671F4}"/>
              </a:ext>
            </a:extLst>
          </p:cNvPr>
          <p:cNvSpPr>
            <a:spLocks noGrp="1"/>
          </p:cNvSpPr>
          <p:nvPr>
            <p:ph sz="quarter" idx="16" hasCustomPrompt="1"/>
          </p:nvPr>
        </p:nvSpPr>
        <p:spPr>
          <a:xfrm>
            <a:off x="731838" y="1732020"/>
            <a:ext cx="5364163" cy="234867"/>
          </a:xfrm>
        </p:spPr>
        <p:txBody>
          <a:bodyPr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7" name="Content Placeholder 13">
            <a:extLst>
              <a:ext uri="{FF2B5EF4-FFF2-40B4-BE49-F238E27FC236}">
                <a16:creationId xmlns:a16="http://schemas.microsoft.com/office/drawing/2014/main" id="{20924A97-2EEA-A043-22A5-75FCC7450D61}"/>
              </a:ext>
            </a:extLst>
          </p:cNvPr>
          <p:cNvSpPr>
            <a:spLocks noGrp="1"/>
          </p:cNvSpPr>
          <p:nvPr>
            <p:ph sz="quarter" idx="17" hasCustomPrompt="1"/>
          </p:nvPr>
        </p:nvSpPr>
        <p:spPr>
          <a:xfrm>
            <a:off x="6261639" y="1732020"/>
            <a:ext cx="5573174"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EACFA0E5-6E7B-8E11-21D4-72CAAB2A61C3}"/>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grpSp>
        <p:nvGrpSpPr>
          <p:cNvPr id="8" name="Group 7">
            <a:extLst>
              <a:ext uri="{FF2B5EF4-FFF2-40B4-BE49-F238E27FC236}">
                <a16:creationId xmlns:a16="http://schemas.microsoft.com/office/drawing/2014/main" id="{7B5D5D8D-8E7C-8088-2EAE-501C575F26AA}"/>
              </a:ext>
            </a:extLst>
          </p:cNvPr>
          <p:cNvGrpSpPr/>
          <p:nvPr userDrawn="1"/>
        </p:nvGrpSpPr>
        <p:grpSpPr>
          <a:xfrm>
            <a:off x="704942" y="6485499"/>
            <a:ext cx="280194" cy="363536"/>
            <a:chOff x="704942" y="6485499"/>
            <a:chExt cx="280194" cy="363536"/>
          </a:xfrm>
        </p:grpSpPr>
        <p:sp>
          <p:nvSpPr>
            <p:cNvPr id="9" name="Espaço Reservado para Número de Slide 3">
              <a:extLst>
                <a:ext uri="{FF2B5EF4-FFF2-40B4-BE49-F238E27FC236}">
                  <a16:creationId xmlns:a16="http://schemas.microsoft.com/office/drawing/2014/main" id="{D6883AA9-5970-DA39-E384-CDAF099C97A6}"/>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10" name="Google Shape;236;p23">
              <a:extLst>
                <a:ext uri="{FF2B5EF4-FFF2-40B4-BE49-F238E27FC236}">
                  <a16:creationId xmlns:a16="http://schemas.microsoft.com/office/drawing/2014/main" id="{F72E8B32-998D-5F9E-6451-41C660CCB479}"/>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364384514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One Content/On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66887"/>
            <a:ext cx="11102976"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8" y="1455672"/>
            <a:ext cx="11102976"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11102976"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p:nvPr>
        </p:nvSpPr>
        <p:spPr>
          <a:xfrm>
            <a:off x="731837" y="4335867"/>
            <a:ext cx="11102976"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p:nvPr>
        </p:nvSpPr>
        <p:spPr>
          <a:xfrm>
            <a:off x="731838" y="3824652"/>
            <a:ext cx="11102976"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11102976"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grpSp>
        <p:nvGrpSpPr>
          <p:cNvPr id="7" name="Group 6">
            <a:extLst>
              <a:ext uri="{FF2B5EF4-FFF2-40B4-BE49-F238E27FC236}">
                <a16:creationId xmlns:a16="http://schemas.microsoft.com/office/drawing/2014/main" id="{3E26F3D3-C45A-0114-4284-02929CFE1265}"/>
              </a:ext>
            </a:extLst>
          </p:cNvPr>
          <p:cNvGrpSpPr/>
          <p:nvPr userDrawn="1"/>
        </p:nvGrpSpPr>
        <p:grpSpPr>
          <a:xfrm>
            <a:off x="704942" y="6485499"/>
            <a:ext cx="280194" cy="363536"/>
            <a:chOff x="704942" y="6485499"/>
            <a:chExt cx="280194" cy="363536"/>
          </a:xfrm>
        </p:grpSpPr>
        <p:sp>
          <p:nvSpPr>
            <p:cNvPr id="8" name="Espaço Reservado para Número de Slide 3">
              <a:extLst>
                <a:ext uri="{FF2B5EF4-FFF2-40B4-BE49-F238E27FC236}">
                  <a16:creationId xmlns:a16="http://schemas.microsoft.com/office/drawing/2014/main" id="{9A823AD0-5EFC-DD4E-46B9-D29953F7B21E}"/>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9" name="Google Shape;236;p23">
              <a:extLst>
                <a:ext uri="{FF2B5EF4-FFF2-40B4-BE49-F238E27FC236}">
                  <a16:creationId xmlns:a16="http://schemas.microsoft.com/office/drawing/2014/main" id="{CF4DB6BF-5295-8A8F-F5A5-F986F0E74151}"/>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4442000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46348651-DCC4-B67C-7CA1-367D8ECC30F4}"/>
              </a:ext>
            </a:extLst>
          </p:cNvPr>
          <p:cNvSpPr>
            <a:spLocks noGrp="1"/>
          </p:cNvSpPr>
          <p:nvPr>
            <p:ph sz="half" idx="16"/>
          </p:nvPr>
        </p:nvSpPr>
        <p:spPr>
          <a:xfrm>
            <a:off x="8217662" y="1966887"/>
            <a:ext cx="3617151" cy="4032275"/>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66888"/>
            <a:ext cx="3514161" cy="4032275"/>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4409823" y="1966887"/>
            <a:ext cx="3617151" cy="4032275"/>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8" y="1455672"/>
            <a:ext cx="3514161"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4409823" y="1455672"/>
            <a:ext cx="3617150"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p:nvPr>
        </p:nvSpPr>
        <p:spPr>
          <a:xfrm>
            <a:off x="8217662" y="1455672"/>
            <a:ext cx="3617150"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6" name="Content Placeholder 13">
            <a:extLst>
              <a:ext uri="{FF2B5EF4-FFF2-40B4-BE49-F238E27FC236}">
                <a16:creationId xmlns:a16="http://schemas.microsoft.com/office/drawing/2014/main" id="{A0A27CB2-4641-6D48-05E4-E731468C8492}"/>
              </a:ext>
            </a:extLst>
          </p:cNvPr>
          <p:cNvSpPr>
            <a:spLocks noGrp="1"/>
          </p:cNvSpPr>
          <p:nvPr>
            <p:ph sz="quarter" idx="18" hasCustomPrompt="1"/>
          </p:nvPr>
        </p:nvSpPr>
        <p:spPr>
          <a:xfrm>
            <a:off x="731839" y="1732020"/>
            <a:ext cx="3514160"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7" name="Content Placeholder 13">
            <a:extLst>
              <a:ext uri="{FF2B5EF4-FFF2-40B4-BE49-F238E27FC236}">
                <a16:creationId xmlns:a16="http://schemas.microsoft.com/office/drawing/2014/main" id="{37C4537D-C612-17FB-DAE7-6CEF1C020504}"/>
              </a:ext>
            </a:extLst>
          </p:cNvPr>
          <p:cNvSpPr>
            <a:spLocks noGrp="1"/>
          </p:cNvSpPr>
          <p:nvPr>
            <p:ph sz="quarter" idx="19" hasCustomPrompt="1"/>
          </p:nvPr>
        </p:nvSpPr>
        <p:spPr>
          <a:xfrm>
            <a:off x="4409822" y="1732020"/>
            <a:ext cx="3617149"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8" name="Content Placeholder 13">
            <a:extLst>
              <a:ext uri="{FF2B5EF4-FFF2-40B4-BE49-F238E27FC236}">
                <a16:creationId xmlns:a16="http://schemas.microsoft.com/office/drawing/2014/main" id="{C2CF7852-20BF-184D-3CA4-224092575BD8}"/>
              </a:ext>
            </a:extLst>
          </p:cNvPr>
          <p:cNvSpPr>
            <a:spLocks noGrp="1"/>
          </p:cNvSpPr>
          <p:nvPr>
            <p:ph sz="quarter" idx="20" hasCustomPrompt="1"/>
          </p:nvPr>
        </p:nvSpPr>
        <p:spPr>
          <a:xfrm>
            <a:off x="8217662" y="1732020"/>
            <a:ext cx="3617149"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EF0A7909-6DFB-D0D5-5DFF-2015EAEC046D}"/>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grpSp>
        <p:nvGrpSpPr>
          <p:cNvPr id="8" name="Group 7">
            <a:extLst>
              <a:ext uri="{FF2B5EF4-FFF2-40B4-BE49-F238E27FC236}">
                <a16:creationId xmlns:a16="http://schemas.microsoft.com/office/drawing/2014/main" id="{EDAA0B60-F803-6AFA-924E-8014D9D68F5A}"/>
              </a:ext>
            </a:extLst>
          </p:cNvPr>
          <p:cNvGrpSpPr/>
          <p:nvPr userDrawn="1"/>
        </p:nvGrpSpPr>
        <p:grpSpPr>
          <a:xfrm>
            <a:off x="704942" y="6485499"/>
            <a:ext cx="280194" cy="363536"/>
            <a:chOff x="704942" y="6485499"/>
            <a:chExt cx="280194" cy="363536"/>
          </a:xfrm>
        </p:grpSpPr>
        <p:sp>
          <p:nvSpPr>
            <p:cNvPr id="9" name="Espaço Reservado para Número de Slide 3">
              <a:extLst>
                <a:ext uri="{FF2B5EF4-FFF2-40B4-BE49-F238E27FC236}">
                  <a16:creationId xmlns:a16="http://schemas.microsoft.com/office/drawing/2014/main" id="{B80D6674-036F-9C75-307D-C26056452B9B}"/>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10" name="Google Shape;236;p23">
              <a:extLst>
                <a:ext uri="{FF2B5EF4-FFF2-40B4-BE49-F238E27FC236}">
                  <a16:creationId xmlns:a16="http://schemas.microsoft.com/office/drawing/2014/main" id="{8E2B9983-C859-289D-F402-9224C8F670AA}"/>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320955408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17" name="Content Placeholder 3">
            <a:extLst>
              <a:ext uri="{FF2B5EF4-FFF2-40B4-BE49-F238E27FC236}">
                <a16:creationId xmlns:a16="http://schemas.microsoft.com/office/drawing/2014/main" id="{93104F92-1FF2-990F-68A4-9E5697EACE99}"/>
              </a:ext>
            </a:extLst>
          </p:cNvPr>
          <p:cNvSpPr>
            <a:spLocks noGrp="1"/>
          </p:cNvSpPr>
          <p:nvPr>
            <p:ph sz="half" idx="18"/>
          </p:nvPr>
        </p:nvSpPr>
        <p:spPr>
          <a:xfrm>
            <a:off x="9124113" y="1978546"/>
            <a:ext cx="2710700" cy="4020616"/>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46348651-DCC4-B67C-7CA1-367D8ECC30F4}"/>
              </a:ext>
            </a:extLst>
          </p:cNvPr>
          <p:cNvSpPr>
            <a:spLocks noGrp="1"/>
          </p:cNvSpPr>
          <p:nvPr>
            <p:ph sz="half" idx="16"/>
          </p:nvPr>
        </p:nvSpPr>
        <p:spPr>
          <a:xfrm>
            <a:off x="6298506" y="1978546"/>
            <a:ext cx="2691526" cy="4020616"/>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8" y="1978547"/>
            <a:ext cx="2591808" cy="4020616"/>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3442743" y="1978546"/>
            <a:ext cx="2691526" cy="4020616"/>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9" y="1455672"/>
            <a:ext cx="2591808"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3442743" y="1455672"/>
            <a:ext cx="2691526"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p:nvPr>
        </p:nvSpPr>
        <p:spPr>
          <a:xfrm>
            <a:off x="6298506" y="1455672"/>
            <a:ext cx="2691526"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a:t>
            </a:r>
          </a:p>
        </p:txBody>
      </p:sp>
      <p:sp>
        <p:nvSpPr>
          <p:cNvPr id="18" name="Content Placeholder 13">
            <a:extLst>
              <a:ext uri="{FF2B5EF4-FFF2-40B4-BE49-F238E27FC236}">
                <a16:creationId xmlns:a16="http://schemas.microsoft.com/office/drawing/2014/main" id="{46009A66-FE60-490E-942D-974C9244E92E}"/>
              </a:ext>
            </a:extLst>
          </p:cNvPr>
          <p:cNvSpPr>
            <a:spLocks noGrp="1"/>
          </p:cNvSpPr>
          <p:nvPr>
            <p:ph sz="quarter" idx="19"/>
          </p:nvPr>
        </p:nvSpPr>
        <p:spPr>
          <a:xfrm>
            <a:off x="9124113" y="1455672"/>
            <a:ext cx="2710700"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a:t>
            </a:r>
          </a:p>
        </p:txBody>
      </p:sp>
      <p:sp>
        <p:nvSpPr>
          <p:cNvPr id="19" name="Content Placeholder 13">
            <a:extLst>
              <a:ext uri="{FF2B5EF4-FFF2-40B4-BE49-F238E27FC236}">
                <a16:creationId xmlns:a16="http://schemas.microsoft.com/office/drawing/2014/main" id="{7559253F-7844-9260-04E1-B1D366C70B3F}"/>
              </a:ext>
            </a:extLst>
          </p:cNvPr>
          <p:cNvSpPr>
            <a:spLocks noGrp="1"/>
          </p:cNvSpPr>
          <p:nvPr>
            <p:ph sz="quarter" idx="20" hasCustomPrompt="1"/>
          </p:nvPr>
        </p:nvSpPr>
        <p:spPr>
          <a:xfrm>
            <a:off x="731841" y="1732020"/>
            <a:ext cx="2591808"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0" name="Content Placeholder 13">
            <a:extLst>
              <a:ext uri="{FF2B5EF4-FFF2-40B4-BE49-F238E27FC236}">
                <a16:creationId xmlns:a16="http://schemas.microsoft.com/office/drawing/2014/main" id="{70734B3F-7493-ED3B-E89C-3F0D6E5EA738}"/>
              </a:ext>
            </a:extLst>
          </p:cNvPr>
          <p:cNvSpPr>
            <a:spLocks noGrp="1"/>
          </p:cNvSpPr>
          <p:nvPr>
            <p:ph sz="quarter" idx="21" hasCustomPrompt="1"/>
          </p:nvPr>
        </p:nvSpPr>
        <p:spPr>
          <a:xfrm>
            <a:off x="3442744" y="1732020"/>
            <a:ext cx="269152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1" name="Content Placeholder 13">
            <a:extLst>
              <a:ext uri="{FF2B5EF4-FFF2-40B4-BE49-F238E27FC236}">
                <a16:creationId xmlns:a16="http://schemas.microsoft.com/office/drawing/2014/main" id="{A5965DC8-9681-D85D-67F6-5DA220388CB8}"/>
              </a:ext>
            </a:extLst>
          </p:cNvPr>
          <p:cNvSpPr>
            <a:spLocks noGrp="1"/>
          </p:cNvSpPr>
          <p:nvPr>
            <p:ph sz="quarter" idx="22" hasCustomPrompt="1"/>
          </p:nvPr>
        </p:nvSpPr>
        <p:spPr>
          <a:xfrm>
            <a:off x="6298506" y="1732020"/>
            <a:ext cx="269152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4" name="Content Placeholder 13">
            <a:extLst>
              <a:ext uri="{FF2B5EF4-FFF2-40B4-BE49-F238E27FC236}">
                <a16:creationId xmlns:a16="http://schemas.microsoft.com/office/drawing/2014/main" id="{A9B22168-6C46-1EBB-8CFB-E74CB918730C}"/>
              </a:ext>
            </a:extLst>
          </p:cNvPr>
          <p:cNvSpPr>
            <a:spLocks noGrp="1"/>
          </p:cNvSpPr>
          <p:nvPr>
            <p:ph sz="quarter" idx="23" hasCustomPrompt="1"/>
          </p:nvPr>
        </p:nvSpPr>
        <p:spPr>
          <a:xfrm>
            <a:off x="9124113" y="1732020"/>
            <a:ext cx="269152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DCFE2EDF-8C48-3BD1-6F14-5204780FBE56}"/>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grpSp>
        <p:nvGrpSpPr>
          <p:cNvPr id="8" name="Group 7">
            <a:extLst>
              <a:ext uri="{FF2B5EF4-FFF2-40B4-BE49-F238E27FC236}">
                <a16:creationId xmlns:a16="http://schemas.microsoft.com/office/drawing/2014/main" id="{7D33095C-F30B-CCF3-81E3-8C6A519A9BA2}"/>
              </a:ext>
            </a:extLst>
          </p:cNvPr>
          <p:cNvGrpSpPr/>
          <p:nvPr userDrawn="1"/>
        </p:nvGrpSpPr>
        <p:grpSpPr>
          <a:xfrm>
            <a:off x="704942" y="6485499"/>
            <a:ext cx="280194" cy="363536"/>
            <a:chOff x="704942" y="6485499"/>
            <a:chExt cx="280194" cy="363536"/>
          </a:xfrm>
        </p:grpSpPr>
        <p:sp>
          <p:nvSpPr>
            <p:cNvPr id="9" name="Espaço Reservado para Número de Slide 3">
              <a:extLst>
                <a:ext uri="{FF2B5EF4-FFF2-40B4-BE49-F238E27FC236}">
                  <a16:creationId xmlns:a16="http://schemas.microsoft.com/office/drawing/2014/main" id="{B4136F8E-FB78-A192-B2CF-5A0249A0BD45}"/>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10" name="Google Shape;236;p23">
              <a:extLst>
                <a:ext uri="{FF2B5EF4-FFF2-40B4-BE49-F238E27FC236}">
                  <a16:creationId xmlns:a16="http://schemas.microsoft.com/office/drawing/2014/main" id="{EB5BB69E-1461-B654-0851-232165670896}"/>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418799381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6688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6261638" y="1966886"/>
            <a:ext cx="5573175" cy="1662140"/>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8" y="1455672"/>
            <a:ext cx="5364163" cy="264688"/>
          </a:xfrm>
        </p:spPr>
        <p:txBody>
          <a:bodyPr>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6261639" y="1455672"/>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p:nvPr>
        </p:nvSpPr>
        <p:spPr>
          <a:xfrm>
            <a:off x="731837" y="433586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p:nvPr>
        </p:nvSpPr>
        <p:spPr>
          <a:xfrm>
            <a:off x="6261638" y="4335866"/>
            <a:ext cx="5573175" cy="1662140"/>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p:nvPr>
        </p:nvSpPr>
        <p:spPr>
          <a:xfrm>
            <a:off x="731838" y="3824652"/>
            <a:ext cx="5364163" cy="264688"/>
          </a:xfrm>
        </p:spPr>
        <p:txBody>
          <a:bodyPr>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p:nvPr>
        </p:nvSpPr>
        <p:spPr>
          <a:xfrm>
            <a:off x="6261639" y="3824652"/>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5364163" cy="234867"/>
          </a:xfrm>
        </p:spPr>
        <p:txBody>
          <a:bodyPr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101000"/>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41F61319-0589-6FF0-DBEA-45CFECEFE615}"/>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grpSp>
        <p:nvGrpSpPr>
          <p:cNvPr id="11" name="Group 10">
            <a:extLst>
              <a:ext uri="{FF2B5EF4-FFF2-40B4-BE49-F238E27FC236}">
                <a16:creationId xmlns:a16="http://schemas.microsoft.com/office/drawing/2014/main" id="{88C7F87B-7FCD-53CE-20E5-38A7507F3661}"/>
              </a:ext>
            </a:extLst>
          </p:cNvPr>
          <p:cNvGrpSpPr/>
          <p:nvPr userDrawn="1"/>
        </p:nvGrpSpPr>
        <p:grpSpPr>
          <a:xfrm>
            <a:off x="704942" y="6485499"/>
            <a:ext cx="280194" cy="363536"/>
            <a:chOff x="704942" y="6485499"/>
            <a:chExt cx="280194" cy="363536"/>
          </a:xfrm>
        </p:grpSpPr>
        <p:sp>
          <p:nvSpPr>
            <p:cNvPr id="13" name="Espaço Reservado para Número de Slide 3">
              <a:extLst>
                <a:ext uri="{FF2B5EF4-FFF2-40B4-BE49-F238E27FC236}">
                  <a16:creationId xmlns:a16="http://schemas.microsoft.com/office/drawing/2014/main" id="{DD565CFA-21D6-D935-F1BF-E27199D89FA9}"/>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16" name="Google Shape;236;p23">
              <a:extLst>
                <a:ext uri="{FF2B5EF4-FFF2-40B4-BE49-F238E27FC236}">
                  <a16:creationId xmlns:a16="http://schemas.microsoft.com/office/drawing/2014/main" id="{EE822DD3-E614-963C-1F10-7041616E7835}"/>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110024773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6688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6261638" y="1966886"/>
            <a:ext cx="5573175" cy="1662140"/>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8" y="1455672"/>
            <a:ext cx="5364163"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6261639" y="1455672"/>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p:nvPr>
        </p:nvSpPr>
        <p:spPr>
          <a:xfrm>
            <a:off x="731837" y="433586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p:nvPr>
        </p:nvSpPr>
        <p:spPr>
          <a:xfrm>
            <a:off x="6261638" y="4335866"/>
            <a:ext cx="5573175" cy="1662140"/>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p:nvPr>
        </p:nvSpPr>
        <p:spPr>
          <a:xfrm>
            <a:off x="731838" y="3824652"/>
            <a:ext cx="5364163"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p:nvPr>
        </p:nvSpPr>
        <p:spPr>
          <a:xfrm>
            <a:off x="6261639" y="3824652"/>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5364163"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101000"/>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grpSp>
        <p:nvGrpSpPr>
          <p:cNvPr id="8" name="Group 7">
            <a:extLst>
              <a:ext uri="{FF2B5EF4-FFF2-40B4-BE49-F238E27FC236}">
                <a16:creationId xmlns:a16="http://schemas.microsoft.com/office/drawing/2014/main" id="{03D50AF1-9406-C76C-EEA8-153CE9D4D599}"/>
              </a:ext>
            </a:extLst>
          </p:cNvPr>
          <p:cNvGrpSpPr/>
          <p:nvPr userDrawn="1"/>
        </p:nvGrpSpPr>
        <p:grpSpPr>
          <a:xfrm>
            <a:off x="704942" y="6485499"/>
            <a:ext cx="280194" cy="363536"/>
            <a:chOff x="704942" y="6485499"/>
            <a:chExt cx="280194" cy="363536"/>
          </a:xfrm>
        </p:grpSpPr>
        <p:sp>
          <p:nvSpPr>
            <p:cNvPr id="9" name="Espaço Reservado para Número de Slide 3">
              <a:extLst>
                <a:ext uri="{FF2B5EF4-FFF2-40B4-BE49-F238E27FC236}">
                  <a16:creationId xmlns:a16="http://schemas.microsoft.com/office/drawing/2014/main" id="{0C5D079C-178C-FCFF-201E-954F488EB5F5}"/>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10" name="Google Shape;236;p23">
              <a:extLst>
                <a:ext uri="{FF2B5EF4-FFF2-40B4-BE49-F238E27FC236}">
                  <a16:creationId xmlns:a16="http://schemas.microsoft.com/office/drawing/2014/main" id="{571EC4E3-151D-0136-796D-B98B16E7A660}"/>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130574152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4_sec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2857278"/>
            <a:ext cx="5364163" cy="1208822"/>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6261638" y="2857277"/>
            <a:ext cx="5573175" cy="1208822"/>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8" y="2346063"/>
            <a:ext cx="5364163"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6261639" y="2346063"/>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2622411"/>
            <a:ext cx="5364163"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2622411"/>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p:nvPr>
        </p:nvSpPr>
        <p:spPr>
          <a:xfrm>
            <a:off x="731837" y="4788352"/>
            <a:ext cx="5364163" cy="1208822"/>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p:nvPr>
        </p:nvSpPr>
        <p:spPr>
          <a:xfrm>
            <a:off x="6261638" y="4788351"/>
            <a:ext cx="5573175" cy="1208822"/>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p:nvPr>
        </p:nvSpPr>
        <p:spPr>
          <a:xfrm>
            <a:off x="731838" y="4277137"/>
            <a:ext cx="5364163"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p:nvPr>
        </p:nvSpPr>
        <p:spPr>
          <a:xfrm>
            <a:off x="6261639" y="4277137"/>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553485"/>
            <a:ext cx="5364163"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553485"/>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sp>
        <p:nvSpPr>
          <p:cNvPr id="9" name="Rectangle 8">
            <a:extLst>
              <a:ext uri="{FF2B5EF4-FFF2-40B4-BE49-F238E27FC236}">
                <a16:creationId xmlns:a16="http://schemas.microsoft.com/office/drawing/2014/main" id="{BB9E688F-5C03-2148-56D4-DB20887A400B}"/>
              </a:ext>
            </a:extLst>
          </p:cNvPr>
          <p:cNvSpPr/>
          <p:nvPr userDrawn="1"/>
        </p:nvSpPr>
        <p:spPr>
          <a:xfrm>
            <a:off x="0" y="1450975"/>
            <a:ext cx="12192000" cy="7444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800" b="1" i="0" u="none" strike="noStrike" kern="1200" cap="none" spc="0" normalizeH="0" baseline="0" noProof="0">
              <a:ln>
                <a:noFill/>
              </a:ln>
              <a:solidFill>
                <a:schemeClr val="accent3"/>
              </a:solidFill>
              <a:effectLst/>
              <a:uLnTx/>
              <a:uFillTx/>
              <a:latin typeface="Source Serif Pro" panose="02040603050405020204" pitchFamily="18" charset="0"/>
              <a:ea typeface="Source Serif Pro" panose="02040603050405020204" pitchFamily="18" charset="0"/>
              <a:cs typeface="+mn-cs"/>
            </a:endParaRPr>
          </a:p>
        </p:txBody>
      </p:sp>
      <p:grpSp>
        <p:nvGrpSpPr>
          <p:cNvPr id="8" name="Group 7">
            <a:extLst>
              <a:ext uri="{FF2B5EF4-FFF2-40B4-BE49-F238E27FC236}">
                <a16:creationId xmlns:a16="http://schemas.microsoft.com/office/drawing/2014/main" id="{F1AAE6D5-AC55-7882-B1AF-7695C8269DAE}"/>
              </a:ext>
            </a:extLst>
          </p:cNvPr>
          <p:cNvGrpSpPr/>
          <p:nvPr userDrawn="1"/>
        </p:nvGrpSpPr>
        <p:grpSpPr>
          <a:xfrm>
            <a:off x="704942" y="6485499"/>
            <a:ext cx="280194" cy="363536"/>
            <a:chOff x="704942" y="6485499"/>
            <a:chExt cx="280194" cy="363536"/>
          </a:xfrm>
        </p:grpSpPr>
        <p:sp>
          <p:nvSpPr>
            <p:cNvPr id="10" name="Espaço Reservado para Número de Slide 3">
              <a:extLst>
                <a:ext uri="{FF2B5EF4-FFF2-40B4-BE49-F238E27FC236}">
                  <a16:creationId xmlns:a16="http://schemas.microsoft.com/office/drawing/2014/main" id="{92B8EDD3-D204-810C-9BD3-165CFFE1D2AE}"/>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11" name="Google Shape;236;p23">
              <a:extLst>
                <a:ext uri="{FF2B5EF4-FFF2-40B4-BE49-F238E27FC236}">
                  <a16:creationId xmlns:a16="http://schemas.microsoft.com/office/drawing/2014/main" id="{AAD9CA6F-C470-2C16-B91A-D53BC97DD897}"/>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308317437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_Zero Content/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5645246" y="1966886"/>
            <a:ext cx="6189568" cy="1662140"/>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5645246" y="1455672"/>
            <a:ext cx="6189567"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5645246" y="1732020"/>
            <a:ext cx="6189568"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p:nvPr>
        </p:nvSpPr>
        <p:spPr>
          <a:xfrm>
            <a:off x="5645246" y="4335866"/>
            <a:ext cx="6189568" cy="1662140"/>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p:nvPr>
        </p:nvSpPr>
        <p:spPr>
          <a:xfrm>
            <a:off x="5645246" y="3824652"/>
            <a:ext cx="6189567"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5645246" y="4101000"/>
            <a:ext cx="6189568"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grpSp>
        <p:nvGrpSpPr>
          <p:cNvPr id="7" name="Group 6">
            <a:extLst>
              <a:ext uri="{FF2B5EF4-FFF2-40B4-BE49-F238E27FC236}">
                <a16:creationId xmlns:a16="http://schemas.microsoft.com/office/drawing/2014/main" id="{F6FB17B9-82C3-5509-800F-0654C216AA68}"/>
              </a:ext>
            </a:extLst>
          </p:cNvPr>
          <p:cNvGrpSpPr/>
          <p:nvPr userDrawn="1"/>
        </p:nvGrpSpPr>
        <p:grpSpPr>
          <a:xfrm>
            <a:off x="704942" y="6485499"/>
            <a:ext cx="280194" cy="363536"/>
            <a:chOff x="704942" y="6485499"/>
            <a:chExt cx="280194" cy="363536"/>
          </a:xfrm>
        </p:grpSpPr>
        <p:sp>
          <p:nvSpPr>
            <p:cNvPr id="8" name="Espaço Reservado para Número de Slide 3">
              <a:extLst>
                <a:ext uri="{FF2B5EF4-FFF2-40B4-BE49-F238E27FC236}">
                  <a16:creationId xmlns:a16="http://schemas.microsoft.com/office/drawing/2014/main" id="{26467A81-7747-42E4-DF74-6C477C0DF242}"/>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9" name="Google Shape;236;p23">
              <a:extLst>
                <a:ext uri="{FF2B5EF4-FFF2-40B4-BE49-F238E27FC236}">
                  <a16:creationId xmlns:a16="http://schemas.microsoft.com/office/drawing/2014/main" id="{3FD6EF02-3913-E4DF-FA7E-2EB0748B6519}"/>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48568387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46348651-DCC4-B67C-7CA1-367D8ECC30F4}"/>
              </a:ext>
            </a:extLst>
          </p:cNvPr>
          <p:cNvSpPr>
            <a:spLocks noGrp="1"/>
          </p:cNvSpPr>
          <p:nvPr>
            <p:ph sz="half" idx="16"/>
          </p:nvPr>
        </p:nvSpPr>
        <p:spPr>
          <a:xfrm>
            <a:off x="8217662" y="1978546"/>
            <a:ext cx="3617151" cy="1668949"/>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78547"/>
            <a:ext cx="3514161" cy="1668949"/>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4409823" y="1978546"/>
            <a:ext cx="3617151" cy="1668949"/>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8" y="1455672"/>
            <a:ext cx="3514161"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4409823" y="1455672"/>
            <a:ext cx="3617150"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p:nvPr>
        </p:nvSpPr>
        <p:spPr>
          <a:xfrm>
            <a:off x="8217662" y="1455672"/>
            <a:ext cx="3617150"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9" name="Content Placeholder 13">
            <a:extLst>
              <a:ext uri="{FF2B5EF4-FFF2-40B4-BE49-F238E27FC236}">
                <a16:creationId xmlns:a16="http://schemas.microsoft.com/office/drawing/2014/main" id="{02437D02-213A-D460-A6AA-8EF17FD9DCBF}"/>
              </a:ext>
            </a:extLst>
          </p:cNvPr>
          <p:cNvSpPr>
            <a:spLocks noGrp="1"/>
          </p:cNvSpPr>
          <p:nvPr>
            <p:ph sz="quarter" idx="24" hasCustomPrompt="1"/>
          </p:nvPr>
        </p:nvSpPr>
        <p:spPr>
          <a:xfrm>
            <a:off x="731839" y="1732020"/>
            <a:ext cx="3514160"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0" name="Content Placeholder 13">
            <a:extLst>
              <a:ext uri="{FF2B5EF4-FFF2-40B4-BE49-F238E27FC236}">
                <a16:creationId xmlns:a16="http://schemas.microsoft.com/office/drawing/2014/main" id="{04EC45A4-15A4-F81B-1189-CAC268B9A6B2}"/>
              </a:ext>
            </a:extLst>
          </p:cNvPr>
          <p:cNvSpPr>
            <a:spLocks noGrp="1"/>
          </p:cNvSpPr>
          <p:nvPr>
            <p:ph sz="quarter" idx="25" hasCustomPrompt="1"/>
          </p:nvPr>
        </p:nvSpPr>
        <p:spPr>
          <a:xfrm>
            <a:off x="4409823" y="1732020"/>
            <a:ext cx="3617150"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1" name="Content Placeholder 13">
            <a:extLst>
              <a:ext uri="{FF2B5EF4-FFF2-40B4-BE49-F238E27FC236}">
                <a16:creationId xmlns:a16="http://schemas.microsoft.com/office/drawing/2014/main" id="{3188BDD0-D14B-73DC-61FD-AD0B99B2A2A8}"/>
              </a:ext>
            </a:extLst>
          </p:cNvPr>
          <p:cNvSpPr>
            <a:spLocks noGrp="1"/>
          </p:cNvSpPr>
          <p:nvPr>
            <p:ph sz="quarter" idx="26" hasCustomPrompt="1"/>
          </p:nvPr>
        </p:nvSpPr>
        <p:spPr>
          <a:xfrm>
            <a:off x="8217662" y="1732020"/>
            <a:ext cx="3617150"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2" name="Content Placeholder 3">
            <a:extLst>
              <a:ext uri="{FF2B5EF4-FFF2-40B4-BE49-F238E27FC236}">
                <a16:creationId xmlns:a16="http://schemas.microsoft.com/office/drawing/2014/main" id="{6A6E4956-D661-4D53-8334-DD4513C11FA9}"/>
              </a:ext>
            </a:extLst>
          </p:cNvPr>
          <p:cNvSpPr>
            <a:spLocks noGrp="1"/>
          </p:cNvSpPr>
          <p:nvPr>
            <p:ph sz="half" idx="27"/>
          </p:nvPr>
        </p:nvSpPr>
        <p:spPr>
          <a:xfrm>
            <a:off x="8217662" y="4336758"/>
            <a:ext cx="3617151" cy="1668949"/>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2">
            <a:extLst>
              <a:ext uri="{FF2B5EF4-FFF2-40B4-BE49-F238E27FC236}">
                <a16:creationId xmlns:a16="http://schemas.microsoft.com/office/drawing/2014/main" id="{628B24CD-29B7-DE6D-E888-0A0D50458613}"/>
              </a:ext>
            </a:extLst>
          </p:cNvPr>
          <p:cNvSpPr>
            <a:spLocks noGrp="1"/>
          </p:cNvSpPr>
          <p:nvPr>
            <p:ph sz="half" idx="28"/>
          </p:nvPr>
        </p:nvSpPr>
        <p:spPr>
          <a:xfrm>
            <a:off x="731837" y="4336759"/>
            <a:ext cx="3514161" cy="1668949"/>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3">
            <a:extLst>
              <a:ext uri="{FF2B5EF4-FFF2-40B4-BE49-F238E27FC236}">
                <a16:creationId xmlns:a16="http://schemas.microsoft.com/office/drawing/2014/main" id="{03915BD5-B60B-4279-091A-1C6CAA341F7C}"/>
              </a:ext>
            </a:extLst>
          </p:cNvPr>
          <p:cNvSpPr>
            <a:spLocks noGrp="1"/>
          </p:cNvSpPr>
          <p:nvPr>
            <p:ph sz="half" idx="29"/>
          </p:nvPr>
        </p:nvSpPr>
        <p:spPr>
          <a:xfrm>
            <a:off x="4409823" y="4336758"/>
            <a:ext cx="3617151" cy="1668949"/>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Content Placeholder 13">
            <a:extLst>
              <a:ext uri="{FF2B5EF4-FFF2-40B4-BE49-F238E27FC236}">
                <a16:creationId xmlns:a16="http://schemas.microsoft.com/office/drawing/2014/main" id="{EF4CC729-2E82-6584-AB6C-F569F07B64E4}"/>
              </a:ext>
            </a:extLst>
          </p:cNvPr>
          <p:cNvSpPr>
            <a:spLocks noGrp="1"/>
          </p:cNvSpPr>
          <p:nvPr>
            <p:ph sz="quarter" idx="30"/>
          </p:nvPr>
        </p:nvSpPr>
        <p:spPr>
          <a:xfrm>
            <a:off x="731838" y="3813884"/>
            <a:ext cx="3514161"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6" name="Content Placeholder 13">
            <a:extLst>
              <a:ext uri="{FF2B5EF4-FFF2-40B4-BE49-F238E27FC236}">
                <a16:creationId xmlns:a16="http://schemas.microsoft.com/office/drawing/2014/main" id="{E2338167-433A-D3FF-1381-B32FF19479EF}"/>
              </a:ext>
            </a:extLst>
          </p:cNvPr>
          <p:cNvSpPr>
            <a:spLocks noGrp="1"/>
          </p:cNvSpPr>
          <p:nvPr>
            <p:ph sz="quarter" idx="31"/>
          </p:nvPr>
        </p:nvSpPr>
        <p:spPr>
          <a:xfrm>
            <a:off x="4409823" y="3813884"/>
            <a:ext cx="3617150"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7" name="Content Placeholder 13">
            <a:extLst>
              <a:ext uri="{FF2B5EF4-FFF2-40B4-BE49-F238E27FC236}">
                <a16:creationId xmlns:a16="http://schemas.microsoft.com/office/drawing/2014/main" id="{A37E2D0E-A1B8-2890-9C2C-92307D799736}"/>
              </a:ext>
            </a:extLst>
          </p:cNvPr>
          <p:cNvSpPr>
            <a:spLocks noGrp="1"/>
          </p:cNvSpPr>
          <p:nvPr>
            <p:ph sz="quarter" idx="32"/>
          </p:nvPr>
        </p:nvSpPr>
        <p:spPr>
          <a:xfrm>
            <a:off x="8217662" y="3813884"/>
            <a:ext cx="3617150"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8" name="Content Placeholder 13">
            <a:extLst>
              <a:ext uri="{FF2B5EF4-FFF2-40B4-BE49-F238E27FC236}">
                <a16:creationId xmlns:a16="http://schemas.microsoft.com/office/drawing/2014/main" id="{0A46685F-9BAE-8DD8-6BED-6082F6BDE20B}"/>
              </a:ext>
            </a:extLst>
          </p:cNvPr>
          <p:cNvSpPr>
            <a:spLocks noGrp="1"/>
          </p:cNvSpPr>
          <p:nvPr>
            <p:ph sz="quarter" idx="33" hasCustomPrompt="1"/>
          </p:nvPr>
        </p:nvSpPr>
        <p:spPr>
          <a:xfrm>
            <a:off x="731839" y="4090232"/>
            <a:ext cx="3514160"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9" name="Content Placeholder 13">
            <a:extLst>
              <a:ext uri="{FF2B5EF4-FFF2-40B4-BE49-F238E27FC236}">
                <a16:creationId xmlns:a16="http://schemas.microsoft.com/office/drawing/2014/main" id="{ECFE5EF0-2F1F-C3D9-653F-1FB66F18318D}"/>
              </a:ext>
            </a:extLst>
          </p:cNvPr>
          <p:cNvSpPr>
            <a:spLocks noGrp="1"/>
          </p:cNvSpPr>
          <p:nvPr>
            <p:ph sz="quarter" idx="34" hasCustomPrompt="1"/>
          </p:nvPr>
        </p:nvSpPr>
        <p:spPr>
          <a:xfrm>
            <a:off x="4409823" y="4090232"/>
            <a:ext cx="3617150"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30" name="Content Placeholder 13">
            <a:extLst>
              <a:ext uri="{FF2B5EF4-FFF2-40B4-BE49-F238E27FC236}">
                <a16:creationId xmlns:a16="http://schemas.microsoft.com/office/drawing/2014/main" id="{4701A65B-BC7E-81D5-5B0C-2D5DB5F40961}"/>
              </a:ext>
            </a:extLst>
          </p:cNvPr>
          <p:cNvSpPr>
            <a:spLocks noGrp="1"/>
          </p:cNvSpPr>
          <p:nvPr>
            <p:ph sz="quarter" idx="35" hasCustomPrompt="1"/>
          </p:nvPr>
        </p:nvSpPr>
        <p:spPr>
          <a:xfrm>
            <a:off x="8217662" y="4090232"/>
            <a:ext cx="3617150"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1557A35C-ED69-D84B-2376-728B37FD9D0E}"/>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grpSp>
        <p:nvGrpSpPr>
          <p:cNvPr id="8" name="Group 7">
            <a:extLst>
              <a:ext uri="{FF2B5EF4-FFF2-40B4-BE49-F238E27FC236}">
                <a16:creationId xmlns:a16="http://schemas.microsoft.com/office/drawing/2014/main" id="{3C9811BA-B9A6-A866-8CAA-272455CB6BCD}"/>
              </a:ext>
            </a:extLst>
          </p:cNvPr>
          <p:cNvGrpSpPr/>
          <p:nvPr userDrawn="1"/>
        </p:nvGrpSpPr>
        <p:grpSpPr>
          <a:xfrm>
            <a:off x="704942" y="6485499"/>
            <a:ext cx="280194" cy="363536"/>
            <a:chOff x="704942" y="6485499"/>
            <a:chExt cx="280194" cy="363536"/>
          </a:xfrm>
        </p:grpSpPr>
        <p:sp>
          <p:nvSpPr>
            <p:cNvPr id="9" name="Espaço Reservado para Número de Slide 3">
              <a:extLst>
                <a:ext uri="{FF2B5EF4-FFF2-40B4-BE49-F238E27FC236}">
                  <a16:creationId xmlns:a16="http://schemas.microsoft.com/office/drawing/2014/main" id="{7C43E032-039E-1AC4-E86A-E87629DF2F28}"/>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10" name="Google Shape;236;p23">
              <a:extLst>
                <a:ext uri="{FF2B5EF4-FFF2-40B4-BE49-F238E27FC236}">
                  <a16:creationId xmlns:a16="http://schemas.microsoft.com/office/drawing/2014/main" id="{C0FC7217-FC67-EA3D-52CA-F6318C0CE2C9}"/>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278924750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66887"/>
            <a:ext cx="5364163" cy="4032276"/>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6261638" y="1966885"/>
            <a:ext cx="5573175" cy="819447"/>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8" y="1455672"/>
            <a:ext cx="5364163" cy="264688"/>
          </a:xfrm>
        </p:spPr>
        <p:txBody>
          <a:bodyPr>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6261639" y="1455672"/>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p:nvPr>
        </p:nvSpPr>
        <p:spPr>
          <a:xfrm>
            <a:off x="6275388" y="5196058"/>
            <a:ext cx="5559424" cy="819447"/>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p:nvPr>
        </p:nvSpPr>
        <p:spPr>
          <a:xfrm>
            <a:off x="6261638" y="3572390"/>
            <a:ext cx="5573175" cy="819447"/>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p:nvPr>
        </p:nvSpPr>
        <p:spPr>
          <a:xfrm>
            <a:off x="6275389" y="4684844"/>
            <a:ext cx="555942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p:nvPr>
        </p:nvSpPr>
        <p:spPr>
          <a:xfrm>
            <a:off x="6261639" y="3061177"/>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6275389" y="4961192"/>
            <a:ext cx="5559424"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3337525"/>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grpSp>
        <p:nvGrpSpPr>
          <p:cNvPr id="8" name="Group 7">
            <a:extLst>
              <a:ext uri="{FF2B5EF4-FFF2-40B4-BE49-F238E27FC236}">
                <a16:creationId xmlns:a16="http://schemas.microsoft.com/office/drawing/2014/main" id="{E78E36E5-79B3-616C-7F2E-F907B2A9E806}"/>
              </a:ext>
            </a:extLst>
          </p:cNvPr>
          <p:cNvGrpSpPr/>
          <p:nvPr userDrawn="1"/>
        </p:nvGrpSpPr>
        <p:grpSpPr>
          <a:xfrm>
            <a:off x="704942" y="6485499"/>
            <a:ext cx="280194" cy="363536"/>
            <a:chOff x="704942" y="6485499"/>
            <a:chExt cx="280194" cy="363536"/>
          </a:xfrm>
        </p:grpSpPr>
        <p:sp>
          <p:nvSpPr>
            <p:cNvPr id="9" name="Espaço Reservado para Número de Slide 3">
              <a:extLst>
                <a:ext uri="{FF2B5EF4-FFF2-40B4-BE49-F238E27FC236}">
                  <a16:creationId xmlns:a16="http://schemas.microsoft.com/office/drawing/2014/main" id="{D1E63F22-A4B9-7581-6067-4B8F77B9B176}"/>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10" name="Google Shape;236;p23">
              <a:extLst>
                <a:ext uri="{FF2B5EF4-FFF2-40B4-BE49-F238E27FC236}">
                  <a16:creationId xmlns:a16="http://schemas.microsoft.com/office/drawing/2014/main" id="{76C36B58-AA48-3E05-F693-803432180429}"/>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199365646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11705-E470-8D14-31B3-824FE4DACE29}"/>
              </a:ext>
            </a:extLst>
          </p:cNvPr>
          <p:cNvSpPr>
            <a:spLocks noGrp="1"/>
          </p:cNvSpPr>
          <p:nvPr>
            <p:ph type="title"/>
          </p:nvPr>
        </p:nvSpPr>
        <p:spPr/>
        <p:txBody>
          <a:bodyPr/>
          <a:lstStyle/>
          <a:p>
            <a:r>
              <a:rPr lang="en-US"/>
              <a:t>Click to edit Master title style</a:t>
            </a:r>
          </a:p>
        </p:txBody>
      </p:sp>
      <p:sp>
        <p:nvSpPr>
          <p:cNvPr id="8" name="Content Placeholder 11">
            <a:extLst>
              <a:ext uri="{FF2B5EF4-FFF2-40B4-BE49-F238E27FC236}">
                <a16:creationId xmlns:a16="http://schemas.microsoft.com/office/drawing/2014/main" id="{2B80E022-3FDD-ADDD-4ECC-A35C1C629842}"/>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a:t>Click to edit Master text styles</a:t>
            </a:r>
          </a:p>
        </p:txBody>
      </p:sp>
      <p:sp>
        <p:nvSpPr>
          <p:cNvPr id="3" name="Text Placeholder 9">
            <a:extLst>
              <a:ext uri="{FF2B5EF4-FFF2-40B4-BE49-F238E27FC236}">
                <a16:creationId xmlns:a16="http://schemas.microsoft.com/office/drawing/2014/main" id="{EFB5C7FA-FA21-5D6B-ED9C-229EEA611B82}"/>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grpSp>
        <p:nvGrpSpPr>
          <p:cNvPr id="6" name="Group 5">
            <a:extLst>
              <a:ext uri="{FF2B5EF4-FFF2-40B4-BE49-F238E27FC236}">
                <a16:creationId xmlns:a16="http://schemas.microsoft.com/office/drawing/2014/main" id="{F82AA296-95A2-A6AE-25A3-478EFCE6CC00}"/>
              </a:ext>
            </a:extLst>
          </p:cNvPr>
          <p:cNvGrpSpPr/>
          <p:nvPr userDrawn="1"/>
        </p:nvGrpSpPr>
        <p:grpSpPr>
          <a:xfrm>
            <a:off x="704942" y="6485499"/>
            <a:ext cx="280194" cy="363536"/>
            <a:chOff x="704942" y="6485499"/>
            <a:chExt cx="280194" cy="363536"/>
          </a:xfrm>
        </p:grpSpPr>
        <p:sp>
          <p:nvSpPr>
            <p:cNvPr id="7" name="Espaço Reservado para Número de Slide 3">
              <a:extLst>
                <a:ext uri="{FF2B5EF4-FFF2-40B4-BE49-F238E27FC236}">
                  <a16:creationId xmlns:a16="http://schemas.microsoft.com/office/drawing/2014/main" id="{61E95B71-D380-70D6-94AD-F4E903CD6609}"/>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9" name="Google Shape;236;p23">
              <a:extLst>
                <a:ext uri="{FF2B5EF4-FFF2-40B4-BE49-F238E27FC236}">
                  <a16:creationId xmlns:a16="http://schemas.microsoft.com/office/drawing/2014/main" id="{A7539C26-CD8D-163D-4CCE-040FD3299BC7}"/>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99849676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76121"/>
            <a:ext cx="11102976" cy="4023041"/>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dirty="0">
                <a:solidFill>
                  <a:schemeClr val="tx2"/>
                </a:solidFill>
                <a:ea typeface="Source Serif Pro Light" panose="02040303050405020204" pitchFamily="18"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11102976"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title</a:t>
            </a:r>
          </a:p>
        </p:txBody>
      </p:sp>
      <p:sp>
        <p:nvSpPr>
          <p:cNvPr id="16" name="Content Placeholder 13">
            <a:extLst>
              <a:ext uri="{FF2B5EF4-FFF2-40B4-BE49-F238E27FC236}">
                <a16:creationId xmlns:a16="http://schemas.microsoft.com/office/drawing/2014/main" id="{7B3249D2-1FE0-ED6D-322D-323EFD8671F4}"/>
              </a:ext>
            </a:extLst>
          </p:cNvPr>
          <p:cNvSpPr>
            <a:spLocks noGrp="1"/>
          </p:cNvSpPr>
          <p:nvPr>
            <p:ph sz="quarter" idx="16" hasCustomPrompt="1"/>
          </p:nvPr>
        </p:nvSpPr>
        <p:spPr>
          <a:xfrm>
            <a:off x="731838" y="1732020"/>
            <a:ext cx="11102976"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8" name="Text Placeholder 9">
            <a:extLst>
              <a:ext uri="{FF2B5EF4-FFF2-40B4-BE49-F238E27FC236}">
                <a16:creationId xmlns:a16="http://schemas.microsoft.com/office/drawing/2014/main" id="{75A68369-8B33-C898-7757-7C5067723B87}"/>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grpSp>
        <p:nvGrpSpPr>
          <p:cNvPr id="6" name="Group 5">
            <a:extLst>
              <a:ext uri="{FF2B5EF4-FFF2-40B4-BE49-F238E27FC236}">
                <a16:creationId xmlns:a16="http://schemas.microsoft.com/office/drawing/2014/main" id="{CECF670E-AAB6-9AA9-BE50-7E655D637E89}"/>
              </a:ext>
            </a:extLst>
          </p:cNvPr>
          <p:cNvGrpSpPr/>
          <p:nvPr userDrawn="1"/>
        </p:nvGrpSpPr>
        <p:grpSpPr>
          <a:xfrm>
            <a:off x="704942" y="6485499"/>
            <a:ext cx="280194" cy="363536"/>
            <a:chOff x="704942" y="6485499"/>
            <a:chExt cx="280194" cy="363536"/>
          </a:xfrm>
        </p:grpSpPr>
        <p:sp>
          <p:nvSpPr>
            <p:cNvPr id="7" name="Espaço Reservado para Número de Slide 3">
              <a:extLst>
                <a:ext uri="{FF2B5EF4-FFF2-40B4-BE49-F238E27FC236}">
                  <a16:creationId xmlns:a16="http://schemas.microsoft.com/office/drawing/2014/main" id="{6DA4A533-4FAC-6D87-6789-4E8D7402DDEA}"/>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8" name="Google Shape;236;p23">
              <a:extLst>
                <a:ext uri="{FF2B5EF4-FFF2-40B4-BE49-F238E27FC236}">
                  <a16:creationId xmlns:a16="http://schemas.microsoft.com/office/drawing/2014/main" id="{62B21A7D-015F-7AEF-0D81-4C26C827D01F}"/>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152958130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739B9-4054-A9D4-2292-242833A6280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A00962-9F6C-292D-19D5-4E49FD343F1A}"/>
              </a:ext>
            </a:extLst>
          </p:cNvPr>
          <p:cNvSpPr>
            <a:spLocks noGrp="1"/>
          </p:cNvSpPr>
          <p:nvPr>
            <p:ph idx="1"/>
          </p:nvPr>
        </p:nvSpPr>
        <p:spPr>
          <a:xfrm>
            <a:off x="731837" y="1450975"/>
            <a:ext cx="11102975" cy="4548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1">
            <a:extLst>
              <a:ext uri="{FF2B5EF4-FFF2-40B4-BE49-F238E27FC236}">
                <a16:creationId xmlns:a16="http://schemas.microsoft.com/office/drawing/2014/main" id="{D5FE42B3-1E99-213C-F3D2-9217EEF7672B}"/>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4" name="Text Placeholder 9">
            <a:extLst>
              <a:ext uri="{FF2B5EF4-FFF2-40B4-BE49-F238E27FC236}">
                <a16:creationId xmlns:a16="http://schemas.microsoft.com/office/drawing/2014/main" id="{C9BAE278-82BE-B410-C93D-5D5050227AE5}"/>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grpSp>
        <p:nvGrpSpPr>
          <p:cNvPr id="8" name="Group 7">
            <a:extLst>
              <a:ext uri="{FF2B5EF4-FFF2-40B4-BE49-F238E27FC236}">
                <a16:creationId xmlns:a16="http://schemas.microsoft.com/office/drawing/2014/main" id="{2DEB74B5-6CA8-69BF-7735-320943E897C1}"/>
              </a:ext>
            </a:extLst>
          </p:cNvPr>
          <p:cNvGrpSpPr/>
          <p:nvPr userDrawn="1"/>
        </p:nvGrpSpPr>
        <p:grpSpPr>
          <a:xfrm>
            <a:off x="704942" y="6485499"/>
            <a:ext cx="280194" cy="363536"/>
            <a:chOff x="704942" y="6485499"/>
            <a:chExt cx="280194" cy="363536"/>
          </a:xfrm>
        </p:grpSpPr>
        <p:sp>
          <p:nvSpPr>
            <p:cNvPr id="9" name="Espaço Reservado para Número de Slide 3">
              <a:extLst>
                <a:ext uri="{FF2B5EF4-FFF2-40B4-BE49-F238E27FC236}">
                  <a16:creationId xmlns:a16="http://schemas.microsoft.com/office/drawing/2014/main" id="{7F1F3E2D-3DB3-CA55-AB19-7D693A4E4BF4}"/>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10" name="Google Shape;236;p23">
              <a:extLst>
                <a:ext uri="{FF2B5EF4-FFF2-40B4-BE49-F238E27FC236}">
                  <a16:creationId xmlns:a16="http://schemas.microsoft.com/office/drawing/2014/main" id="{E1535702-F4E1-24D5-2E6B-BF57DD3A4551}"/>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23145522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F32EA934-73E7-F42B-AE43-761DE4604EC2}"/>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dirty="0"/>
              <a:t>Fonte:</a:t>
            </a:r>
          </a:p>
        </p:txBody>
      </p:sp>
      <p:grpSp>
        <p:nvGrpSpPr>
          <p:cNvPr id="5" name="Group 4">
            <a:extLst>
              <a:ext uri="{FF2B5EF4-FFF2-40B4-BE49-F238E27FC236}">
                <a16:creationId xmlns:a16="http://schemas.microsoft.com/office/drawing/2014/main" id="{BA00BE83-7995-DC7D-C01D-6FFC6498F90F}"/>
              </a:ext>
            </a:extLst>
          </p:cNvPr>
          <p:cNvGrpSpPr/>
          <p:nvPr userDrawn="1"/>
        </p:nvGrpSpPr>
        <p:grpSpPr>
          <a:xfrm>
            <a:off x="704942" y="6485499"/>
            <a:ext cx="280194" cy="363536"/>
            <a:chOff x="704942" y="6485499"/>
            <a:chExt cx="280194" cy="363536"/>
          </a:xfrm>
        </p:grpSpPr>
        <p:sp>
          <p:nvSpPr>
            <p:cNvPr id="6" name="Espaço Reservado para Número de Slide 3">
              <a:extLst>
                <a:ext uri="{FF2B5EF4-FFF2-40B4-BE49-F238E27FC236}">
                  <a16:creationId xmlns:a16="http://schemas.microsoft.com/office/drawing/2014/main" id="{118D7588-686B-BC03-7F46-8EA78D097326}"/>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7" name="Google Shape;236;p23">
              <a:extLst>
                <a:ext uri="{FF2B5EF4-FFF2-40B4-BE49-F238E27FC236}">
                  <a16:creationId xmlns:a16="http://schemas.microsoft.com/office/drawing/2014/main" id="{978870EC-BA95-7B77-BB7A-C5262A07A18E}"/>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346778960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11705-E470-8D14-31B3-824FE4DACE29}"/>
              </a:ext>
            </a:extLst>
          </p:cNvPr>
          <p:cNvSpPr>
            <a:spLocks noGrp="1"/>
          </p:cNvSpPr>
          <p:nvPr>
            <p:ph type="title"/>
          </p:nvPr>
        </p:nvSpPr>
        <p:spPr/>
        <p:txBody>
          <a:bodyPr/>
          <a:lstStyle/>
          <a:p>
            <a:r>
              <a:rPr lang="en-US"/>
              <a:t>Click to edit Master title style</a:t>
            </a:r>
          </a:p>
        </p:txBody>
      </p:sp>
      <p:sp>
        <p:nvSpPr>
          <p:cNvPr id="8" name="Content Placeholder 11">
            <a:extLst>
              <a:ext uri="{FF2B5EF4-FFF2-40B4-BE49-F238E27FC236}">
                <a16:creationId xmlns:a16="http://schemas.microsoft.com/office/drawing/2014/main" id="{2B80E022-3FDD-ADDD-4ECC-A35C1C629842}"/>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6" name="Content Placeholder 5">
            <a:extLst>
              <a:ext uri="{FF2B5EF4-FFF2-40B4-BE49-F238E27FC236}">
                <a16:creationId xmlns:a16="http://schemas.microsoft.com/office/drawing/2014/main" id="{DF78881D-E677-81F1-4FEB-E641DAF46920}"/>
              </a:ext>
            </a:extLst>
          </p:cNvPr>
          <p:cNvSpPr>
            <a:spLocks noGrp="1"/>
          </p:cNvSpPr>
          <p:nvPr>
            <p:ph sz="quarter" idx="14"/>
          </p:nvPr>
        </p:nvSpPr>
        <p:spPr>
          <a:xfrm>
            <a:off x="4227651" y="1450975"/>
            <a:ext cx="7607161" cy="4548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D7BB55DD-2EFA-B3F5-5529-538C58485955}"/>
              </a:ext>
            </a:extLst>
          </p:cNvPr>
          <p:cNvSpPr>
            <a:spLocks noGrp="1"/>
          </p:cNvSpPr>
          <p:nvPr>
            <p:ph type="pic" sz="quarter" idx="15"/>
          </p:nvPr>
        </p:nvSpPr>
        <p:spPr>
          <a:xfrm>
            <a:off x="0" y="1450975"/>
            <a:ext cx="4019217" cy="4548188"/>
          </a:xfrm>
        </p:spPr>
        <p:txBody>
          <a:bodyPr anchor="ctr" anchorCtr="0"/>
          <a:lstStyle>
            <a:lvl1pPr algn="ctr">
              <a:defRPr/>
            </a:lvl1pPr>
          </a:lstStyle>
          <a:p>
            <a:endParaRPr lang="en-US"/>
          </a:p>
        </p:txBody>
      </p:sp>
      <p:sp>
        <p:nvSpPr>
          <p:cNvPr id="3" name="Text Placeholder 9">
            <a:extLst>
              <a:ext uri="{FF2B5EF4-FFF2-40B4-BE49-F238E27FC236}">
                <a16:creationId xmlns:a16="http://schemas.microsoft.com/office/drawing/2014/main" id="{9D7BFA1C-42AF-E218-5F54-B32365C38602}"/>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grpSp>
        <p:nvGrpSpPr>
          <p:cNvPr id="7" name="Group 6">
            <a:extLst>
              <a:ext uri="{FF2B5EF4-FFF2-40B4-BE49-F238E27FC236}">
                <a16:creationId xmlns:a16="http://schemas.microsoft.com/office/drawing/2014/main" id="{51C5DC15-BFB8-C9A6-1F8E-769BB2DA169F}"/>
              </a:ext>
            </a:extLst>
          </p:cNvPr>
          <p:cNvGrpSpPr/>
          <p:nvPr userDrawn="1"/>
        </p:nvGrpSpPr>
        <p:grpSpPr>
          <a:xfrm>
            <a:off x="704942" y="6485499"/>
            <a:ext cx="280194" cy="363536"/>
            <a:chOff x="704942" y="6485499"/>
            <a:chExt cx="280194" cy="363536"/>
          </a:xfrm>
        </p:grpSpPr>
        <p:sp>
          <p:nvSpPr>
            <p:cNvPr id="10" name="Espaço Reservado para Número de Slide 3">
              <a:extLst>
                <a:ext uri="{FF2B5EF4-FFF2-40B4-BE49-F238E27FC236}">
                  <a16:creationId xmlns:a16="http://schemas.microsoft.com/office/drawing/2014/main" id="{8E7B5CAC-D3C2-523D-01BF-06D854A7E0C2}"/>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11" name="Google Shape;236;p23">
              <a:extLst>
                <a:ext uri="{FF2B5EF4-FFF2-40B4-BE49-F238E27FC236}">
                  <a16:creationId xmlns:a16="http://schemas.microsoft.com/office/drawing/2014/main" id="{75ED86C7-5508-43B2-6750-1805715B6BD1}"/>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414698606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76121"/>
            <a:ext cx="5364163" cy="4023041"/>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6261638" y="1976120"/>
            <a:ext cx="5573175" cy="4023041"/>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title</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title</a:t>
            </a:r>
          </a:p>
        </p:txBody>
      </p:sp>
      <p:sp>
        <p:nvSpPr>
          <p:cNvPr id="16" name="Content Placeholder 13">
            <a:extLst>
              <a:ext uri="{FF2B5EF4-FFF2-40B4-BE49-F238E27FC236}">
                <a16:creationId xmlns:a16="http://schemas.microsoft.com/office/drawing/2014/main" id="{7B3249D2-1FE0-ED6D-322D-323EFD8671F4}"/>
              </a:ext>
            </a:extLst>
          </p:cNvPr>
          <p:cNvSpPr>
            <a:spLocks noGrp="1"/>
          </p:cNvSpPr>
          <p:nvPr>
            <p:ph sz="quarter" idx="16" hasCustomPrompt="1"/>
          </p:nvPr>
        </p:nvSpPr>
        <p:spPr>
          <a:xfrm>
            <a:off x="731838" y="1732020"/>
            <a:ext cx="5364163" cy="234867"/>
          </a:xfrm>
        </p:spPr>
        <p:txBody>
          <a:bodyPr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7" name="Content Placeholder 13">
            <a:extLst>
              <a:ext uri="{FF2B5EF4-FFF2-40B4-BE49-F238E27FC236}">
                <a16:creationId xmlns:a16="http://schemas.microsoft.com/office/drawing/2014/main" id="{20924A97-2EEA-A043-22A5-75FCC7450D61}"/>
              </a:ext>
            </a:extLst>
          </p:cNvPr>
          <p:cNvSpPr>
            <a:spLocks noGrp="1"/>
          </p:cNvSpPr>
          <p:nvPr>
            <p:ph sz="quarter" idx="17" hasCustomPrompt="1"/>
          </p:nvPr>
        </p:nvSpPr>
        <p:spPr>
          <a:xfrm>
            <a:off x="6261639" y="1732020"/>
            <a:ext cx="5573174"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E7E00651-9D98-D3B9-7FFA-79A63DD7788C}"/>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grpSp>
        <p:nvGrpSpPr>
          <p:cNvPr id="8" name="Group 7">
            <a:extLst>
              <a:ext uri="{FF2B5EF4-FFF2-40B4-BE49-F238E27FC236}">
                <a16:creationId xmlns:a16="http://schemas.microsoft.com/office/drawing/2014/main" id="{5184AAA1-FA1A-EE16-9EBF-2CF38AD8C501}"/>
              </a:ext>
            </a:extLst>
          </p:cNvPr>
          <p:cNvGrpSpPr/>
          <p:nvPr userDrawn="1"/>
        </p:nvGrpSpPr>
        <p:grpSpPr>
          <a:xfrm>
            <a:off x="704942" y="6485499"/>
            <a:ext cx="280194" cy="363536"/>
            <a:chOff x="704942" y="6485499"/>
            <a:chExt cx="280194" cy="363536"/>
          </a:xfrm>
        </p:grpSpPr>
        <p:sp>
          <p:nvSpPr>
            <p:cNvPr id="9" name="Espaço Reservado para Número de Slide 3">
              <a:extLst>
                <a:ext uri="{FF2B5EF4-FFF2-40B4-BE49-F238E27FC236}">
                  <a16:creationId xmlns:a16="http://schemas.microsoft.com/office/drawing/2014/main" id="{94FEF700-0CE1-9386-1147-EA2E965A736D}"/>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10" name="Google Shape;236;p23">
              <a:extLst>
                <a:ext uri="{FF2B5EF4-FFF2-40B4-BE49-F238E27FC236}">
                  <a16:creationId xmlns:a16="http://schemas.microsoft.com/office/drawing/2014/main" id="{B441F8E5-2DEB-A228-3768-562DE659A9BF}"/>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13679964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_One Content/On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66887"/>
            <a:ext cx="11102976"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8" y="1455672"/>
            <a:ext cx="11102976"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11102976"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p:nvPr>
        </p:nvSpPr>
        <p:spPr>
          <a:xfrm>
            <a:off x="731837" y="4335867"/>
            <a:ext cx="11102976"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p:nvPr>
        </p:nvSpPr>
        <p:spPr>
          <a:xfrm>
            <a:off x="731838" y="3824652"/>
            <a:ext cx="11102976"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11102976"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grpSp>
        <p:nvGrpSpPr>
          <p:cNvPr id="7" name="Group 6">
            <a:extLst>
              <a:ext uri="{FF2B5EF4-FFF2-40B4-BE49-F238E27FC236}">
                <a16:creationId xmlns:a16="http://schemas.microsoft.com/office/drawing/2014/main" id="{4D47A31C-98E3-7124-3C6D-5D20DF43EA66}"/>
              </a:ext>
            </a:extLst>
          </p:cNvPr>
          <p:cNvGrpSpPr/>
          <p:nvPr userDrawn="1"/>
        </p:nvGrpSpPr>
        <p:grpSpPr>
          <a:xfrm>
            <a:off x="704942" y="6485499"/>
            <a:ext cx="280194" cy="363536"/>
            <a:chOff x="704942" y="6485499"/>
            <a:chExt cx="280194" cy="363536"/>
          </a:xfrm>
        </p:grpSpPr>
        <p:sp>
          <p:nvSpPr>
            <p:cNvPr id="8" name="Espaço Reservado para Número de Slide 3">
              <a:extLst>
                <a:ext uri="{FF2B5EF4-FFF2-40B4-BE49-F238E27FC236}">
                  <a16:creationId xmlns:a16="http://schemas.microsoft.com/office/drawing/2014/main" id="{FECAFBF5-390B-6328-08DC-1B55DD3E805B}"/>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9" name="Google Shape;236;p23">
              <a:extLst>
                <a:ext uri="{FF2B5EF4-FFF2-40B4-BE49-F238E27FC236}">
                  <a16:creationId xmlns:a16="http://schemas.microsoft.com/office/drawing/2014/main" id="{436E2D3A-5BE1-59CF-84A8-E7BCA5971E05}"/>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235307952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46348651-DCC4-B67C-7CA1-367D8ECC30F4}"/>
              </a:ext>
            </a:extLst>
          </p:cNvPr>
          <p:cNvSpPr>
            <a:spLocks noGrp="1"/>
          </p:cNvSpPr>
          <p:nvPr>
            <p:ph sz="half" idx="16"/>
          </p:nvPr>
        </p:nvSpPr>
        <p:spPr>
          <a:xfrm>
            <a:off x="8217662" y="1966887"/>
            <a:ext cx="3617151" cy="4032275"/>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66888"/>
            <a:ext cx="3514161" cy="4032275"/>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4409823" y="1966887"/>
            <a:ext cx="3617151" cy="4032275"/>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8" y="1455672"/>
            <a:ext cx="3514161"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4409823" y="1455672"/>
            <a:ext cx="3617150"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p:nvPr>
        </p:nvSpPr>
        <p:spPr>
          <a:xfrm>
            <a:off x="8217662" y="1455672"/>
            <a:ext cx="3617150"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6" name="Content Placeholder 13">
            <a:extLst>
              <a:ext uri="{FF2B5EF4-FFF2-40B4-BE49-F238E27FC236}">
                <a16:creationId xmlns:a16="http://schemas.microsoft.com/office/drawing/2014/main" id="{A0A27CB2-4641-6D48-05E4-E731468C8492}"/>
              </a:ext>
            </a:extLst>
          </p:cNvPr>
          <p:cNvSpPr>
            <a:spLocks noGrp="1"/>
          </p:cNvSpPr>
          <p:nvPr>
            <p:ph sz="quarter" idx="18" hasCustomPrompt="1"/>
          </p:nvPr>
        </p:nvSpPr>
        <p:spPr>
          <a:xfrm>
            <a:off x="731839" y="1732020"/>
            <a:ext cx="3514160"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7" name="Content Placeholder 13">
            <a:extLst>
              <a:ext uri="{FF2B5EF4-FFF2-40B4-BE49-F238E27FC236}">
                <a16:creationId xmlns:a16="http://schemas.microsoft.com/office/drawing/2014/main" id="{37C4537D-C612-17FB-DAE7-6CEF1C020504}"/>
              </a:ext>
            </a:extLst>
          </p:cNvPr>
          <p:cNvSpPr>
            <a:spLocks noGrp="1"/>
          </p:cNvSpPr>
          <p:nvPr>
            <p:ph sz="quarter" idx="19" hasCustomPrompt="1"/>
          </p:nvPr>
        </p:nvSpPr>
        <p:spPr>
          <a:xfrm>
            <a:off x="4409822" y="1732020"/>
            <a:ext cx="3617149"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8" name="Content Placeholder 13">
            <a:extLst>
              <a:ext uri="{FF2B5EF4-FFF2-40B4-BE49-F238E27FC236}">
                <a16:creationId xmlns:a16="http://schemas.microsoft.com/office/drawing/2014/main" id="{C2CF7852-20BF-184D-3CA4-224092575BD8}"/>
              </a:ext>
            </a:extLst>
          </p:cNvPr>
          <p:cNvSpPr>
            <a:spLocks noGrp="1"/>
          </p:cNvSpPr>
          <p:nvPr>
            <p:ph sz="quarter" idx="20" hasCustomPrompt="1"/>
          </p:nvPr>
        </p:nvSpPr>
        <p:spPr>
          <a:xfrm>
            <a:off x="8217662" y="1732020"/>
            <a:ext cx="3617149"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6274D4FE-ABA0-119A-DFC7-7D820378C782}"/>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grpSp>
        <p:nvGrpSpPr>
          <p:cNvPr id="8" name="Group 7">
            <a:extLst>
              <a:ext uri="{FF2B5EF4-FFF2-40B4-BE49-F238E27FC236}">
                <a16:creationId xmlns:a16="http://schemas.microsoft.com/office/drawing/2014/main" id="{94F49E88-748D-979B-723B-A3D9DD4DE96E}"/>
              </a:ext>
            </a:extLst>
          </p:cNvPr>
          <p:cNvGrpSpPr/>
          <p:nvPr userDrawn="1"/>
        </p:nvGrpSpPr>
        <p:grpSpPr>
          <a:xfrm>
            <a:off x="704942" y="6485499"/>
            <a:ext cx="280194" cy="363536"/>
            <a:chOff x="704942" y="6485499"/>
            <a:chExt cx="280194" cy="363536"/>
          </a:xfrm>
        </p:grpSpPr>
        <p:sp>
          <p:nvSpPr>
            <p:cNvPr id="9" name="Espaço Reservado para Número de Slide 3">
              <a:extLst>
                <a:ext uri="{FF2B5EF4-FFF2-40B4-BE49-F238E27FC236}">
                  <a16:creationId xmlns:a16="http://schemas.microsoft.com/office/drawing/2014/main" id="{B50FD740-BEE4-73EF-17A4-A1D1A90C5ECC}"/>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10" name="Google Shape;236;p23">
              <a:extLst>
                <a:ext uri="{FF2B5EF4-FFF2-40B4-BE49-F238E27FC236}">
                  <a16:creationId xmlns:a16="http://schemas.microsoft.com/office/drawing/2014/main" id="{B621B7B6-1751-3094-4C15-4F3E59569B0D}"/>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209948565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17" name="Content Placeholder 3">
            <a:extLst>
              <a:ext uri="{FF2B5EF4-FFF2-40B4-BE49-F238E27FC236}">
                <a16:creationId xmlns:a16="http://schemas.microsoft.com/office/drawing/2014/main" id="{93104F92-1FF2-990F-68A4-9E5697EACE99}"/>
              </a:ext>
            </a:extLst>
          </p:cNvPr>
          <p:cNvSpPr>
            <a:spLocks noGrp="1"/>
          </p:cNvSpPr>
          <p:nvPr>
            <p:ph sz="half" idx="18"/>
          </p:nvPr>
        </p:nvSpPr>
        <p:spPr>
          <a:xfrm>
            <a:off x="9124113" y="1978546"/>
            <a:ext cx="2710700" cy="4020616"/>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46348651-DCC4-B67C-7CA1-367D8ECC30F4}"/>
              </a:ext>
            </a:extLst>
          </p:cNvPr>
          <p:cNvSpPr>
            <a:spLocks noGrp="1"/>
          </p:cNvSpPr>
          <p:nvPr>
            <p:ph sz="half" idx="16"/>
          </p:nvPr>
        </p:nvSpPr>
        <p:spPr>
          <a:xfrm>
            <a:off x="6298506" y="1978546"/>
            <a:ext cx="2691526" cy="4020616"/>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8" y="1978547"/>
            <a:ext cx="2591808" cy="4020616"/>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3442743" y="1978546"/>
            <a:ext cx="2691526" cy="4020616"/>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9" y="1455672"/>
            <a:ext cx="2591808"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3442743" y="1455672"/>
            <a:ext cx="2691526"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p:nvPr>
        </p:nvSpPr>
        <p:spPr>
          <a:xfrm>
            <a:off x="6298506" y="1455672"/>
            <a:ext cx="2691526"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a:t>
            </a:r>
          </a:p>
        </p:txBody>
      </p:sp>
      <p:sp>
        <p:nvSpPr>
          <p:cNvPr id="18" name="Content Placeholder 13">
            <a:extLst>
              <a:ext uri="{FF2B5EF4-FFF2-40B4-BE49-F238E27FC236}">
                <a16:creationId xmlns:a16="http://schemas.microsoft.com/office/drawing/2014/main" id="{46009A66-FE60-490E-942D-974C9244E92E}"/>
              </a:ext>
            </a:extLst>
          </p:cNvPr>
          <p:cNvSpPr>
            <a:spLocks noGrp="1"/>
          </p:cNvSpPr>
          <p:nvPr>
            <p:ph sz="quarter" idx="19"/>
          </p:nvPr>
        </p:nvSpPr>
        <p:spPr>
          <a:xfrm>
            <a:off x="9124113" y="1455672"/>
            <a:ext cx="2710700"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a:t>
            </a:r>
          </a:p>
        </p:txBody>
      </p:sp>
      <p:sp>
        <p:nvSpPr>
          <p:cNvPr id="19" name="Content Placeholder 13">
            <a:extLst>
              <a:ext uri="{FF2B5EF4-FFF2-40B4-BE49-F238E27FC236}">
                <a16:creationId xmlns:a16="http://schemas.microsoft.com/office/drawing/2014/main" id="{7559253F-7844-9260-04E1-B1D366C70B3F}"/>
              </a:ext>
            </a:extLst>
          </p:cNvPr>
          <p:cNvSpPr>
            <a:spLocks noGrp="1"/>
          </p:cNvSpPr>
          <p:nvPr>
            <p:ph sz="quarter" idx="20" hasCustomPrompt="1"/>
          </p:nvPr>
        </p:nvSpPr>
        <p:spPr>
          <a:xfrm>
            <a:off x="731841" y="1732020"/>
            <a:ext cx="2591808"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0" name="Content Placeholder 13">
            <a:extLst>
              <a:ext uri="{FF2B5EF4-FFF2-40B4-BE49-F238E27FC236}">
                <a16:creationId xmlns:a16="http://schemas.microsoft.com/office/drawing/2014/main" id="{70734B3F-7493-ED3B-E89C-3F0D6E5EA738}"/>
              </a:ext>
            </a:extLst>
          </p:cNvPr>
          <p:cNvSpPr>
            <a:spLocks noGrp="1"/>
          </p:cNvSpPr>
          <p:nvPr>
            <p:ph sz="quarter" idx="21" hasCustomPrompt="1"/>
          </p:nvPr>
        </p:nvSpPr>
        <p:spPr>
          <a:xfrm>
            <a:off x="3442744" y="1732020"/>
            <a:ext cx="269152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1" name="Content Placeholder 13">
            <a:extLst>
              <a:ext uri="{FF2B5EF4-FFF2-40B4-BE49-F238E27FC236}">
                <a16:creationId xmlns:a16="http://schemas.microsoft.com/office/drawing/2014/main" id="{A5965DC8-9681-D85D-67F6-5DA220388CB8}"/>
              </a:ext>
            </a:extLst>
          </p:cNvPr>
          <p:cNvSpPr>
            <a:spLocks noGrp="1"/>
          </p:cNvSpPr>
          <p:nvPr>
            <p:ph sz="quarter" idx="22" hasCustomPrompt="1"/>
          </p:nvPr>
        </p:nvSpPr>
        <p:spPr>
          <a:xfrm>
            <a:off x="6298506" y="1732020"/>
            <a:ext cx="269152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4" name="Content Placeholder 13">
            <a:extLst>
              <a:ext uri="{FF2B5EF4-FFF2-40B4-BE49-F238E27FC236}">
                <a16:creationId xmlns:a16="http://schemas.microsoft.com/office/drawing/2014/main" id="{A9B22168-6C46-1EBB-8CFB-E74CB918730C}"/>
              </a:ext>
            </a:extLst>
          </p:cNvPr>
          <p:cNvSpPr>
            <a:spLocks noGrp="1"/>
          </p:cNvSpPr>
          <p:nvPr>
            <p:ph sz="quarter" idx="23" hasCustomPrompt="1"/>
          </p:nvPr>
        </p:nvSpPr>
        <p:spPr>
          <a:xfrm>
            <a:off x="9124113" y="1732020"/>
            <a:ext cx="269152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7B174C37-CDD2-C46A-0CD4-E1802477A413}"/>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grpSp>
        <p:nvGrpSpPr>
          <p:cNvPr id="8" name="Group 7">
            <a:extLst>
              <a:ext uri="{FF2B5EF4-FFF2-40B4-BE49-F238E27FC236}">
                <a16:creationId xmlns:a16="http://schemas.microsoft.com/office/drawing/2014/main" id="{A0CB54B4-42E3-7792-402A-852C55E829CF}"/>
              </a:ext>
            </a:extLst>
          </p:cNvPr>
          <p:cNvGrpSpPr/>
          <p:nvPr userDrawn="1"/>
        </p:nvGrpSpPr>
        <p:grpSpPr>
          <a:xfrm>
            <a:off x="704942" y="6485499"/>
            <a:ext cx="280194" cy="363536"/>
            <a:chOff x="704942" y="6485499"/>
            <a:chExt cx="280194" cy="363536"/>
          </a:xfrm>
        </p:grpSpPr>
        <p:sp>
          <p:nvSpPr>
            <p:cNvPr id="9" name="Espaço Reservado para Número de Slide 3">
              <a:extLst>
                <a:ext uri="{FF2B5EF4-FFF2-40B4-BE49-F238E27FC236}">
                  <a16:creationId xmlns:a16="http://schemas.microsoft.com/office/drawing/2014/main" id="{44291DF5-72DF-FCAB-3F50-1ACA4E5ABB3F}"/>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10" name="Google Shape;236;p23">
              <a:extLst>
                <a:ext uri="{FF2B5EF4-FFF2-40B4-BE49-F238E27FC236}">
                  <a16:creationId xmlns:a16="http://schemas.microsoft.com/office/drawing/2014/main" id="{D1278E61-F32F-96C7-F799-A9D13F83948B}"/>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172156244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6688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6261638" y="1966886"/>
            <a:ext cx="5573175" cy="1662140"/>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8" y="1455672"/>
            <a:ext cx="5364163" cy="264688"/>
          </a:xfrm>
        </p:spPr>
        <p:txBody>
          <a:bodyPr>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6261639" y="1455672"/>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p:nvPr>
        </p:nvSpPr>
        <p:spPr>
          <a:xfrm>
            <a:off x="731837" y="433586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p:nvPr>
        </p:nvSpPr>
        <p:spPr>
          <a:xfrm>
            <a:off x="6261638" y="4335866"/>
            <a:ext cx="5573175" cy="1662140"/>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p:nvPr>
        </p:nvSpPr>
        <p:spPr>
          <a:xfrm>
            <a:off x="731838" y="3824652"/>
            <a:ext cx="5364163" cy="264688"/>
          </a:xfrm>
        </p:spPr>
        <p:txBody>
          <a:bodyPr>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p:nvPr>
        </p:nvSpPr>
        <p:spPr>
          <a:xfrm>
            <a:off x="6261639" y="3824652"/>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5364163" cy="234867"/>
          </a:xfrm>
        </p:spPr>
        <p:txBody>
          <a:bodyPr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101000"/>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1172F50C-B44C-8112-40A2-77C275C0A88B}"/>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grpSp>
        <p:nvGrpSpPr>
          <p:cNvPr id="8" name="Group 7">
            <a:extLst>
              <a:ext uri="{FF2B5EF4-FFF2-40B4-BE49-F238E27FC236}">
                <a16:creationId xmlns:a16="http://schemas.microsoft.com/office/drawing/2014/main" id="{C04C9CE2-47CE-0935-EFE7-DC40C5FF2FBD}"/>
              </a:ext>
            </a:extLst>
          </p:cNvPr>
          <p:cNvGrpSpPr/>
          <p:nvPr userDrawn="1"/>
        </p:nvGrpSpPr>
        <p:grpSpPr>
          <a:xfrm>
            <a:off x="704942" y="6485499"/>
            <a:ext cx="280194" cy="363536"/>
            <a:chOff x="704942" y="6485499"/>
            <a:chExt cx="280194" cy="363536"/>
          </a:xfrm>
        </p:grpSpPr>
        <p:sp>
          <p:nvSpPr>
            <p:cNvPr id="9" name="Espaço Reservado para Número de Slide 3">
              <a:extLst>
                <a:ext uri="{FF2B5EF4-FFF2-40B4-BE49-F238E27FC236}">
                  <a16:creationId xmlns:a16="http://schemas.microsoft.com/office/drawing/2014/main" id="{B9625E60-E0FE-76A3-E2A0-461032FA1D85}"/>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10" name="Google Shape;236;p23">
              <a:extLst>
                <a:ext uri="{FF2B5EF4-FFF2-40B4-BE49-F238E27FC236}">
                  <a16:creationId xmlns:a16="http://schemas.microsoft.com/office/drawing/2014/main" id="{0BBDD183-1A8D-5E63-3858-D3071941CE91}"/>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187907956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6688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6261638" y="1966886"/>
            <a:ext cx="5573175" cy="1662140"/>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8" y="1455672"/>
            <a:ext cx="5364163"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6261639" y="1455672"/>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p:nvPr>
        </p:nvSpPr>
        <p:spPr>
          <a:xfrm>
            <a:off x="731837" y="433586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p:nvPr>
        </p:nvSpPr>
        <p:spPr>
          <a:xfrm>
            <a:off x="6261638" y="4335866"/>
            <a:ext cx="5573175" cy="1662140"/>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p:nvPr>
        </p:nvSpPr>
        <p:spPr>
          <a:xfrm>
            <a:off x="731838" y="3824652"/>
            <a:ext cx="5364163"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p:nvPr>
        </p:nvSpPr>
        <p:spPr>
          <a:xfrm>
            <a:off x="6261639" y="3824652"/>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5364163"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101000"/>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grpSp>
        <p:nvGrpSpPr>
          <p:cNvPr id="8" name="Group 7">
            <a:extLst>
              <a:ext uri="{FF2B5EF4-FFF2-40B4-BE49-F238E27FC236}">
                <a16:creationId xmlns:a16="http://schemas.microsoft.com/office/drawing/2014/main" id="{9F126650-357A-9168-6F6A-E2D62930AF1C}"/>
              </a:ext>
            </a:extLst>
          </p:cNvPr>
          <p:cNvGrpSpPr/>
          <p:nvPr userDrawn="1"/>
        </p:nvGrpSpPr>
        <p:grpSpPr>
          <a:xfrm>
            <a:off x="704942" y="6485499"/>
            <a:ext cx="280194" cy="363536"/>
            <a:chOff x="704942" y="6485499"/>
            <a:chExt cx="280194" cy="363536"/>
          </a:xfrm>
        </p:grpSpPr>
        <p:sp>
          <p:nvSpPr>
            <p:cNvPr id="9" name="Espaço Reservado para Número de Slide 3">
              <a:extLst>
                <a:ext uri="{FF2B5EF4-FFF2-40B4-BE49-F238E27FC236}">
                  <a16:creationId xmlns:a16="http://schemas.microsoft.com/office/drawing/2014/main" id="{3970063C-0189-59D3-7D7C-C5C1BB07FDFA}"/>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10" name="Google Shape;236;p23">
              <a:extLst>
                <a:ext uri="{FF2B5EF4-FFF2-40B4-BE49-F238E27FC236}">
                  <a16:creationId xmlns:a16="http://schemas.microsoft.com/office/drawing/2014/main" id="{0E22F0E6-EDB9-EFD0-3F05-149DFA022B00}"/>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194405851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_sec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2857278"/>
            <a:ext cx="5364163" cy="1208822"/>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6261638" y="2857277"/>
            <a:ext cx="5573175" cy="1208822"/>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8" y="2346063"/>
            <a:ext cx="5364163"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6261639" y="2346063"/>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2622411"/>
            <a:ext cx="5364163"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2622411"/>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p:nvPr>
        </p:nvSpPr>
        <p:spPr>
          <a:xfrm>
            <a:off x="731837" y="4788352"/>
            <a:ext cx="5364163" cy="1208822"/>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p:nvPr>
        </p:nvSpPr>
        <p:spPr>
          <a:xfrm>
            <a:off x="6261638" y="4788351"/>
            <a:ext cx="5573175" cy="1208822"/>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p:nvPr>
        </p:nvSpPr>
        <p:spPr>
          <a:xfrm>
            <a:off x="731838" y="4277137"/>
            <a:ext cx="5364163"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p:nvPr>
        </p:nvSpPr>
        <p:spPr>
          <a:xfrm>
            <a:off x="6261639" y="4277137"/>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553485"/>
            <a:ext cx="5364163"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553485"/>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sp>
        <p:nvSpPr>
          <p:cNvPr id="9" name="Rectangle 8">
            <a:extLst>
              <a:ext uri="{FF2B5EF4-FFF2-40B4-BE49-F238E27FC236}">
                <a16:creationId xmlns:a16="http://schemas.microsoft.com/office/drawing/2014/main" id="{BB9E688F-5C03-2148-56D4-DB20887A400B}"/>
              </a:ext>
            </a:extLst>
          </p:cNvPr>
          <p:cNvSpPr/>
          <p:nvPr userDrawn="1"/>
        </p:nvSpPr>
        <p:spPr>
          <a:xfrm>
            <a:off x="0" y="1450975"/>
            <a:ext cx="12192000" cy="7444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800" b="1" i="0" u="none" strike="noStrike" kern="1200" cap="none" spc="0" normalizeH="0" baseline="0" noProof="0">
              <a:ln>
                <a:noFill/>
              </a:ln>
              <a:solidFill>
                <a:schemeClr val="accent3"/>
              </a:solidFill>
              <a:effectLst/>
              <a:uLnTx/>
              <a:uFillTx/>
              <a:latin typeface="Source Serif Pro" panose="02040603050405020204" pitchFamily="18" charset="0"/>
              <a:ea typeface="Source Serif Pro" panose="02040603050405020204" pitchFamily="18" charset="0"/>
              <a:cs typeface="+mn-cs"/>
            </a:endParaRPr>
          </a:p>
        </p:txBody>
      </p:sp>
      <p:grpSp>
        <p:nvGrpSpPr>
          <p:cNvPr id="8" name="Group 7">
            <a:extLst>
              <a:ext uri="{FF2B5EF4-FFF2-40B4-BE49-F238E27FC236}">
                <a16:creationId xmlns:a16="http://schemas.microsoft.com/office/drawing/2014/main" id="{03299445-4028-492C-E235-3DFC7B1765FD}"/>
              </a:ext>
            </a:extLst>
          </p:cNvPr>
          <p:cNvGrpSpPr/>
          <p:nvPr userDrawn="1"/>
        </p:nvGrpSpPr>
        <p:grpSpPr>
          <a:xfrm>
            <a:off x="704942" y="6485499"/>
            <a:ext cx="280194" cy="363536"/>
            <a:chOff x="704942" y="6485499"/>
            <a:chExt cx="280194" cy="363536"/>
          </a:xfrm>
        </p:grpSpPr>
        <p:sp>
          <p:nvSpPr>
            <p:cNvPr id="10" name="Espaço Reservado para Número de Slide 3">
              <a:extLst>
                <a:ext uri="{FF2B5EF4-FFF2-40B4-BE49-F238E27FC236}">
                  <a16:creationId xmlns:a16="http://schemas.microsoft.com/office/drawing/2014/main" id="{D1B557ED-F5A0-27BC-817F-86E82F8FA5A0}"/>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11" name="Google Shape;236;p23">
              <a:extLst>
                <a:ext uri="{FF2B5EF4-FFF2-40B4-BE49-F238E27FC236}">
                  <a16:creationId xmlns:a16="http://schemas.microsoft.com/office/drawing/2014/main" id="{DDC5567F-E47C-DF08-801A-BFC813AFD0D8}"/>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356972522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_Zero Content/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5645246" y="1966886"/>
            <a:ext cx="6189568" cy="1662140"/>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5645246" y="1455672"/>
            <a:ext cx="6189567"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5645246" y="1732020"/>
            <a:ext cx="6189568"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p:nvPr>
        </p:nvSpPr>
        <p:spPr>
          <a:xfrm>
            <a:off x="5645246" y="4335866"/>
            <a:ext cx="6189568" cy="1662140"/>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p:nvPr>
        </p:nvSpPr>
        <p:spPr>
          <a:xfrm>
            <a:off x="5645246" y="3824652"/>
            <a:ext cx="6189567"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5645246" y="4101000"/>
            <a:ext cx="6189568"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grpSp>
        <p:nvGrpSpPr>
          <p:cNvPr id="7" name="Group 6">
            <a:extLst>
              <a:ext uri="{FF2B5EF4-FFF2-40B4-BE49-F238E27FC236}">
                <a16:creationId xmlns:a16="http://schemas.microsoft.com/office/drawing/2014/main" id="{816BDC15-0C15-2315-4161-B6C93BD5113C}"/>
              </a:ext>
            </a:extLst>
          </p:cNvPr>
          <p:cNvGrpSpPr/>
          <p:nvPr userDrawn="1"/>
        </p:nvGrpSpPr>
        <p:grpSpPr>
          <a:xfrm>
            <a:off x="704942" y="6485499"/>
            <a:ext cx="280194" cy="363536"/>
            <a:chOff x="704942" y="6485499"/>
            <a:chExt cx="280194" cy="363536"/>
          </a:xfrm>
        </p:grpSpPr>
        <p:sp>
          <p:nvSpPr>
            <p:cNvPr id="8" name="Espaço Reservado para Número de Slide 3">
              <a:extLst>
                <a:ext uri="{FF2B5EF4-FFF2-40B4-BE49-F238E27FC236}">
                  <a16:creationId xmlns:a16="http://schemas.microsoft.com/office/drawing/2014/main" id="{B866AA2C-51B2-8081-65AA-E449387046F3}"/>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9" name="Google Shape;236;p23">
              <a:extLst>
                <a:ext uri="{FF2B5EF4-FFF2-40B4-BE49-F238E27FC236}">
                  <a16:creationId xmlns:a16="http://schemas.microsoft.com/office/drawing/2014/main" id="{516898F8-AB80-0E89-EC01-FF1377753502}"/>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49318797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46348651-DCC4-B67C-7CA1-367D8ECC30F4}"/>
              </a:ext>
            </a:extLst>
          </p:cNvPr>
          <p:cNvSpPr>
            <a:spLocks noGrp="1"/>
          </p:cNvSpPr>
          <p:nvPr>
            <p:ph sz="half" idx="16"/>
          </p:nvPr>
        </p:nvSpPr>
        <p:spPr>
          <a:xfrm>
            <a:off x="8217662" y="1978546"/>
            <a:ext cx="3617151" cy="1668949"/>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78547"/>
            <a:ext cx="3514161" cy="1668949"/>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4409823" y="1978546"/>
            <a:ext cx="3617151" cy="1668949"/>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8" y="1455672"/>
            <a:ext cx="3514161"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4409823" y="1455672"/>
            <a:ext cx="3617150"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p:nvPr>
        </p:nvSpPr>
        <p:spPr>
          <a:xfrm>
            <a:off x="8217662" y="1455672"/>
            <a:ext cx="3617150"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9" name="Content Placeholder 13">
            <a:extLst>
              <a:ext uri="{FF2B5EF4-FFF2-40B4-BE49-F238E27FC236}">
                <a16:creationId xmlns:a16="http://schemas.microsoft.com/office/drawing/2014/main" id="{02437D02-213A-D460-A6AA-8EF17FD9DCBF}"/>
              </a:ext>
            </a:extLst>
          </p:cNvPr>
          <p:cNvSpPr>
            <a:spLocks noGrp="1"/>
          </p:cNvSpPr>
          <p:nvPr>
            <p:ph sz="quarter" idx="24" hasCustomPrompt="1"/>
          </p:nvPr>
        </p:nvSpPr>
        <p:spPr>
          <a:xfrm>
            <a:off x="731839" y="1732020"/>
            <a:ext cx="3514160"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0" name="Content Placeholder 13">
            <a:extLst>
              <a:ext uri="{FF2B5EF4-FFF2-40B4-BE49-F238E27FC236}">
                <a16:creationId xmlns:a16="http://schemas.microsoft.com/office/drawing/2014/main" id="{04EC45A4-15A4-F81B-1189-CAC268B9A6B2}"/>
              </a:ext>
            </a:extLst>
          </p:cNvPr>
          <p:cNvSpPr>
            <a:spLocks noGrp="1"/>
          </p:cNvSpPr>
          <p:nvPr>
            <p:ph sz="quarter" idx="25" hasCustomPrompt="1"/>
          </p:nvPr>
        </p:nvSpPr>
        <p:spPr>
          <a:xfrm>
            <a:off x="4409823" y="1732020"/>
            <a:ext cx="3617150"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1" name="Content Placeholder 13">
            <a:extLst>
              <a:ext uri="{FF2B5EF4-FFF2-40B4-BE49-F238E27FC236}">
                <a16:creationId xmlns:a16="http://schemas.microsoft.com/office/drawing/2014/main" id="{3188BDD0-D14B-73DC-61FD-AD0B99B2A2A8}"/>
              </a:ext>
            </a:extLst>
          </p:cNvPr>
          <p:cNvSpPr>
            <a:spLocks noGrp="1"/>
          </p:cNvSpPr>
          <p:nvPr>
            <p:ph sz="quarter" idx="26" hasCustomPrompt="1"/>
          </p:nvPr>
        </p:nvSpPr>
        <p:spPr>
          <a:xfrm>
            <a:off x="8217662" y="1732020"/>
            <a:ext cx="3617150"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2" name="Content Placeholder 3">
            <a:extLst>
              <a:ext uri="{FF2B5EF4-FFF2-40B4-BE49-F238E27FC236}">
                <a16:creationId xmlns:a16="http://schemas.microsoft.com/office/drawing/2014/main" id="{6A6E4956-D661-4D53-8334-DD4513C11FA9}"/>
              </a:ext>
            </a:extLst>
          </p:cNvPr>
          <p:cNvSpPr>
            <a:spLocks noGrp="1"/>
          </p:cNvSpPr>
          <p:nvPr>
            <p:ph sz="half" idx="27"/>
          </p:nvPr>
        </p:nvSpPr>
        <p:spPr>
          <a:xfrm>
            <a:off x="8217662" y="4336758"/>
            <a:ext cx="3617151" cy="1668949"/>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2">
            <a:extLst>
              <a:ext uri="{FF2B5EF4-FFF2-40B4-BE49-F238E27FC236}">
                <a16:creationId xmlns:a16="http://schemas.microsoft.com/office/drawing/2014/main" id="{628B24CD-29B7-DE6D-E888-0A0D50458613}"/>
              </a:ext>
            </a:extLst>
          </p:cNvPr>
          <p:cNvSpPr>
            <a:spLocks noGrp="1"/>
          </p:cNvSpPr>
          <p:nvPr>
            <p:ph sz="half" idx="28"/>
          </p:nvPr>
        </p:nvSpPr>
        <p:spPr>
          <a:xfrm>
            <a:off x="731837" y="4336759"/>
            <a:ext cx="3514161" cy="1668949"/>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3">
            <a:extLst>
              <a:ext uri="{FF2B5EF4-FFF2-40B4-BE49-F238E27FC236}">
                <a16:creationId xmlns:a16="http://schemas.microsoft.com/office/drawing/2014/main" id="{03915BD5-B60B-4279-091A-1C6CAA341F7C}"/>
              </a:ext>
            </a:extLst>
          </p:cNvPr>
          <p:cNvSpPr>
            <a:spLocks noGrp="1"/>
          </p:cNvSpPr>
          <p:nvPr>
            <p:ph sz="half" idx="29"/>
          </p:nvPr>
        </p:nvSpPr>
        <p:spPr>
          <a:xfrm>
            <a:off x="4409823" y="4336758"/>
            <a:ext cx="3617151" cy="1668949"/>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Content Placeholder 13">
            <a:extLst>
              <a:ext uri="{FF2B5EF4-FFF2-40B4-BE49-F238E27FC236}">
                <a16:creationId xmlns:a16="http://schemas.microsoft.com/office/drawing/2014/main" id="{EF4CC729-2E82-6584-AB6C-F569F07B64E4}"/>
              </a:ext>
            </a:extLst>
          </p:cNvPr>
          <p:cNvSpPr>
            <a:spLocks noGrp="1"/>
          </p:cNvSpPr>
          <p:nvPr>
            <p:ph sz="quarter" idx="30"/>
          </p:nvPr>
        </p:nvSpPr>
        <p:spPr>
          <a:xfrm>
            <a:off x="731838" y="3813884"/>
            <a:ext cx="3514161"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6" name="Content Placeholder 13">
            <a:extLst>
              <a:ext uri="{FF2B5EF4-FFF2-40B4-BE49-F238E27FC236}">
                <a16:creationId xmlns:a16="http://schemas.microsoft.com/office/drawing/2014/main" id="{E2338167-433A-D3FF-1381-B32FF19479EF}"/>
              </a:ext>
            </a:extLst>
          </p:cNvPr>
          <p:cNvSpPr>
            <a:spLocks noGrp="1"/>
          </p:cNvSpPr>
          <p:nvPr>
            <p:ph sz="quarter" idx="31"/>
          </p:nvPr>
        </p:nvSpPr>
        <p:spPr>
          <a:xfrm>
            <a:off x="4409823" y="3813884"/>
            <a:ext cx="3617150"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7" name="Content Placeholder 13">
            <a:extLst>
              <a:ext uri="{FF2B5EF4-FFF2-40B4-BE49-F238E27FC236}">
                <a16:creationId xmlns:a16="http://schemas.microsoft.com/office/drawing/2014/main" id="{A37E2D0E-A1B8-2890-9C2C-92307D799736}"/>
              </a:ext>
            </a:extLst>
          </p:cNvPr>
          <p:cNvSpPr>
            <a:spLocks noGrp="1"/>
          </p:cNvSpPr>
          <p:nvPr>
            <p:ph sz="quarter" idx="32"/>
          </p:nvPr>
        </p:nvSpPr>
        <p:spPr>
          <a:xfrm>
            <a:off x="8217662" y="3813884"/>
            <a:ext cx="3617150"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8" name="Content Placeholder 13">
            <a:extLst>
              <a:ext uri="{FF2B5EF4-FFF2-40B4-BE49-F238E27FC236}">
                <a16:creationId xmlns:a16="http://schemas.microsoft.com/office/drawing/2014/main" id="{0A46685F-9BAE-8DD8-6BED-6082F6BDE20B}"/>
              </a:ext>
            </a:extLst>
          </p:cNvPr>
          <p:cNvSpPr>
            <a:spLocks noGrp="1"/>
          </p:cNvSpPr>
          <p:nvPr>
            <p:ph sz="quarter" idx="33" hasCustomPrompt="1"/>
          </p:nvPr>
        </p:nvSpPr>
        <p:spPr>
          <a:xfrm>
            <a:off x="731839" y="4090232"/>
            <a:ext cx="3514160"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9" name="Content Placeholder 13">
            <a:extLst>
              <a:ext uri="{FF2B5EF4-FFF2-40B4-BE49-F238E27FC236}">
                <a16:creationId xmlns:a16="http://schemas.microsoft.com/office/drawing/2014/main" id="{ECFE5EF0-2F1F-C3D9-653F-1FB66F18318D}"/>
              </a:ext>
            </a:extLst>
          </p:cNvPr>
          <p:cNvSpPr>
            <a:spLocks noGrp="1"/>
          </p:cNvSpPr>
          <p:nvPr>
            <p:ph sz="quarter" idx="34" hasCustomPrompt="1"/>
          </p:nvPr>
        </p:nvSpPr>
        <p:spPr>
          <a:xfrm>
            <a:off x="4409823" y="4090232"/>
            <a:ext cx="3617150"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30" name="Content Placeholder 13">
            <a:extLst>
              <a:ext uri="{FF2B5EF4-FFF2-40B4-BE49-F238E27FC236}">
                <a16:creationId xmlns:a16="http://schemas.microsoft.com/office/drawing/2014/main" id="{4701A65B-BC7E-81D5-5B0C-2D5DB5F40961}"/>
              </a:ext>
            </a:extLst>
          </p:cNvPr>
          <p:cNvSpPr>
            <a:spLocks noGrp="1"/>
          </p:cNvSpPr>
          <p:nvPr>
            <p:ph sz="quarter" idx="35" hasCustomPrompt="1"/>
          </p:nvPr>
        </p:nvSpPr>
        <p:spPr>
          <a:xfrm>
            <a:off x="8217662" y="4090232"/>
            <a:ext cx="3617150"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25D049CF-18E6-5269-399A-94D4365E1E62}"/>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grpSp>
        <p:nvGrpSpPr>
          <p:cNvPr id="8" name="Group 7">
            <a:extLst>
              <a:ext uri="{FF2B5EF4-FFF2-40B4-BE49-F238E27FC236}">
                <a16:creationId xmlns:a16="http://schemas.microsoft.com/office/drawing/2014/main" id="{0C65A120-1A56-C443-D561-E26E8FEF15D9}"/>
              </a:ext>
            </a:extLst>
          </p:cNvPr>
          <p:cNvGrpSpPr/>
          <p:nvPr userDrawn="1"/>
        </p:nvGrpSpPr>
        <p:grpSpPr>
          <a:xfrm>
            <a:off x="704942" y="6485499"/>
            <a:ext cx="280194" cy="363536"/>
            <a:chOff x="704942" y="6485499"/>
            <a:chExt cx="280194" cy="363536"/>
          </a:xfrm>
        </p:grpSpPr>
        <p:sp>
          <p:nvSpPr>
            <p:cNvPr id="9" name="Espaço Reservado para Número de Slide 3">
              <a:extLst>
                <a:ext uri="{FF2B5EF4-FFF2-40B4-BE49-F238E27FC236}">
                  <a16:creationId xmlns:a16="http://schemas.microsoft.com/office/drawing/2014/main" id="{D425D97D-1073-6476-DD94-77E0D58A4F1E}"/>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10" name="Google Shape;236;p23">
              <a:extLst>
                <a:ext uri="{FF2B5EF4-FFF2-40B4-BE49-F238E27FC236}">
                  <a16:creationId xmlns:a16="http://schemas.microsoft.com/office/drawing/2014/main" id="{C10DCFFE-729F-BE79-0D24-03DB3B97EBCC}"/>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385008002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66887"/>
            <a:ext cx="5364163" cy="4032276"/>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6261638" y="1966885"/>
            <a:ext cx="5573175" cy="819447"/>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8" y="1455672"/>
            <a:ext cx="5364163" cy="264688"/>
          </a:xfrm>
        </p:spPr>
        <p:txBody>
          <a:bodyPr>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6261639" y="1455672"/>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p:nvPr>
        </p:nvSpPr>
        <p:spPr>
          <a:xfrm>
            <a:off x="6275388" y="5196058"/>
            <a:ext cx="5559424" cy="819447"/>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p:nvPr>
        </p:nvSpPr>
        <p:spPr>
          <a:xfrm>
            <a:off x="6261638" y="3572390"/>
            <a:ext cx="5573175" cy="819447"/>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p:nvPr>
        </p:nvSpPr>
        <p:spPr>
          <a:xfrm>
            <a:off x="6275389" y="4684844"/>
            <a:ext cx="555942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p:nvPr>
        </p:nvSpPr>
        <p:spPr>
          <a:xfrm>
            <a:off x="6261639" y="3061177"/>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6275389" y="4961192"/>
            <a:ext cx="5559424"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3337525"/>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grpSp>
        <p:nvGrpSpPr>
          <p:cNvPr id="8" name="Group 7">
            <a:extLst>
              <a:ext uri="{FF2B5EF4-FFF2-40B4-BE49-F238E27FC236}">
                <a16:creationId xmlns:a16="http://schemas.microsoft.com/office/drawing/2014/main" id="{ADD1A08A-E748-4117-EDBD-60F8F57C15EF}"/>
              </a:ext>
            </a:extLst>
          </p:cNvPr>
          <p:cNvGrpSpPr/>
          <p:nvPr userDrawn="1"/>
        </p:nvGrpSpPr>
        <p:grpSpPr>
          <a:xfrm>
            <a:off x="704942" y="6485499"/>
            <a:ext cx="280194" cy="363536"/>
            <a:chOff x="704942" y="6485499"/>
            <a:chExt cx="280194" cy="363536"/>
          </a:xfrm>
        </p:grpSpPr>
        <p:sp>
          <p:nvSpPr>
            <p:cNvPr id="9" name="Espaço Reservado para Número de Slide 3">
              <a:extLst>
                <a:ext uri="{FF2B5EF4-FFF2-40B4-BE49-F238E27FC236}">
                  <a16:creationId xmlns:a16="http://schemas.microsoft.com/office/drawing/2014/main" id="{8EF4A36F-AD5E-7D37-3205-21B734BF02C4}"/>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10" name="Google Shape;236;p23">
              <a:extLst>
                <a:ext uri="{FF2B5EF4-FFF2-40B4-BE49-F238E27FC236}">
                  <a16:creationId xmlns:a16="http://schemas.microsoft.com/office/drawing/2014/main" id="{894F5B8D-EB33-EC3D-FCCC-DFA96546CC92}"/>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166712516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11705-E470-8D14-31B3-824FE4DACE29}"/>
              </a:ext>
            </a:extLst>
          </p:cNvPr>
          <p:cNvSpPr>
            <a:spLocks noGrp="1"/>
          </p:cNvSpPr>
          <p:nvPr>
            <p:ph type="title"/>
          </p:nvPr>
        </p:nvSpPr>
        <p:spPr/>
        <p:txBody>
          <a:bodyPr/>
          <a:lstStyle/>
          <a:p>
            <a:r>
              <a:rPr lang="en-US"/>
              <a:t>Click to edit Master title style</a:t>
            </a:r>
          </a:p>
        </p:txBody>
      </p:sp>
      <p:sp>
        <p:nvSpPr>
          <p:cNvPr id="8" name="Content Placeholder 11">
            <a:extLst>
              <a:ext uri="{FF2B5EF4-FFF2-40B4-BE49-F238E27FC236}">
                <a16:creationId xmlns:a16="http://schemas.microsoft.com/office/drawing/2014/main" id="{2B80E022-3FDD-ADDD-4ECC-A35C1C629842}"/>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3" name="Text Placeholder 9">
            <a:extLst>
              <a:ext uri="{FF2B5EF4-FFF2-40B4-BE49-F238E27FC236}">
                <a16:creationId xmlns:a16="http://schemas.microsoft.com/office/drawing/2014/main" id="{57760116-9E59-33FC-6BC7-49E0ECA300FD}"/>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dirty="0"/>
              <a:t>Fonte:</a:t>
            </a:r>
          </a:p>
        </p:txBody>
      </p:sp>
      <p:grpSp>
        <p:nvGrpSpPr>
          <p:cNvPr id="6" name="Group 5">
            <a:extLst>
              <a:ext uri="{FF2B5EF4-FFF2-40B4-BE49-F238E27FC236}">
                <a16:creationId xmlns:a16="http://schemas.microsoft.com/office/drawing/2014/main" id="{6C8E02C8-6447-7333-B7A9-66CAA54059C4}"/>
              </a:ext>
            </a:extLst>
          </p:cNvPr>
          <p:cNvGrpSpPr/>
          <p:nvPr userDrawn="1"/>
        </p:nvGrpSpPr>
        <p:grpSpPr>
          <a:xfrm>
            <a:off x="704942" y="6485499"/>
            <a:ext cx="280194" cy="363536"/>
            <a:chOff x="704942" y="6485499"/>
            <a:chExt cx="280194" cy="363536"/>
          </a:xfrm>
        </p:grpSpPr>
        <p:sp>
          <p:nvSpPr>
            <p:cNvPr id="7" name="Espaço Reservado para Número de Slide 3">
              <a:extLst>
                <a:ext uri="{FF2B5EF4-FFF2-40B4-BE49-F238E27FC236}">
                  <a16:creationId xmlns:a16="http://schemas.microsoft.com/office/drawing/2014/main" id="{C66D02C7-E682-FB42-BA7A-9D3C835B0C0E}"/>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9" name="Google Shape;236;p23">
              <a:extLst>
                <a:ext uri="{FF2B5EF4-FFF2-40B4-BE49-F238E27FC236}">
                  <a16:creationId xmlns:a16="http://schemas.microsoft.com/office/drawing/2014/main" id="{CAF314CD-6706-D5AE-CB11-A439E72FD5D3}"/>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86095515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76121"/>
            <a:ext cx="11102976" cy="4023041"/>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11102976"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title</a:t>
            </a:r>
          </a:p>
        </p:txBody>
      </p:sp>
      <p:sp>
        <p:nvSpPr>
          <p:cNvPr id="16" name="Content Placeholder 13">
            <a:extLst>
              <a:ext uri="{FF2B5EF4-FFF2-40B4-BE49-F238E27FC236}">
                <a16:creationId xmlns:a16="http://schemas.microsoft.com/office/drawing/2014/main" id="{7B3249D2-1FE0-ED6D-322D-323EFD8671F4}"/>
              </a:ext>
            </a:extLst>
          </p:cNvPr>
          <p:cNvSpPr>
            <a:spLocks noGrp="1"/>
          </p:cNvSpPr>
          <p:nvPr>
            <p:ph sz="quarter" idx="16" hasCustomPrompt="1"/>
          </p:nvPr>
        </p:nvSpPr>
        <p:spPr>
          <a:xfrm>
            <a:off x="731838" y="1732020"/>
            <a:ext cx="11102976"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8" name="Text Placeholder 9">
            <a:extLst>
              <a:ext uri="{FF2B5EF4-FFF2-40B4-BE49-F238E27FC236}">
                <a16:creationId xmlns:a16="http://schemas.microsoft.com/office/drawing/2014/main" id="{75A68369-8B33-C898-7757-7C5067723B87}"/>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dirty="0"/>
              <a:t>Fonte:</a:t>
            </a:r>
          </a:p>
        </p:txBody>
      </p:sp>
      <p:grpSp>
        <p:nvGrpSpPr>
          <p:cNvPr id="6" name="Group 5">
            <a:extLst>
              <a:ext uri="{FF2B5EF4-FFF2-40B4-BE49-F238E27FC236}">
                <a16:creationId xmlns:a16="http://schemas.microsoft.com/office/drawing/2014/main" id="{B927CC47-3861-4419-BD1D-ADB8B8C99DB8}"/>
              </a:ext>
            </a:extLst>
          </p:cNvPr>
          <p:cNvGrpSpPr/>
          <p:nvPr userDrawn="1"/>
        </p:nvGrpSpPr>
        <p:grpSpPr>
          <a:xfrm>
            <a:off x="704942" y="6485499"/>
            <a:ext cx="280194" cy="363536"/>
            <a:chOff x="704942" y="6485499"/>
            <a:chExt cx="280194" cy="363536"/>
          </a:xfrm>
        </p:grpSpPr>
        <p:sp>
          <p:nvSpPr>
            <p:cNvPr id="7" name="Espaço Reservado para Número de Slide 3">
              <a:extLst>
                <a:ext uri="{FF2B5EF4-FFF2-40B4-BE49-F238E27FC236}">
                  <a16:creationId xmlns:a16="http://schemas.microsoft.com/office/drawing/2014/main" id="{EABBF1ED-7F39-7614-E66A-AE6F74296C7A}"/>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8" name="Google Shape;236;p23">
              <a:extLst>
                <a:ext uri="{FF2B5EF4-FFF2-40B4-BE49-F238E27FC236}">
                  <a16:creationId xmlns:a16="http://schemas.microsoft.com/office/drawing/2014/main" id="{DC87336E-C8AB-37D6-2274-CAAA16BE4053}"/>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258879098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739B9-4054-A9D4-2292-242833A6280F}"/>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DA00962-9F6C-292D-19D5-4E49FD343F1A}"/>
              </a:ext>
            </a:extLst>
          </p:cNvPr>
          <p:cNvSpPr>
            <a:spLocks noGrp="1"/>
          </p:cNvSpPr>
          <p:nvPr>
            <p:ph idx="1"/>
          </p:nvPr>
        </p:nvSpPr>
        <p:spPr>
          <a:xfrm>
            <a:off x="731837" y="1450975"/>
            <a:ext cx="11102975" cy="4548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1">
            <a:extLst>
              <a:ext uri="{FF2B5EF4-FFF2-40B4-BE49-F238E27FC236}">
                <a16:creationId xmlns:a16="http://schemas.microsoft.com/office/drawing/2014/main" id="{D5FE42B3-1E99-213C-F3D2-9217EEF7672B}"/>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4" name="Text Placeholder 9">
            <a:extLst>
              <a:ext uri="{FF2B5EF4-FFF2-40B4-BE49-F238E27FC236}">
                <a16:creationId xmlns:a16="http://schemas.microsoft.com/office/drawing/2014/main" id="{2F1DE075-A5E1-000B-46FA-B32E12F4D165}"/>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grpSp>
        <p:nvGrpSpPr>
          <p:cNvPr id="8" name="Group 7">
            <a:extLst>
              <a:ext uri="{FF2B5EF4-FFF2-40B4-BE49-F238E27FC236}">
                <a16:creationId xmlns:a16="http://schemas.microsoft.com/office/drawing/2014/main" id="{0D13C78E-600D-1536-B1F1-4BDD6E84725F}"/>
              </a:ext>
            </a:extLst>
          </p:cNvPr>
          <p:cNvGrpSpPr/>
          <p:nvPr userDrawn="1"/>
        </p:nvGrpSpPr>
        <p:grpSpPr>
          <a:xfrm>
            <a:off x="704942" y="6485499"/>
            <a:ext cx="280194" cy="363536"/>
            <a:chOff x="704942" y="6485499"/>
            <a:chExt cx="280194" cy="363536"/>
          </a:xfrm>
        </p:grpSpPr>
        <p:sp>
          <p:nvSpPr>
            <p:cNvPr id="9" name="Espaço Reservado para Número de Slide 3">
              <a:extLst>
                <a:ext uri="{FF2B5EF4-FFF2-40B4-BE49-F238E27FC236}">
                  <a16:creationId xmlns:a16="http://schemas.microsoft.com/office/drawing/2014/main" id="{7E9EDF47-118C-BA98-CB1E-13984B7E0F18}"/>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10" name="Google Shape;236;p23">
              <a:extLst>
                <a:ext uri="{FF2B5EF4-FFF2-40B4-BE49-F238E27FC236}">
                  <a16:creationId xmlns:a16="http://schemas.microsoft.com/office/drawing/2014/main" id="{F6D7F9EC-E27F-74C1-E7FE-A7E8C22567F3}"/>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415615508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0CEB7816-3878-A81B-1BD9-712AECF6A51A}"/>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grpSp>
        <p:nvGrpSpPr>
          <p:cNvPr id="5" name="Group 4">
            <a:extLst>
              <a:ext uri="{FF2B5EF4-FFF2-40B4-BE49-F238E27FC236}">
                <a16:creationId xmlns:a16="http://schemas.microsoft.com/office/drawing/2014/main" id="{C6082C64-373D-B7AA-3FE4-1BEB0370E841}"/>
              </a:ext>
            </a:extLst>
          </p:cNvPr>
          <p:cNvGrpSpPr/>
          <p:nvPr userDrawn="1"/>
        </p:nvGrpSpPr>
        <p:grpSpPr>
          <a:xfrm>
            <a:off x="704942" y="6485499"/>
            <a:ext cx="280194" cy="363536"/>
            <a:chOff x="704942" y="6485499"/>
            <a:chExt cx="280194" cy="363536"/>
          </a:xfrm>
        </p:grpSpPr>
        <p:sp>
          <p:nvSpPr>
            <p:cNvPr id="6" name="Espaço Reservado para Número de Slide 3">
              <a:extLst>
                <a:ext uri="{FF2B5EF4-FFF2-40B4-BE49-F238E27FC236}">
                  <a16:creationId xmlns:a16="http://schemas.microsoft.com/office/drawing/2014/main" id="{77BFC3D8-54FA-AE2F-EAF4-3CD871D70A29}"/>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7" name="Google Shape;236;p23">
              <a:extLst>
                <a:ext uri="{FF2B5EF4-FFF2-40B4-BE49-F238E27FC236}">
                  <a16:creationId xmlns:a16="http://schemas.microsoft.com/office/drawing/2014/main" id="{1E5C7D75-715B-93F3-8132-049B86F34C37}"/>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124575613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11705-E470-8D14-31B3-824FE4DACE29}"/>
              </a:ext>
            </a:extLst>
          </p:cNvPr>
          <p:cNvSpPr>
            <a:spLocks noGrp="1"/>
          </p:cNvSpPr>
          <p:nvPr>
            <p:ph type="title"/>
          </p:nvPr>
        </p:nvSpPr>
        <p:spPr>
          <a:xfrm>
            <a:off x="731837" y="733846"/>
            <a:ext cx="11102975" cy="307520"/>
          </a:xfrm>
          <a:noFill/>
        </p:spPr>
        <p:txBody>
          <a:bodyPr vert="horz" wrap="square" lIns="0" tIns="0" rIns="0" bIns="0" rtlCol="0" anchor="ctr">
            <a:spAutoFit/>
          </a:bodyPr>
          <a:lstStyle>
            <a:lvl1pPr algn="l" defTabSz="914400" rtl="0" eaLnBrk="1" latinLnBrk="0" hangingPunct="1">
              <a:lnSpc>
                <a:spcPct val="90000"/>
              </a:lnSpc>
              <a:spcBef>
                <a:spcPct val="0"/>
              </a:spcBef>
              <a:buNone/>
              <a:defRPr lang="en-US" sz="2200" b="1" kern="1200" dirty="0">
                <a:solidFill>
                  <a:schemeClr val="bg2"/>
                </a:solidFill>
                <a:latin typeface="Poppins" panose="00000500000000000000" pitchFamily="2" charset="0"/>
                <a:ea typeface="+mn-ea"/>
                <a:cs typeface="Poppins" panose="00000500000000000000" pitchFamily="2" charset="0"/>
              </a:defRPr>
            </a:lvl1pPr>
          </a:lstStyle>
          <a:p>
            <a:pPr marL="0" lvl="0" defTabSz="457200"/>
            <a:r>
              <a:rPr lang="en-US" dirty="0"/>
              <a:t>Click to edit Master title style</a:t>
            </a:r>
          </a:p>
        </p:txBody>
      </p:sp>
      <p:sp>
        <p:nvSpPr>
          <p:cNvPr id="8" name="Content Placeholder 11">
            <a:extLst>
              <a:ext uri="{FF2B5EF4-FFF2-40B4-BE49-F238E27FC236}">
                <a16:creationId xmlns:a16="http://schemas.microsoft.com/office/drawing/2014/main" id="{2B80E022-3FDD-ADDD-4ECC-A35C1C629842}"/>
              </a:ext>
            </a:extLst>
          </p:cNvPr>
          <p:cNvSpPr>
            <a:spLocks noGrp="1"/>
          </p:cNvSpPr>
          <p:nvPr>
            <p:ph sz="quarter" idx="13"/>
          </p:nvPr>
        </p:nvSpPr>
        <p:spPr>
          <a:xfrm>
            <a:off x="731838" y="1052961"/>
            <a:ext cx="11102975" cy="215503"/>
          </a:xfrm>
        </p:spPr>
        <p:txBody>
          <a:bodyPr vert="horz" lIns="0" tIns="36000" rIns="0" bIns="0" rtlCol="0">
            <a:spAutoFit/>
          </a:bodyPr>
          <a:lstStyle>
            <a:lvl1pPr>
              <a:defRPr lang="en-US" sz="1100">
                <a:solidFill>
                  <a:schemeClr val="tx2"/>
                </a:solidFill>
                <a:ea typeface="Source Serif Pro Light" panose="02040303050405020204" pitchFamily="18" charset="0"/>
              </a:defRPr>
            </a:lvl1pPr>
          </a:lstStyle>
          <a:p>
            <a:pPr lvl="0"/>
            <a:r>
              <a:rPr lang="en-US" dirty="0"/>
              <a:t>Click to edit Master text styles</a:t>
            </a:r>
          </a:p>
        </p:txBody>
      </p:sp>
      <p:sp>
        <p:nvSpPr>
          <p:cNvPr id="3" name="Text Placeholder 9">
            <a:extLst>
              <a:ext uri="{FF2B5EF4-FFF2-40B4-BE49-F238E27FC236}">
                <a16:creationId xmlns:a16="http://schemas.microsoft.com/office/drawing/2014/main" id="{7DE9E503-0DA5-DD7A-0326-165CF94FD1AE}"/>
              </a:ext>
            </a:extLst>
          </p:cNvPr>
          <p:cNvSpPr>
            <a:spLocks noGrp="1"/>
          </p:cNvSpPr>
          <p:nvPr>
            <p:ph type="body" sz="quarter" idx="36" hasCustomPrompt="1"/>
          </p:nvPr>
        </p:nvSpPr>
        <p:spPr>
          <a:xfrm>
            <a:off x="731838" y="6198700"/>
            <a:ext cx="9275946" cy="114006"/>
          </a:xfrm>
        </p:spPr>
        <p:txBody>
          <a:bodyPr vert="horz" wrap="square" lIns="0" tIns="0" rIns="0" bIns="0" rtlCol="0">
            <a:spAutoFit/>
          </a:bodyPr>
          <a:lstStyle>
            <a:lvl1pPr>
              <a:defRPr lang="en-US" sz="700" strike="noStrike">
                <a:solidFill>
                  <a:schemeClr val="bg1">
                    <a:lumMod val="65000"/>
                  </a:schemeClr>
                </a:solidFill>
              </a:defRPr>
            </a:lvl1pPr>
          </a:lstStyle>
          <a:p>
            <a:pPr lvl="0"/>
            <a:r>
              <a:rPr lang="en-US"/>
              <a:t>Fonte:</a:t>
            </a:r>
          </a:p>
        </p:txBody>
      </p:sp>
      <p:grpSp>
        <p:nvGrpSpPr>
          <p:cNvPr id="6" name="Group 5">
            <a:extLst>
              <a:ext uri="{FF2B5EF4-FFF2-40B4-BE49-F238E27FC236}">
                <a16:creationId xmlns:a16="http://schemas.microsoft.com/office/drawing/2014/main" id="{7765BF8C-2527-F0CF-DE40-9CCF3F1F38C7}"/>
              </a:ext>
            </a:extLst>
          </p:cNvPr>
          <p:cNvGrpSpPr/>
          <p:nvPr userDrawn="1"/>
        </p:nvGrpSpPr>
        <p:grpSpPr>
          <a:xfrm>
            <a:off x="704942" y="6485499"/>
            <a:ext cx="280194" cy="363536"/>
            <a:chOff x="704942" y="6485499"/>
            <a:chExt cx="280194" cy="363536"/>
          </a:xfrm>
        </p:grpSpPr>
        <p:sp>
          <p:nvSpPr>
            <p:cNvPr id="7" name="Espaço Reservado para Número de Slide 3">
              <a:extLst>
                <a:ext uri="{FF2B5EF4-FFF2-40B4-BE49-F238E27FC236}">
                  <a16:creationId xmlns:a16="http://schemas.microsoft.com/office/drawing/2014/main" id="{ABBD82E2-DBEA-8DDB-66E5-F34804276BE2}"/>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9" name="Google Shape;236;p23">
              <a:extLst>
                <a:ext uri="{FF2B5EF4-FFF2-40B4-BE49-F238E27FC236}">
                  <a16:creationId xmlns:a16="http://schemas.microsoft.com/office/drawing/2014/main" id="{ED268A79-C950-EFF5-C8D9-4E18099BD338}"/>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94906159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11705-E470-8D14-31B3-824FE4DACE29}"/>
              </a:ext>
            </a:extLst>
          </p:cNvPr>
          <p:cNvSpPr>
            <a:spLocks noGrp="1"/>
          </p:cNvSpPr>
          <p:nvPr>
            <p:ph type="title"/>
          </p:nvPr>
        </p:nvSpPr>
        <p:spPr>
          <a:xfrm>
            <a:off x="731837" y="733845"/>
            <a:ext cx="11102975" cy="307520"/>
          </a:xfrm>
          <a:noFill/>
        </p:spPr>
        <p:txBody>
          <a:bodyPr wrap="square" rtlCol="0">
            <a:spAutoFit/>
          </a:bodyPr>
          <a:lstStyle>
            <a:lvl1pPr>
              <a:defRPr lang="en-US" sz="2200">
                <a:solidFill>
                  <a:schemeClr val="bg2"/>
                </a:solidFill>
                <a:latin typeface="Poppins" panose="00000500000000000000" pitchFamily="2" charset="0"/>
                <a:ea typeface="+mn-ea"/>
                <a:cs typeface="Poppins" panose="00000500000000000000" pitchFamily="2" charset="0"/>
              </a:defRPr>
            </a:lvl1pPr>
          </a:lstStyle>
          <a:p>
            <a:pPr marL="0" lvl="0" defTabSz="457200"/>
            <a:r>
              <a:rPr lang="en-US" dirty="0"/>
              <a:t>Click to edit Master title style</a:t>
            </a:r>
          </a:p>
        </p:txBody>
      </p:sp>
      <p:sp>
        <p:nvSpPr>
          <p:cNvPr id="8" name="Content Placeholder 11">
            <a:extLst>
              <a:ext uri="{FF2B5EF4-FFF2-40B4-BE49-F238E27FC236}">
                <a16:creationId xmlns:a16="http://schemas.microsoft.com/office/drawing/2014/main" id="{2B80E022-3FDD-ADDD-4ECC-A35C1C629842}"/>
              </a:ext>
            </a:extLst>
          </p:cNvPr>
          <p:cNvSpPr>
            <a:spLocks noGrp="1"/>
          </p:cNvSpPr>
          <p:nvPr>
            <p:ph sz="quarter" idx="13"/>
          </p:nvPr>
        </p:nvSpPr>
        <p:spPr>
          <a:xfrm>
            <a:off x="731838" y="1052961"/>
            <a:ext cx="11102975" cy="215503"/>
          </a:xfrm>
        </p:spPr>
        <p:txBody>
          <a:bodyPr tIns="36000">
            <a:spAutoFit/>
          </a:bodyPr>
          <a:lstStyle>
            <a:lvl1pPr>
              <a:defRPr sz="1100">
                <a:latin typeface="+mj-lt"/>
                <a:ea typeface="Source Serif Pro Light" panose="02040303050405020204" pitchFamily="18" charset="0"/>
              </a:defRPr>
            </a:lvl1pPr>
          </a:lstStyle>
          <a:p>
            <a:pPr lvl="0"/>
            <a:r>
              <a:rPr lang="en-US" dirty="0"/>
              <a:t>Click to edit Master text styles</a:t>
            </a:r>
          </a:p>
        </p:txBody>
      </p:sp>
      <p:sp>
        <p:nvSpPr>
          <p:cNvPr id="3" name="Text Placeholder 9">
            <a:extLst>
              <a:ext uri="{FF2B5EF4-FFF2-40B4-BE49-F238E27FC236}">
                <a16:creationId xmlns:a16="http://schemas.microsoft.com/office/drawing/2014/main" id="{22609D6E-6566-73A1-3287-69F24E735DBB}"/>
              </a:ext>
            </a:extLst>
          </p:cNvPr>
          <p:cNvSpPr>
            <a:spLocks noGrp="1"/>
          </p:cNvSpPr>
          <p:nvPr>
            <p:ph type="body" sz="quarter" idx="36" hasCustomPrompt="1"/>
          </p:nvPr>
        </p:nvSpPr>
        <p:spPr>
          <a:xfrm>
            <a:off x="731837" y="6198700"/>
            <a:ext cx="9275946" cy="114006"/>
          </a:xfrm>
        </p:spPr>
        <p:txBody>
          <a:bodyPr wrap="square">
            <a:spAutoFit/>
          </a:bodyPr>
          <a:lstStyle>
            <a:lvl1pPr marL="0" algn="l" defTabSz="914400" rtl="0" eaLnBrk="1" latinLnBrk="0" hangingPunct="1">
              <a:defRPr lang="en-US" sz="700" strike="noStrike" kern="1200" dirty="0" smtClean="0">
                <a:solidFill>
                  <a:schemeClr val="bg1">
                    <a:lumMod val="65000"/>
                  </a:schemeClr>
                </a:solidFill>
                <a:latin typeface="+mj-lt"/>
                <a:ea typeface="Source Serif Pro" panose="02040603050405020204" pitchFamily="18" charset="0"/>
                <a:cs typeface="+mn-cs"/>
              </a:defRPr>
            </a:lvl1pPr>
          </a:lstStyle>
          <a:p>
            <a:pPr lvl="0"/>
            <a:r>
              <a:rPr lang="en-US"/>
              <a:t>Fonte:</a:t>
            </a:r>
          </a:p>
        </p:txBody>
      </p:sp>
      <p:grpSp>
        <p:nvGrpSpPr>
          <p:cNvPr id="5" name="Group 4">
            <a:extLst>
              <a:ext uri="{FF2B5EF4-FFF2-40B4-BE49-F238E27FC236}">
                <a16:creationId xmlns:a16="http://schemas.microsoft.com/office/drawing/2014/main" id="{FD2F2C37-AEBC-352E-152B-906A56E82FE7}"/>
              </a:ext>
            </a:extLst>
          </p:cNvPr>
          <p:cNvGrpSpPr/>
          <p:nvPr userDrawn="1"/>
        </p:nvGrpSpPr>
        <p:grpSpPr>
          <a:xfrm>
            <a:off x="704942" y="6485499"/>
            <a:ext cx="280194" cy="363536"/>
            <a:chOff x="704942" y="6485499"/>
            <a:chExt cx="280194" cy="363536"/>
          </a:xfrm>
        </p:grpSpPr>
        <p:sp>
          <p:nvSpPr>
            <p:cNvPr id="7" name="Espaço Reservado para Número de Slide 3">
              <a:extLst>
                <a:ext uri="{FF2B5EF4-FFF2-40B4-BE49-F238E27FC236}">
                  <a16:creationId xmlns:a16="http://schemas.microsoft.com/office/drawing/2014/main" id="{78648AB3-3875-7DEC-FE76-620BA3F42CBA}"/>
                </a:ext>
              </a:extLst>
            </p:cNvPr>
            <p:cNvSpPr txBox="1">
              <a:spLocks/>
            </p:cNvSpPr>
            <p:nvPr userDrawn="1"/>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lumMod val="75000"/>
                    </a:schemeClr>
                  </a:solidFill>
                  <a:latin typeface="Source Serif Pro" panose="02040603050405020204" pitchFamily="18" charset="0"/>
                  <a:ea typeface="Source Serif Pro" panose="02040603050405020204" pitchFamily="18" charset="0"/>
                  <a:cs typeface="+mn-cs"/>
                </a:rPr>
                <a:pPr algn="ctr"/>
                <a:t>‹#›</a:t>
              </a:fld>
              <a:endParaRPr lang="en-US" sz="800" b="0" kern="1200" dirty="0">
                <a:solidFill>
                  <a:schemeClr val="accent1">
                    <a:lumMod val="75000"/>
                  </a:schemeClr>
                </a:solidFill>
                <a:latin typeface="Source Serif Pro" panose="02040603050405020204" pitchFamily="18" charset="0"/>
                <a:ea typeface="Source Serif Pro" panose="02040603050405020204" pitchFamily="18" charset="0"/>
                <a:cs typeface="+mn-cs"/>
              </a:endParaRPr>
            </a:p>
          </p:txBody>
        </p:sp>
        <p:sp>
          <p:nvSpPr>
            <p:cNvPr id="9" name="Google Shape;236;p23">
              <a:extLst>
                <a:ext uri="{FF2B5EF4-FFF2-40B4-BE49-F238E27FC236}">
                  <a16:creationId xmlns:a16="http://schemas.microsoft.com/office/drawing/2014/main" id="{170ECB82-5C68-BDA6-B389-EEF5FF488984}"/>
                </a:ext>
              </a:extLst>
            </p:cNvPr>
            <p:cNvSpPr/>
            <p:nvPr userDrawn="1"/>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spTree>
    <p:extLst>
      <p:ext uri="{BB962C8B-B14F-4D97-AF65-F5344CB8AC3E}">
        <p14:creationId xmlns:p14="http://schemas.microsoft.com/office/powerpoint/2010/main" val="63942023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11705-E470-8D14-31B3-824FE4DACE29}"/>
              </a:ext>
            </a:extLst>
          </p:cNvPr>
          <p:cNvSpPr>
            <a:spLocks noGrp="1"/>
          </p:cNvSpPr>
          <p:nvPr>
            <p:ph type="title"/>
          </p:nvPr>
        </p:nvSpPr>
        <p:spPr>
          <a:xfrm>
            <a:off x="731837" y="745259"/>
            <a:ext cx="11102975" cy="284693"/>
          </a:xfrm>
        </p:spPr>
        <p:txBody>
          <a:bodyPr/>
          <a:lstStyle/>
          <a:p>
            <a:r>
              <a:rPr lang="en-US"/>
              <a:t>Click to edit Master title style</a:t>
            </a:r>
          </a:p>
        </p:txBody>
      </p:sp>
      <p:sp>
        <p:nvSpPr>
          <p:cNvPr id="8" name="Content Placeholder 11">
            <a:extLst>
              <a:ext uri="{FF2B5EF4-FFF2-40B4-BE49-F238E27FC236}">
                <a16:creationId xmlns:a16="http://schemas.microsoft.com/office/drawing/2014/main" id="{2B80E022-3FDD-ADDD-4ECC-A35C1C629842}"/>
              </a:ext>
            </a:extLst>
          </p:cNvPr>
          <p:cNvSpPr>
            <a:spLocks noGrp="1"/>
          </p:cNvSpPr>
          <p:nvPr>
            <p:ph sz="quarter" idx="13"/>
          </p:nvPr>
        </p:nvSpPr>
        <p:spPr>
          <a:xfrm>
            <a:off x="731838" y="1052961"/>
            <a:ext cx="11102975" cy="234867"/>
          </a:xfrm>
        </p:spPr>
        <p:txBody>
          <a:bodyPr tIns="36000">
            <a:spAutoFit/>
          </a:bodyPr>
          <a:lstStyle>
            <a:lvl1pPr>
              <a:defRPr>
                <a:latin typeface="Source Serif Pro Light" panose="02040303050405020204" pitchFamily="18" charset="0"/>
                <a:ea typeface="Source Serif Pro Light" panose="02040303050405020204" pitchFamily="18" charset="0"/>
              </a:defRPr>
            </a:lvl1pPr>
          </a:lstStyle>
          <a:p>
            <a:pPr lvl="0"/>
            <a:r>
              <a:rPr lang="en-US"/>
              <a:t>Click to edit Master text styles</a:t>
            </a:r>
          </a:p>
        </p:txBody>
      </p:sp>
      <p:sp>
        <p:nvSpPr>
          <p:cNvPr id="6" name="Content Placeholder 5">
            <a:extLst>
              <a:ext uri="{FF2B5EF4-FFF2-40B4-BE49-F238E27FC236}">
                <a16:creationId xmlns:a16="http://schemas.microsoft.com/office/drawing/2014/main" id="{DF78881D-E677-81F1-4FEB-E641DAF46920}"/>
              </a:ext>
            </a:extLst>
          </p:cNvPr>
          <p:cNvSpPr>
            <a:spLocks noGrp="1"/>
          </p:cNvSpPr>
          <p:nvPr>
            <p:ph sz="quarter" idx="14"/>
          </p:nvPr>
        </p:nvSpPr>
        <p:spPr>
          <a:xfrm>
            <a:off x="4227651" y="1450975"/>
            <a:ext cx="7607161" cy="4548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D7BB55DD-2EFA-B3F5-5529-538C58485955}"/>
              </a:ext>
            </a:extLst>
          </p:cNvPr>
          <p:cNvSpPr>
            <a:spLocks noGrp="1"/>
          </p:cNvSpPr>
          <p:nvPr>
            <p:ph type="pic" sz="quarter" idx="15"/>
          </p:nvPr>
        </p:nvSpPr>
        <p:spPr>
          <a:xfrm>
            <a:off x="0" y="1450975"/>
            <a:ext cx="4019217" cy="4548188"/>
          </a:xfrm>
        </p:spPr>
        <p:txBody>
          <a:bodyPr anchor="ctr" anchorCtr="0"/>
          <a:lstStyle>
            <a:lvl1pPr algn="ctr">
              <a:defRPr/>
            </a:lvl1pPr>
          </a:lstStyle>
          <a:p>
            <a:endParaRPr lang="en-US"/>
          </a:p>
        </p:txBody>
      </p:sp>
      <p:sp>
        <p:nvSpPr>
          <p:cNvPr id="10" name="Text Placeholder 9">
            <a:extLst>
              <a:ext uri="{FF2B5EF4-FFF2-40B4-BE49-F238E27FC236}">
                <a16:creationId xmlns:a16="http://schemas.microsoft.com/office/drawing/2014/main" id="{B9905E8E-005A-2CB8-D13C-50AD91C54199}"/>
              </a:ext>
            </a:extLst>
          </p:cNvPr>
          <p:cNvSpPr>
            <a:spLocks noGrp="1"/>
          </p:cNvSpPr>
          <p:nvPr>
            <p:ph type="body" sz="quarter" idx="36" hasCustomPrompt="1"/>
          </p:nvPr>
        </p:nvSpPr>
        <p:spPr>
          <a:xfrm>
            <a:off x="731838" y="6198700"/>
            <a:ext cx="9275946" cy="132344"/>
          </a:xfrm>
        </p:spPr>
        <p:txBody>
          <a:bodyPr wrap="square">
            <a:spAutoFit/>
          </a:bodyPr>
          <a:lstStyle>
            <a:lvl1pPr marL="0" algn="l" defTabSz="914400" rtl="0" eaLnBrk="1" latinLnBrk="0" hangingPunct="1">
              <a:defRPr lang="en-US" sz="800" kern="1200" dirty="0" smtClean="0">
                <a:solidFill>
                  <a:schemeClr val="accent3"/>
                </a:solidFill>
                <a:latin typeface="Source Serif Pro" panose="02040603050405020204" pitchFamily="18" charset="0"/>
                <a:ea typeface="Source Serif Pro" panose="02040603050405020204" pitchFamily="18" charset="0"/>
                <a:cs typeface="+mn-cs"/>
              </a:defRPr>
            </a:lvl1pPr>
          </a:lstStyle>
          <a:p>
            <a:pPr lvl="0"/>
            <a:r>
              <a:rPr lang="en-US"/>
              <a:t>Fonte:</a:t>
            </a:r>
          </a:p>
        </p:txBody>
      </p:sp>
      <p:sp>
        <p:nvSpPr>
          <p:cNvPr id="11" name="Espaço Reservado para Número de Slide 3">
            <a:extLst>
              <a:ext uri="{FF2B5EF4-FFF2-40B4-BE49-F238E27FC236}">
                <a16:creationId xmlns:a16="http://schemas.microsoft.com/office/drawing/2014/main" id="{71659637-18F6-B178-84AC-57BA4CF70E4D}"/>
              </a:ext>
            </a:extLst>
          </p:cNvPr>
          <p:cNvSpPr txBox="1">
            <a:spLocks/>
          </p:cNvSpPr>
          <p:nvPr userDrawn="1"/>
        </p:nvSpPr>
        <p:spPr>
          <a:xfrm>
            <a:off x="731837" y="6494464"/>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800" b="0" kern="1200" smtClean="0">
                <a:solidFill>
                  <a:schemeClr val="accent3"/>
                </a:solidFill>
                <a:latin typeface="Source Serif Pro" panose="02040603050405020204" pitchFamily="18" charset="0"/>
                <a:ea typeface="Source Serif Pro" panose="02040603050405020204" pitchFamily="18" charset="0"/>
                <a:cs typeface="+mn-cs"/>
              </a:rPr>
              <a:pPr algn="ctr"/>
              <a:t>‹#›</a:t>
            </a:fld>
            <a:endParaRPr lang="en-US" sz="800" b="0" kern="1200">
              <a:solidFill>
                <a:schemeClr val="accent3"/>
              </a:solidFill>
              <a:latin typeface="Source Serif Pro" panose="02040603050405020204" pitchFamily="18" charset="0"/>
              <a:ea typeface="Source Serif Pro" panose="02040603050405020204" pitchFamily="18" charset="0"/>
              <a:cs typeface="+mn-cs"/>
            </a:endParaRPr>
          </a:p>
        </p:txBody>
      </p:sp>
      <p:sp>
        <p:nvSpPr>
          <p:cNvPr id="5" name="Text Placeholder 4">
            <a:extLst>
              <a:ext uri="{FF2B5EF4-FFF2-40B4-BE49-F238E27FC236}">
                <a16:creationId xmlns:a16="http://schemas.microsoft.com/office/drawing/2014/main" id="{270237DB-DB13-5C37-7F45-25162D63C3F9}"/>
              </a:ext>
            </a:extLst>
          </p:cNvPr>
          <p:cNvSpPr>
            <a:spLocks noGrp="1"/>
          </p:cNvSpPr>
          <p:nvPr>
            <p:ph type="body" sz="quarter" idx="37"/>
          </p:nvPr>
        </p:nvSpPr>
        <p:spPr>
          <a:xfrm>
            <a:off x="731837" y="357006"/>
            <a:ext cx="1817688" cy="165430"/>
          </a:xfrm>
          <a:solidFill>
            <a:schemeClr val="bg1"/>
          </a:solidFill>
        </p:spPr>
        <p:txBody>
          <a:bodyPr wrap="square" rIns="10800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000" kern="1200" dirty="0" smtClean="0">
                <a:solidFill>
                  <a:srgbClr val="222F44"/>
                </a:solidFill>
                <a:latin typeface="Source Serif Pro" panose="02040603050405020204" pitchFamily="18" charset="0"/>
                <a:ea typeface="Source Serif Pro" panose="02040603050405020204" pitchFamily="18" charset="0"/>
                <a:cs typeface="Arial" panose="020B0604020202020204" pitchFamily="34" charset="0"/>
              </a:defRPr>
            </a:lvl1pPr>
          </a:lstStyle>
          <a:p>
            <a:pPr lvl="0"/>
            <a:r>
              <a:rPr lang="en-US"/>
              <a:t>Click to edit Master text styles</a:t>
            </a:r>
          </a:p>
        </p:txBody>
      </p:sp>
    </p:spTree>
    <p:extLst>
      <p:ext uri="{BB962C8B-B14F-4D97-AF65-F5344CB8AC3E}">
        <p14:creationId xmlns:p14="http://schemas.microsoft.com/office/powerpoint/2010/main" val="268175622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76121"/>
            <a:ext cx="5364163" cy="4023041"/>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6261638" y="1976120"/>
            <a:ext cx="5573175" cy="4023041"/>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34867"/>
          </a:xfrm>
        </p:spPr>
        <p:txBody>
          <a:bodyPr tIns="36000">
            <a:spAutoFit/>
          </a:bodyPr>
          <a:lstStyle>
            <a:lvl1pPr>
              <a:defRPr>
                <a:latin typeface="Source Serif Pro Light" panose="02040303050405020204" pitchFamily="18" charset="0"/>
                <a:ea typeface="Source Serif Pro Light" panose="02040303050405020204" pitchFamily="18" charset="0"/>
              </a:defRPr>
            </a:lvl1pPr>
          </a:lstStyle>
          <a:p>
            <a:pPr lvl="0"/>
            <a:r>
              <a:rPr lang="en-US"/>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title</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title</a:t>
            </a:r>
          </a:p>
        </p:txBody>
      </p:sp>
      <p:sp>
        <p:nvSpPr>
          <p:cNvPr id="16" name="Content Placeholder 13">
            <a:extLst>
              <a:ext uri="{FF2B5EF4-FFF2-40B4-BE49-F238E27FC236}">
                <a16:creationId xmlns:a16="http://schemas.microsoft.com/office/drawing/2014/main" id="{7B3249D2-1FE0-ED6D-322D-323EFD8671F4}"/>
              </a:ext>
            </a:extLst>
          </p:cNvPr>
          <p:cNvSpPr>
            <a:spLocks noGrp="1"/>
          </p:cNvSpPr>
          <p:nvPr>
            <p:ph sz="quarter" idx="16" hasCustomPrompt="1"/>
          </p:nvPr>
        </p:nvSpPr>
        <p:spPr>
          <a:xfrm>
            <a:off x="731838" y="1732020"/>
            <a:ext cx="5364163" cy="234867"/>
          </a:xfrm>
        </p:spPr>
        <p:txBody>
          <a:bodyPr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7" name="Content Placeholder 13">
            <a:extLst>
              <a:ext uri="{FF2B5EF4-FFF2-40B4-BE49-F238E27FC236}">
                <a16:creationId xmlns:a16="http://schemas.microsoft.com/office/drawing/2014/main" id="{20924A97-2EEA-A043-22A5-75FCC7450D61}"/>
              </a:ext>
            </a:extLst>
          </p:cNvPr>
          <p:cNvSpPr>
            <a:spLocks noGrp="1"/>
          </p:cNvSpPr>
          <p:nvPr>
            <p:ph sz="quarter" idx="17" hasCustomPrompt="1"/>
          </p:nvPr>
        </p:nvSpPr>
        <p:spPr>
          <a:xfrm>
            <a:off x="6261639" y="1732020"/>
            <a:ext cx="5573174"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8" name="Text Placeholder 9">
            <a:extLst>
              <a:ext uri="{FF2B5EF4-FFF2-40B4-BE49-F238E27FC236}">
                <a16:creationId xmlns:a16="http://schemas.microsoft.com/office/drawing/2014/main" id="{75A68369-8B33-C898-7757-7C5067723B87}"/>
              </a:ext>
            </a:extLst>
          </p:cNvPr>
          <p:cNvSpPr>
            <a:spLocks noGrp="1"/>
          </p:cNvSpPr>
          <p:nvPr>
            <p:ph type="body" sz="quarter" idx="36" hasCustomPrompt="1"/>
          </p:nvPr>
        </p:nvSpPr>
        <p:spPr>
          <a:xfrm>
            <a:off x="731838" y="6198700"/>
            <a:ext cx="9275946" cy="132344"/>
          </a:xfrm>
        </p:spPr>
        <p:txBody>
          <a:bodyPr wrap="square">
            <a:spAutoFit/>
          </a:bodyPr>
          <a:lstStyle>
            <a:lvl1pPr marL="0" algn="l" defTabSz="914400" rtl="0" eaLnBrk="1" latinLnBrk="0" hangingPunct="1">
              <a:defRPr lang="en-US" sz="800" kern="1200" dirty="0" smtClean="0">
                <a:solidFill>
                  <a:schemeClr val="accent3"/>
                </a:solidFill>
                <a:latin typeface="Source Serif Pro" panose="02040603050405020204" pitchFamily="18" charset="0"/>
                <a:ea typeface="Source Serif Pro" panose="02040603050405020204" pitchFamily="18" charset="0"/>
                <a:cs typeface="+mn-cs"/>
              </a:defRPr>
            </a:lvl1pPr>
          </a:lstStyle>
          <a:p>
            <a:pPr lvl="0"/>
            <a:r>
              <a:rPr lang="en-US"/>
              <a:t>Fonte:</a:t>
            </a:r>
          </a:p>
        </p:txBody>
      </p:sp>
      <p:sp>
        <p:nvSpPr>
          <p:cNvPr id="19" name="Espaço Reservado para Número de Slide 3">
            <a:extLst>
              <a:ext uri="{FF2B5EF4-FFF2-40B4-BE49-F238E27FC236}">
                <a16:creationId xmlns:a16="http://schemas.microsoft.com/office/drawing/2014/main" id="{2270AFF3-59D8-4C40-C53C-030FABBADB20}"/>
              </a:ext>
            </a:extLst>
          </p:cNvPr>
          <p:cNvSpPr txBox="1">
            <a:spLocks/>
          </p:cNvSpPr>
          <p:nvPr userDrawn="1"/>
        </p:nvSpPr>
        <p:spPr>
          <a:xfrm>
            <a:off x="731837" y="6494464"/>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800" b="0" kern="1200" smtClean="0">
                <a:solidFill>
                  <a:schemeClr val="accent3"/>
                </a:solidFill>
                <a:latin typeface="Source Serif Pro" panose="02040603050405020204" pitchFamily="18" charset="0"/>
                <a:ea typeface="Source Serif Pro" panose="02040603050405020204" pitchFamily="18" charset="0"/>
                <a:cs typeface="+mn-cs"/>
              </a:rPr>
              <a:pPr algn="ctr"/>
              <a:t>‹#›</a:t>
            </a:fld>
            <a:endParaRPr lang="en-US" sz="800" b="0" kern="1200">
              <a:solidFill>
                <a:schemeClr val="accent3"/>
              </a:solidFill>
              <a:latin typeface="Source Serif Pro" panose="02040603050405020204" pitchFamily="18" charset="0"/>
              <a:ea typeface="Source Serif Pro" panose="02040603050405020204" pitchFamily="18" charset="0"/>
              <a:cs typeface="+mn-cs"/>
            </a:endParaRPr>
          </a:p>
        </p:txBody>
      </p:sp>
      <p:sp>
        <p:nvSpPr>
          <p:cNvPr id="5" name="Text Placeholder 4">
            <a:extLst>
              <a:ext uri="{FF2B5EF4-FFF2-40B4-BE49-F238E27FC236}">
                <a16:creationId xmlns:a16="http://schemas.microsoft.com/office/drawing/2014/main" id="{814609FE-6378-CAF0-FB5A-2BD1E85F0DBA}"/>
              </a:ext>
            </a:extLst>
          </p:cNvPr>
          <p:cNvSpPr>
            <a:spLocks noGrp="1"/>
          </p:cNvSpPr>
          <p:nvPr>
            <p:ph type="body" sz="quarter" idx="37"/>
          </p:nvPr>
        </p:nvSpPr>
        <p:spPr>
          <a:xfrm>
            <a:off x="731837" y="357006"/>
            <a:ext cx="1817688" cy="165430"/>
          </a:xfrm>
          <a:solidFill>
            <a:schemeClr val="bg1"/>
          </a:solidFill>
        </p:spPr>
        <p:txBody>
          <a:bodyPr wrap="square" rIns="10800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000" kern="1200" dirty="0" smtClean="0">
                <a:solidFill>
                  <a:srgbClr val="222F44"/>
                </a:solidFill>
                <a:latin typeface="Source Serif Pro" panose="02040603050405020204" pitchFamily="18" charset="0"/>
                <a:ea typeface="Source Serif Pro" panose="02040603050405020204" pitchFamily="18" charset="0"/>
                <a:cs typeface="Arial" panose="020B0604020202020204" pitchFamily="34" charset="0"/>
              </a:defRPr>
            </a:lvl1pPr>
          </a:lstStyle>
          <a:p>
            <a:pPr lvl="0"/>
            <a:r>
              <a:rPr lang="en-US"/>
              <a:t>Click to edit Master text styles</a:t>
            </a:r>
          </a:p>
        </p:txBody>
      </p:sp>
    </p:spTree>
    <p:extLst>
      <p:ext uri="{BB962C8B-B14F-4D97-AF65-F5344CB8AC3E}">
        <p14:creationId xmlns:p14="http://schemas.microsoft.com/office/powerpoint/2010/main" val="317391441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_One Content/On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66887"/>
            <a:ext cx="11102976"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34867"/>
          </a:xfrm>
        </p:spPr>
        <p:txBody>
          <a:bodyPr tIns="36000">
            <a:spAutoFit/>
          </a:bodyPr>
          <a:lstStyle>
            <a:lvl1pPr>
              <a:defRPr>
                <a:latin typeface="Source Serif Pro Light" panose="02040303050405020204" pitchFamily="18" charset="0"/>
                <a:ea typeface="Source Serif Pro Light" panose="02040303050405020204" pitchFamily="18" charset="0"/>
              </a:defRPr>
            </a:lvl1pPr>
          </a:lstStyle>
          <a:p>
            <a:pPr lvl="0"/>
            <a:r>
              <a:rPr lang="en-US"/>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8" y="1455672"/>
            <a:ext cx="11102976"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11102976"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p:nvPr>
        </p:nvSpPr>
        <p:spPr>
          <a:xfrm>
            <a:off x="731837" y="4335867"/>
            <a:ext cx="11102976"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p:nvPr>
        </p:nvSpPr>
        <p:spPr>
          <a:xfrm>
            <a:off x="731838" y="3824652"/>
            <a:ext cx="11102976"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11102976"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wrap="square">
            <a:spAutoFit/>
          </a:bodyPr>
          <a:lstStyle>
            <a:lvl1pPr marL="0" algn="l" defTabSz="914400" rtl="0" eaLnBrk="1" latinLnBrk="0" hangingPunct="1">
              <a:defRPr lang="en-US" sz="800" kern="1200" dirty="0" smtClean="0">
                <a:solidFill>
                  <a:schemeClr val="accent3"/>
                </a:solidFill>
                <a:latin typeface="Source Serif Pro" panose="02040603050405020204" pitchFamily="18" charset="0"/>
                <a:ea typeface="Source Serif Pro" panose="02040603050405020204" pitchFamily="18" charset="0"/>
                <a:cs typeface="+mn-cs"/>
              </a:defRPr>
            </a:lvl1pPr>
          </a:lstStyle>
          <a:p>
            <a:pPr lvl="0"/>
            <a:r>
              <a:rPr lang="en-US"/>
              <a:t>Fonte:</a:t>
            </a:r>
          </a:p>
        </p:txBody>
      </p:sp>
      <p:sp>
        <p:nvSpPr>
          <p:cNvPr id="8" name="Espaço Reservado para Número de Slide 3">
            <a:extLst>
              <a:ext uri="{FF2B5EF4-FFF2-40B4-BE49-F238E27FC236}">
                <a16:creationId xmlns:a16="http://schemas.microsoft.com/office/drawing/2014/main" id="{5B9D12CF-E33A-03EC-B918-92635B428872}"/>
              </a:ext>
            </a:extLst>
          </p:cNvPr>
          <p:cNvSpPr txBox="1">
            <a:spLocks/>
          </p:cNvSpPr>
          <p:nvPr userDrawn="1"/>
        </p:nvSpPr>
        <p:spPr>
          <a:xfrm>
            <a:off x="731837" y="6494464"/>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800" b="0" kern="1200" smtClean="0">
                <a:solidFill>
                  <a:schemeClr val="accent3"/>
                </a:solidFill>
                <a:latin typeface="Source Serif Pro" panose="02040603050405020204" pitchFamily="18" charset="0"/>
                <a:ea typeface="Source Serif Pro" panose="02040603050405020204" pitchFamily="18" charset="0"/>
                <a:cs typeface="+mn-cs"/>
              </a:rPr>
              <a:pPr algn="ctr"/>
              <a:t>‹#›</a:t>
            </a:fld>
            <a:endParaRPr lang="en-US" sz="800" b="0" kern="1200">
              <a:solidFill>
                <a:schemeClr val="accent3"/>
              </a:solidFill>
              <a:latin typeface="Source Serif Pro" panose="02040603050405020204" pitchFamily="18" charset="0"/>
              <a:ea typeface="Source Serif Pro" panose="02040603050405020204" pitchFamily="18" charset="0"/>
              <a:cs typeface="+mn-cs"/>
            </a:endParaRPr>
          </a:p>
        </p:txBody>
      </p:sp>
    </p:spTree>
    <p:extLst>
      <p:ext uri="{BB962C8B-B14F-4D97-AF65-F5344CB8AC3E}">
        <p14:creationId xmlns:p14="http://schemas.microsoft.com/office/powerpoint/2010/main" val="313037349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46348651-DCC4-B67C-7CA1-367D8ECC30F4}"/>
              </a:ext>
            </a:extLst>
          </p:cNvPr>
          <p:cNvSpPr>
            <a:spLocks noGrp="1"/>
          </p:cNvSpPr>
          <p:nvPr>
            <p:ph sz="half" idx="16"/>
          </p:nvPr>
        </p:nvSpPr>
        <p:spPr>
          <a:xfrm>
            <a:off x="8217662" y="1966887"/>
            <a:ext cx="3617151" cy="4032275"/>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66888"/>
            <a:ext cx="3514161" cy="4032275"/>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4409823" y="1966887"/>
            <a:ext cx="3617151" cy="4032275"/>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34867"/>
          </a:xfrm>
        </p:spPr>
        <p:txBody>
          <a:bodyPr tIns="36000">
            <a:spAutoFit/>
          </a:bodyPr>
          <a:lstStyle>
            <a:lvl1pPr>
              <a:defRPr>
                <a:latin typeface="Source Serif Pro Light" panose="02040303050405020204" pitchFamily="18" charset="0"/>
                <a:ea typeface="Source Serif Pro Light" panose="02040303050405020204" pitchFamily="18" charset="0"/>
              </a:defRPr>
            </a:lvl1pPr>
          </a:lstStyle>
          <a:p>
            <a:pPr lvl="0"/>
            <a:r>
              <a:rPr lang="en-US"/>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8" y="1455672"/>
            <a:ext cx="3514161"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4409823" y="1455672"/>
            <a:ext cx="3617150"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p:nvPr>
        </p:nvSpPr>
        <p:spPr>
          <a:xfrm>
            <a:off x="8217662" y="1455672"/>
            <a:ext cx="3617150"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6" name="Content Placeholder 13">
            <a:extLst>
              <a:ext uri="{FF2B5EF4-FFF2-40B4-BE49-F238E27FC236}">
                <a16:creationId xmlns:a16="http://schemas.microsoft.com/office/drawing/2014/main" id="{A0A27CB2-4641-6D48-05E4-E731468C8492}"/>
              </a:ext>
            </a:extLst>
          </p:cNvPr>
          <p:cNvSpPr>
            <a:spLocks noGrp="1"/>
          </p:cNvSpPr>
          <p:nvPr>
            <p:ph sz="quarter" idx="18" hasCustomPrompt="1"/>
          </p:nvPr>
        </p:nvSpPr>
        <p:spPr>
          <a:xfrm>
            <a:off x="731839" y="1732020"/>
            <a:ext cx="3514160"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7" name="Content Placeholder 13">
            <a:extLst>
              <a:ext uri="{FF2B5EF4-FFF2-40B4-BE49-F238E27FC236}">
                <a16:creationId xmlns:a16="http://schemas.microsoft.com/office/drawing/2014/main" id="{37C4537D-C612-17FB-DAE7-6CEF1C020504}"/>
              </a:ext>
            </a:extLst>
          </p:cNvPr>
          <p:cNvSpPr>
            <a:spLocks noGrp="1"/>
          </p:cNvSpPr>
          <p:nvPr>
            <p:ph sz="quarter" idx="19" hasCustomPrompt="1"/>
          </p:nvPr>
        </p:nvSpPr>
        <p:spPr>
          <a:xfrm>
            <a:off x="4409822" y="1732020"/>
            <a:ext cx="3617149"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8" name="Content Placeholder 13">
            <a:extLst>
              <a:ext uri="{FF2B5EF4-FFF2-40B4-BE49-F238E27FC236}">
                <a16:creationId xmlns:a16="http://schemas.microsoft.com/office/drawing/2014/main" id="{C2CF7852-20BF-184D-3CA4-224092575BD8}"/>
              </a:ext>
            </a:extLst>
          </p:cNvPr>
          <p:cNvSpPr>
            <a:spLocks noGrp="1"/>
          </p:cNvSpPr>
          <p:nvPr>
            <p:ph sz="quarter" idx="20" hasCustomPrompt="1"/>
          </p:nvPr>
        </p:nvSpPr>
        <p:spPr>
          <a:xfrm>
            <a:off x="8217662" y="1732020"/>
            <a:ext cx="3617149"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9" name="Text Placeholder 9">
            <a:extLst>
              <a:ext uri="{FF2B5EF4-FFF2-40B4-BE49-F238E27FC236}">
                <a16:creationId xmlns:a16="http://schemas.microsoft.com/office/drawing/2014/main" id="{A974C4B8-0593-F4C6-AB5E-BB1F2F5CDF8C}"/>
              </a:ext>
            </a:extLst>
          </p:cNvPr>
          <p:cNvSpPr>
            <a:spLocks noGrp="1"/>
          </p:cNvSpPr>
          <p:nvPr>
            <p:ph type="body" sz="quarter" idx="36" hasCustomPrompt="1"/>
          </p:nvPr>
        </p:nvSpPr>
        <p:spPr>
          <a:xfrm>
            <a:off x="731838" y="6198700"/>
            <a:ext cx="9275946" cy="132344"/>
          </a:xfrm>
        </p:spPr>
        <p:txBody>
          <a:bodyPr wrap="square">
            <a:spAutoFit/>
          </a:bodyPr>
          <a:lstStyle>
            <a:lvl1pPr marL="0" algn="l" defTabSz="914400" rtl="0" eaLnBrk="1" latinLnBrk="0" hangingPunct="1">
              <a:defRPr lang="en-US" sz="800" kern="1200" dirty="0" smtClean="0">
                <a:solidFill>
                  <a:schemeClr val="accent3"/>
                </a:solidFill>
                <a:latin typeface="Source Serif Pro" panose="02040603050405020204" pitchFamily="18" charset="0"/>
                <a:ea typeface="Source Serif Pro" panose="02040603050405020204" pitchFamily="18" charset="0"/>
                <a:cs typeface="+mn-cs"/>
              </a:defRPr>
            </a:lvl1pPr>
          </a:lstStyle>
          <a:p>
            <a:pPr lvl="0"/>
            <a:r>
              <a:rPr lang="en-US"/>
              <a:t>Fonte:</a:t>
            </a:r>
          </a:p>
        </p:txBody>
      </p:sp>
      <p:sp>
        <p:nvSpPr>
          <p:cNvPr id="10" name="Espaço Reservado para Número de Slide 3">
            <a:extLst>
              <a:ext uri="{FF2B5EF4-FFF2-40B4-BE49-F238E27FC236}">
                <a16:creationId xmlns:a16="http://schemas.microsoft.com/office/drawing/2014/main" id="{B47FDA6A-CB56-1A6D-C73C-7C49BAB93B4F}"/>
              </a:ext>
            </a:extLst>
          </p:cNvPr>
          <p:cNvSpPr txBox="1">
            <a:spLocks/>
          </p:cNvSpPr>
          <p:nvPr userDrawn="1"/>
        </p:nvSpPr>
        <p:spPr>
          <a:xfrm>
            <a:off x="731837" y="6494464"/>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800" b="0" kern="1200" smtClean="0">
                <a:solidFill>
                  <a:schemeClr val="accent3"/>
                </a:solidFill>
                <a:latin typeface="Source Serif Pro" panose="02040603050405020204" pitchFamily="18" charset="0"/>
                <a:ea typeface="Source Serif Pro" panose="02040603050405020204" pitchFamily="18" charset="0"/>
                <a:cs typeface="+mn-cs"/>
              </a:rPr>
              <a:pPr algn="ctr"/>
              <a:t>‹#›</a:t>
            </a:fld>
            <a:endParaRPr lang="en-US" sz="800" b="0" kern="1200">
              <a:solidFill>
                <a:schemeClr val="accent3"/>
              </a:solidFill>
              <a:latin typeface="Source Serif Pro" panose="02040603050405020204" pitchFamily="18" charset="0"/>
              <a:ea typeface="Source Serif Pro" panose="02040603050405020204" pitchFamily="18" charset="0"/>
              <a:cs typeface="+mn-cs"/>
            </a:endParaRPr>
          </a:p>
        </p:txBody>
      </p:sp>
      <p:sp>
        <p:nvSpPr>
          <p:cNvPr id="5" name="Text Placeholder 4">
            <a:extLst>
              <a:ext uri="{FF2B5EF4-FFF2-40B4-BE49-F238E27FC236}">
                <a16:creationId xmlns:a16="http://schemas.microsoft.com/office/drawing/2014/main" id="{332E2972-E2D4-5831-8C72-9711DD464B61}"/>
              </a:ext>
            </a:extLst>
          </p:cNvPr>
          <p:cNvSpPr>
            <a:spLocks noGrp="1"/>
          </p:cNvSpPr>
          <p:nvPr>
            <p:ph type="body" sz="quarter" idx="37"/>
          </p:nvPr>
        </p:nvSpPr>
        <p:spPr>
          <a:xfrm>
            <a:off x="731837" y="357006"/>
            <a:ext cx="1817688" cy="165430"/>
          </a:xfrm>
          <a:solidFill>
            <a:schemeClr val="bg1"/>
          </a:solidFill>
        </p:spPr>
        <p:txBody>
          <a:bodyPr wrap="square" rIns="10800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000" kern="1200" dirty="0" smtClean="0">
                <a:solidFill>
                  <a:srgbClr val="222F44"/>
                </a:solidFill>
                <a:latin typeface="Source Serif Pro" panose="02040603050405020204" pitchFamily="18" charset="0"/>
                <a:ea typeface="Source Serif Pro" panose="02040603050405020204" pitchFamily="18" charset="0"/>
                <a:cs typeface="Arial" panose="020B0604020202020204" pitchFamily="34" charset="0"/>
              </a:defRPr>
            </a:lvl1pPr>
          </a:lstStyle>
          <a:p>
            <a:pPr lvl="0"/>
            <a:r>
              <a:rPr lang="en-US"/>
              <a:t>Click to edit Master text styles</a:t>
            </a:r>
          </a:p>
        </p:txBody>
      </p:sp>
    </p:spTree>
    <p:extLst>
      <p:ext uri="{BB962C8B-B14F-4D97-AF65-F5344CB8AC3E}">
        <p14:creationId xmlns:p14="http://schemas.microsoft.com/office/powerpoint/2010/main" val="308882541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17" name="Content Placeholder 3">
            <a:extLst>
              <a:ext uri="{FF2B5EF4-FFF2-40B4-BE49-F238E27FC236}">
                <a16:creationId xmlns:a16="http://schemas.microsoft.com/office/drawing/2014/main" id="{93104F92-1FF2-990F-68A4-9E5697EACE99}"/>
              </a:ext>
            </a:extLst>
          </p:cNvPr>
          <p:cNvSpPr>
            <a:spLocks noGrp="1"/>
          </p:cNvSpPr>
          <p:nvPr>
            <p:ph sz="half" idx="18"/>
          </p:nvPr>
        </p:nvSpPr>
        <p:spPr>
          <a:xfrm>
            <a:off x="9124113" y="1978546"/>
            <a:ext cx="2710700" cy="4020616"/>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46348651-DCC4-B67C-7CA1-367D8ECC30F4}"/>
              </a:ext>
            </a:extLst>
          </p:cNvPr>
          <p:cNvSpPr>
            <a:spLocks noGrp="1"/>
          </p:cNvSpPr>
          <p:nvPr>
            <p:ph sz="half" idx="16"/>
          </p:nvPr>
        </p:nvSpPr>
        <p:spPr>
          <a:xfrm>
            <a:off x="6298506" y="1978546"/>
            <a:ext cx="2691526" cy="4020616"/>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8" y="1978547"/>
            <a:ext cx="2591808" cy="4020616"/>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3442743" y="1978546"/>
            <a:ext cx="2691526" cy="4020616"/>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34867"/>
          </a:xfrm>
        </p:spPr>
        <p:txBody>
          <a:bodyPr tIns="36000">
            <a:spAutoFit/>
          </a:bodyPr>
          <a:lstStyle>
            <a:lvl1pPr>
              <a:defRPr>
                <a:latin typeface="Source Serif Pro Light" panose="02040303050405020204" pitchFamily="18" charset="0"/>
                <a:ea typeface="Source Serif Pro Light" panose="02040303050405020204" pitchFamily="18" charset="0"/>
              </a:defRPr>
            </a:lvl1pPr>
          </a:lstStyle>
          <a:p>
            <a:pPr lvl="0"/>
            <a:r>
              <a:rPr lang="en-US"/>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9" y="1455672"/>
            <a:ext cx="2591808"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3442743" y="1455672"/>
            <a:ext cx="2691526"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p:nvPr>
        </p:nvSpPr>
        <p:spPr>
          <a:xfrm>
            <a:off x="6298506" y="1455672"/>
            <a:ext cx="2691526"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a:t>
            </a:r>
          </a:p>
        </p:txBody>
      </p:sp>
      <p:sp>
        <p:nvSpPr>
          <p:cNvPr id="18" name="Content Placeholder 13">
            <a:extLst>
              <a:ext uri="{FF2B5EF4-FFF2-40B4-BE49-F238E27FC236}">
                <a16:creationId xmlns:a16="http://schemas.microsoft.com/office/drawing/2014/main" id="{46009A66-FE60-490E-942D-974C9244E92E}"/>
              </a:ext>
            </a:extLst>
          </p:cNvPr>
          <p:cNvSpPr>
            <a:spLocks noGrp="1"/>
          </p:cNvSpPr>
          <p:nvPr>
            <p:ph sz="quarter" idx="19"/>
          </p:nvPr>
        </p:nvSpPr>
        <p:spPr>
          <a:xfrm>
            <a:off x="9124113" y="1455672"/>
            <a:ext cx="2710700"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a:t>
            </a:r>
          </a:p>
        </p:txBody>
      </p:sp>
      <p:sp>
        <p:nvSpPr>
          <p:cNvPr id="19" name="Content Placeholder 13">
            <a:extLst>
              <a:ext uri="{FF2B5EF4-FFF2-40B4-BE49-F238E27FC236}">
                <a16:creationId xmlns:a16="http://schemas.microsoft.com/office/drawing/2014/main" id="{7559253F-7844-9260-04E1-B1D366C70B3F}"/>
              </a:ext>
            </a:extLst>
          </p:cNvPr>
          <p:cNvSpPr>
            <a:spLocks noGrp="1"/>
          </p:cNvSpPr>
          <p:nvPr>
            <p:ph sz="quarter" idx="20" hasCustomPrompt="1"/>
          </p:nvPr>
        </p:nvSpPr>
        <p:spPr>
          <a:xfrm>
            <a:off x="731841" y="1732020"/>
            <a:ext cx="2591808"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0" name="Content Placeholder 13">
            <a:extLst>
              <a:ext uri="{FF2B5EF4-FFF2-40B4-BE49-F238E27FC236}">
                <a16:creationId xmlns:a16="http://schemas.microsoft.com/office/drawing/2014/main" id="{70734B3F-7493-ED3B-E89C-3F0D6E5EA738}"/>
              </a:ext>
            </a:extLst>
          </p:cNvPr>
          <p:cNvSpPr>
            <a:spLocks noGrp="1"/>
          </p:cNvSpPr>
          <p:nvPr>
            <p:ph sz="quarter" idx="21" hasCustomPrompt="1"/>
          </p:nvPr>
        </p:nvSpPr>
        <p:spPr>
          <a:xfrm>
            <a:off x="3442744" y="1732020"/>
            <a:ext cx="269152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1" name="Content Placeholder 13">
            <a:extLst>
              <a:ext uri="{FF2B5EF4-FFF2-40B4-BE49-F238E27FC236}">
                <a16:creationId xmlns:a16="http://schemas.microsoft.com/office/drawing/2014/main" id="{A5965DC8-9681-D85D-67F6-5DA220388CB8}"/>
              </a:ext>
            </a:extLst>
          </p:cNvPr>
          <p:cNvSpPr>
            <a:spLocks noGrp="1"/>
          </p:cNvSpPr>
          <p:nvPr>
            <p:ph sz="quarter" idx="22" hasCustomPrompt="1"/>
          </p:nvPr>
        </p:nvSpPr>
        <p:spPr>
          <a:xfrm>
            <a:off x="6298506" y="1732020"/>
            <a:ext cx="269152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4" name="Content Placeholder 13">
            <a:extLst>
              <a:ext uri="{FF2B5EF4-FFF2-40B4-BE49-F238E27FC236}">
                <a16:creationId xmlns:a16="http://schemas.microsoft.com/office/drawing/2014/main" id="{A9B22168-6C46-1EBB-8CFB-E74CB918730C}"/>
              </a:ext>
            </a:extLst>
          </p:cNvPr>
          <p:cNvSpPr>
            <a:spLocks noGrp="1"/>
          </p:cNvSpPr>
          <p:nvPr>
            <p:ph sz="quarter" idx="23" hasCustomPrompt="1"/>
          </p:nvPr>
        </p:nvSpPr>
        <p:spPr>
          <a:xfrm>
            <a:off x="9124113" y="1732020"/>
            <a:ext cx="269152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9" name="Text Placeholder 9">
            <a:extLst>
              <a:ext uri="{FF2B5EF4-FFF2-40B4-BE49-F238E27FC236}">
                <a16:creationId xmlns:a16="http://schemas.microsoft.com/office/drawing/2014/main" id="{9608DCF1-B21B-1CFD-921B-C6DF7663BD5B}"/>
              </a:ext>
            </a:extLst>
          </p:cNvPr>
          <p:cNvSpPr>
            <a:spLocks noGrp="1"/>
          </p:cNvSpPr>
          <p:nvPr>
            <p:ph type="body" sz="quarter" idx="36" hasCustomPrompt="1"/>
          </p:nvPr>
        </p:nvSpPr>
        <p:spPr>
          <a:xfrm>
            <a:off x="731838" y="6198700"/>
            <a:ext cx="9275946" cy="132344"/>
          </a:xfrm>
        </p:spPr>
        <p:txBody>
          <a:bodyPr wrap="square">
            <a:spAutoFit/>
          </a:bodyPr>
          <a:lstStyle>
            <a:lvl1pPr marL="0" algn="l" defTabSz="914400" rtl="0" eaLnBrk="1" latinLnBrk="0" hangingPunct="1">
              <a:defRPr lang="en-US" sz="800" kern="1200" dirty="0" smtClean="0">
                <a:solidFill>
                  <a:schemeClr val="accent3"/>
                </a:solidFill>
                <a:latin typeface="Source Serif Pro" panose="02040603050405020204" pitchFamily="18" charset="0"/>
                <a:ea typeface="Source Serif Pro" panose="02040603050405020204" pitchFamily="18" charset="0"/>
                <a:cs typeface="+mn-cs"/>
              </a:defRPr>
            </a:lvl1pPr>
          </a:lstStyle>
          <a:p>
            <a:pPr lvl="0"/>
            <a:r>
              <a:rPr lang="en-US"/>
              <a:t>Fonte:</a:t>
            </a:r>
          </a:p>
        </p:txBody>
      </p:sp>
      <p:sp>
        <p:nvSpPr>
          <p:cNvPr id="10" name="Espaço Reservado para Número de Slide 3">
            <a:extLst>
              <a:ext uri="{FF2B5EF4-FFF2-40B4-BE49-F238E27FC236}">
                <a16:creationId xmlns:a16="http://schemas.microsoft.com/office/drawing/2014/main" id="{A86D5457-3A55-89D6-5C5B-9F2C315DBB51}"/>
              </a:ext>
            </a:extLst>
          </p:cNvPr>
          <p:cNvSpPr txBox="1">
            <a:spLocks/>
          </p:cNvSpPr>
          <p:nvPr userDrawn="1"/>
        </p:nvSpPr>
        <p:spPr>
          <a:xfrm>
            <a:off x="731837" y="6494464"/>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800" b="0" kern="1200" smtClean="0">
                <a:solidFill>
                  <a:schemeClr val="accent3"/>
                </a:solidFill>
                <a:latin typeface="Source Serif Pro" panose="02040603050405020204" pitchFamily="18" charset="0"/>
                <a:ea typeface="Source Serif Pro" panose="02040603050405020204" pitchFamily="18" charset="0"/>
                <a:cs typeface="+mn-cs"/>
              </a:rPr>
              <a:pPr algn="ctr"/>
              <a:t>‹#›</a:t>
            </a:fld>
            <a:endParaRPr lang="en-US" sz="800" b="0" kern="1200">
              <a:solidFill>
                <a:schemeClr val="accent3"/>
              </a:solidFill>
              <a:latin typeface="Source Serif Pro" panose="02040603050405020204" pitchFamily="18" charset="0"/>
              <a:ea typeface="Source Serif Pro" panose="02040603050405020204" pitchFamily="18" charset="0"/>
              <a:cs typeface="+mn-cs"/>
            </a:endParaRPr>
          </a:p>
        </p:txBody>
      </p:sp>
      <p:sp>
        <p:nvSpPr>
          <p:cNvPr id="5" name="Text Placeholder 4">
            <a:extLst>
              <a:ext uri="{FF2B5EF4-FFF2-40B4-BE49-F238E27FC236}">
                <a16:creationId xmlns:a16="http://schemas.microsoft.com/office/drawing/2014/main" id="{B8BF3B47-696A-6D0E-FE46-40799D0925D3}"/>
              </a:ext>
            </a:extLst>
          </p:cNvPr>
          <p:cNvSpPr>
            <a:spLocks noGrp="1"/>
          </p:cNvSpPr>
          <p:nvPr>
            <p:ph type="body" sz="quarter" idx="37"/>
          </p:nvPr>
        </p:nvSpPr>
        <p:spPr>
          <a:xfrm>
            <a:off x="731837" y="357006"/>
            <a:ext cx="1817688" cy="165430"/>
          </a:xfrm>
          <a:solidFill>
            <a:schemeClr val="bg1"/>
          </a:solidFill>
        </p:spPr>
        <p:txBody>
          <a:bodyPr wrap="square" rIns="10800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000" kern="1200" dirty="0" smtClean="0">
                <a:solidFill>
                  <a:srgbClr val="222F44"/>
                </a:solidFill>
                <a:latin typeface="Source Serif Pro" panose="02040603050405020204" pitchFamily="18" charset="0"/>
                <a:ea typeface="Source Serif Pro" panose="02040603050405020204" pitchFamily="18" charset="0"/>
                <a:cs typeface="Arial" panose="020B0604020202020204" pitchFamily="34" charset="0"/>
              </a:defRPr>
            </a:lvl1pPr>
          </a:lstStyle>
          <a:p>
            <a:pPr lvl="0"/>
            <a:r>
              <a:rPr lang="en-US"/>
              <a:t>Click to edit Master text styles</a:t>
            </a:r>
          </a:p>
        </p:txBody>
      </p:sp>
    </p:spTree>
    <p:extLst>
      <p:ext uri="{BB962C8B-B14F-4D97-AF65-F5344CB8AC3E}">
        <p14:creationId xmlns:p14="http://schemas.microsoft.com/office/powerpoint/2010/main" val="14565193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6688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6261638" y="1966886"/>
            <a:ext cx="5573175" cy="1662140"/>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34867"/>
          </a:xfrm>
        </p:spPr>
        <p:txBody>
          <a:bodyPr tIns="36000">
            <a:spAutoFit/>
          </a:bodyPr>
          <a:lstStyle>
            <a:lvl1pPr>
              <a:defRPr>
                <a:latin typeface="Source Serif Pro Light" panose="02040303050405020204" pitchFamily="18" charset="0"/>
                <a:ea typeface="Source Serif Pro Light" panose="02040303050405020204" pitchFamily="18" charset="0"/>
              </a:defRPr>
            </a:lvl1pPr>
          </a:lstStyle>
          <a:p>
            <a:pPr lvl="0"/>
            <a:r>
              <a:rPr lang="en-US"/>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8" y="1455672"/>
            <a:ext cx="5364163" cy="264688"/>
          </a:xfrm>
        </p:spPr>
        <p:txBody>
          <a:bodyPr>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6261639" y="1455672"/>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p:nvPr>
        </p:nvSpPr>
        <p:spPr>
          <a:xfrm>
            <a:off x="731837" y="433586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p:nvPr>
        </p:nvSpPr>
        <p:spPr>
          <a:xfrm>
            <a:off x="6261638" y="4335866"/>
            <a:ext cx="5573175" cy="1662140"/>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p:nvPr>
        </p:nvSpPr>
        <p:spPr>
          <a:xfrm>
            <a:off x="731838" y="3824652"/>
            <a:ext cx="5364163" cy="264688"/>
          </a:xfrm>
        </p:spPr>
        <p:txBody>
          <a:bodyPr>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p:nvPr>
        </p:nvSpPr>
        <p:spPr>
          <a:xfrm>
            <a:off x="6261639" y="3824652"/>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5364163" cy="234867"/>
          </a:xfrm>
        </p:spPr>
        <p:txBody>
          <a:bodyPr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101000"/>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9" name="Text Placeholder 9">
            <a:extLst>
              <a:ext uri="{FF2B5EF4-FFF2-40B4-BE49-F238E27FC236}">
                <a16:creationId xmlns:a16="http://schemas.microsoft.com/office/drawing/2014/main" id="{223F91DE-2EEB-6145-9C43-8C9F772377C3}"/>
              </a:ext>
            </a:extLst>
          </p:cNvPr>
          <p:cNvSpPr>
            <a:spLocks noGrp="1"/>
          </p:cNvSpPr>
          <p:nvPr>
            <p:ph type="body" sz="quarter" idx="36" hasCustomPrompt="1"/>
          </p:nvPr>
        </p:nvSpPr>
        <p:spPr>
          <a:xfrm>
            <a:off x="731838" y="6198700"/>
            <a:ext cx="9275946" cy="132344"/>
          </a:xfrm>
        </p:spPr>
        <p:txBody>
          <a:bodyPr wrap="square">
            <a:spAutoFit/>
          </a:bodyPr>
          <a:lstStyle>
            <a:lvl1pPr marL="0" algn="l" defTabSz="914400" rtl="0" eaLnBrk="1" latinLnBrk="0" hangingPunct="1">
              <a:defRPr lang="en-US" sz="800" kern="1200" dirty="0" smtClean="0">
                <a:solidFill>
                  <a:schemeClr val="accent3"/>
                </a:solidFill>
                <a:latin typeface="Source Serif Pro" panose="02040603050405020204" pitchFamily="18" charset="0"/>
                <a:ea typeface="Source Serif Pro" panose="02040603050405020204" pitchFamily="18" charset="0"/>
                <a:cs typeface="+mn-cs"/>
              </a:defRPr>
            </a:lvl1pPr>
          </a:lstStyle>
          <a:p>
            <a:pPr lvl="0"/>
            <a:r>
              <a:rPr lang="en-US"/>
              <a:t>Fonte:</a:t>
            </a:r>
          </a:p>
        </p:txBody>
      </p:sp>
      <p:sp>
        <p:nvSpPr>
          <p:cNvPr id="10" name="Espaço Reservado para Número de Slide 3">
            <a:extLst>
              <a:ext uri="{FF2B5EF4-FFF2-40B4-BE49-F238E27FC236}">
                <a16:creationId xmlns:a16="http://schemas.microsoft.com/office/drawing/2014/main" id="{1A869515-46F1-EC4A-C1B4-A93C7092036B}"/>
              </a:ext>
            </a:extLst>
          </p:cNvPr>
          <p:cNvSpPr txBox="1">
            <a:spLocks/>
          </p:cNvSpPr>
          <p:nvPr userDrawn="1"/>
        </p:nvSpPr>
        <p:spPr>
          <a:xfrm>
            <a:off x="731837" y="6494464"/>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800" b="0" kern="1200" smtClean="0">
                <a:solidFill>
                  <a:schemeClr val="accent3"/>
                </a:solidFill>
                <a:latin typeface="Source Serif Pro" panose="02040603050405020204" pitchFamily="18" charset="0"/>
                <a:ea typeface="Source Serif Pro" panose="02040603050405020204" pitchFamily="18" charset="0"/>
                <a:cs typeface="+mn-cs"/>
              </a:rPr>
              <a:pPr algn="ctr"/>
              <a:t>‹#›</a:t>
            </a:fld>
            <a:endParaRPr lang="en-US" sz="800" b="0" kern="1200">
              <a:solidFill>
                <a:schemeClr val="accent3"/>
              </a:solidFill>
              <a:latin typeface="Source Serif Pro" panose="02040603050405020204" pitchFamily="18" charset="0"/>
              <a:ea typeface="Source Serif Pro" panose="02040603050405020204" pitchFamily="18" charset="0"/>
              <a:cs typeface="+mn-cs"/>
            </a:endParaRPr>
          </a:p>
        </p:txBody>
      </p:sp>
      <p:sp>
        <p:nvSpPr>
          <p:cNvPr id="5" name="Text Placeholder 4">
            <a:extLst>
              <a:ext uri="{FF2B5EF4-FFF2-40B4-BE49-F238E27FC236}">
                <a16:creationId xmlns:a16="http://schemas.microsoft.com/office/drawing/2014/main" id="{7A12A90A-83EE-851C-57DF-7C15516FCB70}"/>
              </a:ext>
            </a:extLst>
          </p:cNvPr>
          <p:cNvSpPr>
            <a:spLocks noGrp="1"/>
          </p:cNvSpPr>
          <p:nvPr>
            <p:ph type="body" sz="quarter" idx="37"/>
          </p:nvPr>
        </p:nvSpPr>
        <p:spPr>
          <a:xfrm>
            <a:off x="731837" y="357006"/>
            <a:ext cx="1817688" cy="165430"/>
          </a:xfrm>
          <a:solidFill>
            <a:schemeClr val="bg1"/>
          </a:solidFill>
        </p:spPr>
        <p:txBody>
          <a:bodyPr wrap="square" rIns="10800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000" kern="1200" dirty="0" smtClean="0">
                <a:solidFill>
                  <a:srgbClr val="222F44"/>
                </a:solidFill>
                <a:latin typeface="Source Serif Pro" panose="02040603050405020204" pitchFamily="18" charset="0"/>
                <a:ea typeface="Source Serif Pro" panose="02040603050405020204" pitchFamily="18" charset="0"/>
                <a:cs typeface="Arial" panose="020B0604020202020204" pitchFamily="34" charset="0"/>
              </a:defRPr>
            </a:lvl1pPr>
          </a:lstStyle>
          <a:p>
            <a:pPr lvl="0"/>
            <a:r>
              <a:rPr lang="en-US"/>
              <a:t>Click to edit Master text styles</a:t>
            </a:r>
          </a:p>
        </p:txBody>
      </p:sp>
    </p:spTree>
    <p:extLst>
      <p:ext uri="{BB962C8B-B14F-4D97-AF65-F5344CB8AC3E}">
        <p14:creationId xmlns:p14="http://schemas.microsoft.com/office/powerpoint/2010/main" val="123223432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6688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6261638" y="1966886"/>
            <a:ext cx="5573175" cy="1662140"/>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34867"/>
          </a:xfrm>
        </p:spPr>
        <p:txBody>
          <a:bodyPr tIns="36000">
            <a:spAutoFit/>
          </a:bodyPr>
          <a:lstStyle>
            <a:lvl1pPr>
              <a:defRPr>
                <a:latin typeface="Source Serif Pro Light" panose="02040303050405020204" pitchFamily="18" charset="0"/>
                <a:ea typeface="Source Serif Pro Light" panose="02040303050405020204" pitchFamily="18" charset="0"/>
              </a:defRPr>
            </a:lvl1pPr>
          </a:lstStyle>
          <a:p>
            <a:pPr lvl="0"/>
            <a:r>
              <a:rPr lang="en-US"/>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8" y="1455672"/>
            <a:ext cx="5364163"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6261639" y="1455672"/>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p:nvPr>
        </p:nvSpPr>
        <p:spPr>
          <a:xfrm>
            <a:off x="731837" y="433586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p:nvPr>
        </p:nvSpPr>
        <p:spPr>
          <a:xfrm>
            <a:off x="6261638" y="4335866"/>
            <a:ext cx="5573175" cy="1662140"/>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p:nvPr>
        </p:nvSpPr>
        <p:spPr>
          <a:xfrm>
            <a:off x="731838" y="3824652"/>
            <a:ext cx="5364163"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p:nvPr>
        </p:nvSpPr>
        <p:spPr>
          <a:xfrm>
            <a:off x="6261639" y="3824652"/>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5364163"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101000"/>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wrap="square">
            <a:spAutoFit/>
          </a:bodyPr>
          <a:lstStyle>
            <a:lvl1pPr marL="0" algn="l" defTabSz="914400" rtl="0" eaLnBrk="1" latinLnBrk="0" hangingPunct="1">
              <a:defRPr lang="en-US" sz="800" kern="1200" dirty="0" smtClean="0">
                <a:solidFill>
                  <a:schemeClr val="accent3"/>
                </a:solidFill>
                <a:latin typeface="Source Serif Pro" panose="02040603050405020204" pitchFamily="18" charset="0"/>
                <a:ea typeface="Source Serif Pro" panose="02040603050405020204" pitchFamily="18" charset="0"/>
                <a:cs typeface="+mn-cs"/>
              </a:defRPr>
            </a:lvl1pPr>
          </a:lstStyle>
          <a:p>
            <a:pPr lvl="0"/>
            <a:r>
              <a:rPr lang="en-US"/>
              <a:t>Fonte:</a:t>
            </a:r>
          </a:p>
        </p:txBody>
      </p:sp>
      <p:sp>
        <p:nvSpPr>
          <p:cNvPr id="8" name="Espaço Reservado para Número de Slide 3">
            <a:extLst>
              <a:ext uri="{FF2B5EF4-FFF2-40B4-BE49-F238E27FC236}">
                <a16:creationId xmlns:a16="http://schemas.microsoft.com/office/drawing/2014/main" id="{5B9D12CF-E33A-03EC-B918-92635B428872}"/>
              </a:ext>
            </a:extLst>
          </p:cNvPr>
          <p:cNvSpPr txBox="1">
            <a:spLocks/>
          </p:cNvSpPr>
          <p:nvPr userDrawn="1"/>
        </p:nvSpPr>
        <p:spPr>
          <a:xfrm>
            <a:off x="731837" y="6494464"/>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800" b="0" kern="1200" smtClean="0">
                <a:solidFill>
                  <a:schemeClr val="accent3"/>
                </a:solidFill>
                <a:latin typeface="Source Serif Pro" panose="02040603050405020204" pitchFamily="18" charset="0"/>
                <a:ea typeface="Source Serif Pro" panose="02040603050405020204" pitchFamily="18" charset="0"/>
                <a:cs typeface="+mn-cs"/>
              </a:rPr>
              <a:pPr algn="ctr"/>
              <a:t>‹#›</a:t>
            </a:fld>
            <a:endParaRPr lang="en-US" sz="800" b="0" kern="1200">
              <a:solidFill>
                <a:schemeClr val="accent3"/>
              </a:solidFill>
              <a:latin typeface="Source Serif Pro" panose="02040603050405020204" pitchFamily="18" charset="0"/>
              <a:ea typeface="Source Serif Pro" panose="02040603050405020204" pitchFamily="18" charset="0"/>
              <a:cs typeface="+mn-cs"/>
            </a:endParaRPr>
          </a:p>
        </p:txBody>
      </p:sp>
    </p:spTree>
    <p:extLst>
      <p:ext uri="{BB962C8B-B14F-4D97-AF65-F5344CB8AC3E}">
        <p14:creationId xmlns:p14="http://schemas.microsoft.com/office/powerpoint/2010/main" val="397379958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4_sec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2857278"/>
            <a:ext cx="5364163" cy="1208822"/>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6261638" y="2857277"/>
            <a:ext cx="5573175" cy="1208822"/>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34867"/>
          </a:xfrm>
        </p:spPr>
        <p:txBody>
          <a:bodyPr tIns="36000">
            <a:spAutoFit/>
          </a:bodyPr>
          <a:lstStyle>
            <a:lvl1pPr>
              <a:defRPr>
                <a:latin typeface="Source Serif Pro Light" panose="02040303050405020204" pitchFamily="18" charset="0"/>
                <a:ea typeface="Source Serif Pro Light" panose="02040303050405020204" pitchFamily="18" charset="0"/>
              </a:defRPr>
            </a:lvl1pPr>
          </a:lstStyle>
          <a:p>
            <a:pPr lvl="0"/>
            <a:r>
              <a:rPr lang="en-US"/>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8" y="2346063"/>
            <a:ext cx="5364163"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6261639" y="2346063"/>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2622411"/>
            <a:ext cx="5364163"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2622411"/>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p:nvPr>
        </p:nvSpPr>
        <p:spPr>
          <a:xfrm>
            <a:off x="731837" y="4788352"/>
            <a:ext cx="5364163" cy="1208822"/>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p:nvPr>
        </p:nvSpPr>
        <p:spPr>
          <a:xfrm>
            <a:off x="6261638" y="4788351"/>
            <a:ext cx="5573175" cy="1208822"/>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p:nvPr>
        </p:nvSpPr>
        <p:spPr>
          <a:xfrm>
            <a:off x="731838" y="4277137"/>
            <a:ext cx="5364163"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p:nvPr>
        </p:nvSpPr>
        <p:spPr>
          <a:xfrm>
            <a:off x="6261639" y="4277137"/>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553485"/>
            <a:ext cx="5364163"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553485"/>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wrap="square">
            <a:spAutoFit/>
          </a:bodyPr>
          <a:lstStyle>
            <a:lvl1pPr marL="0" algn="l" defTabSz="914400" rtl="0" eaLnBrk="1" latinLnBrk="0" hangingPunct="1">
              <a:defRPr lang="en-US" sz="800" kern="1200" dirty="0" smtClean="0">
                <a:solidFill>
                  <a:schemeClr val="accent3"/>
                </a:solidFill>
                <a:latin typeface="Source Serif Pro" panose="02040603050405020204" pitchFamily="18" charset="0"/>
                <a:ea typeface="Source Serif Pro" panose="02040603050405020204" pitchFamily="18" charset="0"/>
                <a:cs typeface="+mn-cs"/>
              </a:defRPr>
            </a:lvl1pPr>
          </a:lstStyle>
          <a:p>
            <a:pPr lvl="0"/>
            <a:r>
              <a:rPr lang="en-US"/>
              <a:t>Fonte:</a:t>
            </a:r>
          </a:p>
        </p:txBody>
      </p:sp>
      <p:sp>
        <p:nvSpPr>
          <p:cNvPr id="8" name="Espaço Reservado para Número de Slide 3">
            <a:extLst>
              <a:ext uri="{FF2B5EF4-FFF2-40B4-BE49-F238E27FC236}">
                <a16:creationId xmlns:a16="http://schemas.microsoft.com/office/drawing/2014/main" id="{5B9D12CF-E33A-03EC-B918-92635B428872}"/>
              </a:ext>
            </a:extLst>
          </p:cNvPr>
          <p:cNvSpPr txBox="1">
            <a:spLocks/>
          </p:cNvSpPr>
          <p:nvPr userDrawn="1"/>
        </p:nvSpPr>
        <p:spPr>
          <a:xfrm>
            <a:off x="731837" y="6494464"/>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800" b="0" kern="1200" smtClean="0">
                <a:solidFill>
                  <a:schemeClr val="accent3"/>
                </a:solidFill>
                <a:latin typeface="Source Serif Pro" panose="02040603050405020204" pitchFamily="18" charset="0"/>
                <a:ea typeface="Source Serif Pro" panose="02040603050405020204" pitchFamily="18" charset="0"/>
                <a:cs typeface="+mn-cs"/>
              </a:rPr>
              <a:pPr algn="ctr"/>
              <a:t>‹#›</a:t>
            </a:fld>
            <a:endParaRPr lang="en-US" sz="800" b="0" kern="1200">
              <a:solidFill>
                <a:schemeClr val="accent3"/>
              </a:solidFill>
              <a:latin typeface="Source Serif Pro" panose="02040603050405020204" pitchFamily="18" charset="0"/>
              <a:ea typeface="Source Serif Pro" panose="02040603050405020204" pitchFamily="18" charset="0"/>
              <a:cs typeface="+mn-cs"/>
            </a:endParaRPr>
          </a:p>
        </p:txBody>
      </p:sp>
      <p:sp>
        <p:nvSpPr>
          <p:cNvPr id="9" name="Rectangle 8">
            <a:extLst>
              <a:ext uri="{FF2B5EF4-FFF2-40B4-BE49-F238E27FC236}">
                <a16:creationId xmlns:a16="http://schemas.microsoft.com/office/drawing/2014/main" id="{BB9E688F-5C03-2148-56D4-DB20887A400B}"/>
              </a:ext>
            </a:extLst>
          </p:cNvPr>
          <p:cNvSpPr/>
          <p:nvPr userDrawn="1"/>
        </p:nvSpPr>
        <p:spPr>
          <a:xfrm>
            <a:off x="0" y="1450975"/>
            <a:ext cx="12192000" cy="7444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800" b="1" i="0" u="none" strike="noStrike" kern="1200" cap="none" spc="0" normalizeH="0" baseline="0" noProof="0">
              <a:ln>
                <a:noFill/>
              </a:ln>
              <a:solidFill>
                <a:schemeClr val="accent3"/>
              </a:solidFill>
              <a:effectLst/>
              <a:uLnTx/>
              <a:uFillTx/>
              <a:latin typeface="Source Serif Pro" panose="02040603050405020204" pitchFamily="18" charset="0"/>
              <a:ea typeface="Source Serif Pro" panose="02040603050405020204" pitchFamily="18" charset="0"/>
              <a:cs typeface="+mn-cs"/>
            </a:endParaRPr>
          </a:p>
        </p:txBody>
      </p:sp>
    </p:spTree>
    <p:extLst>
      <p:ext uri="{BB962C8B-B14F-4D97-AF65-F5344CB8AC3E}">
        <p14:creationId xmlns:p14="http://schemas.microsoft.com/office/powerpoint/2010/main" val="278704064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2_Zero Content/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5645246" y="1966886"/>
            <a:ext cx="6189568" cy="1662140"/>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34867"/>
          </a:xfrm>
        </p:spPr>
        <p:txBody>
          <a:bodyPr tIns="36000">
            <a:spAutoFit/>
          </a:bodyPr>
          <a:lstStyle>
            <a:lvl1pPr>
              <a:defRPr>
                <a:latin typeface="Source Serif Pro Light" panose="02040303050405020204" pitchFamily="18" charset="0"/>
                <a:ea typeface="Source Serif Pro Light" panose="02040303050405020204" pitchFamily="18"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5645246" y="1455672"/>
            <a:ext cx="6189567"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5645246" y="1732020"/>
            <a:ext cx="6189568"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p:nvPr>
        </p:nvSpPr>
        <p:spPr>
          <a:xfrm>
            <a:off x="5645246" y="4335866"/>
            <a:ext cx="6189568" cy="1662140"/>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p:nvPr>
        </p:nvSpPr>
        <p:spPr>
          <a:xfrm>
            <a:off x="5645246" y="3824652"/>
            <a:ext cx="6189567"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5645246" y="4101000"/>
            <a:ext cx="6189568"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wrap="square">
            <a:spAutoFit/>
          </a:bodyPr>
          <a:lstStyle>
            <a:lvl1pPr marL="0" algn="l" defTabSz="914400" rtl="0" eaLnBrk="1" latinLnBrk="0" hangingPunct="1">
              <a:defRPr lang="en-US" sz="800" kern="1200" dirty="0" smtClean="0">
                <a:solidFill>
                  <a:schemeClr val="accent3"/>
                </a:solidFill>
                <a:latin typeface="Source Serif Pro" panose="02040603050405020204" pitchFamily="18" charset="0"/>
                <a:ea typeface="Source Serif Pro" panose="02040603050405020204" pitchFamily="18" charset="0"/>
                <a:cs typeface="+mn-cs"/>
              </a:defRPr>
            </a:lvl1pPr>
          </a:lstStyle>
          <a:p>
            <a:pPr lvl="0"/>
            <a:r>
              <a:rPr lang="en-US"/>
              <a:t>Fonte:</a:t>
            </a:r>
          </a:p>
        </p:txBody>
      </p:sp>
      <p:sp>
        <p:nvSpPr>
          <p:cNvPr id="8" name="Espaço Reservado para Número de Slide 3">
            <a:extLst>
              <a:ext uri="{FF2B5EF4-FFF2-40B4-BE49-F238E27FC236}">
                <a16:creationId xmlns:a16="http://schemas.microsoft.com/office/drawing/2014/main" id="{5B9D12CF-E33A-03EC-B918-92635B428872}"/>
              </a:ext>
            </a:extLst>
          </p:cNvPr>
          <p:cNvSpPr txBox="1">
            <a:spLocks/>
          </p:cNvSpPr>
          <p:nvPr userDrawn="1"/>
        </p:nvSpPr>
        <p:spPr>
          <a:xfrm>
            <a:off x="731837" y="6494464"/>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800" b="0" kern="1200" smtClean="0">
                <a:solidFill>
                  <a:schemeClr val="accent3"/>
                </a:solidFill>
                <a:latin typeface="Source Serif Pro" panose="02040603050405020204" pitchFamily="18" charset="0"/>
                <a:ea typeface="Source Serif Pro" panose="02040603050405020204" pitchFamily="18" charset="0"/>
                <a:cs typeface="+mn-cs"/>
              </a:rPr>
              <a:pPr algn="ctr"/>
              <a:t>‹#›</a:t>
            </a:fld>
            <a:endParaRPr lang="en-US" sz="800" b="0" kern="1200">
              <a:solidFill>
                <a:schemeClr val="accent3"/>
              </a:solidFill>
              <a:latin typeface="Source Serif Pro" panose="02040603050405020204" pitchFamily="18" charset="0"/>
              <a:ea typeface="Source Serif Pro" panose="02040603050405020204" pitchFamily="18" charset="0"/>
              <a:cs typeface="+mn-cs"/>
            </a:endParaRPr>
          </a:p>
        </p:txBody>
      </p:sp>
    </p:spTree>
    <p:extLst>
      <p:ext uri="{BB962C8B-B14F-4D97-AF65-F5344CB8AC3E}">
        <p14:creationId xmlns:p14="http://schemas.microsoft.com/office/powerpoint/2010/main" val="54945578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46348651-DCC4-B67C-7CA1-367D8ECC30F4}"/>
              </a:ext>
            </a:extLst>
          </p:cNvPr>
          <p:cNvSpPr>
            <a:spLocks noGrp="1"/>
          </p:cNvSpPr>
          <p:nvPr>
            <p:ph sz="half" idx="16"/>
          </p:nvPr>
        </p:nvSpPr>
        <p:spPr>
          <a:xfrm>
            <a:off x="8217662" y="1978546"/>
            <a:ext cx="3617151" cy="1668949"/>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78547"/>
            <a:ext cx="3514161" cy="1668949"/>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4409823" y="1978546"/>
            <a:ext cx="3617151" cy="1668949"/>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34867"/>
          </a:xfrm>
        </p:spPr>
        <p:txBody>
          <a:bodyPr tIns="36000">
            <a:spAutoFit/>
          </a:bodyPr>
          <a:lstStyle>
            <a:lvl1pPr>
              <a:defRPr>
                <a:latin typeface="Source Serif Pro Light" panose="02040303050405020204" pitchFamily="18" charset="0"/>
                <a:ea typeface="Source Serif Pro Light" panose="02040303050405020204" pitchFamily="18" charset="0"/>
              </a:defRPr>
            </a:lvl1pPr>
          </a:lstStyle>
          <a:p>
            <a:pPr lvl="0"/>
            <a:r>
              <a:rPr lang="en-US"/>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8" y="1455672"/>
            <a:ext cx="3514161"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4409823" y="1455672"/>
            <a:ext cx="3617150"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p:nvPr>
        </p:nvSpPr>
        <p:spPr>
          <a:xfrm>
            <a:off x="8217662" y="1455672"/>
            <a:ext cx="3617150"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9" name="Content Placeholder 13">
            <a:extLst>
              <a:ext uri="{FF2B5EF4-FFF2-40B4-BE49-F238E27FC236}">
                <a16:creationId xmlns:a16="http://schemas.microsoft.com/office/drawing/2014/main" id="{02437D02-213A-D460-A6AA-8EF17FD9DCBF}"/>
              </a:ext>
            </a:extLst>
          </p:cNvPr>
          <p:cNvSpPr>
            <a:spLocks noGrp="1"/>
          </p:cNvSpPr>
          <p:nvPr>
            <p:ph sz="quarter" idx="24" hasCustomPrompt="1"/>
          </p:nvPr>
        </p:nvSpPr>
        <p:spPr>
          <a:xfrm>
            <a:off x="731839" y="1732020"/>
            <a:ext cx="3514160"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0" name="Content Placeholder 13">
            <a:extLst>
              <a:ext uri="{FF2B5EF4-FFF2-40B4-BE49-F238E27FC236}">
                <a16:creationId xmlns:a16="http://schemas.microsoft.com/office/drawing/2014/main" id="{04EC45A4-15A4-F81B-1189-CAC268B9A6B2}"/>
              </a:ext>
            </a:extLst>
          </p:cNvPr>
          <p:cNvSpPr>
            <a:spLocks noGrp="1"/>
          </p:cNvSpPr>
          <p:nvPr>
            <p:ph sz="quarter" idx="25" hasCustomPrompt="1"/>
          </p:nvPr>
        </p:nvSpPr>
        <p:spPr>
          <a:xfrm>
            <a:off x="4409823" y="1732020"/>
            <a:ext cx="3617150"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1" name="Content Placeholder 13">
            <a:extLst>
              <a:ext uri="{FF2B5EF4-FFF2-40B4-BE49-F238E27FC236}">
                <a16:creationId xmlns:a16="http://schemas.microsoft.com/office/drawing/2014/main" id="{3188BDD0-D14B-73DC-61FD-AD0B99B2A2A8}"/>
              </a:ext>
            </a:extLst>
          </p:cNvPr>
          <p:cNvSpPr>
            <a:spLocks noGrp="1"/>
          </p:cNvSpPr>
          <p:nvPr>
            <p:ph sz="quarter" idx="26" hasCustomPrompt="1"/>
          </p:nvPr>
        </p:nvSpPr>
        <p:spPr>
          <a:xfrm>
            <a:off x="8217662" y="1732020"/>
            <a:ext cx="3617150"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2" name="Content Placeholder 3">
            <a:extLst>
              <a:ext uri="{FF2B5EF4-FFF2-40B4-BE49-F238E27FC236}">
                <a16:creationId xmlns:a16="http://schemas.microsoft.com/office/drawing/2014/main" id="{6A6E4956-D661-4D53-8334-DD4513C11FA9}"/>
              </a:ext>
            </a:extLst>
          </p:cNvPr>
          <p:cNvSpPr>
            <a:spLocks noGrp="1"/>
          </p:cNvSpPr>
          <p:nvPr>
            <p:ph sz="half" idx="27"/>
          </p:nvPr>
        </p:nvSpPr>
        <p:spPr>
          <a:xfrm>
            <a:off x="8217662" y="4336758"/>
            <a:ext cx="3617151" cy="1668949"/>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2">
            <a:extLst>
              <a:ext uri="{FF2B5EF4-FFF2-40B4-BE49-F238E27FC236}">
                <a16:creationId xmlns:a16="http://schemas.microsoft.com/office/drawing/2014/main" id="{628B24CD-29B7-DE6D-E888-0A0D50458613}"/>
              </a:ext>
            </a:extLst>
          </p:cNvPr>
          <p:cNvSpPr>
            <a:spLocks noGrp="1"/>
          </p:cNvSpPr>
          <p:nvPr>
            <p:ph sz="half" idx="28"/>
          </p:nvPr>
        </p:nvSpPr>
        <p:spPr>
          <a:xfrm>
            <a:off x="731837" y="4336759"/>
            <a:ext cx="3514161" cy="1668949"/>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3">
            <a:extLst>
              <a:ext uri="{FF2B5EF4-FFF2-40B4-BE49-F238E27FC236}">
                <a16:creationId xmlns:a16="http://schemas.microsoft.com/office/drawing/2014/main" id="{03915BD5-B60B-4279-091A-1C6CAA341F7C}"/>
              </a:ext>
            </a:extLst>
          </p:cNvPr>
          <p:cNvSpPr>
            <a:spLocks noGrp="1"/>
          </p:cNvSpPr>
          <p:nvPr>
            <p:ph sz="half" idx="29"/>
          </p:nvPr>
        </p:nvSpPr>
        <p:spPr>
          <a:xfrm>
            <a:off x="4409823" y="4336758"/>
            <a:ext cx="3617151" cy="1668949"/>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Content Placeholder 13">
            <a:extLst>
              <a:ext uri="{FF2B5EF4-FFF2-40B4-BE49-F238E27FC236}">
                <a16:creationId xmlns:a16="http://schemas.microsoft.com/office/drawing/2014/main" id="{EF4CC729-2E82-6584-AB6C-F569F07B64E4}"/>
              </a:ext>
            </a:extLst>
          </p:cNvPr>
          <p:cNvSpPr>
            <a:spLocks noGrp="1"/>
          </p:cNvSpPr>
          <p:nvPr>
            <p:ph sz="quarter" idx="30"/>
          </p:nvPr>
        </p:nvSpPr>
        <p:spPr>
          <a:xfrm>
            <a:off x="731838" y="3813884"/>
            <a:ext cx="3514161"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6" name="Content Placeholder 13">
            <a:extLst>
              <a:ext uri="{FF2B5EF4-FFF2-40B4-BE49-F238E27FC236}">
                <a16:creationId xmlns:a16="http://schemas.microsoft.com/office/drawing/2014/main" id="{E2338167-433A-D3FF-1381-B32FF19479EF}"/>
              </a:ext>
            </a:extLst>
          </p:cNvPr>
          <p:cNvSpPr>
            <a:spLocks noGrp="1"/>
          </p:cNvSpPr>
          <p:nvPr>
            <p:ph sz="quarter" idx="31"/>
          </p:nvPr>
        </p:nvSpPr>
        <p:spPr>
          <a:xfrm>
            <a:off x="4409823" y="3813884"/>
            <a:ext cx="3617150"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7" name="Content Placeholder 13">
            <a:extLst>
              <a:ext uri="{FF2B5EF4-FFF2-40B4-BE49-F238E27FC236}">
                <a16:creationId xmlns:a16="http://schemas.microsoft.com/office/drawing/2014/main" id="{A37E2D0E-A1B8-2890-9C2C-92307D799736}"/>
              </a:ext>
            </a:extLst>
          </p:cNvPr>
          <p:cNvSpPr>
            <a:spLocks noGrp="1"/>
          </p:cNvSpPr>
          <p:nvPr>
            <p:ph sz="quarter" idx="32"/>
          </p:nvPr>
        </p:nvSpPr>
        <p:spPr>
          <a:xfrm>
            <a:off x="8217662" y="3813884"/>
            <a:ext cx="3617150"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8" name="Content Placeholder 13">
            <a:extLst>
              <a:ext uri="{FF2B5EF4-FFF2-40B4-BE49-F238E27FC236}">
                <a16:creationId xmlns:a16="http://schemas.microsoft.com/office/drawing/2014/main" id="{0A46685F-9BAE-8DD8-6BED-6082F6BDE20B}"/>
              </a:ext>
            </a:extLst>
          </p:cNvPr>
          <p:cNvSpPr>
            <a:spLocks noGrp="1"/>
          </p:cNvSpPr>
          <p:nvPr>
            <p:ph sz="quarter" idx="33" hasCustomPrompt="1"/>
          </p:nvPr>
        </p:nvSpPr>
        <p:spPr>
          <a:xfrm>
            <a:off x="731839" y="4090232"/>
            <a:ext cx="3514160"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9" name="Content Placeholder 13">
            <a:extLst>
              <a:ext uri="{FF2B5EF4-FFF2-40B4-BE49-F238E27FC236}">
                <a16:creationId xmlns:a16="http://schemas.microsoft.com/office/drawing/2014/main" id="{ECFE5EF0-2F1F-C3D9-653F-1FB66F18318D}"/>
              </a:ext>
            </a:extLst>
          </p:cNvPr>
          <p:cNvSpPr>
            <a:spLocks noGrp="1"/>
          </p:cNvSpPr>
          <p:nvPr>
            <p:ph sz="quarter" idx="34" hasCustomPrompt="1"/>
          </p:nvPr>
        </p:nvSpPr>
        <p:spPr>
          <a:xfrm>
            <a:off x="4409823" y="4090232"/>
            <a:ext cx="3617150"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30" name="Content Placeholder 13">
            <a:extLst>
              <a:ext uri="{FF2B5EF4-FFF2-40B4-BE49-F238E27FC236}">
                <a16:creationId xmlns:a16="http://schemas.microsoft.com/office/drawing/2014/main" id="{4701A65B-BC7E-81D5-5B0C-2D5DB5F40961}"/>
              </a:ext>
            </a:extLst>
          </p:cNvPr>
          <p:cNvSpPr>
            <a:spLocks noGrp="1"/>
          </p:cNvSpPr>
          <p:nvPr>
            <p:ph sz="quarter" idx="35" hasCustomPrompt="1"/>
          </p:nvPr>
        </p:nvSpPr>
        <p:spPr>
          <a:xfrm>
            <a:off x="8217662" y="4090232"/>
            <a:ext cx="3617150"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8" name="Text Placeholder 9">
            <a:extLst>
              <a:ext uri="{FF2B5EF4-FFF2-40B4-BE49-F238E27FC236}">
                <a16:creationId xmlns:a16="http://schemas.microsoft.com/office/drawing/2014/main" id="{11FB7138-AE4E-A89F-D9E1-862BA5C28391}"/>
              </a:ext>
            </a:extLst>
          </p:cNvPr>
          <p:cNvSpPr>
            <a:spLocks noGrp="1"/>
          </p:cNvSpPr>
          <p:nvPr>
            <p:ph type="body" sz="quarter" idx="36" hasCustomPrompt="1"/>
          </p:nvPr>
        </p:nvSpPr>
        <p:spPr>
          <a:xfrm>
            <a:off x="731838" y="6198700"/>
            <a:ext cx="9275946" cy="132344"/>
          </a:xfrm>
        </p:spPr>
        <p:txBody>
          <a:bodyPr wrap="square">
            <a:spAutoFit/>
          </a:bodyPr>
          <a:lstStyle>
            <a:lvl1pPr marL="0" algn="l" defTabSz="914400" rtl="0" eaLnBrk="1" latinLnBrk="0" hangingPunct="1">
              <a:defRPr lang="en-US" sz="800" kern="1200" dirty="0" smtClean="0">
                <a:solidFill>
                  <a:schemeClr val="accent3"/>
                </a:solidFill>
                <a:latin typeface="Source Serif Pro" panose="02040603050405020204" pitchFamily="18" charset="0"/>
                <a:ea typeface="Source Serif Pro" panose="02040603050405020204" pitchFamily="18" charset="0"/>
                <a:cs typeface="+mn-cs"/>
              </a:defRPr>
            </a:lvl1pPr>
          </a:lstStyle>
          <a:p>
            <a:pPr lvl="0"/>
            <a:r>
              <a:rPr lang="en-US"/>
              <a:t>Fonte:</a:t>
            </a:r>
          </a:p>
        </p:txBody>
      </p:sp>
      <p:sp>
        <p:nvSpPr>
          <p:cNvPr id="31" name="Espaço Reservado para Número de Slide 3">
            <a:extLst>
              <a:ext uri="{FF2B5EF4-FFF2-40B4-BE49-F238E27FC236}">
                <a16:creationId xmlns:a16="http://schemas.microsoft.com/office/drawing/2014/main" id="{233094EA-C74A-3E81-55FB-F4106593066B}"/>
              </a:ext>
            </a:extLst>
          </p:cNvPr>
          <p:cNvSpPr txBox="1">
            <a:spLocks/>
          </p:cNvSpPr>
          <p:nvPr userDrawn="1"/>
        </p:nvSpPr>
        <p:spPr>
          <a:xfrm>
            <a:off x="731837" y="6494464"/>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800" b="0" kern="1200" smtClean="0">
                <a:solidFill>
                  <a:schemeClr val="accent3"/>
                </a:solidFill>
                <a:latin typeface="Source Serif Pro" panose="02040603050405020204" pitchFamily="18" charset="0"/>
                <a:ea typeface="Source Serif Pro" panose="02040603050405020204" pitchFamily="18" charset="0"/>
                <a:cs typeface="+mn-cs"/>
              </a:rPr>
              <a:pPr algn="ctr"/>
              <a:t>‹#›</a:t>
            </a:fld>
            <a:endParaRPr lang="en-US" sz="800" b="0" kern="1200">
              <a:solidFill>
                <a:schemeClr val="accent3"/>
              </a:solidFill>
              <a:latin typeface="Source Serif Pro" panose="02040603050405020204" pitchFamily="18" charset="0"/>
              <a:ea typeface="Source Serif Pro" panose="02040603050405020204" pitchFamily="18" charset="0"/>
              <a:cs typeface="+mn-cs"/>
            </a:endParaRPr>
          </a:p>
        </p:txBody>
      </p:sp>
      <p:sp>
        <p:nvSpPr>
          <p:cNvPr id="5" name="Text Placeholder 4">
            <a:extLst>
              <a:ext uri="{FF2B5EF4-FFF2-40B4-BE49-F238E27FC236}">
                <a16:creationId xmlns:a16="http://schemas.microsoft.com/office/drawing/2014/main" id="{0009B4F1-20E7-9C99-57C1-32F947425757}"/>
              </a:ext>
            </a:extLst>
          </p:cNvPr>
          <p:cNvSpPr>
            <a:spLocks noGrp="1"/>
          </p:cNvSpPr>
          <p:nvPr>
            <p:ph type="body" sz="quarter" idx="37"/>
          </p:nvPr>
        </p:nvSpPr>
        <p:spPr>
          <a:xfrm>
            <a:off x="731837" y="357006"/>
            <a:ext cx="1817688" cy="165430"/>
          </a:xfrm>
          <a:solidFill>
            <a:schemeClr val="bg1"/>
          </a:solidFill>
        </p:spPr>
        <p:txBody>
          <a:bodyPr wrap="square" rIns="10800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000" kern="1200" dirty="0" smtClean="0">
                <a:solidFill>
                  <a:srgbClr val="222F44"/>
                </a:solidFill>
                <a:latin typeface="Source Serif Pro" panose="02040603050405020204" pitchFamily="18" charset="0"/>
                <a:ea typeface="Source Serif Pro" panose="02040603050405020204" pitchFamily="18" charset="0"/>
                <a:cs typeface="Arial" panose="020B0604020202020204" pitchFamily="34" charset="0"/>
              </a:defRPr>
            </a:lvl1pPr>
          </a:lstStyle>
          <a:p>
            <a:pPr lvl="0"/>
            <a:r>
              <a:rPr lang="en-US"/>
              <a:t>Click to edit Master text styles</a:t>
            </a:r>
          </a:p>
        </p:txBody>
      </p:sp>
    </p:spTree>
    <p:extLst>
      <p:ext uri="{BB962C8B-B14F-4D97-AF65-F5344CB8AC3E}">
        <p14:creationId xmlns:p14="http://schemas.microsoft.com/office/powerpoint/2010/main" val="371351127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66887"/>
            <a:ext cx="5364163" cy="4032276"/>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p:nvPr>
        </p:nvSpPr>
        <p:spPr>
          <a:xfrm>
            <a:off x="6261638" y="1966885"/>
            <a:ext cx="5573175" cy="819447"/>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34867"/>
          </a:xfrm>
        </p:spPr>
        <p:txBody>
          <a:bodyPr tIns="36000">
            <a:spAutoFit/>
          </a:bodyPr>
          <a:lstStyle>
            <a:lvl1pPr>
              <a:defRPr>
                <a:latin typeface="Source Serif Pro Light" panose="02040303050405020204" pitchFamily="18" charset="0"/>
                <a:ea typeface="Source Serif Pro Light" panose="02040303050405020204" pitchFamily="18" charset="0"/>
              </a:defRPr>
            </a:lvl1pPr>
          </a:lstStyle>
          <a:p>
            <a:pPr lvl="0"/>
            <a:r>
              <a:rPr lang="en-US"/>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p:nvPr>
        </p:nvSpPr>
        <p:spPr>
          <a:xfrm>
            <a:off x="731838" y="1455672"/>
            <a:ext cx="5364163" cy="264688"/>
          </a:xfrm>
        </p:spPr>
        <p:txBody>
          <a:bodyPr>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p:nvPr>
        </p:nvSpPr>
        <p:spPr>
          <a:xfrm>
            <a:off x="6261639" y="1455672"/>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p:nvPr>
        </p:nvSpPr>
        <p:spPr>
          <a:xfrm>
            <a:off x="6275388" y="5196058"/>
            <a:ext cx="5559424" cy="819447"/>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p:nvPr>
        </p:nvSpPr>
        <p:spPr>
          <a:xfrm>
            <a:off x="6261638" y="3572390"/>
            <a:ext cx="5573175" cy="819447"/>
          </a:xfrm>
        </p:spPr>
        <p:txBody>
          <a:bodyPr t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p:nvPr>
        </p:nvSpPr>
        <p:spPr>
          <a:xfrm>
            <a:off x="6275389" y="4684844"/>
            <a:ext cx="555942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p:nvPr>
        </p:nvSpPr>
        <p:spPr>
          <a:xfrm>
            <a:off x="6261639" y="3061177"/>
            <a:ext cx="5573174"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6275389" y="4961192"/>
            <a:ext cx="5559424"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3337525"/>
            <a:ext cx="5573175"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wrap="square">
            <a:spAutoFit/>
          </a:bodyPr>
          <a:lstStyle>
            <a:lvl1pPr marL="0" algn="l" defTabSz="914400" rtl="0" eaLnBrk="1" latinLnBrk="0" hangingPunct="1">
              <a:defRPr lang="en-US" sz="800" kern="1200" dirty="0" smtClean="0">
                <a:solidFill>
                  <a:schemeClr val="accent3"/>
                </a:solidFill>
                <a:latin typeface="Source Serif Pro" panose="02040603050405020204" pitchFamily="18" charset="0"/>
                <a:ea typeface="Source Serif Pro" panose="02040603050405020204" pitchFamily="18" charset="0"/>
                <a:cs typeface="+mn-cs"/>
              </a:defRPr>
            </a:lvl1pPr>
          </a:lstStyle>
          <a:p>
            <a:pPr lvl="0"/>
            <a:r>
              <a:rPr lang="en-US"/>
              <a:t>Fonte:</a:t>
            </a:r>
          </a:p>
        </p:txBody>
      </p:sp>
      <p:sp>
        <p:nvSpPr>
          <p:cNvPr id="8" name="Espaço Reservado para Número de Slide 3">
            <a:extLst>
              <a:ext uri="{FF2B5EF4-FFF2-40B4-BE49-F238E27FC236}">
                <a16:creationId xmlns:a16="http://schemas.microsoft.com/office/drawing/2014/main" id="{5B9D12CF-E33A-03EC-B918-92635B428872}"/>
              </a:ext>
            </a:extLst>
          </p:cNvPr>
          <p:cNvSpPr txBox="1">
            <a:spLocks/>
          </p:cNvSpPr>
          <p:nvPr userDrawn="1"/>
        </p:nvSpPr>
        <p:spPr>
          <a:xfrm>
            <a:off x="731837" y="6494464"/>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800" b="0" kern="1200" smtClean="0">
                <a:solidFill>
                  <a:schemeClr val="accent3"/>
                </a:solidFill>
                <a:latin typeface="Source Serif Pro" panose="02040603050405020204" pitchFamily="18" charset="0"/>
                <a:ea typeface="Source Serif Pro" panose="02040603050405020204" pitchFamily="18" charset="0"/>
                <a:cs typeface="+mn-cs"/>
              </a:rPr>
              <a:pPr algn="ctr"/>
              <a:t>‹#›</a:t>
            </a:fld>
            <a:endParaRPr lang="en-US" sz="800" b="0" kern="1200">
              <a:solidFill>
                <a:schemeClr val="accent3"/>
              </a:solidFill>
              <a:latin typeface="Source Serif Pro" panose="02040603050405020204" pitchFamily="18" charset="0"/>
              <a:ea typeface="Source Serif Pro" panose="02040603050405020204" pitchFamily="18" charset="0"/>
              <a:cs typeface="+mn-cs"/>
            </a:endParaRPr>
          </a:p>
        </p:txBody>
      </p:sp>
      <p:sp>
        <p:nvSpPr>
          <p:cNvPr id="6" name="Text Placeholder 4">
            <a:extLst>
              <a:ext uri="{FF2B5EF4-FFF2-40B4-BE49-F238E27FC236}">
                <a16:creationId xmlns:a16="http://schemas.microsoft.com/office/drawing/2014/main" id="{3C5B89D9-2D5B-EBAF-0CBA-75C1E291BBED}"/>
              </a:ext>
            </a:extLst>
          </p:cNvPr>
          <p:cNvSpPr>
            <a:spLocks noGrp="1"/>
          </p:cNvSpPr>
          <p:nvPr>
            <p:ph type="body" sz="quarter" idx="37"/>
          </p:nvPr>
        </p:nvSpPr>
        <p:spPr>
          <a:xfrm>
            <a:off x="731837" y="357006"/>
            <a:ext cx="1817688" cy="165430"/>
          </a:xfrm>
          <a:solidFill>
            <a:schemeClr val="bg1"/>
          </a:solidFill>
        </p:spPr>
        <p:txBody>
          <a:bodyPr wrap="square" rIns="10800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000" kern="1200" dirty="0" smtClean="0">
                <a:solidFill>
                  <a:srgbClr val="222F44"/>
                </a:solidFill>
                <a:latin typeface="Source Serif Pro" panose="02040603050405020204" pitchFamily="18" charset="0"/>
                <a:ea typeface="Source Serif Pro" panose="02040603050405020204" pitchFamily="18" charset="0"/>
                <a:cs typeface="Arial" panose="020B0604020202020204" pitchFamily="34" charset="0"/>
              </a:defRPr>
            </a:lvl1pPr>
          </a:lstStyle>
          <a:p>
            <a:pPr lvl="0"/>
            <a:r>
              <a:rPr lang="en-US"/>
              <a:t>Click to edit Master text styles</a:t>
            </a:r>
          </a:p>
        </p:txBody>
      </p:sp>
    </p:spTree>
    <p:extLst>
      <p:ext uri="{BB962C8B-B14F-4D97-AF65-F5344CB8AC3E}">
        <p14:creationId xmlns:p14="http://schemas.microsoft.com/office/powerpoint/2010/main" val="386155321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11705-E470-8D14-31B3-824FE4DACE29}"/>
              </a:ext>
            </a:extLst>
          </p:cNvPr>
          <p:cNvSpPr>
            <a:spLocks noGrp="1"/>
          </p:cNvSpPr>
          <p:nvPr>
            <p:ph type="title"/>
          </p:nvPr>
        </p:nvSpPr>
        <p:spPr/>
        <p:txBody>
          <a:bodyPr/>
          <a:lstStyle/>
          <a:p>
            <a:r>
              <a:rPr lang="en-US"/>
              <a:t>Click to edit Master title style</a:t>
            </a:r>
          </a:p>
        </p:txBody>
      </p:sp>
      <p:sp>
        <p:nvSpPr>
          <p:cNvPr id="8" name="Content Placeholder 11">
            <a:extLst>
              <a:ext uri="{FF2B5EF4-FFF2-40B4-BE49-F238E27FC236}">
                <a16:creationId xmlns:a16="http://schemas.microsoft.com/office/drawing/2014/main" id="{2B80E022-3FDD-ADDD-4ECC-A35C1C629842}"/>
              </a:ext>
            </a:extLst>
          </p:cNvPr>
          <p:cNvSpPr>
            <a:spLocks noGrp="1"/>
          </p:cNvSpPr>
          <p:nvPr>
            <p:ph sz="quarter" idx="13"/>
          </p:nvPr>
        </p:nvSpPr>
        <p:spPr>
          <a:xfrm>
            <a:off x="731838" y="1052961"/>
            <a:ext cx="11102975" cy="234867"/>
          </a:xfrm>
        </p:spPr>
        <p:txBody>
          <a:bodyPr tIns="36000">
            <a:spAutoFit/>
          </a:bodyPr>
          <a:lstStyle>
            <a:lvl1pPr>
              <a:defRPr>
                <a:latin typeface="Source Serif Pro Light" panose="02040303050405020204" pitchFamily="18" charset="0"/>
                <a:ea typeface="Source Serif Pro Light" panose="02040303050405020204" pitchFamily="18" charset="0"/>
              </a:defRPr>
            </a:lvl1pPr>
          </a:lstStyle>
          <a:p>
            <a:pPr lvl="0"/>
            <a:r>
              <a:rPr lang="en-US"/>
              <a:t>Click to edit Master text styles</a:t>
            </a:r>
          </a:p>
        </p:txBody>
      </p:sp>
      <p:sp>
        <p:nvSpPr>
          <p:cNvPr id="7" name="Text Placeholder 9">
            <a:extLst>
              <a:ext uri="{FF2B5EF4-FFF2-40B4-BE49-F238E27FC236}">
                <a16:creationId xmlns:a16="http://schemas.microsoft.com/office/drawing/2014/main" id="{44A0BD1B-A7E0-E3B2-D28F-4B86FE4438F2}"/>
              </a:ext>
            </a:extLst>
          </p:cNvPr>
          <p:cNvSpPr>
            <a:spLocks noGrp="1"/>
          </p:cNvSpPr>
          <p:nvPr>
            <p:ph type="body" sz="quarter" idx="36" hasCustomPrompt="1"/>
          </p:nvPr>
        </p:nvSpPr>
        <p:spPr>
          <a:xfrm>
            <a:off x="731838" y="6198700"/>
            <a:ext cx="9275946" cy="132344"/>
          </a:xfrm>
        </p:spPr>
        <p:txBody>
          <a:bodyPr wrap="square">
            <a:spAutoFit/>
          </a:bodyPr>
          <a:lstStyle>
            <a:lvl1pPr marL="0" algn="l" defTabSz="914400" rtl="0" eaLnBrk="1" latinLnBrk="0" hangingPunct="1">
              <a:defRPr lang="en-US" sz="800" kern="1200" dirty="0" smtClean="0">
                <a:solidFill>
                  <a:schemeClr val="accent3"/>
                </a:solidFill>
                <a:latin typeface="Source Serif Pro" panose="02040603050405020204" pitchFamily="18" charset="0"/>
                <a:ea typeface="Source Serif Pro" panose="02040603050405020204" pitchFamily="18" charset="0"/>
                <a:cs typeface="+mn-cs"/>
              </a:defRPr>
            </a:lvl1pPr>
          </a:lstStyle>
          <a:p>
            <a:pPr lvl="0"/>
            <a:r>
              <a:rPr lang="en-US"/>
              <a:t>Fonte:</a:t>
            </a:r>
          </a:p>
        </p:txBody>
      </p:sp>
      <p:sp>
        <p:nvSpPr>
          <p:cNvPr id="9" name="Espaço Reservado para Número de Slide 3">
            <a:extLst>
              <a:ext uri="{FF2B5EF4-FFF2-40B4-BE49-F238E27FC236}">
                <a16:creationId xmlns:a16="http://schemas.microsoft.com/office/drawing/2014/main" id="{1AC53D4F-9330-AD7E-C511-00F7B893E7D3}"/>
              </a:ext>
            </a:extLst>
          </p:cNvPr>
          <p:cNvSpPr txBox="1">
            <a:spLocks/>
          </p:cNvSpPr>
          <p:nvPr userDrawn="1"/>
        </p:nvSpPr>
        <p:spPr>
          <a:xfrm>
            <a:off x="731837" y="6494464"/>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800" b="0" kern="1200" smtClean="0">
                <a:solidFill>
                  <a:schemeClr val="accent3"/>
                </a:solidFill>
                <a:latin typeface="Source Serif Pro" panose="02040603050405020204" pitchFamily="18" charset="0"/>
                <a:ea typeface="Source Serif Pro" panose="02040603050405020204" pitchFamily="18" charset="0"/>
                <a:cs typeface="+mn-cs"/>
              </a:rPr>
              <a:pPr algn="ctr"/>
              <a:t>‹#›</a:t>
            </a:fld>
            <a:endParaRPr lang="en-US" sz="800" b="0" kern="1200">
              <a:solidFill>
                <a:schemeClr val="accent3"/>
              </a:solidFill>
              <a:latin typeface="Source Serif Pro" panose="02040603050405020204" pitchFamily="18" charset="0"/>
              <a:ea typeface="Source Serif Pro" panose="02040603050405020204" pitchFamily="18" charset="0"/>
              <a:cs typeface="+mn-cs"/>
            </a:endParaRPr>
          </a:p>
        </p:txBody>
      </p:sp>
      <p:sp>
        <p:nvSpPr>
          <p:cNvPr id="3" name="Text Placeholder 4">
            <a:extLst>
              <a:ext uri="{FF2B5EF4-FFF2-40B4-BE49-F238E27FC236}">
                <a16:creationId xmlns:a16="http://schemas.microsoft.com/office/drawing/2014/main" id="{3E341D7E-EBB4-BF2E-49CE-6F8483418485}"/>
              </a:ext>
            </a:extLst>
          </p:cNvPr>
          <p:cNvSpPr>
            <a:spLocks noGrp="1"/>
          </p:cNvSpPr>
          <p:nvPr>
            <p:ph type="body" sz="quarter" idx="37"/>
          </p:nvPr>
        </p:nvSpPr>
        <p:spPr>
          <a:xfrm>
            <a:off x="731837" y="357006"/>
            <a:ext cx="1817688" cy="165430"/>
          </a:xfrm>
          <a:solidFill>
            <a:schemeClr val="bg1"/>
          </a:solidFill>
        </p:spPr>
        <p:txBody>
          <a:bodyPr wrap="square" rIns="10800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000" kern="1200" dirty="0" smtClean="0">
                <a:solidFill>
                  <a:srgbClr val="222F44"/>
                </a:solidFill>
                <a:latin typeface="Source Serif Pro" panose="02040603050405020204" pitchFamily="18" charset="0"/>
                <a:ea typeface="Source Serif Pro" panose="02040603050405020204" pitchFamily="18" charset="0"/>
                <a:cs typeface="Arial" panose="020B0604020202020204" pitchFamily="34" charset="0"/>
              </a:defRPr>
            </a:lvl1pPr>
          </a:lstStyle>
          <a:p>
            <a:pPr lvl="0"/>
            <a:r>
              <a:rPr lang="en-US"/>
              <a:t>Click to edit Master text styles</a:t>
            </a:r>
          </a:p>
        </p:txBody>
      </p:sp>
    </p:spTree>
    <p:extLst>
      <p:ext uri="{BB962C8B-B14F-4D97-AF65-F5344CB8AC3E}">
        <p14:creationId xmlns:p14="http://schemas.microsoft.com/office/powerpoint/2010/main" val="359557194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p:nvPr>
        </p:nvSpPr>
        <p:spPr>
          <a:xfrm>
            <a:off x="731837" y="1976121"/>
            <a:ext cx="11102976" cy="4023041"/>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p:nvPr>
        </p:nvSpPr>
        <p:spPr>
          <a:xfrm>
            <a:off x="731838" y="1052961"/>
            <a:ext cx="11102975" cy="234867"/>
          </a:xfrm>
        </p:spPr>
        <p:txBody>
          <a:bodyPr tIns="36000">
            <a:spAutoFit/>
          </a:bodyPr>
          <a:lstStyle>
            <a:lvl1pPr>
              <a:defRPr>
                <a:latin typeface="Source Serif Pro Light" panose="02040303050405020204" pitchFamily="18" charset="0"/>
                <a:ea typeface="Source Serif Pro Light" panose="02040303050405020204" pitchFamily="18" charset="0"/>
              </a:defRPr>
            </a:lvl1pPr>
          </a:lstStyle>
          <a:p>
            <a:pPr lvl="0"/>
            <a:r>
              <a:rPr lang="en-US"/>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11102976" cy="264688"/>
          </a:xfrm>
        </p:spPr>
        <p:txBody>
          <a:bodyPr wrap="square">
            <a:spAutoFit/>
          </a:bodyPr>
          <a:lstStyle>
            <a:lvl1pPr>
              <a:defRPr sz="1600" b="1">
                <a:solidFill>
                  <a:schemeClr val="bg2"/>
                </a:solidFill>
                <a:latin typeface="Source Serif Pro SemiBold" panose="02040703050405020204" pitchFamily="18" charset="0"/>
                <a:ea typeface="Source Serif Pro SemiBold" panose="02040703050405020204" pitchFamily="18" charset="0"/>
              </a:defRPr>
            </a:lvl1pPr>
          </a:lstStyle>
          <a:p>
            <a:pPr lvl="0"/>
            <a:r>
              <a:rPr lang="en-US"/>
              <a:t>Click to edit title</a:t>
            </a:r>
          </a:p>
        </p:txBody>
      </p:sp>
      <p:sp>
        <p:nvSpPr>
          <p:cNvPr id="16" name="Content Placeholder 13">
            <a:extLst>
              <a:ext uri="{FF2B5EF4-FFF2-40B4-BE49-F238E27FC236}">
                <a16:creationId xmlns:a16="http://schemas.microsoft.com/office/drawing/2014/main" id="{7B3249D2-1FE0-ED6D-322D-323EFD8671F4}"/>
              </a:ext>
            </a:extLst>
          </p:cNvPr>
          <p:cNvSpPr>
            <a:spLocks noGrp="1"/>
          </p:cNvSpPr>
          <p:nvPr>
            <p:ph sz="quarter" idx="16" hasCustomPrompt="1"/>
          </p:nvPr>
        </p:nvSpPr>
        <p:spPr>
          <a:xfrm>
            <a:off x="731838" y="1732020"/>
            <a:ext cx="11102976" cy="234867"/>
          </a:xfrm>
        </p:spPr>
        <p:txBody>
          <a:bodyPr wrap="square" tIns="36000">
            <a:spAutoFit/>
          </a:bodyPr>
          <a:lstStyle>
            <a:lvl1pPr>
              <a:defRPr sz="1200" b="1">
                <a:solidFill>
                  <a:schemeClr val="tx1"/>
                </a:solidFill>
                <a:latin typeface="Source Serif Pro" panose="02040603050405020204" pitchFamily="18" charset="0"/>
                <a:ea typeface="Source Serif Pro" panose="02040603050405020204" pitchFamily="18" charset="0"/>
              </a:defRPr>
            </a:lvl1pPr>
          </a:lstStyle>
          <a:p>
            <a:pPr lvl="0"/>
            <a:r>
              <a:rPr lang="en-US"/>
              <a:t>Click to edit subtitle</a:t>
            </a:r>
          </a:p>
        </p:txBody>
      </p:sp>
      <p:sp>
        <p:nvSpPr>
          <p:cNvPr id="18" name="Text Placeholder 9">
            <a:extLst>
              <a:ext uri="{FF2B5EF4-FFF2-40B4-BE49-F238E27FC236}">
                <a16:creationId xmlns:a16="http://schemas.microsoft.com/office/drawing/2014/main" id="{75A68369-8B33-C898-7757-7C5067723B87}"/>
              </a:ext>
            </a:extLst>
          </p:cNvPr>
          <p:cNvSpPr>
            <a:spLocks noGrp="1"/>
          </p:cNvSpPr>
          <p:nvPr>
            <p:ph type="body" sz="quarter" idx="36" hasCustomPrompt="1"/>
          </p:nvPr>
        </p:nvSpPr>
        <p:spPr>
          <a:xfrm>
            <a:off x="731838" y="6198700"/>
            <a:ext cx="9275946" cy="132344"/>
          </a:xfrm>
        </p:spPr>
        <p:txBody>
          <a:bodyPr wrap="square">
            <a:spAutoFit/>
          </a:bodyPr>
          <a:lstStyle>
            <a:lvl1pPr marL="0" algn="l" defTabSz="914400" rtl="0" eaLnBrk="1" latinLnBrk="0" hangingPunct="1">
              <a:defRPr lang="en-US" sz="800" kern="1200" dirty="0" smtClean="0">
                <a:solidFill>
                  <a:schemeClr val="accent3"/>
                </a:solidFill>
                <a:latin typeface="Source Serif Pro" panose="02040603050405020204" pitchFamily="18" charset="0"/>
                <a:ea typeface="Source Serif Pro" panose="02040603050405020204" pitchFamily="18" charset="0"/>
                <a:cs typeface="+mn-cs"/>
              </a:defRPr>
            </a:lvl1pPr>
          </a:lstStyle>
          <a:p>
            <a:pPr lvl="0"/>
            <a:r>
              <a:rPr lang="en-US"/>
              <a:t>Fonte:</a:t>
            </a:r>
          </a:p>
        </p:txBody>
      </p:sp>
      <p:sp>
        <p:nvSpPr>
          <p:cNvPr id="19" name="Espaço Reservado para Número de Slide 3">
            <a:extLst>
              <a:ext uri="{FF2B5EF4-FFF2-40B4-BE49-F238E27FC236}">
                <a16:creationId xmlns:a16="http://schemas.microsoft.com/office/drawing/2014/main" id="{2270AFF3-59D8-4C40-C53C-030FABBADB20}"/>
              </a:ext>
            </a:extLst>
          </p:cNvPr>
          <p:cNvSpPr txBox="1">
            <a:spLocks/>
          </p:cNvSpPr>
          <p:nvPr userDrawn="1"/>
        </p:nvSpPr>
        <p:spPr>
          <a:xfrm>
            <a:off x="731837" y="6494464"/>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800" b="0" kern="1200" smtClean="0">
                <a:solidFill>
                  <a:schemeClr val="accent3"/>
                </a:solidFill>
                <a:latin typeface="Source Serif Pro" panose="02040603050405020204" pitchFamily="18" charset="0"/>
                <a:ea typeface="Source Serif Pro" panose="02040603050405020204" pitchFamily="18" charset="0"/>
                <a:cs typeface="+mn-cs"/>
              </a:rPr>
              <a:pPr algn="ctr"/>
              <a:t>‹#›</a:t>
            </a:fld>
            <a:endParaRPr lang="en-US" sz="800" b="0" kern="1200">
              <a:solidFill>
                <a:schemeClr val="accent3"/>
              </a:solidFill>
              <a:latin typeface="Source Serif Pro" panose="02040603050405020204" pitchFamily="18" charset="0"/>
              <a:ea typeface="Source Serif Pro" panose="02040603050405020204" pitchFamily="18" charset="0"/>
              <a:cs typeface="+mn-cs"/>
            </a:endParaRPr>
          </a:p>
        </p:txBody>
      </p:sp>
    </p:spTree>
    <p:extLst>
      <p:ext uri="{BB962C8B-B14F-4D97-AF65-F5344CB8AC3E}">
        <p14:creationId xmlns:p14="http://schemas.microsoft.com/office/powerpoint/2010/main" val="178806732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739B9-4054-A9D4-2292-242833A6280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A00962-9F6C-292D-19D5-4E49FD343F1A}"/>
              </a:ext>
            </a:extLst>
          </p:cNvPr>
          <p:cNvSpPr>
            <a:spLocks noGrp="1"/>
          </p:cNvSpPr>
          <p:nvPr>
            <p:ph idx="1"/>
          </p:nvPr>
        </p:nvSpPr>
        <p:spPr>
          <a:xfrm>
            <a:off x="731837" y="1450975"/>
            <a:ext cx="11102975" cy="4548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1">
            <a:extLst>
              <a:ext uri="{FF2B5EF4-FFF2-40B4-BE49-F238E27FC236}">
                <a16:creationId xmlns:a16="http://schemas.microsoft.com/office/drawing/2014/main" id="{D5FE42B3-1E99-213C-F3D2-9217EEF7672B}"/>
              </a:ext>
            </a:extLst>
          </p:cNvPr>
          <p:cNvSpPr>
            <a:spLocks noGrp="1"/>
          </p:cNvSpPr>
          <p:nvPr>
            <p:ph sz="quarter" idx="13"/>
          </p:nvPr>
        </p:nvSpPr>
        <p:spPr>
          <a:xfrm>
            <a:off x="731838" y="1052961"/>
            <a:ext cx="11102975" cy="234867"/>
          </a:xfrm>
        </p:spPr>
        <p:txBody>
          <a:bodyPr tIns="36000">
            <a:spAutoFit/>
          </a:bodyPr>
          <a:lstStyle>
            <a:lvl1pPr>
              <a:defRPr>
                <a:latin typeface="Source Serif Pro Light" panose="02040303050405020204" pitchFamily="18" charset="0"/>
                <a:ea typeface="Source Serif Pro Light" panose="02040303050405020204" pitchFamily="18" charset="0"/>
              </a:defRPr>
            </a:lvl1pPr>
          </a:lstStyle>
          <a:p>
            <a:pPr lvl="0"/>
            <a:r>
              <a:rPr lang="en-US"/>
              <a:t>Click to edit Master text styles</a:t>
            </a:r>
          </a:p>
        </p:txBody>
      </p:sp>
      <p:sp>
        <p:nvSpPr>
          <p:cNvPr id="9" name="Text Placeholder 9">
            <a:extLst>
              <a:ext uri="{FF2B5EF4-FFF2-40B4-BE49-F238E27FC236}">
                <a16:creationId xmlns:a16="http://schemas.microsoft.com/office/drawing/2014/main" id="{C7787170-0E7B-063E-C6DD-4ABC63D5BC79}"/>
              </a:ext>
            </a:extLst>
          </p:cNvPr>
          <p:cNvSpPr>
            <a:spLocks noGrp="1"/>
          </p:cNvSpPr>
          <p:nvPr>
            <p:ph type="body" sz="quarter" idx="36" hasCustomPrompt="1"/>
          </p:nvPr>
        </p:nvSpPr>
        <p:spPr>
          <a:xfrm>
            <a:off x="731838" y="6198700"/>
            <a:ext cx="9275946" cy="132344"/>
          </a:xfrm>
        </p:spPr>
        <p:txBody>
          <a:bodyPr wrap="square">
            <a:spAutoFit/>
          </a:bodyPr>
          <a:lstStyle>
            <a:lvl1pPr marL="0" algn="l" defTabSz="914400" rtl="0" eaLnBrk="1" latinLnBrk="0" hangingPunct="1">
              <a:defRPr lang="en-US" sz="800" kern="1200" dirty="0" smtClean="0">
                <a:solidFill>
                  <a:schemeClr val="accent3"/>
                </a:solidFill>
                <a:latin typeface="Source Serif Pro" panose="02040603050405020204" pitchFamily="18" charset="0"/>
                <a:ea typeface="Source Serif Pro" panose="02040603050405020204" pitchFamily="18" charset="0"/>
                <a:cs typeface="+mn-cs"/>
              </a:defRPr>
            </a:lvl1pPr>
          </a:lstStyle>
          <a:p>
            <a:pPr lvl="0"/>
            <a:r>
              <a:rPr lang="en-US"/>
              <a:t>Fonte:</a:t>
            </a:r>
          </a:p>
        </p:txBody>
      </p:sp>
      <p:sp>
        <p:nvSpPr>
          <p:cNvPr id="10" name="Espaço Reservado para Número de Slide 3">
            <a:extLst>
              <a:ext uri="{FF2B5EF4-FFF2-40B4-BE49-F238E27FC236}">
                <a16:creationId xmlns:a16="http://schemas.microsoft.com/office/drawing/2014/main" id="{FFA6F73F-6933-6728-B9EB-150D5467B4D9}"/>
              </a:ext>
            </a:extLst>
          </p:cNvPr>
          <p:cNvSpPr txBox="1">
            <a:spLocks/>
          </p:cNvSpPr>
          <p:nvPr userDrawn="1"/>
        </p:nvSpPr>
        <p:spPr>
          <a:xfrm>
            <a:off x="731837" y="6494464"/>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800" b="0" kern="1200" smtClean="0">
                <a:solidFill>
                  <a:schemeClr val="accent3"/>
                </a:solidFill>
                <a:latin typeface="Source Serif Pro" panose="02040603050405020204" pitchFamily="18" charset="0"/>
                <a:ea typeface="Source Serif Pro" panose="02040603050405020204" pitchFamily="18" charset="0"/>
                <a:cs typeface="+mn-cs"/>
              </a:rPr>
              <a:pPr algn="ctr"/>
              <a:t>‹#›</a:t>
            </a:fld>
            <a:endParaRPr lang="en-US" sz="800" b="0" kern="1200">
              <a:solidFill>
                <a:schemeClr val="accent3"/>
              </a:solidFill>
              <a:latin typeface="Source Serif Pro" panose="02040603050405020204" pitchFamily="18" charset="0"/>
              <a:ea typeface="Source Serif Pro" panose="02040603050405020204" pitchFamily="18" charset="0"/>
              <a:cs typeface="+mn-cs"/>
            </a:endParaRPr>
          </a:p>
        </p:txBody>
      </p:sp>
      <p:sp>
        <p:nvSpPr>
          <p:cNvPr id="4" name="Text Placeholder 4">
            <a:extLst>
              <a:ext uri="{FF2B5EF4-FFF2-40B4-BE49-F238E27FC236}">
                <a16:creationId xmlns:a16="http://schemas.microsoft.com/office/drawing/2014/main" id="{7456DDD5-B0B0-BA35-0D99-B6FB5D001CE0}"/>
              </a:ext>
            </a:extLst>
          </p:cNvPr>
          <p:cNvSpPr>
            <a:spLocks noGrp="1"/>
          </p:cNvSpPr>
          <p:nvPr>
            <p:ph type="body" sz="quarter" idx="37"/>
          </p:nvPr>
        </p:nvSpPr>
        <p:spPr>
          <a:xfrm>
            <a:off x="731837" y="357006"/>
            <a:ext cx="1817688" cy="165430"/>
          </a:xfrm>
          <a:solidFill>
            <a:schemeClr val="bg1"/>
          </a:solidFill>
        </p:spPr>
        <p:txBody>
          <a:bodyPr wrap="square" rIns="10800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000" kern="1200" dirty="0" smtClean="0">
                <a:solidFill>
                  <a:srgbClr val="222F44"/>
                </a:solidFill>
                <a:latin typeface="Source Serif Pro" panose="02040603050405020204" pitchFamily="18" charset="0"/>
                <a:ea typeface="Source Serif Pro" panose="02040603050405020204" pitchFamily="18" charset="0"/>
                <a:cs typeface="Arial" panose="020B0604020202020204" pitchFamily="34" charset="0"/>
              </a:defRPr>
            </a:lvl1pPr>
          </a:lstStyle>
          <a:p>
            <a:pPr lvl="0"/>
            <a:r>
              <a:rPr lang="en-US"/>
              <a:t>Click to edit Master text styles</a:t>
            </a:r>
          </a:p>
        </p:txBody>
      </p:sp>
    </p:spTree>
    <p:extLst>
      <p:ext uri="{BB962C8B-B14F-4D97-AF65-F5344CB8AC3E}">
        <p14:creationId xmlns:p14="http://schemas.microsoft.com/office/powerpoint/2010/main" val="57740817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F226F1CA-1F49-9F45-E01D-D000AD2FB778}"/>
              </a:ext>
            </a:extLst>
          </p:cNvPr>
          <p:cNvSpPr>
            <a:spLocks noGrp="1"/>
          </p:cNvSpPr>
          <p:nvPr>
            <p:ph type="body" sz="quarter" idx="36" hasCustomPrompt="1"/>
          </p:nvPr>
        </p:nvSpPr>
        <p:spPr>
          <a:xfrm>
            <a:off x="731838" y="6198700"/>
            <a:ext cx="9275946" cy="132344"/>
          </a:xfrm>
        </p:spPr>
        <p:txBody>
          <a:bodyPr wrap="square">
            <a:spAutoFit/>
          </a:bodyPr>
          <a:lstStyle>
            <a:lvl1pPr marL="0" algn="l" defTabSz="914400" rtl="0" eaLnBrk="1" latinLnBrk="0" hangingPunct="1">
              <a:defRPr lang="en-US" sz="800" kern="1200" dirty="0" smtClean="0">
                <a:solidFill>
                  <a:schemeClr val="accent3"/>
                </a:solidFill>
                <a:latin typeface="Source Serif Pro" panose="02040603050405020204" pitchFamily="18" charset="0"/>
                <a:ea typeface="Source Serif Pro" panose="02040603050405020204" pitchFamily="18" charset="0"/>
                <a:cs typeface="+mn-cs"/>
              </a:defRPr>
            </a:lvl1pPr>
          </a:lstStyle>
          <a:p>
            <a:pPr lvl="0"/>
            <a:r>
              <a:rPr lang="en-US"/>
              <a:t>Fonte:</a:t>
            </a:r>
          </a:p>
        </p:txBody>
      </p:sp>
      <p:sp>
        <p:nvSpPr>
          <p:cNvPr id="7" name="Espaço Reservado para Número de Slide 3">
            <a:extLst>
              <a:ext uri="{FF2B5EF4-FFF2-40B4-BE49-F238E27FC236}">
                <a16:creationId xmlns:a16="http://schemas.microsoft.com/office/drawing/2014/main" id="{F38796BF-FC3C-43EF-4F13-C1174B3D5406}"/>
              </a:ext>
            </a:extLst>
          </p:cNvPr>
          <p:cNvSpPr txBox="1">
            <a:spLocks/>
          </p:cNvSpPr>
          <p:nvPr userDrawn="1"/>
        </p:nvSpPr>
        <p:spPr>
          <a:xfrm>
            <a:off x="731837" y="6494464"/>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800" b="0" kern="1200" smtClean="0">
                <a:solidFill>
                  <a:schemeClr val="accent3"/>
                </a:solidFill>
                <a:latin typeface="Source Serif Pro" panose="02040603050405020204" pitchFamily="18" charset="0"/>
                <a:ea typeface="Source Serif Pro" panose="02040603050405020204" pitchFamily="18" charset="0"/>
                <a:cs typeface="+mn-cs"/>
              </a:rPr>
              <a:pPr algn="ctr"/>
              <a:t>‹#›</a:t>
            </a:fld>
            <a:endParaRPr lang="en-US" sz="800" b="0" kern="1200">
              <a:solidFill>
                <a:schemeClr val="accent3"/>
              </a:solidFill>
              <a:latin typeface="Source Serif Pro" panose="02040603050405020204" pitchFamily="18" charset="0"/>
              <a:ea typeface="Source Serif Pro" panose="02040603050405020204" pitchFamily="18" charset="0"/>
              <a:cs typeface="+mn-cs"/>
            </a:endParaRPr>
          </a:p>
        </p:txBody>
      </p:sp>
      <p:sp>
        <p:nvSpPr>
          <p:cNvPr id="2" name="Text Placeholder 4">
            <a:extLst>
              <a:ext uri="{FF2B5EF4-FFF2-40B4-BE49-F238E27FC236}">
                <a16:creationId xmlns:a16="http://schemas.microsoft.com/office/drawing/2014/main" id="{04A30F6F-8FD7-826D-A387-8BC642DE9AA5}"/>
              </a:ext>
            </a:extLst>
          </p:cNvPr>
          <p:cNvSpPr>
            <a:spLocks noGrp="1"/>
          </p:cNvSpPr>
          <p:nvPr>
            <p:ph type="body" sz="quarter" idx="37"/>
          </p:nvPr>
        </p:nvSpPr>
        <p:spPr>
          <a:xfrm>
            <a:off x="731837" y="357006"/>
            <a:ext cx="1817688" cy="165430"/>
          </a:xfrm>
          <a:solidFill>
            <a:schemeClr val="bg1"/>
          </a:solidFill>
        </p:spPr>
        <p:txBody>
          <a:bodyPr wrap="square" rIns="10800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000" kern="1200" dirty="0" smtClean="0">
                <a:solidFill>
                  <a:srgbClr val="222F44"/>
                </a:solidFill>
                <a:latin typeface="Source Serif Pro" panose="02040603050405020204" pitchFamily="18" charset="0"/>
                <a:ea typeface="Source Serif Pro" panose="02040603050405020204" pitchFamily="18" charset="0"/>
                <a:cs typeface="Arial" panose="020B0604020202020204" pitchFamily="34" charset="0"/>
              </a:defRPr>
            </a:lvl1pPr>
          </a:lstStyle>
          <a:p>
            <a:pPr lvl="0"/>
            <a:r>
              <a:rPr lang="en-US"/>
              <a:t>Click to edit Master text styles</a:t>
            </a:r>
          </a:p>
        </p:txBody>
      </p:sp>
    </p:spTree>
    <p:extLst>
      <p:ext uri="{BB962C8B-B14F-4D97-AF65-F5344CB8AC3E}">
        <p14:creationId xmlns:p14="http://schemas.microsoft.com/office/powerpoint/2010/main" val="31657222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sv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image" Target="../media/image2.svg"/><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image" Target="../media/image1.png"/><Relationship Id="rId2" Type="http://schemas.openxmlformats.org/officeDocument/2006/relationships/slideLayout" Target="../slideLayouts/slideLayout20.xml"/><Relationship Id="rId16" Type="http://schemas.openxmlformats.org/officeDocument/2006/relationships/theme" Target="../theme/theme3.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10" Type="http://schemas.openxmlformats.org/officeDocument/2006/relationships/slideLayout" Target="../slideLayouts/slideLayout28.xml"/><Relationship Id="rId19" Type="http://schemas.openxmlformats.org/officeDocument/2006/relationships/image" Target="../media/image3.png"/><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18" Type="http://schemas.openxmlformats.org/officeDocument/2006/relationships/image" Target="../media/image2.sv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image" Target="../media/image1.png"/><Relationship Id="rId2" Type="http://schemas.openxmlformats.org/officeDocument/2006/relationships/slideLayout" Target="../slideLayouts/slideLayout35.xml"/><Relationship Id="rId16" Type="http://schemas.openxmlformats.org/officeDocument/2006/relationships/theme" Target="../theme/theme4.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10" Type="http://schemas.openxmlformats.org/officeDocument/2006/relationships/slideLayout" Target="../slideLayouts/slideLayout43.xml"/><Relationship Id="rId19" Type="http://schemas.openxmlformats.org/officeDocument/2006/relationships/image" Target="../media/image3.png"/><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18" Type="http://schemas.openxmlformats.org/officeDocument/2006/relationships/image" Target="../media/image2.svg"/><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17" Type="http://schemas.openxmlformats.org/officeDocument/2006/relationships/image" Target="../media/image1.png"/><Relationship Id="rId2" Type="http://schemas.openxmlformats.org/officeDocument/2006/relationships/slideLayout" Target="../slideLayouts/slideLayout50.xml"/><Relationship Id="rId16" Type="http://schemas.openxmlformats.org/officeDocument/2006/relationships/theme" Target="../theme/theme5.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5" Type="http://schemas.openxmlformats.org/officeDocument/2006/relationships/slideLayout" Target="../slideLayouts/slideLayout63.xml"/><Relationship Id="rId10" Type="http://schemas.openxmlformats.org/officeDocument/2006/relationships/slideLayout" Target="../slideLayouts/slideLayout58.xml"/><Relationship Id="rId19" Type="http://schemas.openxmlformats.org/officeDocument/2006/relationships/image" Target="../media/image3.png"/><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6.xml"/><Relationship Id="rId1" Type="http://schemas.openxmlformats.org/officeDocument/2006/relationships/slideLayout" Target="../slideLayouts/slideLayout64.xml"/><Relationship Id="rId5" Type="http://schemas.openxmlformats.org/officeDocument/2006/relationships/image" Target="../media/image3.png"/><Relationship Id="rId4" Type="http://schemas.openxmlformats.org/officeDocument/2006/relationships/image" Target="../media/image2.sv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7.xml"/><Relationship Id="rId1" Type="http://schemas.openxmlformats.org/officeDocument/2006/relationships/slideLayout" Target="../slideLayouts/slideLayout65.xml"/><Relationship Id="rId5" Type="http://schemas.openxmlformats.org/officeDocument/2006/relationships/image" Target="../media/image3.png"/><Relationship Id="rId4" Type="http://schemas.openxmlformats.org/officeDocument/2006/relationships/image" Target="../media/image2.sv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73.xml"/><Relationship Id="rId13" Type="http://schemas.openxmlformats.org/officeDocument/2006/relationships/slideLayout" Target="../slideLayouts/slideLayout78.xml"/><Relationship Id="rId18" Type="http://schemas.openxmlformats.org/officeDocument/2006/relationships/image" Target="../media/image2.svg"/><Relationship Id="rId3" Type="http://schemas.openxmlformats.org/officeDocument/2006/relationships/slideLayout" Target="../slideLayouts/slideLayout68.xml"/><Relationship Id="rId7" Type="http://schemas.openxmlformats.org/officeDocument/2006/relationships/slideLayout" Target="../slideLayouts/slideLayout72.xml"/><Relationship Id="rId12" Type="http://schemas.openxmlformats.org/officeDocument/2006/relationships/slideLayout" Target="../slideLayouts/slideLayout77.xml"/><Relationship Id="rId17" Type="http://schemas.openxmlformats.org/officeDocument/2006/relationships/image" Target="../media/image1.png"/><Relationship Id="rId2" Type="http://schemas.openxmlformats.org/officeDocument/2006/relationships/slideLayout" Target="../slideLayouts/slideLayout67.xml"/><Relationship Id="rId16" Type="http://schemas.openxmlformats.org/officeDocument/2006/relationships/theme" Target="../theme/theme8.xml"/><Relationship Id="rId1" Type="http://schemas.openxmlformats.org/officeDocument/2006/relationships/slideLayout" Target="../slideLayouts/slideLayout66.xml"/><Relationship Id="rId6" Type="http://schemas.openxmlformats.org/officeDocument/2006/relationships/slideLayout" Target="../slideLayouts/slideLayout71.xml"/><Relationship Id="rId11" Type="http://schemas.openxmlformats.org/officeDocument/2006/relationships/slideLayout" Target="../slideLayouts/slideLayout76.xml"/><Relationship Id="rId5" Type="http://schemas.openxmlformats.org/officeDocument/2006/relationships/slideLayout" Target="../slideLayouts/slideLayout70.xml"/><Relationship Id="rId15" Type="http://schemas.openxmlformats.org/officeDocument/2006/relationships/slideLayout" Target="../slideLayouts/slideLayout80.xml"/><Relationship Id="rId10" Type="http://schemas.openxmlformats.org/officeDocument/2006/relationships/slideLayout" Target="../slideLayouts/slideLayout75.xml"/><Relationship Id="rId19" Type="http://schemas.openxmlformats.org/officeDocument/2006/relationships/image" Target="../media/image3.png"/><Relationship Id="rId4" Type="http://schemas.openxmlformats.org/officeDocument/2006/relationships/slideLayout" Target="../slideLayouts/slideLayout69.xml"/><Relationship Id="rId9" Type="http://schemas.openxmlformats.org/officeDocument/2006/relationships/slideLayout" Target="../slideLayouts/slideLayout74.xml"/><Relationship Id="rId14" Type="http://schemas.openxmlformats.org/officeDocument/2006/relationships/slideLayout" Target="../slideLayouts/slideLayout7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F471AE-9095-98ED-1C0F-5C5EE5003333}"/>
              </a:ext>
            </a:extLst>
          </p:cNvPr>
          <p:cNvSpPr>
            <a:spLocks noGrp="1"/>
          </p:cNvSpPr>
          <p:nvPr>
            <p:ph type="title"/>
          </p:nvPr>
        </p:nvSpPr>
        <p:spPr>
          <a:xfrm>
            <a:off x="731837" y="733846"/>
            <a:ext cx="11102975" cy="307520"/>
          </a:xfrm>
          <a:prstGeom prst="rect">
            <a:avLst/>
          </a:prstGeom>
          <a:noFill/>
        </p:spPr>
        <p:txBody>
          <a:bodyPr vert="horz" wrap="square" lIns="0" tIns="0" rIns="0" bIns="0" rtlCol="0" anchor="ctr">
            <a:spAutoFit/>
          </a:bodyPr>
          <a:lstStyle/>
          <a:p>
            <a:pPr marL="0" lvl="0" defTabSz="457200"/>
            <a:r>
              <a:rPr lang="en-US" dirty="0"/>
              <a:t>Click to edit Master title style</a:t>
            </a:r>
          </a:p>
        </p:txBody>
      </p:sp>
      <p:sp>
        <p:nvSpPr>
          <p:cNvPr id="3" name="Text Placeholder 2">
            <a:extLst>
              <a:ext uri="{FF2B5EF4-FFF2-40B4-BE49-F238E27FC236}">
                <a16:creationId xmlns:a16="http://schemas.microsoft.com/office/drawing/2014/main" id="{10387698-DE24-2CDF-7F29-7AFF04CE06EA}"/>
              </a:ext>
            </a:extLst>
          </p:cNvPr>
          <p:cNvSpPr>
            <a:spLocks noGrp="1"/>
          </p:cNvSpPr>
          <p:nvPr>
            <p:ph type="body" idx="1"/>
          </p:nvPr>
        </p:nvSpPr>
        <p:spPr>
          <a:xfrm>
            <a:off x="731837" y="1029952"/>
            <a:ext cx="11102975" cy="4969211"/>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D0BFE18-7E5A-2187-2FE5-6C32D2523E10}"/>
              </a:ext>
            </a:extLst>
          </p:cNvPr>
          <p:cNvSpPr>
            <a:spLocks noGrp="1"/>
          </p:cNvSpPr>
          <p:nvPr>
            <p:ph type="ftr" sz="quarter" idx="3"/>
          </p:nvPr>
        </p:nvSpPr>
        <p:spPr>
          <a:xfrm>
            <a:off x="731837" y="6203951"/>
            <a:ext cx="9726613" cy="167120"/>
          </a:xfrm>
          <a:prstGeom prst="rect">
            <a:avLst/>
          </a:prstGeom>
        </p:spPr>
        <p:txBody>
          <a:bodyPr vert="horz" lIns="0" tIns="0" rIns="0" bIns="0" rtlCol="0" anchor="t" anchorCtr="0"/>
          <a:lstStyle>
            <a:lvl1pPr algn="l">
              <a:defRPr sz="800">
                <a:solidFill>
                  <a:schemeClr val="accent3"/>
                </a:solidFill>
                <a:latin typeface="Source Serif Pro" panose="02040603050405020204" pitchFamily="18" charset="0"/>
                <a:ea typeface="Source Serif Pro" panose="02040603050405020204" pitchFamily="18" charset="0"/>
              </a:defRPr>
            </a:lvl1pPr>
          </a:lstStyle>
          <a:p>
            <a:endParaRPr lang="en-US"/>
          </a:p>
        </p:txBody>
      </p:sp>
      <p:sp>
        <p:nvSpPr>
          <p:cNvPr id="6" name="Slide Number Placeholder 5">
            <a:extLst>
              <a:ext uri="{FF2B5EF4-FFF2-40B4-BE49-F238E27FC236}">
                <a16:creationId xmlns:a16="http://schemas.microsoft.com/office/drawing/2014/main" id="{53925ED2-527C-125D-C897-1F10BFD49270}"/>
              </a:ext>
            </a:extLst>
          </p:cNvPr>
          <p:cNvSpPr>
            <a:spLocks noGrp="1"/>
          </p:cNvSpPr>
          <p:nvPr>
            <p:ph type="sldNum" sz="quarter" idx="4"/>
          </p:nvPr>
        </p:nvSpPr>
        <p:spPr>
          <a:xfrm>
            <a:off x="731837" y="6493042"/>
            <a:ext cx="274776" cy="365125"/>
          </a:xfrm>
          <a:prstGeom prst="rect">
            <a:avLst/>
          </a:prstGeom>
        </p:spPr>
        <p:txBody>
          <a:bodyPr vert="horz" lIns="0" tIns="0" rIns="0" bIns="0" rtlCol="0" anchor="t" anchorCtr="0"/>
          <a:lstStyle>
            <a:lvl1pPr algn="r">
              <a:defRPr sz="800">
                <a:solidFill>
                  <a:schemeClr val="accent3"/>
                </a:solidFill>
                <a:latin typeface="Source Serif Pro" panose="02040603050405020204" pitchFamily="18" charset="0"/>
                <a:ea typeface="Source Serif Pro" panose="02040603050405020204" pitchFamily="18" charset="0"/>
              </a:defRPr>
            </a:lvl1pPr>
          </a:lstStyle>
          <a:p>
            <a:pPr algn="ctr"/>
            <a:fld id="{DBAA5C8A-2239-4F6E-8944-71074356D4E2}" type="slidenum">
              <a:rPr lang="en-US" smtClean="0"/>
              <a:pPr algn="ctr"/>
              <a:t>‹#›</a:t>
            </a:fld>
            <a:endParaRPr lang="en-US"/>
          </a:p>
        </p:txBody>
      </p:sp>
      <p:pic>
        <p:nvPicPr>
          <p:cNvPr id="19" name="Gráfico 14">
            <a:extLst>
              <a:ext uri="{FF2B5EF4-FFF2-40B4-BE49-F238E27FC236}">
                <a16:creationId xmlns:a16="http://schemas.microsoft.com/office/drawing/2014/main" id="{04B12B37-D94B-E692-8F51-3EFF3E1B8677}"/>
              </a:ext>
            </a:extLst>
          </p:cNvPr>
          <p:cNvPicPr>
            <a:picLocks noChangeAspect="1"/>
          </p:cNvPicPr>
          <p:nvPr userDrawn="1"/>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392540" y="307274"/>
            <a:ext cx="451161" cy="386290"/>
          </a:xfrm>
          <a:prstGeom prst="rect">
            <a:avLst/>
          </a:prstGeom>
        </p:spPr>
      </p:pic>
      <p:pic>
        <p:nvPicPr>
          <p:cNvPr id="14" name="Picture 2">
            <a:extLst>
              <a:ext uri="{FF2B5EF4-FFF2-40B4-BE49-F238E27FC236}">
                <a16:creationId xmlns:a16="http://schemas.microsoft.com/office/drawing/2014/main" id="{F5220E9C-35C5-FBD1-21F7-B1C09D47CCEF}"/>
              </a:ext>
            </a:extLst>
          </p:cNvPr>
          <p:cNvPicPr>
            <a:picLocks noChangeAspect="1" noChangeArrowheads="1"/>
          </p:cNvPicPr>
          <p:nvPr userDrawn="1"/>
        </p:nvPicPr>
        <p:blipFill>
          <a:blip r:embed="rId19">
            <a:extLst>
              <a:ext uri="{28A0092B-C50C-407E-A947-70E740481C1C}">
                <a14:useLocalDpi xmlns:a14="http://schemas.microsoft.com/office/drawing/2010/main" val="0"/>
              </a:ext>
            </a:extLst>
          </a:blip>
          <a:srcRect/>
          <a:stretch>
            <a:fillRect/>
          </a:stretch>
        </p:blipFill>
        <p:spPr bwMode="auto">
          <a:xfrm>
            <a:off x="10145527" y="6168877"/>
            <a:ext cx="1698119" cy="211159"/>
          </a:xfrm>
          <a:prstGeom prst="rect">
            <a:avLst/>
          </a:prstGeom>
          <a:noFill/>
          <a:extLst>
            <a:ext uri="{909E8E84-426E-40DD-AFC4-6F175D3DCCD1}">
              <a14:hiddenFill xmlns:a14="http://schemas.microsoft.com/office/drawing/2010/main">
                <a:solidFill>
                  <a:srgbClr val="FFFFFF"/>
                </a:solidFill>
              </a14:hiddenFill>
            </a:ext>
          </a:extLst>
        </p:spPr>
      </p:pic>
      <p:grpSp>
        <p:nvGrpSpPr>
          <p:cNvPr id="15" name="Group 14">
            <a:extLst>
              <a:ext uri="{FF2B5EF4-FFF2-40B4-BE49-F238E27FC236}">
                <a16:creationId xmlns:a16="http://schemas.microsoft.com/office/drawing/2014/main" id="{F15503D6-686E-FC12-1FEB-964E9E6E0200}"/>
              </a:ext>
            </a:extLst>
          </p:cNvPr>
          <p:cNvGrpSpPr/>
          <p:nvPr userDrawn="1"/>
        </p:nvGrpSpPr>
        <p:grpSpPr>
          <a:xfrm>
            <a:off x="731837" y="357006"/>
            <a:ext cx="684000" cy="151321"/>
            <a:chOff x="731837" y="357006"/>
            <a:chExt cx="663576" cy="151321"/>
          </a:xfrm>
        </p:grpSpPr>
        <p:sp>
          <p:nvSpPr>
            <p:cNvPr id="16" name="CaixaDeTexto 3">
              <a:extLst>
                <a:ext uri="{FF2B5EF4-FFF2-40B4-BE49-F238E27FC236}">
                  <a16:creationId xmlns:a16="http://schemas.microsoft.com/office/drawing/2014/main" id="{8F6DD991-F04C-0170-CAF8-B84C51A40B5E}"/>
                </a:ext>
              </a:extLst>
            </p:cNvPr>
            <p:cNvSpPr txBox="1"/>
            <p:nvPr userDrawn="1"/>
          </p:nvSpPr>
          <p:spPr>
            <a:xfrm>
              <a:off x="731838" y="357006"/>
              <a:ext cx="663575" cy="123111"/>
            </a:xfrm>
            <a:prstGeom prst="rect">
              <a:avLst/>
            </a:prstGeom>
            <a:noFill/>
          </p:spPr>
          <p:txBody>
            <a:bodyPr wrap="square" lIns="0" tIns="0" rIns="0" bIns="0">
              <a:spAutoFit/>
            </a:bodyPr>
            <a:lstStyle/>
            <a:p>
              <a:pPr algn="ctr"/>
              <a:r>
                <a:rPr lang="pt-BR" sz="800"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t>Introduction</a:t>
              </a:r>
            </a:p>
          </p:txBody>
        </p:sp>
        <p:cxnSp>
          <p:nvCxnSpPr>
            <p:cNvPr id="20" name="Straight Connector 19">
              <a:extLst>
                <a:ext uri="{FF2B5EF4-FFF2-40B4-BE49-F238E27FC236}">
                  <a16:creationId xmlns:a16="http://schemas.microsoft.com/office/drawing/2014/main" id="{EA9ACD5C-C7EB-B7B2-C259-9A4074053F37}"/>
                </a:ext>
              </a:extLst>
            </p:cNvPr>
            <p:cNvCxnSpPr/>
            <p:nvPr userDrawn="1"/>
          </p:nvCxnSpPr>
          <p:spPr>
            <a:xfrm>
              <a:off x="731837" y="508327"/>
              <a:ext cx="663576"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33399639"/>
      </p:ext>
    </p:extLst>
  </p:cSld>
  <p:clrMap bg1="lt1" tx1="dk1" bg2="lt2" tx2="dk2" accent1="accent1" accent2="accent2" accent3="accent3" accent4="accent4" accent5="accent5" accent6="accent6" hlink="hlink" folHlink="folHlink"/>
  <p:sldLayoutIdLst>
    <p:sldLayoutId id="2147483789" r:id="rId1"/>
    <p:sldLayoutId id="2147483790" r:id="rId2"/>
    <p:sldLayoutId id="2147483869" r:id="rId3"/>
    <p:sldLayoutId id="2147483791" r:id="rId4"/>
    <p:sldLayoutId id="2147483792" r:id="rId5"/>
    <p:sldLayoutId id="2147483793" r:id="rId6"/>
    <p:sldLayoutId id="2147483849" r:id="rId7"/>
    <p:sldLayoutId id="2147483850" r:id="rId8"/>
    <p:sldLayoutId id="2147483851" r:id="rId9"/>
    <p:sldLayoutId id="2147483794" r:id="rId10"/>
    <p:sldLayoutId id="2147483834" r:id="rId11"/>
    <p:sldLayoutId id="2147483795" r:id="rId12"/>
    <p:sldLayoutId id="2147483852" r:id="rId13"/>
    <p:sldLayoutId id="2147483796" r:id="rId14"/>
    <p:sldLayoutId id="2147483797" r:id="rId15"/>
  </p:sldLayoutIdLst>
  <p:txStyles>
    <p:titleStyle>
      <a:lvl1pPr algn="l" defTabSz="914400" rtl="0" eaLnBrk="1" latinLnBrk="0" hangingPunct="1">
        <a:lnSpc>
          <a:spcPct val="90000"/>
        </a:lnSpc>
        <a:spcBef>
          <a:spcPct val="0"/>
        </a:spcBef>
        <a:buNone/>
        <a:defRPr lang="en-US" sz="2200" b="1" kern="1200" dirty="0">
          <a:solidFill>
            <a:schemeClr val="bg2"/>
          </a:solidFill>
          <a:latin typeface="Poppins" panose="00000500000000000000" pitchFamily="2" charset="0"/>
          <a:ea typeface="+mn-ea"/>
          <a:cs typeface="Poppins" panose="00000500000000000000" pitchFamily="2" charset="0"/>
        </a:defRPr>
      </a:lvl1pPr>
    </p:titleStyle>
    <p:bodyStyle>
      <a:lvl1pPr marL="0" indent="0" algn="l" defTabSz="914400" rtl="0" eaLnBrk="1" latinLnBrk="0" hangingPunct="1">
        <a:lnSpc>
          <a:spcPct val="110000"/>
        </a:lnSpc>
        <a:spcBef>
          <a:spcPts val="0"/>
        </a:spcBef>
        <a:spcAft>
          <a:spcPts val="800"/>
        </a:spcAft>
        <a:buFont typeface="Arial" panose="020B0604020202020204" pitchFamily="34" charset="0"/>
        <a:buNone/>
        <a:defRPr sz="1050" kern="1200">
          <a:solidFill>
            <a:schemeClr val="tx1"/>
          </a:solidFill>
          <a:latin typeface="+mj-lt"/>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accent1"/>
        </a:buClr>
        <a:buFont typeface="Arial" panose="020B0604020202020204" pitchFamily="34" charset="0"/>
        <a:buChar char="•"/>
        <a:defRPr sz="1050" kern="1200">
          <a:solidFill>
            <a:schemeClr val="tx1"/>
          </a:solidFill>
          <a:latin typeface="+mj-lt"/>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accent1"/>
        </a:buClr>
        <a:buFont typeface="Source Sans Pro" panose="020B0503030403020204" pitchFamily="34" charset="0"/>
        <a:buChar char="−"/>
        <a:defRPr sz="1050" kern="120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050" b="1" kern="1200">
          <a:solidFill>
            <a:schemeClr val="bg2"/>
          </a:solidFill>
          <a:latin typeface="+mj-lt"/>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050" kern="1200">
          <a:solidFill>
            <a:schemeClr val="accent2"/>
          </a:solidFill>
          <a:latin typeface="Poppins Medium" panose="00000600000000000000" pitchFamily="2" charset="0"/>
          <a:ea typeface="Source Serif Pro Black" panose="02040903050405020204" pitchFamily="18" charset="0"/>
          <a:cs typeface="Poppins Medium" panose="000006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04" userDrawn="1">
          <p15:clr>
            <a:srgbClr val="F26B43"/>
          </p15:clr>
        </p15:guide>
        <p15:guide id="2" pos="3953" userDrawn="1">
          <p15:clr>
            <a:srgbClr val="F26B43"/>
          </p15:clr>
        </p15:guide>
        <p15:guide id="3" orient="horz" pos="235" userDrawn="1">
          <p15:clr>
            <a:srgbClr val="F26B43"/>
          </p15:clr>
        </p15:guide>
        <p15:guide id="4" orient="horz" pos="481" userDrawn="1">
          <p15:clr>
            <a:srgbClr val="F26B43"/>
          </p15:clr>
        </p15:guide>
        <p15:guide id="5" pos="461" userDrawn="1">
          <p15:clr>
            <a:srgbClr val="F26B43"/>
          </p15:clr>
        </p15:guide>
        <p15:guide id="6" orient="horz" pos="4091" userDrawn="1">
          <p15:clr>
            <a:srgbClr val="F26B43"/>
          </p15:clr>
        </p15:guide>
        <p15:guide id="7" pos="7455" userDrawn="1">
          <p15:clr>
            <a:srgbClr val="F26B43"/>
          </p15:clr>
        </p15:guide>
        <p15:guide id="8" orient="horz" pos="3779" userDrawn="1">
          <p15:clr>
            <a:srgbClr val="F26B43"/>
          </p15:clr>
        </p15:guide>
        <p15:guide id="9" orient="horz" pos="913"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DB079893-B9E4-1176-99FF-1624625BEE55}"/>
              </a:ext>
            </a:extLst>
          </p:cNvPr>
          <p:cNvSpPr>
            <a:spLocks noGrp="1"/>
          </p:cNvSpPr>
          <p:nvPr>
            <p:ph type="title"/>
          </p:nvPr>
        </p:nvSpPr>
        <p:spPr>
          <a:xfrm>
            <a:off x="719229" y="886455"/>
            <a:ext cx="11124471" cy="650809"/>
          </a:xfrm>
          <a:prstGeom prst="rect">
            <a:avLst/>
          </a:prstGeom>
        </p:spPr>
        <p:txBody>
          <a:bodyPr vert="horz" lIns="0" tIns="0" rIns="0" bIns="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69FF693B-2A9F-D90C-4F61-F18B8D466A34}"/>
              </a:ext>
            </a:extLst>
          </p:cNvPr>
          <p:cNvSpPr>
            <a:spLocks noGrp="1"/>
          </p:cNvSpPr>
          <p:nvPr>
            <p:ph type="body" idx="1"/>
          </p:nvPr>
        </p:nvSpPr>
        <p:spPr>
          <a:xfrm>
            <a:off x="719138" y="1657026"/>
            <a:ext cx="11112500" cy="4361187"/>
          </a:xfrm>
          <a:prstGeom prst="rect">
            <a:avLst/>
          </a:prstGeom>
        </p:spPr>
        <p:txBody>
          <a:bodyPr vert="horz" lIns="0" tIns="0" rIns="0" bIns="0" rtlCol="0">
            <a:no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Tree>
    <p:extLst>
      <p:ext uri="{BB962C8B-B14F-4D97-AF65-F5344CB8AC3E}">
        <p14:creationId xmlns:p14="http://schemas.microsoft.com/office/powerpoint/2010/main" val="909617870"/>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Lst>
  <p:hf hdr="0" dt="0"/>
  <p:txStyles>
    <p:titleStyle>
      <a:lvl1pPr algn="l" defTabSz="914400" rtl="0" eaLnBrk="1" latinLnBrk="0" hangingPunct="1">
        <a:lnSpc>
          <a:spcPct val="90000"/>
        </a:lnSpc>
        <a:spcBef>
          <a:spcPct val="0"/>
        </a:spcBef>
        <a:buNone/>
        <a:defRPr sz="2400" b="1" kern="1200">
          <a:solidFill>
            <a:schemeClr val="bg2"/>
          </a:solidFill>
          <a:latin typeface="Source Serif Pro" panose="02040603050405020204" pitchFamily="18" charset="0"/>
          <a:ea typeface="Source Serif Pro" panose="02040603050405020204" pitchFamily="18" charset="0"/>
          <a:cs typeface="+mj-cs"/>
        </a:defRPr>
      </a:lvl1pPr>
    </p:titleStyle>
    <p:bodyStyle>
      <a:lvl1pPr marL="0" indent="0" algn="l" defTabSz="914400" rtl="0" eaLnBrk="1" latinLnBrk="0" hangingPunct="1">
        <a:lnSpc>
          <a:spcPct val="110000"/>
        </a:lnSpc>
        <a:spcBef>
          <a:spcPts val="0"/>
        </a:spcBef>
        <a:spcAft>
          <a:spcPts val="800"/>
        </a:spcAft>
        <a:buClr>
          <a:schemeClr val="bg2"/>
        </a:buClr>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erif Pro" panose="02040603050405020204" pitchFamily="18"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Clr>
          <a:schemeClr val="bg2"/>
        </a:buClr>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Clr>
          <a:schemeClr val="bg2"/>
        </a:buClr>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453" userDrawn="1">
          <p15:clr>
            <a:srgbClr val="F26B43"/>
          </p15:clr>
        </p15:guide>
        <p15:guide id="4" orient="horz" pos="235" userDrawn="1">
          <p15:clr>
            <a:srgbClr val="F26B43"/>
          </p15:clr>
        </p15:guide>
        <p15:guide id="5" orient="horz" pos="4088" userDrawn="1">
          <p15:clr>
            <a:srgbClr val="F26B43"/>
          </p15:clr>
        </p15:guide>
        <p15:guide id="6" pos="7453"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F471AE-9095-98ED-1C0F-5C5EE5003333}"/>
              </a:ext>
            </a:extLst>
          </p:cNvPr>
          <p:cNvSpPr>
            <a:spLocks noGrp="1"/>
          </p:cNvSpPr>
          <p:nvPr>
            <p:ph type="title"/>
          </p:nvPr>
        </p:nvSpPr>
        <p:spPr>
          <a:xfrm>
            <a:off x="731837" y="733846"/>
            <a:ext cx="11102975" cy="307520"/>
          </a:xfrm>
          <a:prstGeom prst="rect">
            <a:avLst/>
          </a:prstGeom>
          <a:noFill/>
        </p:spPr>
        <p:txBody>
          <a:bodyPr vert="horz" wrap="square" lIns="0" tIns="0" rIns="0" bIns="0" rtlCol="0" anchor="ctr">
            <a:spAutoFit/>
          </a:bodyPr>
          <a:lstStyle/>
          <a:p>
            <a:pPr marL="0" lvl="0" defTabSz="457200"/>
            <a:r>
              <a:rPr lang="en-US" dirty="0"/>
              <a:t>Click to edit Master title style</a:t>
            </a:r>
          </a:p>
        </p:txBody>
      </p:sp>
      <p:sp>
        <p:nvSpPr>
          <p:cNvPr id="3" name="Text Placeholder 2">
            <a:extLst>
              <a:ext uri="{FF2B5EF4-FFF2-40B4-BE49-F238E27FC236}">
                <a16:creationId xmlns:a16="http://schemas.microsoft.com/office/drawing/2014/main" id="{10387698-DE24-2CDF-7F29-7AFF04CE06EA}"/>
              </a:ext>
            </a:extLst>
          </p:cNvPr>
          <p:cNvSpPr>
            <a:spLocks noGrp="1"/>
          </p:cNvSpPr>
          <p:nvPr>
            <p:ph type="body" idx="1"/>
          </p:nvPr>
        </p:nvSpPr>
        <p:spPr>
          <a:xfrm>
            <a:off x="731837" y="1029952"/>
            <a:ext cx="11102975" cy="4969211"/>
          </a:xfrm>
          <a:prstGeom prst="rect">
            <a:avLst/>
          </a:prstGeom>
        </p:spPr>
        <p:txBody>
          <a:bodyPr vert="horz" lIns="0" tIns="0" rIns="0" bIns="0" rtlCol="0">
            <a:noAutofit/>
          </a:bodyPr>
          <a:lstStyle/>
          <a:p>
            <a:pPr lvl="0"/>
            <a:r>
              <a:rPr lang="en-US" dirty="0"/>
              <a:t>Click to edit Master text styles</a:t>
            </a:r>
          </a:p>
          <a:p>
            <a:pPr marL="108000" lvl="1" indent="-108000" algn="l" defTabSz="914400" rtl="0" eaLnBrk="1" latinLnBrk="0" hangingPunct="1">
              <a:lnSpc>
                <a:spcPct val="110000"/>
              </a:lnSpc>
              <a:spcBef>
                <a:spcPts val="0"/>
              </a:spcBef>
              <a:spcAft>
                <a:spcPts val="800"/>
              </a:spcAft>
              <a:buClr>
                <a:schemeClr val="accent1"/>
              </a:buClr>
              <a:buFont typeface="Arial" panose="020B0604020202020204" pitchFamily="34" charset="0"/>
              <a:buChar char="•"/>
            </a:pPr>
            <a:r>
              <a:rPr lang="en-US" dirty="0"/>
              <a:t>Second level</a:t>
            </a:r>
          </a:p>
          <a:p>
            <a:pPr marL="108000" lvl="2" indent="-108000" algn="l" defTabSz="914400" rtl="0" eaLnBrk="1" latinLnBrk="0" hangingPunct="1">
              <a:lnSpc>
                <a:spcPct val="110000"/>
              </a:lnSpc>
              <a:spcBef>
                <a:spcPts val="0"/>
              </a:spcBef>
              <a:spcAft>
                <a:spcPts val="800"/>
              </a:spcAft>
              <a:buClr>
                <a:schemeClr val="accent1"/>
              </a:buClr>
              <a:buFont typeface="Source Sans Pro" panose="020B0503030403020204" pitchFamily="34" charset="0"/>
              <a:buChar char="−"/>
            </a:pPr>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D0BFE18-7E5A-2187-2FE5-6C32D2523E10}"/>
              </a:ext>
            </a:extLst>
          </p:cNvPr>
          <p:cNvSpPr>
            <a:spLocks noGrp="1"/>
          </p:cNvSpPr>
          <p:nvPr>
            <p:ph type="ftr" sz="quarter" idx="3"/>
          </p:nvPr>
        </p:nvSpPr>
        <p:spPr>
          <a:xfrm>
            <a:off x="731837" y="6203951"/>
            <a:ext cx="9726613" cy="167120"/>
          </a:xfrm>
          <a:prstGeom prst="rect">
            <a:avLst/>
          </a:prstGeom>
        </p:spPr>
        <p:txBody>
          <a:bodyPr vert="horz" lIns="0" tIns="0" rIns="0" bIns="0" rtlCol="0" anchor="t" anchorCtr="0"/>
          <a:lstStyle>
            <a:lvl1pPr algn="l">
              <a:defRPr sz="800">
                <a:solidFill>
                  <a:schemeClr val="accent3"/>
                </a:solidFill>
                <a:latin typeface="Source Serif Pro" panose="02040603050405020204" pitchFamily="18" charset="0"/>
                <a:ea typeface="Source Serif Pro" panose="02040603050405020204" pitchFamily="18" charset="0"/>
              </a:defRPr>
            </a:lvl1pPr>
          </a:lstStyle>
          <a:p>
            <a:endParaRPr lang="en-US"/>
          </a:p>
        </p:txBody>
      </p:sp>
      <p:sp>
        <p:nvSpPr>
          <p:cNvPr id="6" name="Slide Number Placeholder 5">
            <a:extLst>
              <a:ext uri="{FF2B5EF4-FFF2-40B4-BE49-F238E27FC236}">
                <a16:creationId xmlns:a16="http://schemas.microsoft.com/office/drawing/2014/main" id="{53925ED2-527C-125D-C897-1F10BFD49270}"/>
              </a:ext>
            </a:extLst>
          </p:cNvPr>
          <p:cNvSpPr>
            <a:spLocks noGrp="1"/>
          </p:cNvSpPr>
          <p:nvPr>
            <p:ph type="sldNum" sz="quarter" idx="4"/>
          </p:nvPr>
        </p:nvSpPr>
        <p:spPr>
          <a:xfrm>
            <a:off x="731837" y="6493042"/>
            <a:ext cx="274776" cy="365125"/>
          </a:xfrm>
          <a:prstGeom prst="rect">
            <a:avLst/>
          </a:prstGeom>
        </p:spPr>
        <p:txBody>
          <a:bodyPr vert="horz" lIns="0" tIns="0" rIns="0" bIns="0" rtlCol="0" anchor="t" anchorCtr="0"/>
          <a:lstStyle>
            <a:lvl1pPr algn="r">
              <a:defRPr sz="800">
                <a:solidFill>
                  <a:schemeClr val="accent3"/>
                </a:solidFill>
                <a:latin typeface="Source Serif Pro" panose="02040603050405020204" pitchFamily="18" charset="0"/>
                <a:ea typeface="Source Serif Pro" panose="02040603050405020204" pitchFamily="18" charset="0"/>
              </a:defRPr>
            </a:lvl1pPr>
          </a:lstStyle>
          <a:p>
            <a:pPr algn="ctr"/>
            <a:fld id="{DBAA5C8A-2239-4F6E-8944-71074356D4E2}" type="slidenum">
              <a:rPr lang="en-US" smtClean="0"/>
              <a:pPr algn="ctr"/>
              <a:t>‹#›</a:t>
            </a:fld>
            <a:endParaRPr lang="en-US"/>
          </a:p>
        </p:txBody>
      </p:sp>
      <p:pic>
        <p:nvPicPr>
          <p:cNvPr id="19" name="Gráfico 14">
            <a:extLst>
              <a:ext uri="{FF2B5EF4-FFF2-40B4-BE49-F238E27FC236}">
                <a16:creationId xmlns:a16="http://schemas.microsoft.com/office/drawing/2014/main" id="{04B12B37-D94B-E692-8F51-3EFF3E1B8677}"/>
              </a:ext>
            </a:extLst>
          </p:cNvPr>
          <p:cNvPicPr>
            <a:picLocks noChangeAspect="1"/>
          </p:cNvPicPr>
          <p:nvPr userDrawn="1"/>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396907" y="307274"/>
            <a:ext cx="446794" cy="386290"/>
          </a:xfrm>
          <a:prstGeom prst="rect">
            <a:avLst/>
          </a:prstGeom>
        </p:spPr>
      </p:pic>
      <p:pic>
        <p:nvPicPr>
          <p:cNvPr id="27" name="Gráfico 14">
            <a:extLst>
              <a:ext uri="{FF2B5EF4-FFF2-40B4-BE49-F238E27FC236}">
                <a16:creationId xmlns:a16="http://schemas.microsoft.com/office/drawing/2014/main" id="{A11D5362-AF6F-93E0-AE4C-61738F4395AD}"/>
              </a:ext>
            </a:extLst>
          </p:cNvPr>
          <p:cNvPicPr>
            <a:picLocks noChangeAspect="1"/>
          </p:cNvPicPr>
          <p:nvPr userDrawn="1"/>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392540" y="307274"/>
            <a:ext cx="451161" cy="386290"/>
          </a:xfrm>
          <a:prstGeom prst="rect">
            <a:avLst/>
          </a:prstGeom>
        </p:spPr>
      </p:pic>
      <p:pic>
        <p:nvPicPr>
          <p:cNvPr id="13" name="Picture 2">
            <a:extLst>
              <a:ext uri="{FF2B5EF4-FFF2-40B4-BE49-F238E27FC236}">
                <a16:creationId xmlns:a16="http://schemas.microsoft.com/office/drawing/2014/main" id="{5AF03667-474E-C138-6961-A306BF535DDD}"/>
              </a:ext>
            </a:extLst>
          </p:cNvPr>
          <p:cNvPicPr>
            <a:picLocks noChangeAspect="1" noChangeArrowheads="1"/>
          </p:cNvPicPr>
          <p:nvPr userDrawn="1"/>
        </p:nvPicPr>
        <p:blipFill>
          <a:blip r:embed="rId19">
            <a:extLst>
              <a:ext uri="{28A0092B-C50C-407E-A947-70E740481C1C}">
                <a14:useLocalDpi xmlns:a14="http://schemas.microsoft.com/office/drawing/2010/main" val="0"/>
              </a:ext>
            </a:extLst>
          </a:blip>
          <a:srcRect/>
          <a:stretch>
            <a:fillRect/>
          </a:stretch>
        </p:blipFill>
        <p:spPr bwMode="auto">
          <a:xfrm>
            <a:off x="10145527" y="6168877"/>
            <a:ext cx="1698119" cy="211159"/>
          </a:xfrm>
          <a:prstGeom prst="rect">
            <a:avLst/>
          </a:prstGeom>
          <a:noFill/>
          <a:extLst>
            <a:ext uri="{909E8E84-426E-40DD-AFC4-6F175D3DCCD1}">
              <a14:hiddenFill xmlns:a14="http://schemas.microsoft.com/office/drawing/2010/main">
                <a:solidFill>
                  <a:srgbClr val="FFFFFF"/>
                </a:solidFill>
              </a14:hiddenFill>
            </a:ext>
          </a:extLst>
        </p:spPr>
      </p:pic>
      <p:grpSp>
        <p:nvGrpSpPr>
          <p:cNvPr id="30" name="Group 29">
            <a:extLst>
              <a:ext uri="{FF2B5EF4-FFF2-40B4-BE49-F238E27FC236}">
                <a16:creationId xmlns:a16="http://schemas.microsoft.com/office/drawing/2014/main" id="{A67F26E5-0D65-814C-4EFC-A7C802AC0EA9}"/>
              </a:ext>
            </a:extLst>
          </p:cNvPr>
          <p:cNvGrpSpPr/>
          <p:nvPr userDrawn="1"/>
        </p:nvGrpSpPr>
        <p:grpSpPr>
          <a:xfrm>
            <a:off x="731837" y="357006"/>
            <a:ext cx="985044" cy="151321"/>
            <a:chOff x="731837" y="357006"/>
            <a:chExt cx="663576" cy="151321"/>
          </a:xfrm>
        </p:grpSpPr>
        <p:sp>
          <p:nvSpPr>
            <p:cNvPr id="31" name="CaixaDeTexto 3">
              <a:extLst>
                <a:ext uri="{FF2B5EF4-FFF2-40B4-BE49-F238E27FC236}">
                  <a16:creationId xmlns:a16="http://schemas.microsoft.com/office/drawing/2014/main" id="{4DABCD8D-25C7-E24C-0716-4798928242D3}"/>
                </a:ext>
              </a:extLst>
            </p:cNvPr>
            <p:cNvSpPr txBox="1"/>
            <p:nvPr userDrawn="1"/>
          </p:nvSpPr>
          <p:spPr>
            <a:xfrm>
              <a:off x="731838" y="357006"/>
              <a:ext cx="663575" cy="123111"/>
            </a:xfrm>
            <a:prstGeom prst="rect">
              <a:avLst/>
            </a:prstGeom>
            <a:noFill/>
          </p:spPr>
          <p:txBody>
            <a:bodyPr wrap="square" lIns="0" tIns="0" rIns="0" bIns="0">
              <a:spAutoFit/>
            </a:bodyPr>
            <a:lstStyle/>
            <a:p>
              <a:pPr algn="ctr"/>
              <a:r>
                <a:rPr lang="pt-BR" sz="800"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t>Investment </a:t>
              </a:r>
              <a:r>
                <a:rPr lang="pt-BR" sz="800" dirty="0" err="1">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t>Thesis</a:t>
              </a:r>
              <a:endParaRPr lang="pt-BR" sz="800"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endParaRPr>
            </a:p>
          </p:txBody>
        </p:sp>
        <p:cxnSp>
          <p:nvCxnSpPr>
            <p:cNvPr id="32" name="Straight Connector 31">
              <a:extLst>
                <a:ext uri="{FF2B5EF4-FFF2-40B4-BE49-F238E27FC236}">
                  <a16:creationId xmlns:a16="http://schemas.microsoft.com/office/drawing/2014/main" id="{3E482F00-E2FB-044C-8243-B9F71B966CB3}"/>
                </a:ext>
              </a:extLst>
            </p:cNvPr>
            <p:cNvCxnSpPr/>
            <p:nvPr userDrawn="1"/>
          </p:nvCxnSpPr>
          <p:spPr>
            <a:xfrm>
              <a:off x="731837" y="508327"/>
              <a:ext cx="663576"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215547"/>
      </p:ext>
    </p:extLst>
  </p:cSld>
  <p:clrMap bg1="lt1" tx1="dk1" bg2="lt2" tx2="dk2" accent1="accent1" accent2="accent2" accent3="accent3" accent4="accent4" accent5="accent5" accent6="accent6" hlink="hlink" folHlink="folHlink"/>
  <p:sldLayoutIdLst>
    <p:sldLayoutId id="2147483783" r:id="rId1"/>
    <p:sldLayoutId id="2147483775" r:id="rId2"/>
    <p:sldLayoutId id="2147483870" r:id="rId3"/>
    <p:sldLayoutId id="2147483784" r:id="rId4"/>
    <p:sldLayoutId id="2147483785" r:id="rId5"/>
    <p:sldLayoutId id="2147483786" r:id="rId6"/>
    <p:sldLayoutId id="2147483853" r:id="rId7"/>
    <p:sldLayoutId id="2147483854" r:id="rId8"/>
    <p:sldLayoutId id="2147483855" r:id="rId9"/>
    <p:sldLayoutId id="2147483787" r:id="rId10"/>
    <p:sldLayoutId id="2147483835" r:id="rId11"/>
    <p:sldLayoutId id="2147483777" r:id="rId12"/>
    <p:sldLayoutId id="2147483856" r:id="rId13"/>
    <p:sldLayoutId id="2147483773" r:id="rId14"/>
    <p:sldLayoutId id="2147483778" r:id="rId15"/>
  </p:sldLayoutIdLst>
  <p:txStyles>
    <p:titleStyle>
      <a:lvl1pPr algn="l" defTabSz="914400" rtl="0" eaLnBrk="1" latinLnBrk="0" hangingPunct="1">
        <a:lnSpc>
          <a:spcPct val="90000"/>
        </a:lnSpc>
        <a:spcBef>
          <a:spcPct val="0"/>
        </a:spcBef>
        <a:buNone/>
        <a:defRPr lang="en-US" sz="2200" b="1" kern="1200" dirty="0">
          <a:solidFill>
            <a:schemeClr val="bg2"/>
          </a:solidFill>
          <a:latin typeface="Poppins" panose="00000500000000000000" pitchFamily="2" charset="0"/>
          <a:ea typeface="+mn-ea"/>
          <a:cs typeface="Poppins" panose="00000500000000000000" pitchFamily="2" charset="0"/>
        </a:defRPr>
      </a:lvl1pPr>
    </p:titleStyle>
    <p:bodyStyle>
      <a:lvl1pPr marL="0" indent="0" algn="l" defTabSz="914400" rtl="0" eaLnBrk="1" latinLnBrk="0" hangingPunct="1">
        <a:lnSpc>
          <a:spcPct val="110000"/>
        </a:lnSpc>
        <a:spcBef>
          <a:spcPts val="0"/>
        </a:spcBef>
        <a:spcAft>
          <a:spcPts val="800"/>
        </a:spcAft>
        <a:buFont typeface="Arial" panose="020B0604020202020204" pitchFamily="34" charset="0"/>
        <a:buNone/>
        <a:defRPr sz="1050" kern="1200">
          <a:solidFill>
            <a:schemeClr val="tx1"/>
          </a:solidFill>
          <a:latin typeface="+mj-lt"/>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050" kern="1200" dirty="0">
          <a:solidFill>
            <a:schemeClr val="tx1"/>
          </a:solidFill>
          <a:latin typeface="+mj-lt"/>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05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lang="en-US" sz="1050" b="1" kern="1200" dirty="0">
          <a:solidFill>
            <a:schemeClr val="bg2"/>
          </a:solidFill>
          <a:latin typeface="+mj-lt"/>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lang="en-US" sz="1050" kern="1200" dirty="0">
          <a:solidFill>
            <a:schemeClr val="accent2"/>
          </a:solidFill>
          <a:latin typeface="Poppins Medium" panose="00000600000000000000" pitchFamily="2" charset="0"/>
          <a:ea typeface="Source Serif Pro Black" panose="02040903050405020204" pitchFamily="18" charset="0"/>
          <a:cs typeface="Poppins Medium" panose="000006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04" userDrawn="1">
          <p15:clr>
            <a:srgbClr val="F26B43"/>
          </p15:clr>
        </p15:guide>
        <p15:guide id="2" pos="3953" userDrawn="1">
          <p15:clr>
            <a:srgbClr val="F26B43"/>
          </p15:clr>
        </p15:guide>
        <p15:guide id="3" orient="horz" pos="235" userDrawn="1">
          <p15:clr>
            <a:srgbClr val="F26B43"/>
          </p15:clr>
        </p15:guide>
        <p15:guide id="4" orient="horz" pos="481" userDrawn="1">
          <p15:clr>
            <a:srgbClr val="F26B43"/>
          </p15:clr>
        </p15:guide>
        <p15:guide id="5" pos="461" userDrawn="1">
          <p15:clr>
            <a:srgbClr val="F26B43"/>
          </p15:clr>
        </p15:guide>
        <p15:guide id="6" orient="horz" pos="4091" userDrawn="1">
          <p15:clr>
            <a:srgbClr val="F26B43"/>
          </p15:clr>
        </p15:guide>
        <p15:guide id="7" pos="7455" userDrawn="1">
          <p15:clr>
            <a:srgbClr val="F26B43"/>
          </p15:clr>
        </p15:guide>
        <p15:guide id="8" orient="horz" pos="3779" userDrawn="1">
          <p15:clr>
            <a:srgbClr val="F26B43"/>
          </p15:clr>
        </p15:guide>
        <p15:guide id="9" orient="horz" pos="914"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F471AE-9095-98ED-1C0F-5C5EE5003333}"/>
              </a:ext>
            </a:extLst>
          </p:cNvPr>
          <p:cNvSpPr>
            <a:spLocks noGrp="1"/>
          </p:cNvSpPr>
          <p:nvPr>
            <p:ph type="title"/>
          </p:nvPr>
        </p:nvSpPr>
        <p:spPr>
          <a:xfrm>
            <a:off x="731837" y="733846"/>
            <a:ext cx="11102975" cy="307520"/>
          </a:xfrm>
          <a:prstGeom prst="rect">
            <a:avLst/>
          </a:prstGeom>
          <a:noFill/>
        </p:spPr>
        <p:txBody>
          <a:bodyPr vert="horz" wrap="square" lIns="0" tIns="0" rIns="0" bIns="0" rtlCol="0" anchor="ctr">
            <a:spAutoFit/>
          </a:bodyPr>
          <a:lstStyle/>
          <a:p>
            <a:pPr marL="0" lvl="0" defTabSz="457200"/>
            <a:r>
              <a:rPr lang="en-US" dirty="0"/>
              <a:t>Click to edit Master title style</a:t>
            </a:r>
          </a:p>
        </p:txBody>
      </p:sp>
      <p:sp>
        <p:nvSpPr>
          <p:cNvPr id="3" name="Text Placeholder 2">
            <a:extLst>
              <a:ext uri="{FF2B5EF4-FFF2-40B4-BE49-F238E27FC236}">
                <a16:creationId xmlns:a16="http://schemas.microsoft.com/office/drawing/2014/main" id="{10387698-DE24-2CDF-7F29-7AFF04CE06EA}"/>
              </a:ext>
            </a:extLst>
          </p:cNvPr>
          <p:cNvSpPr>
            <a:spLocks noGrp="1"/>
          </p:cNvSpPr>
          <p:nvPr>
            <p:ph type="body" idx="1"/>
          </p:nvPr>
        </p:nvSpPr>
        <p:spPr>
          <a:xfrm>
            <a:off x="731837" y="1029952"/>
            <a:ext cx="11102975" cy="4969211"/>
          </a:xfrm>
          <a:prstGeom prst="rect">
            <a:avLst/>
          </a:prstGeom>
        </p:spPr>
        <p:txBody>
          <a:bodyPr vert="horz" lIns="0" tIns="0" rIns="0" bIns="0" rtlCol="0">
            <a:noAutofit/>
          </a:bodyPr>
          <a:lstStyle/>
          <a:p>
            <a:pPr lvl="0"/>
            <a:r>
              <a:rPr lang="en-US" dirty="0"/>
              <a:t>Click to edit Master text styles</a:t>
            </a:r>
          </a:p>
          <a:p>
            <a:pPr marL="108000" lvl="1" indent="-108000" algn="l" defTabSz="914400" rtl="0" eaLnBrk="1" latinLnBrk="0" hangingPunct="1">
              <a:lnSpc>
                <a:spcPct val="110000"/>
              </a:lnSpc>
              <a:spcBef>
                <a:spcPts val="0"/>
              </a:spcBef>
              <a:spcAft>
                <a:spcPts val="800"/>
              </a:spcAft>
              <a:buClr>
                <a:schemeClr val="accent1"/>
              </a:buClr>
              <a:buFont typeface="Arial" panose="020B0604020202020204" pitchFamily="34" charset="0"/>
              <a:buChar char="•"/>
            </a:pPr>
            <a:r>
              <a:rPr lang="en-US" dirty="0"/>
              <a:t>Second level</a:t>
            </a:r>
          </a:p>
          <a:p>
            <a:pPr marL="108000" lvl="2" indent="-108000" algn="l" defTabSz="914400" rtl="0" eaLnBrk="1" latinLnBrk="0" hangingPunct="1">
              <a:lnSpc>
                <a:spcPct val="110000"/>
              </a:lnSpc>
              <a:spcBef>
                <a:spcPts val="0"/>
              </a:spcBef>
              <a:spcAft>
                <a:spcPts val="800"/>
              </a:spcAft>
              <a:buClr>
                <a:schemeClr val="accent1"/>
              </a:buClr>
              <a:buFont typeface="Source Sans Pro" panose="020B0503030403020204" pitchFamily="34" charset="0"/>
              <a:buChar char="−"/>
            </a:pPr>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D0BFE18-7E5A-2187-2FE5-6C32D2523E10}"/>
              </a:ext>
            </a:extLst>
          </p:cNvPr>
          <p:cNvSpPr>
            <a:spLocks noGrp="1"/>
          </p:cNvSpPr>
          <p:nvPr>
            <p:ph type="ftr" sz="quarter" idx="3"/>
          </p:nvPr>
        </p:nvSpPr>
        <p:spPr>
          <a:xfrm>
            <a:off x="731837" y="6203951"/>
            <a:ext cx="9726613" cy="114006"/>
          </a:xfrm>
          <a:prstGeom prst="rect">
            <a:avLst/>
          </a:prstGeom>
        </p:spPr>
        <p:txBody>
          <a:bodyPr vert="horz" wrap="square" lIns="0" tIns="0" rIns="0" bIns="0" rtlCol="0">
            <a:spAutoFit/>
          </a:bodyPr>
          <a:lstStyle>
            <a:lvl1pPr>
              <a:defRPr lang="en-US" sz="700" strike="noStrike">
                <a:solidFill>
                  <a:schemeClr val="bg1">
                    <a:lumMod val="65000"/>
                  </a:schemeClr>
                </a:solidFill>
                <a:latin typeface="+mj-lt"/>
                <a:ea typeface="Source Serif Pro" panose="02040603050405020204" pitchFamily="18" charset="0"/>
              </a:defRPr>
            </a:lvl1pPr>
          </a:lstStyle>
          <a:p>
            <a:pPr>
              <a:lnSpc>
                <a:spcPct val="110000"/>
              </a:lnSpc>
              <a:spcAft>
                <a:spcPts val="800"/>
              </a:spcAft>
              <a:buFont typeface="Arial" panose="020B0604020202020204" pitchFamily="34" charset="0"/>
              <a:buNone/>
            </a:pPr>
            <a:endParaRPr lang="pt-BR"/>
          </a:p>
        </p:txBody>
      </p:sp>
      <p:sp>
        <p:nvSpPr>
          <p:cNvPr id="6" name="Slide Number Placeholder 5">
            <a:extLst>
              <a:ext uri="{FF2B5EF4-FFF2-40B4-BE49-F238E27FC236}">
                <a16:creationId xmlns:a16="http://schemas.microsoft.com/office/drawing/2014/main" id="{53925ED2-527C-125D-C897-1F10BFD49270}"/>
              </a:ext>
            </a:extLst>
          </p:cNvPr>
          <p:cNvSpPr>
            <a:spLocks noGrp="1"/>
          </p:cNvSpPr>
          <p:nvPr>
            <p:ph type="sldNum" sz="quarter" idx="4"/>
          </p:nvPr>
        </p:nvSpPr>
        <p:spPr>
          <a:xfrm>
            <a:off x="731837" y="6493042"/>
            <a:ext cx="274776" cy="365125"/>
          </a:xfrm>
          <a:prstGeom prst="rect">
            <a:avLst/>
          </a:prstGeom>
        </p:spPr>
        <p:txBody>
          <a:bodyPr vert="horz" lIns="0" tIns="0" rIns="0" bIns="0" rtlCol="0" anchor="t" anchorCtr="0"/>
          <a:lstStyle>
            <a:lvl1pPr algn="r">
              <a:defRPr sz="800">
                <a:solidFill>
                  <a:schemeClr val="accent3"/>
                </a:solidFill>
                <a:latin typeface="Source Serif Pro" panose="02040603050405020204" pitchFamily="18" charset="0"/>
                <a:ea typeface="Source Serif Pro" panose="02040603050405020204" pitchFamily="18" charset="0"/>
              </a:defRPr>
            </a:lvl1pPr>
          </a:lstStyle>
          <a:p>
            <a:pPr algn="ctr"/>
            <a:fld id="{DBAA5C8A-2239-4F6E-8944-71074356D4E2}" type="slidenum">
              <a:rPr lang="en-US" smtClean="0"/>
              <a:pPr algn="ctr"/>
              <a:t>‹#›</a:t>
            </a:fld>
            <a:endParaRPr lang="en-US"/>
          </a:p>
        </p:txBody>
      </p:sp>
      <p:pic>
        <p:nvPicPr>
          <p:cNvPr id="15" name="Gráfico 14">
            <a:extLst>
              <a:ext uri="{FF2B5EF4-FFF2-40B4-BE49-F238E27FC236}">
                <a16:creationId xmlns:a16="http://schemas.microsoft.com/office/drawing/2014/main" id="{FF52DA9B-893B-782C-14A5-0E6C1C867B4B}"/>
              </a:ext>
            </a:extLst>
          </p:cNvPr>
          <p:cNvPicPr>
            <a:picLocks noChangeAspect="1"/>
          </p:cNvPicPr>
          <p:nvPr userDrawn="1"/>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392540" y="307274"/>
            <a:ext cx="451161" cy="386290"/>
          </a:xfrm>
          <a:prstGeom prst="rect">
            <a:avLst/>
          </a:prstGeom>
        </p:spPr>
      </p:pic>
      <p:pic>
        <p:nvPicPr>
          <p:cNvPr id="16" name="Picture 2">
            <a:extLst>
              <a:ext uri="{FF2B5EF4-FFF2-40B4-BE49-F238E27FC236}">
                <a16:creationId xmlns:a16="http://schemas.microsoft.com/office/drawing/2014/main" id="{506C84D1-E64F-C3CA-441E-D55AE033EE48}"/>
              </a:ext>
            </a:extLst>
          </p:cNvPr>
          <p:cNvPicPr>
            <a:picLocks noChangeAspect="1" noChangeArrowheads="1"/>
          </p:cNvPicPr>
          <p:nvPr userDrawn="1"/>
        </p:nvPicPr>
        <p:blipFill>
          <a:blip r:embed="rId19">
            <a:extLst>
              <a:ext uri="{28A0092B-C50C-407E-A947-70E740481C1C}">
                <a14:useLocalDpi xmlns:a14="http://schemas.microsoft.com/office/drawing/2010/main" val="0"/>
              </a:ext>
            </a:extLst>
          </a:blip>
          <a:srcRect/>
          <a:stretch>
            <a:fillRect/>
          </a:stretch>
        </p:blipFill>
        <p:spPr bwMode="auto">
          <a:xfrm>
            <a:off x="10145527" y="6168877"/>
            <a:ext cx="1698119" cy="211159"/>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roup 21">
            <a:extLst>
              <a:ext uri="{FF2B5EF4-FFF2-40B4-BE49-F238E27FC236}">
                <a16:creationId xmlns:a16="http://schemas.microsoft.com/office/drawing/2014/main" id="{BF1B0439-0CF4-FC6C-56A7-BC1F228E629A}"/>
              </a:ext>
            </a:extLst>
          </p:cNvPr>
          <p:cNvGrpSpPr/>
          <p:nvPr userDrawn="1"/>
        </p:nvGrpSpPr>
        <p:grpSpPr>
          <a:xfrm>
            <a:off x="731836" y="357006"/>
            <a:ext cx="1054101" cy="151321"/>
            <a:chOff x="731837" y="357006"/>
            <a:chExt cx="663576" cy="151321"/>
          </a:xfrm>
        </p:grpSpPr>
        <p:sp>
          <p:nvSpPr>
            <p:cNvPr id="23" name="CaixaDeTexto 3">
              <a:extLst>
                <a:ext uri="{FF2B5EF4-FFF2-40B4-BE49-F238E27FC236}">
                  <a16:creationId xmlns:a16="http://schemas.microsoft.com/office/drawing/2014/main" id="{8A339B38-8535-3D9B-4264-D61A3574CFC5}"/>
                </a:ext>
              </a:extLst>
            </p:cNvPr>
            <p:cNvSpPr txBox="1"/>
            <p:nvPr userDrawn="1"/>
          </p:nvSpPr>
          <p:spPr>
            <a:xfrm>
              <a:off x="731838" y="357006"/>
              <a:ext cx="663575" cy="123111"/>
            </a:xfrm>
            <a:prstGeom prst="rect">
              <a:avLst/>
            </a:prstGeom>
            <a:noFill/>
          </p:spPr>
          <p:txBody>
            <a:bodyPr wrap="square" lIns="0" tIns="0" rIns="0" bIns="0">
              <a:spAutoFit/>
            </a:bodyPr>
            <a:lstStyle/>
            <a:p>
              <a:pPr algn="ctr"/>
              <a:r>
                <a:rPr lang="pt-BR" sz="800"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t>Company Overview</a:t>
              </a:r>
            </a:p>
          </p:txBody>
        </p:sp>
        <p:cxnSp>
          <p:nvCxnSpPr>
            <p:cNvPr id="24" name="Straight Connector 23">
              <a:extLst>
                <a:ext uri="{FF2B5EF4-FFF2-40B4-BE49-F238E27FC236}">
                  <a16:creationId xmlns:a16="http://schemas.microsoft.com/office/drawing/2014/main" id="{96D00DA1-A9EC-D231-1B56-5C7CE2081C59}"/>
                </a:ext>
              </a:extLst>
            </p:cNvPr>
            <p:cNvCxnSpPr/>
            <p:nvPr userDrawn="1"/>
          </p:nvCxnSpPr>
          <p:spPr>
            <a:xfrm>
              <a:off x="731837" y="508327"/>
              <a:ext cx="663576"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28438514"/>
      </p:ext>
    </p:extLst>
  </p:cSld>
  <p:clrMap bg1="lt1" tx1="dk1" bg2="lt2" tx2="dk2" accent1="accent1" accent2="accent2" accent3="accent3" accent4="accent4" accent5="accent5" accent6="accent6" hlink="hlink" folHlink="folHlink"/>
  <p:sldLayoutIdLst>
    <p:sldLayoutId id="2147483809" r:id="rId1"/>
    <p:sldLayoutId id="2147483810" r:id="rId2"/>
    <p:sldLayoutId id="2147483871" r:id="rId3"/>
    <p:sldLayoutId id="2147483811" r:id="rId4"/>
    <p:sldLayoutId id="2147483812" r:id="rId5"/>
    <p:sldLayoutId id="2147483813" r:id="rId6"/>
    <p:sldLayoutId id="2147483857" r:id="rId7"/>
    <p:sldLayoutId id="2147483858" r:id="rId8"/>
    <p:sldLayoutId id="2147483859" r:id="rId9"/>
    <p:sldLayoutId id="2147483814" r:id="rId10"/>
    <p:sldLayoutId id="2147483836" r:id="rId11"/>
    <p:sldLayoutId id="2147483815" r:id="rId12"/>
    <p:sldLayoutId id="2147483860" r:id="rId13"/>
    <p:sldLayoutId id="2147483816" r:id="rId14"/>
    <p:sldLayoutId id="2147483817" r:id="rId15"/>
  </p:sldLayoutIdLst>
  <p:txStyles>
    <p:titleStyle>
      <a:lvl1pPr algn="l" defTabSz="914400" rtl="0" eaLnBrk="1" latinLnBrk="0" hangingPunct="1">
        <a:lnSpc>
          <a:spcPct val="90000"/>
        </a:lnSpc>
        <a:spcBef>
          <a:spcPct val="0"/>
        </a:spcBef>
        <a:buNone/>
        <a:defRPr lang="en-US" sz="2200" b="1" kern="1200" dirty="0">
          <a:solidFill>
            <a:schemeClr val="bg2"/>
          </a:solidFill>
          <a:latin typeface="Poppins" panose="00000500000000000000" pitchFamily="2" charset="0"/>
          <a:ea typeface="+mn-ea"/>
          <a:cs typeface="Poppins" panose="00000500000000000000" pitchFamily="2" charset="0"/>
        </a:defRPr>
      </a:lvl1pPr>
    </p:titleStyle>
    <p:bodyStyle>
      <a:lvl1pPr marL="0" indent="0" algn="l" defTabSz="914400" rtl="0" eaLnBrk="1" latinLnBrk="0" hangingPunct="1">
        <a:lnSpc>
          <a:spcPct val="110000"/>
        </a:lnSpc>
        <a:spcBef>
          <a:spcPts val="0"/>
        </a:spcBef>
        <a:spcAft>
          <a:spcPts val="800"/>
        </a:spcAft>
        <a:buFont typeface="Arial" panose="020B0604020202020204" pitchFamily="34" charset="0"/>
        <a:buNone/>
        <a:defRPr sz="1050" kern="1200">
          <a:solidFill>
            <a:schemeClr val="tx1"/>
          </a:solidFill>
          <a:latin typeface="+mj-lt"/>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050" kern="1200" dirty="0">
          <a:solidFill>
            <a:schemeClr val="tx1"/>
          </a:solidFill>
          <a:latin typeface="+mj-lt"/>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05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lang="en-US" sz="1050" b="1" kern="1200" dirty="0">
          <a:solidFill>
            <a:schemeClr val="bg2"/>
          </a:solidFill>
          <a:latin typeface="+mj-lt"/>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lang="en-US" sz="1050" kern="1200" dirty="0">
          <a:solidFill>
            <a:schemeClr val="accent2"/>
          </a:solidFill>
          <a:latin typeface="Poppins Medium" panose="00000600000000000000" pitchFamily="2" charset="0"/>
          <a:ea typeface="Source Serif Pro Black" panose="02040903050405020204" pitchFamily="18" charset="0"/>
          <a:cs typeface="Poppins Medium" panose="000006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04" userDrawn="1">
          <p15:clr>
            <a:srgbClr val="F26B43"/>
          </p15:clr>
        </p15:guide>
        <p15:guide id="2" pos="3953" userDrawn="1">
          <p15:clr>
            <a:srgbClr val="F26B43"/>
          </p15:clr>
        </p15:guide>
        <p15:guide id="3" orient="horz" pos="235" userDrawn="1">
          <p15:clr>
            <a:srgbClr val="F26B43"/>
          </p15:clr>
        </p15:guide>
        <p15:guide id="4" orient="horz" pos="481" userDrawn="1">
          <p15:clr>
            <a:srgbClr val="F26B43"/>
          </p15:clr>
        </p15:guide>
        <p15:guide id="5" pos="461" userDrawn="1">
          <p15:clr>
            <a:srgbClr val="F26B43"/>
          </p15:clr>
        </p15:guide>
        <p15:guide id="6" orient="horz" pos="4091" userDrawn="1">
          <p15:clr>
            <a:srgbClr val="F26B43"/>
          </p15:clr>
        </p15:guide>
        <p15:guide id="7" pos="7455" userDrawn="1">
          <p15:clr>
            <a:srgbClr val="F26B43"/>
          </p15:clr>
        </p15:guide>
        <p15:guide id="8" orient="horz" pos="3779" userDrawn="1">
          <p15:clr>
            <a:srgbClr val="F26B43"/>
          </p15:clr>
        </p15:guide>
        <p15:guide id="9" orient="horz" pos="914" userDrawn="1">
          <p15:clr>
            <a:srgbClr val="F26B43"/>
          </p15:clr>
        </p15:guide>
        <p15:guide id="10" orient="horz" pos="768"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F471AE-9095-98ED-1C0F-5C5EE5003333}"/>
              </a:ext>
            </a:extLst>
          </p:cNvPr>
          <p:cNvSpPr>
            <a:spLocks noGrp="1"/>
          </p:cNvSpPr>
          <p:nvPr>
            <p:ph type="title"/>
          </p:nvPr>
        </p:nvSpPr>
        <p:spPr>
          <a:xfrm>
            <a:off x="731837" y="733846"/>
            <a:ext cx="11102975" cy="307520"/>
          </a:xfrm>
          <a:prstGeom prst="rect">
            <a:avLst/>
          </a:prstGeom>
          <a:noFill/>
        </p:spPr>
        <p:txBody>
          <a:bodyPr vert="horz" wrap="square" lIns="0" tIns="0" rIns="0" bIns="0" rtlCol="0" anchor="ctr">
            <a:spAutoFit/>
          </a:bodyPr>
          <a:lstStyle/>
          <a:p>
            <a:pPr marL="0" lvl="0" defTabSz="457200"/>
            <a:r>
              <a:rPr lang="en-US" dirty="0"/>
              <a:t>Click to edit Master title style</a:t>
            </a:r>
          </a:p>
        </p:txBody>
      </p:sp>
      <p:sp>
        <p:nvSpPr>
          <p:cNvPr id="3" name="Text Placeholder 2">
            <a:extLst>
              <a:ext uri="{FF2B5EF4-FFF2-40B4-BE49-F238E27FC236}">
                <a16:creationId xmlns:a16="http://schemas.microsoft.com/office/drawing/2014/main" id="{10387698-DE24-2CDF-7F29-7AFF04CE06EA}"/>
              </a:ext>
            </a:extLst>
          </p:cNvPr>
          <p:cNvSpPr>
            <a:spLocks noGrp="1"/>
          </p:cNvSpPr>
          <p:nvPr>
            <p:ph type="body" idx="1"/>
          </p:nvPr>
        </p:nvSpPr>
        <p:spPr>
          <a:xfrm>
            <a:off x="731837" y="1029952"/>
            <a:ext cx="11102975" cy="4969211"/>
          </a:xfrm>
          <a:prstGeom prst="rect">
            <a:avLst/>
          </a:prstGeom>
        </p:spPr>
        <p:txBody>
          <a:bodyPr vert="horz" lIns="0" tIns="0" rIns="0" bIns="0" rtlCol="0">
            <a:noAutofit/>
          </a:bodyPr>
          <a:lstStyle/>
          <a:p>
            <a:pPr lvl="0"/>
            <a:r>
              <a:rPr lang="en-US" dirty="0"/>
              <a:t>Click to edit Master text styles</a:t>
            </a:r>
          </a:p>
          <a:p>
            <a:pPr marL="108000" lvl="1" indent="-108000" algn="l" defTabSz="914400" rtl="0" eaLnBrk="1" latinLnBrk="0" hangingPunct="1">
              <a:lnSpc>
                <a:spcPct val="110000"/>
              </a:lnSpc>
              <a:spcBef>
                <a:spcPts val="0"/>
              </a:spcBef>
              <a:spcAft>
                <a:spcPts val="800"/>
              </a:spcAft>
              <a:buClr>
                <a:schemeClr val="accent1"/>
              </a:buClr>
              <a:buFont typeface="Arial" panose="020B0604020202020204" pitchFamily="34" charset="0"/>
              <a:buChar char="•"/>
            </a:pPr>
            <a:r>
              <a:rPr lang="en-US" dirty="0"/>
              <a:t>Second level</a:t>
            </a:r>
          </a:p>
          <a:p>
            <a:pPr marL="108000" lvl="2" indent="-108000" algn="l" defTabSz="914400" rtl="0" eaLnBrk="1" latinLnBrk="0" hangingPunct="1">
              <a:lnSpc>
                <a:spcPct val="110000"/>
              </a:lnSpc>
              <a:spcBef>
                <a:spcPts val="0"/>
              </a:spcBef>
              <a:spcAft>
                <a:spcPts val="800"/>
              </a:spcAft>
              <a:buClr>
                <a:schemeClr val="accent1"/>
              </a:buClr>
              <a:buFont typeface="Source Sans Pro" panose="020B0503030403020204" pitchFamily="34" charset="0"/>
              <a:buChar char="−"/>
            </a:pPr>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D0BFE18-7E5A-2187-2FE5-6C32D2523E10}"/>
              </a:ext>
            </a:extLst>
          </p:cNvPr>
          <p:cNvSpPr>
            <a:spLocks noGrp="1"/>
          </p:cNvSpPr>
          <p:nvPr>
            <p:ph type="ftr" sz="quarter" idx="3"/>
          </p:nvPr>
        </p:nvSpPr>
        <p:spPr>
          <a:xfrm>
            <a:off x="731837" y="6203951"/>
            <a:ext cx="9726613" cy="167120"/>
          </a:xfrm>
          <a:prstGeom prst="rect">
            <a:avLst/>
          </a:prstGeom>
        </p:spPr>
        <p:txBody>
          <a:bodyPr vert="horz" lIns="0" tIns="0" rIns="0" bIns="0" rtlCol="0" anchor="t" anchorCtr="0"/>
          <a:lstStyle>
            <a:lvl1pPr algn="l">
              <a:defRPr sz="800">
                <a:solidFill>
                  <a:schemeClr val="accent3"/>
                </a:solidFill>
                <a:latin typeface="Source Serif Pro" panose="02040603050405020204" pitchFamily="18" charset="0"/>
                <a:ea typeface="Source Serif Pro" panose="02040603050405020204" pitchFamily="18" charset="0"/>
              </a:defRPr>
            </a:lvl1pPr>
          </a:lstStyle>
          <a:p>
            <a:endParaRPr lang="en-US"/>
          </a:p>
        </p:txBody>
      </p:sp>
      <p:sp>
        <p:nvSpPr>
          <p:cNvPr id="6" name="Slide Number Placeholder 5">
            <a:extLst>
              <a:ext uri="{FF2B5EF4-FFF2-40B4-BE49-F238E27FC236}">
                <a16:creationId xmlns:a16="http://schemas.microsoft.com/office/drawing/2014/main" id="{53925ED2-527C-125D-C897-1F10BFD49270}"/>
              </a:ext>
            </a:extLst>
          </p:cNvPr>
          <p:cNvSpPr>
            <a:spLocks noGrp="1"/>
          </p:cNvSpPr>
          <p:nvPr>
            <p:ph type="sldNum" sz="quarter" idx="4"/>
          </p:nvPr>
        </p:nvSpPr>
        <p:spPr>
          <a:xfrm>
            <a:off x="731837" y="6493042"/>
            <a:ext cx="274776" cy="365125"/>
          </a:xfrm>
          <a:prstGeom prst="rect">
            <a:avLst/>
          </a:prstGeom>
        </p:spPr>
        <p:txBody>
          <a:bodyPr vert="horz" lIns="0" tIns="0" rIns="0" bIns="0" rtlCol="0" anchor="t" anchorCtr="0"/>
          <a:lstStyle>
            <a:lvl1pPr algn="r">
              <a:defRPr sz="800">
                <a:solidFill>
                  <a:schemeClr val="accent3"/>
                </a:solidFill>
                <a:latin typeface="Source Serif Pro" panose="02040603050405020204" pitchFamily="18" charset="0"/>
                <a:ea typeface="Source Serif Pro" panose="02040603050405020204" pitchFamily="18" charset="0"/>
              </a:defRPr>
            </a:lvl1pPr>
          </a:lstStyle>
          <a:p>
            <a:pPr algn="ctr"/>
            <a:fld id="{DBAA5C8A-2239-4F6E-8944-71074356D4E2}" type="slidenum">
              <a:rPr lang="en-US" smtClean="0"/>
              <a:pPr algn="ctr"/>
              <a:t>‹#›</a:t>
            </a:fld>
            <a:endParaRPr lang="en-US"/>
          </a:p>
        </p:txBody>
      </p:sp>
      <p:pic>
        <p:nvPicPr>
          <p:cNvPr id="19" name="Gráfico 14">
            <a:extLst>
              <a:ext uri="{FF2B5EF4-FFF2-40B4-BE49-F238E27FC236}">
                <a16:creationId xmlns:a16="http://schemas.microsoft.com/office/drawing/2014/main" id="{04B12B37-D94B-E692-8F51-3EFF3E1B8677}"/>
              </a:ext>
            </a:extLst>
          </p:cNvPr>
          <p:cNvPicPr>
            <a:picLocks noChangeAspect="1"/>
          </p:cNvPicPr>
          <p:nvPr userDrawn="1"/>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392540" y="307274"/>
            <a:ext cx="451161" cy="386290"/>
          </a:xfrm>
          <a:prstGeom prst="rect">
            <a:avLst/>
          </a:prstGeom>
        </p:spPr>
      </p:pic>
      <p:pic>
        <p:nvPicPr>
          <p:cNvPr id="14" name="Picture 2">
            <a:extLst>
              <a:ext uri="{FF2B5EF4-FFF2-40B4-BE49-F238E27FC236}">
                <a16:creationId xmlns:a16="http://schemas.microsoft.com/office/drawing/2014/main" id="{D6C696B7-91C9-C111-C1D7-47E08545CC05}"/>
              </a:ext>
            </a:extLst>
          </p:cNvPr>
          <p:cNvPicPr>
            <a:picLocks noChangeAspect="1" noChangeArrowheads="1"/>
          </p:cNvPicPr>
          <p:nvPr userDrawn="1"/>
        </p:nvPicPr>
        <p:blipFill>
          <a:blip r:embed="rId19">
            <a:extLst>
              <a:ext uri="{28A0092B-C50C-407E-A947-70E740481C1C}">
                <a14:useLocalDpi xmlns:a14="http://schemas.microsoft.com/office/drawing/2010/main" val="0"/>
              </a:ext>
            </a:extLst>
          </a:blip>
          <a:srcRect/>
          <a:stretch>
            <a:fillRect/>
          </a:stretch>
        </p:blipFill>
        <p:spPr bwMode="auto">
          <a:xfrm>
            <a:off x="10145527" y="6168877"/>
            <a:ext cx="1698119" cy="211159"/>
          </a:xfrm>
          <a:prstGeom prst="rect">
            <a:avLst/>
          </a:prstGeom>
          <a:noFill/>
          <a:extLst>
            <a:ext uri="{909E8E84-426E-40DD-AFC4-6F175D3DCCD1}">
              <a14:hiddenFill xmlns:a14="http://schemas.microsoft.com/office/drawing/2010/main">
                <a:solidFill>
                  <a:srgbClr val="FFFFFF"/>
                </a:solidFill>
              </a14:hiddenFill>
            </a:ext>
          </a:extLst>
        </p:spPr>
      </p:pic>
      <p:grpSp>
        <p:nvGrpSpPr>
          <p:cNvPr id="21" name="Group 20">
            <a:extLst>
              <a:ext uri="{FF2B5EF4-FFF2-40B4-BE49-F238E27FC236}">
                <a16:creationId xmlns:a16="http://schemas.microsoft.com/office/drawing/2014/main" id="{F16C32D6-342E-9A04-4CC4-61251BC25F8E}"/>
              </a:ext>
            </a:extLst>
          </p:cNvPr>
          <p:cNvGrpSpPr/>
          <p:nvPr userDrawn="1"/>
        </p:nvGrpSpPr>
        <p:grpSpPr>
          <a:xfrm>
            <a:off x="731836" y="357006"/>
            <a:ext cx="1154114" cy="151321"/>
            <a:chOff x="731837" y="357006"/>
            <a:chExt cx="663576" cy="151321"/>
          </a:xfrm>
        </p:grpSpPr>
        <p:sp>
          <p:nvSpPr>
            <p:cNvPr id="22" name="CaixaDeTexto 3">
              <a:extLst>
                <a:ext uri="{FF2B5EF4-FFF2-40B4-BE49-F238E27FC236}">
                  <a16:creationId xmlns:a16="http://schemas.microsoft.com/office/drawing/2014/main" id="{AF915F6A-9A91-0FEC-0AF3-DCD7C7C7E02C}"/>
                </a:ext>
              </a:extLst>
            </p:cNvPr>
            <p:cNvSpPr txBox="1"/>
            <p:nvPr userDrawn="1"/>
          </p:nvSpPr>
          <p:spPr>
            <a:xfrm>
              <a:off x="731838" y="357006"/>
              <a:ext cx="663575" cy="123111"/>
            </a:xfrm>
            <a:prstGeom prst="rect">
              <a:avLst/>
            </a:prstGeom>
            <a:noFill/>
          </p:spPr>
          <p:txBody>
            <a:bodyPr wrap="square" lIns="0" tIns="0" rIns="0" bIns="0">
              <a:spAutoFit/>
            </a:bodyPr>
            <a:lstStyle/>
            <a:p>
              <a:pPr algn="ctr"/>
              <a:r>
                <a:rPr lang="pt-BR" sz="800"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t>Financial </a:t>
              </a:r>
              <a:r>
                <a:rPr lang="pt-BR" sz="800" dirty="0" err="1">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t>Information</a:t>
              </a:r>
              <a:endParaRPr lang="pt-BR" sz="800"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endParaRPr>
            </a:p>
          </p:txBody>
        </p:sp>
        <p:cxnSp>
          <p:nvCxnSpPr>
            <p:cNvPr id="23" name="Straight Connector 22">
              <a:extLst>
                <a:ext uri="{FF2B5EF4-FFF2-40B4-BE49-F238E27FC236}">
                  <a16:creationId xmlns:a16="http://schemas.microsoft.com/office/drawing/2014/main" id="{7EF94388-3F8C-C922-E7C4-59D0B500186A}"/>
                </a:ext>
              </a:extLst>
            </p:cNvPr>
            <p:cNvCxnSpPr/>
            <p:nvPr userDrawn="1"/>
          </p:nvCxnSpPr>
          <p:spPr>
            <a:xfrm>
              <a:off x="731837" y="508327"/>
              <a:ext cx="663576"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26012034"/>
      </p:ext>
    </p:extLst>
  </p:cSld>
  <p:clrMap bg1="lt1" tx1="dk1" bg2="lt2" tx2="dk2" accent1="accent1" accent2="accent2" accent3="accent3" accent4="accent4" accent5="accent5" accent6="accent6" hlink="hlink" folHlink="folHlink"/>
  <p:sldLayoutIdLst>
    <p:sldLayoutId id="2147483799" r:id="rId1"/>
    <p:sldLayoutId id="2147483800" r:id="rId2"/>
    <p:sldLayoutId id="2147483872" r:id="rId3"/>
    <p:sldLayoutId id="2147483801" r:id="rId4"/>
    <p:sldLayoutId id="2147483802" r:id="rId5"/>
    <p:sldLayoutId id="2147483803" r:id="rId6"/>
    <p:sldLayoutId id="2147483861" r:id="rId7"/>
    <p:sldLayoutId id="2147483862" r:id="rId8"/>
    <p:sldLayoutId id="2147483863" r:id="rId9"/>
    <p:sldLayoutId id="2147483804" r:id="rId10"/>
    <p:sldLayoutId id="2147483837" r:id="rId11"/>
    <p:sldLayoutId id="2147483805" r:id="rId12"/>
    <p:sldLayoutId id="2147483864" r:id="rId13"/>
    <p:sldLayoutId id="2147483806" r:id="rId14"/>
    <p:sldLayoutId id="2147483807" r:id="rId15"/>
  </p:sldLayoutIdLst>
  <p:txStyles>
    <p:titleStyle>
      <a:lvl1pPr algn="l" defTabSz="914400" rtl="0" eaLnBrk="1" latinLnBrk="0" hangingPunct="1">
        <a:lnSpc>
          <a:spcPct val="90000"/>
        </a:lnSpc>
        <a:spcBef>
          <a:spcPct val="0"/>
        </a:spcBef>
        <a:buNone/>
        <a:defRPr lang="en-US" sz="2200" b="1" kern="1200" dirty="0">
          <a:solidFill>
            <a:schemeClr val="bg2"/>
          </a:solidFill>
          <a:latin typeface="Poppins" panose="00000500000000000000" pitchFamily="2" charset="0"/>
          <a:ea typeface="+mn-ea"/>
          <a:cs typeface="Poppins" panose="00000500000000000000" pitchFamily="2" charset="0"/>
        </a:defRPr>
      </a:lvl1pPr>
    </p:titleStyle>
    <p:bodyStyle>
      <a:lvl1pPr marL="0" indent="0" algn="l" defTabSz="914400" rtl="0" eaLnBrk="1" latinLnBrk="0" hangingPunct="1">
        <a:lnSpc>
          <a:spcPct val="110000"/>
        </a:lnSpc>
        <a:spcBef>
          <a:spcPts val="0"/>
        </a:spcBef>
        <a:spcAft>
          <a:spcPts val="800"/>
        </a:spcAft>
        <a:buFont typeface="Arial" panose="020B0604020202020204" pitchFamily="34" charset="0"/>
        <a:buNone/>
        <a:defRPr sz="1050" kern="1200">
          <a:solidFill>
            <a:schemeClr val="tx1"/>
          </a:solidFill>
          <a:latin typeface="+mj-lt"/>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050" kern="1200" dirty="0">
          <a:solidFill>
            <a:schemeClr val="tx1"/>
          </a:solidFill>
          <a:latin typeface="+mj-lt"/>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05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lang="en-US" sz="1050" b="1" kern="1200" dirty="0">
          <a:solidFill>
            <a:schemeClr val="bg2"/>
          </a:solidFill>
          <a:latin typeface="+mj-lt"/>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lang="en-US" sz="1050" kern="1200" dirty="0">
          <a:solidFill>
            <a:schemeClr val="accent2"/>
          </a:solidFill>
          <a:latin typeface="Poppins Medium" panose="00000600000000000000" pitchFamily="2" charset="0"/>
          <a:ea typeface="Source Serif Pro Black" panose="02040903050405020204" pitchFamily="18" charset="0"/>
          <a:cs typeface="Poppins Medium" panose="000006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04" userDrawn="1">
          <p15:clr>
            <a:srgbClr val="F26B43"/>
          </p15:clr>
        </p15:guide>
        <p15:guide id="2" pos="3953" userDrawn="1">
          <p15:clr>
            <a:srgbClr val="F26B43"/>
          </p15:clr>
        </p15:guide>
        <p15:guide id="3" orient="horz" pos="235" userDrawn="1">
          <p15:clr>
            <a:srgbClr val="F26B43"/>
          </p15:clr>
        </p15:guide>
        <p15:guide id="4" orient="horz" pos="481" userDrawn="1">
          <p15:clr>
            <a:srgbClr val="F26B43"/>
          </p15:clr>
        </p15:guide>
        <p15:guide id="5" pos="461" userDrawn="1">
          <p15:clr>
            <a:srgbClr val="F26B43"/>
          </p15:clr>
        </p15:guide>
        <p15:guide id="6" orient="horz" pos="4091" userDrawn="1">
          <p15:clr>
            <a:srgbClr val="F26B43"/>
          </p15:clr>
        </p15:guide>
        <p15:guide id="7" pos="7455" userDrawn="1">
          <p15:clr>
            <a:srgbClr val="F26B43"/>
          </p15:clr>
        </p15:guide>
        <p15:guide id="8" orient="horz" pos="3779" userDrawn="1">
          <p15:clr>
            <a:srgbClr val="F26B43"/>
          </p15:clr>
        </p15:guide>
        <p15:guide id="9" orient="horz" pos="914"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F471AE-9095-98ED-1C0F-5C5EE5003333}"/>
              </a:ext>
            </a:extLst>
          </p:cNvPr>
          <p:cNvSpPr>
            <a:spLocks noGrp="1"/>
          </p:cNvSpPr>
          <p:nvPr>
            <p:ph type="title"/>
          </p:nvPr>
        </p:nvSpPr>
        <p:spPr>
          <a:xfrm>
            <a:off x="731837" y="733846"/>
            <a:ext cx="11102975" cy="307520"/>
          </a:xfrm>
          <a:prstGeom prst="rect">
            <a:avLst/>
          </a:prstGeom>
          <a:noFill/>
        </p:spPr>
        <p:txBody>
          <a:bodyPr vert="horz" wrap="square" lIns="0" tIns="0" rIns="0" bIns="0" rtlCol="0" anchor="ctr">
            <a:spAutoFit/>
          </a:bodyPr>
          <a:lstStyle/>
          <a:p>
            <a:pPr marL="0" lvl="0" defTabSz="457200"/>
            <a:r>
              <a:rPr lang="en-US" dirty="0"/>
              <a:t>Click to edit Master title style</a:t>
            </a:r>
          </a:p>
        </p:txBody>
      </p:sp>
      <p:sp>
        <p:nvSpPr>
          <p:cNvPr id="3" name="Text Placeholder 2">
            <a:extLst>
              <a:ext uri="{FF2B5EF4-FFF2-40B4-BE49-F238E27FC236}">
                <a16:creationId xmlns:a16="http://schemas.microsoft.com/office/drawing/2014/main" id="{10387698-DE24-2CDF-7F29-7AFF04CE06EA}"/>
              </a:ext>
            </a:extLst>
          </p:cNvPr>
          <p:cNvSpPr>
            <a:spLocks noGrp="1"/>
          </p:cNvSpPr>
          <p:nvPr>
            <p:ph type="body" idx="1"/>
          </p:nvPr>
        </p:nvSpPr>
        <p:spPr>
          <a:xfrm>
            <a:off x="731837" y="1029952"/>
            <a:ext cx="11102975" cy="4969211"/>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D0BFE18-7E5A-2187-2FE5-6C32D2523E10}"/>
              </a:ext>
            </a:extLst>
          </p:cNvPr>
          <p:cNvSpPr>
            <a:spLocks noGrp="1"/>
          </p:cNvSpPr>
          <p:nvPr>
            <p:ph type="ftr" sz="quarter" idx="3"/>
          </p:nvPr>
        </p:nvSpPr>
        <p:spPr>
          <a:xfrm>
            <a:off x="731837" y="6203951"/>
            <a:ext cx="9726613" cy="167120"/>
          </a:xfrm>
          <a:prstGeom prst="rect">
            <a:avLst/>
          </a:prstGeom>
        </p:spPr>
        <p:txBody>
          <a:bodyPr vert="horz" lIns="0" tIns="0" rIns="0" bIns="0" rtlCol="0" anchor="t" anchorCtr="0"/>
          <a:lstStyle>
            <a:lvl1pPr algn="l">
              <a:defRPr sz="800">
                <a:solidFill>
                  <a:schemeClr val="accent3"/>
                </a:solidFill>
                <a:latin typeface="Source Serif Pro" panose="02040603050405020204" pitchFamily="18" charset="0"/>
                <a:ea typeface="Source Serif Pro" panose="02040603050405020204" pitchFamily="18" charset="0"/>
              </a:defRPr>
            </a:lvl1pPr>
          </a:lstStyle>
          <a:p>
            <a:endParaRPr lang="en-US"/>
          </a:p>
        </p:txBody>
      </p:sp>
      <p:sp>
        <p:nvSpPr>
          <p:cNvPr id="6" name="Slide Number Placeholder 5">
            <a:extLst>
              <a:ext uri="{FF2B5EF4-FFF2-40B4-BE49-F238E27FC236}">
                <a16:creationId xmlns:a16="http://schemas.microsoft.com/office/drawing/2014/main" id="{53925ED2-527C-125D-C897-1F10BFD49270}"/>
              </a:ext>
            </a:extLst>
          </p:cNvPr>
          <p:cNvSpPr>
            <a:spLocks noGrp="1"/>
          </p:cNvSpPr>
          <p:nvPr>
            <p:ph type="sldNum" sz="quarter" idx="4"/>
          </p:nvPr>
        </p:nvSpPr>
        <p:spPr>
          <a:xfrm>
            <a:off x="731837" y="6493042"/>
            <a:ext cx="274776" cy="365125"/>
          </a:xfrm>
          <a:prstGeom prst="rect">
            <a:avLst/>
          </a:prstGeom>
        </p:spPr>
        <p:txBody>
          <a:bodyPr vert="horz" lIns="0" tIns="0" rIns="0" bIns="0" rtlCol="0" anchor="t" anchorCtr="0"/>
          <a:lstStyle>
            <a:lvl1pPr algn="r">
              <a:defRPr sz="800">
                <a:solidFill>
                  <a:schemeClr val="accent3"/>
                </a:solidFill>
                <a:latin typeface="Source Serif Pro" panose="02040603050405020204" pitchFamily="18" charset="0"/>
                <a:ea typeface="Source Serif Pro" panose="02040603050405020204" pitchFamily="18" charset="0"/>
              </a:defRPr>
            </a:lvl1pPr>
          </a:lstStyle>
          <a:p>
            <a:pPr algn="ctr"/>
            <a:fld id="{DBAA5C8A-2239-4F6E-8944-71074356D4E2}" type="slidenum">
              <a:rPr lang="en-US" smtClean="0"/>
              <a:pPr algn="ctr"/>
              <a:t>‹#›</a:t>
            </a:fld>
            <a:endParaRPr lang="en-US"/>
          </a:p>
        </p:txBody>
      </p:sp>
      <p:pic>
        <p:nvPicPr>
          <p:cNvPr id="19" name="Gráfico 14">
            <a:extLst>
              <a:ext uri="{FF2B5EF4-FFF2-40B4-BE49-F238E27FC236}">
                <a16:creationId xmlns:a16="http://schemas.microsoft.com/office/drawing/2014/main" id="{04B12B37-D94B-E692-8F51-3EFF3E1B867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392539" y="307274"/>
            <a:ext cx="451161" cy="386290"/>
          </a:xfrm>
          <a:prstGeom prst="rect">
            <a:avLst/>
          </a:prstGeom>
        </p:spPr>
      </p:pic>
      <p:pic>
        <p:nvPicPr>
          <p:cNvPr id="14" name="Picture 2">
            <a:extLst>
              <a:ext uri="{FF2B5EF4-FFF2-40B4-BE49-F238E27FC236}">
                <a16:creationId xmlns:a16="http://schemas.microsoft.com/office/drawing/2014/main" id="{8A536060-BD19-A323-6376-79979D316268}"/>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0145527" y="6168877"/>
            <a:ext cx="1698119" cy="211159"/>
          </a:xfrm>
          <a:prstGeom prst="rect">
            <a:avLst/>
          </a:prstGeom>
          <a:noFill/>
          <a:extLst>
            <a:ext uri="{909E8E84-426E-40DD-AFC4-6F175D3DCCD1}">
              <a14:hiddenFill xmlns:a14="http://schemas.microsoft.com/office/drawing/2010/main">
                <a:solidFill>
                  <a:srgbClr val="FFFFFF"/>
                </a:solidFill>
              </a14:hiddenFill>
            </a:ext>
          </a:extLst>
        </p:spPr>
      </p:pic>
      <p:grpSp>
        <p:nvGrpSpPr>
          <p:cNvPr id="27" name="Group 26">
            <a:extLst>
              <a:ext uri="{FF2B5EF4-FFF2-40B4-BE49-F238E27FC236}">
                <a16:creationId xmlns:a16="http://schemas.microsoft.com/office/drawing/2014/main" id="{EE5A5F00-A06F-96A2-3EA8-EE2D6B06A5AF}"/>
              </a:ext>
            </a:extLst>
          </p:cNvPr>
          <p:cNvGrpSpPr/>
          <p:nvPr userDrawn="1"/>
        </p:nvGrpSpPr>
        <p:grpSpPr>
          <a:xfrm>
            <a:off x="731836" y="357006"/>
            <a:ext cx="551658" cy="151321"/>
            <a:chOff x="731837" y="357006"/>
            <a:chExt cx="663576" cy="151321"/>
          </a:xfrm>
        </p:grpSpPr>
        <p:sp>
          <p:nvSpPr>
            <p:cNvPr id="28" name="CaixaDeTexto 3">
              <a:extLst>
                <a:ext uri="{FF2B5EF4-FFF2-40B4-BE49-F238E27FC236}">
                  <a16:creationId xmlns:a16="http://schemas.microsoft.com/office/drawing/2014/main" id="{6CBD2DA8-E671-514B-5F45-86B448854D9F}"/>
                </a:ext>
              </a:extLst>
            </p:cNvPr>
            <p:cNvSpPr txBox="1"/>
            <p:nvPr userDrawn="1"/>
          </p:nvSpPr>
          <p:spPr>
            <a:xfrm>
              <a:off x="731838" y="357006"/>
              <a:ext cx="663575" cy="123111"/>
            </a:xfrm>
            <a:prstGeom prst="rect">
              <a:avLst/>
            </a:prstGeom>
            <a:noFill/>
          </p:spPr>
          <p:txBody>
            <a:bodyPr wrap="square" lIns="0" tIns="0" rIns="0" bIns="0">
              <a:spAutoFit/>
            </a:bodyPr>
            <a:lstStyle/>
            <a:p>
              <a:pPr algn="ctr"/>
              <a:r>
                <a:rPr lang="pt-BR" sz="800"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t>Appendix</a:t>
              </a:r>
            </a:p>
          </p:txBody>
        </p:sp>
        <p:cxnSp>
          <p:nvCxnSpPr>
            <p:cNvPr id="29" name="Straight Connector 28">
              <a:extLst>
                <a:ext uri="{FF2B5EF4-FFF2-40B4-BE49-F238E27FC236}">
                  <a16:creationId xmlns:a16="http://schemas.microsoft.com/office/drawing/2014/main" id="{7D834827-7EA0-DABB-5EC5-BB9614A04609}"/>
                </a:ext>
              </a:extLst>
            </p:cNvPr>
            <p:cNvCxnSpPr/>
            <p:nvPr userDrawn="1"/>
          </p:nvCxnSpPr>
          <p:spPr>
            <a:xfrm>
              <a:off x="731837" y="508327"/>
              <a:ext cx="663576"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52666122"/>
      </p:ext>
    </p:extLst>
  </p:cSld>
  <p:clrMap bg1="lt1" tx1="dk1" bg2="lt2" tx2="dk2" accent1="accent1" accent2="accent2" accent3="accent3" accent4="accent4" accent5="accent5" accent6="accent6" hlink="hlink" folHlink="folHlink"/>
  <p:sldLayoutIdLst>
    <p:sldLayoutId id="2147483831" r:id="rId1"/>
  </p:sldLayoutIdLst>
  <p:txStyles>
    <p:titleStyle>
      <a:lvl1pPr algn="l" defTabSz="914400" rtl="0" eaLnBrk="1" latinLnBrk="0" hangingPunct="1">
        <a:lnSpc>
          <a:spcPct val="90000"/>
        </a:lnSpc>
        <a:spcBef>
          <a:spcPct val="0"/>
        </a:spcBef>
        <a:buNone/>
        <a:defRPr lang="en-US" sz="2200" b="1" kern="1200" dirty="0">
          <a:solidFill>
            <a:schemeClr val="bg2"/>
          </a:solidFill>
          <a:latin typeface="Poppins" panose="00000500000000000000" pitchFamily="2" charset="0"/>
          <a:ea typeface="+mn-ea"/>
          <a:cs typeface="Poppins" panose="00000500000000000000" pitchFamily="2" charset="0"/>
        </a:defRPr>
      </a:lvl1pPr>
    </p:titleStyle>
    <p:bodyStyle>
      <a:lvl1pPr marL="0" indent="0" algn="l" defTabSz="914400" rtl="0" eaLnBrk="1" latinLnBrk="0" hangingPunct="1">
        <a:lnSpc>
          <a:spcPct val="110000"/>
        </a:lnSpc>
        <a:spcBef>
          <a:spcPts val="0"/>
        </a:spcBef>
        <a:spcAft>
          <a:spcPts val="800"/>
        </a:spcAft>
        <a:buFont typeface="Arial" panose="020B0604020202020204" pitchFamily="34" charset="0"/>
        <a:buNone/>
        <a:defRPr sz="1050" kern="1200">
          <a:solidFill>
            <a:schemeClr val="tx1"/>
          </a:solidFill>
          <a:latin typeface="+mj-lt"/>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accent1"/>
        </a:buClr>
        <a:buFont typeface="Arial" panose="020B0604020202020204" pitchFamily="34" charset="0"/>
        <a:buChar char="•"/>
        <a:defRPr sz="1050" kern="1200">
          <a:solidFill>
            <a:schemeClr val="tx1"/>
          </a:solidFill>
          <a:latin typeface="+mj-lt"/>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accent1"/>
        </a:buClr>
        <a:buFont typeface="Source Sans Pro" panose="020B0503030403020204" pitchFamily="34" charset="0"/>
        <a:buChar char="−"/>
        <a:defRPr sz="1050" kern="120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050" b="1" kern="1200">
          <a:solidFill>
            <a:schemeClr val="bg2"/>
          </a:solidFill>
          <a:latin typeface="+mj-lt"/>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lang="en-US" sz="1050" kern="1200">
          <a:solidFill>
            <a:schemeClr val="accent2"/>
          </a:solidFill>
          <a:latin typeface="Poppins Medium" panose="00000600000000000000" pitchFamily="2" charset="0"/>
          <a:ea typeface="Source Serif Pro Black" panose="02040903050405020204" pitchFamily="18" charset="0"/>
          <a:cs typeface="Poppins Medium" panose="000006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04" userDrawn="1">
          <p15:clr>
            <a:srgbClr val="F26B43"/>
          </p15:clr>
        </p15:guide>
        <p15:guide id="2" pos="3953" userDrawn="1">
          <p15:clr>
            <a:srgbClr val="F26B43"/>
          </p15:clr>
        </p15:guide>
        <p15:guide id="3" orient="horz" pos="235" userDrawn="1">
          <p15:clr>
            <a:srgbClr val="F26B43"/>
          </p15:clr>
        </p15:guide>
        <p15:guide id="4" orient="horz" pos="481" userDrawn="1">
          <p15:clr>
            <a:srgbClr val="F26B43"/>
          </p15:clr>
        </p15:guide>
        <p15:guide id="5" pos="461" userDrawn="1">
          <p15:clr>
            <a:srgbClr val="F26B43"/>
          </p15:clr>
        </p15:guide>
        <p15:guide id="6" orient="horz" pos="4091" userDrawn="1">
          <p15:clr>
            <a:srgbClr val="F26B43"/>
          </p15:clr>
        </p15:guide>
        <p15:guide id="7" pos="7455" userDrawn="1">
          <p15:clr>
            <a:srgbClr val="F26B43"/>
          </p15:clr>
        </p15:guide>
        <p15:guide id="8" orient="horz" pos="3779" userDrawn="1">
          <p15:clr>
            <a:srgbClr val="F26B43"/>
          </p15:clr>
        </p15:guide>
        <p15:guide id="9" orient="horz" pos="914"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F471AE-9095-98ED-1C0F-5C5EE5003333}"/>
              </a:ext>
            </a:extLst>
          </p:cNvPr>
          <p:cNvSpPr>
            <a:spLocks noGrp="1"/>
          </p:cNvSpPr>
          <p:nvPr>
            <p:ph type="title"/>
          </p:nvPr>
        </p:nvSpPr>
        <p:spPr>
          <a:xfrm>
            <a:off x="731837" y="733846"/>
            <a:ext cx="11102975" cy="307520"/>
          </a:xfrm>
          <a:prstGeom prst="rect">
            <a:avLst/>
          </a:prstGeom>
          <a:noFill/>
        </p:spPr>
        <p:txBody>
          <a:bodyPr vert="horz" wrap="square" lIns="0" tIns="0" rIns="0" bIns="0" rtlCol="0" anchor="ctr">
            <a:spAutoFit/>
          </a:bodyPr>
          <a:lstStyle/>
          <a:p>
            <a:pPr marL="0" lvl="0" defTabSz="457200"/>
            <a:r>
              <a:rPr lang="en-US" dirty="0"/>
              <a:t>Click to edit Master title style</a:t>
            </a:r>
          </a:p>
        </p:txBody>
      </p:sp>
      <p:sp>
        <p:nvSpPr>
          <p:cNvPr id="3" name="Text Placeholder 2">
            <a:extLst>
              <a:ext uri="{FF2B5EF4-FFF2-40B4-BE49-F238E27FC236}">
                <a16:creationId xmlns:a16="http://schemas.microsoft.com/office/drawing/2014/main" id="{10387698-DE24-2CDF-7F29-7AFF04CE06EA}"/>
              </a:ext>
            </a:extLst>
          </p:cNvPr>
          <p:cNvSpPr>
            <a:spLocks noGrp="1"/>
          </p:cNvSpPr>
          <p:nvPr>
            <p:ph type="body" idx="1"/>
          </p:nvPr>
        </p:nvSpPr>
        <p:spPr>
          <a:xfrm>
            <a:off x="731837" y="1029952"/>
            <a:ext cx="11102975" cy="4969211"/>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D0BFE18-7E5A-2187-2FE5-6C32D2523E10}"/>
              </a:ext>
            </a:extLst>
          </p:cNvPr>
          <p:cNvSpPr>
            <a:spLocks noGrp="1"/>
          </p:cNvSpPr>
          <p:nvPr>
            <p:ph type="ftr" sz="quarter" idx="3"/>
          </p:nvPr>
        </p:nvSpPr>
        <p:spPr>
          <a:xfrm>
            <a:off x="731837" y="6203951"/>
            <a:ext cx="9726613" cy="114006"/>
          </a:xfrm>
          <a:prstGeom prst="rect">
            <a:avLst/>
          </a:prstGeom>
        </p:spPr>
        <p:txBody>
          <a:bodyPr vert="horz" wrap="square" lIns="0" tIns="0" rIns="0" bIns="0" rtlCol="0">
            <a:spAutoFit/>
          </a:bodyPr>
          <a:lstStyle>
            <a:lvl1pPr>
              <a:defRPr lang="pt-BR" sz="700" strike="noStrike">
                <a:solidFill>
                  <a:schemeClr val="bg1">
                    <a:lumMod val="65000"/>
                  </a:schemeClr>
                </a:solidFill>
                <a:latin typeface="+mj-lt"/>
                <a:ea typeface="Source Serif Pro" panose="02040603050405020204" pitchFamily="18" charset="0"/>
              </a:defRPr>
            </a:lvl1pPr>
          </a:lstStyle>
          <a:p>
            <a:pPr>
              <a:lnSpc>
                <a:spcPct val="110000"/>
              </a:lnSpc>
              <a:spcAft>
                <a:spcPts val="800"/>
              </a:spcAft>
              <a:buFont typeface="Arial" panose="020B0604020202020204" pitchFamily="34" charset="0"/>
              <a:buNone/>
            </a:pPr>
            <a:endParaRPr lang="pt-BR"/>
          </a:p>
        </p:txBody>
      </p:sp>
      <p:sp>
        <p:nvSpPr>
          <p:cNvPr id="6" name="Slide Number Placeholder 5">
            <a:extLst>
              <a:ext uri="{FF2B5EF4-FFF2-40B4-BE49-F238E27FC236}">
                <a16:creationId xmlns:a16="http://schemas.microsoft.com/office/drawing/2014/main" id="{53925ED2-527C-125D-C897-1F10BFD49270}"/>
              </a:ext>
            </a:extLst>
          </p:cNvPr>
          <p:cNvSpPr>
            <a:spLocks noGrp="1"/>
          </p:cNvSpPr>
          <p:nvPr>
            <p:ph type="sldNum" sz="quarter" idx="4"/>
          </p:nvPr>
        </p:nvSpPr>
        <p:spPr>
          <a:xfrm>
            <a:off x="731837" y="6493042"/>
            <a:ext cx="274776" cy="365125"/>
          </a:xfrm>
          <a:prstGeom prst="rect">
            <a:avLst/>
          </a:prstGeom>
        </p:spPr>
        <p:txBody>
          <a:bodyPr vert="horz" lIns="0" tIns="0" rIns="0" bIns="0" rtlCol="0" anchor="t" anchorCtr="0"/>
          <a:lstStyle>
            <a:lvl1pPr algn="r">
              <a:defRPr sz="800">
                <a:solidFill>
                  <a:schemeClr val="accent3"/>
                </a:solidFill>
                <a:latin typeface="Source Serif Pro" panose="02040603050405020204" pitchFamily="18" charset="0"/>
                <a:ea typeface="Source Serif Pro" panose="02040603050405020204" pitchFamily="18" charset="0"/>
              </a:defRPr>
            </a:lvl1pPr>
          </a:lstStyle>
          <a:p>
            <a:pPr algn="ctr"/>
            <a:fld id="{DBAA5C8A-2239-4F6E-8944-71074356D4E2}" type="slidenum">
              <a:rPr lang="en-US" smtClean="0"/>
              <a:pPr algn="ctr"/>
              <a:t>‹#›</a:t>
            </a:fld>
            <a:endParaRPr lang="en-US"/>
          </a:p>
        </p:txBody>
      </p:sp>
      <p:pic>
        <p:nvPicPr>
          <p:cNvPr id="12" name="Gráfico 14">
            <a:extLst>
              <a:ext uri="{FF2B5EF4-FFF2-40B4-BE49-F238E27FC236}">
                <a16:creationId xmlns:a16="http://schemas.microsoft.com/office/drawing/2014/main" id="{959083C0-9FA6-3C4D-0CA1-949498A5DC78}"/>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392539" y="307274"/>
            <a:ext cx="451161" cy="386290"/>
          </a:xfrm>
          <a:prstGeom prst="rect">
            <a:avLst/>
          </a:prstGeom>
        </p:spPr>
      </p:pic>
      <p:pic>
        <p:nvPicPr>
          <p:cNvPr id="9" name="Picture 2">
            <a:extLst>
              <a:ext uri="{FF2B5EF4-FFF2-40B4-BE49-F238E27FC236}">
                <a16:creationId xmlns:a16="http://schemas.microsoft.com/office/drawing/2014/main" id="{EED4F7B3-A95B-F52D-31FD-D65CFCD5EF4E}"/>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0145527" y="6168877"/>
            <a:ext cx="1698119" cy="211159"/>
          </a:xfrm>
          <a:prstGeom prst="rect">
            <a:avLst/>
          </a:prstGeom>
          <a:noFill/>
          <a:extLst>
            <a:ext uri="{909E8E84-426E-40DD-AFC4-6F175D3DCCD1}">
              <a14:hiddenFill xmlns:a14="http://schemas.microsoft.com/office/drawing/2010/main">
                <a:solidFill>
                  <a:srgbClr val="FFFFFF"/>
                </a:solidFill>
              </a14:hiddenFill>
            </a:ext>
          </a:extLst>
        </p:spPr>
      </p:pic>
      <p:grpSp>
        <p:nvGrpSpPr>
          <p:cNvPr id="41" name="Group 40">
            <a:extLst>
              <a:ext uri="{FF2B5EF4-FFF2-40B4-BE49-F238E27FC236}">
                <a16:creationId xmlns:a16="http://schemas.microsoft.com/office/drawing/2014/main" id="{270C5E80-E0A5-7969-580A-540EBFD948BC}"/>
              </a:ext>
            </a:extLst>
          </p:cNvPr>
          <p:cNvGrpSpPr/>
          <p:nvPr userDrawn="1"/>
        </p:nvGrpSpPr>
        <p:grpSpPr>
          <a:xfrm>
            <a:off x="731836" y="357006"/>
            <a:ext cx="649290" cy="151321"/>
            <a:chOff x="731837" y="357006"/>
            <a:chExt cx="663576" cy="151321"/>
          </a:xfrm>
        </p:grpSpPr>
        <p:sp>
          <p:nvSpPr>
            <p:cNvPr id="42" name="CaixaDeTexto 3">
              <a:extLst>
                <a:ext uri="{FF2B5EF4-FFF2-40B4-BE49-F238E27FC236}">
                  <a16:creationId xmlns:a16="http://schemas.microsoft.com/office/drawing/2014/main" id="{2564363D-B757-A96F-1901-83F658455BC5}"/>
                </a:ext>
              </a:extLst>
            </p:cNvPr>
            <p:cNvSpPr txBox="1"/>
            <p:nvPr userDrawn="1"/>
          </p:nvSpPr>
          <p:spPr>
            <a:xfrm>
              <a:off x="731838" y="357006"/>
              <a:ext cx="663575" cy="123111"/>
            </a:xfrm>
            <a:prstGeom prst="rect">
              <a:avLst/>
            </a:prstGeom>
            <a:noFill/>
          </p:spPr>
          <p:txBody>
            <a:bodyPr wrap="square" lIns="0" tIns="0" rIns="0" bIns="0">
              <a:spAutoFit/>
            </a:bodyPr>
            <a:lstStyle/>
            <a:p>
              <a:pPr algn="ctr"/>
              <a:r>
                <a:rPr lang="pt-BR" sz="800"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t>Project Soul</a:t>
              </a:r>
            </a:p>
          </p:txBody>
        </p:sp>
        <p:cxnSp>
          <p:nvCxnSpPr>
            <p:cNvPr id="43" name="Straight Connector 42">
              <a:extLst>
                <a:ext uri="{FF2B5EF4-FFF2-40B4-BE49-F238E27FC236}">
                  <a16:creationId xmlns:a16="http://schemas.microsoft.com/office/drawing/2014/main" id="{42BCB3AB-6EB0-FC2A-18AD-127203CD0DB1}"/>
                </a:ext>
              </a:extLst>
            </p:cNvPr>
            <p:cNvCxnSpPr/>
            <p:nvPr userDrawn="1"/>
          </p:nvCxnSpPr>
          <p:spPr>
            <a:xfrm>
              <a:off x="731837" y="508327"/>
              <a:ext cx="663576"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75289825"/>
      </p:ext>
    </p:extLst>
  </p:cSld>
  <p:clrMap bg1="lt1" tx1="dk1" bg2="lt2" tx2="dk2" accent1="accent1" accent2="accent2" accent3="accent3" accent4="accent4" accent5="accent5" accent6="accent6" hlink="hlink" folHlink="folHlink"/>
  <p:sldLayoutIdLst>
    <p:sldLayoutId id="2147483833" r:id="rId1"/>
  </p:sldLayoutIdLst>
  <p:txStyles>
    <p:titleStyle>
      <a:lvl1pPr algn="l" defTabSz="914400" rtl="0" eaLnBrk="1" latinLnBrk="0" hangingPunct="1">
        <a:lnSpc>
          <a:spcPct val="90000"/>
        </a:lnSpc>
        <a:spcBef>
          <a:spcPct val="0"/>
        </a:spcBef>
        <a:buNone/>
        <a:defRPr lang="en-US" sz="2200" b="1" kern="1200" dirty="0">
          <a:solidFill>
            <a:schemeClr val="bg2"/>
          </a:solidFill>
          <a:latin typeface="Poppins" panose="00000500000000000000" pitchFamily="2" charset="0"/>
          <a:ea typeface="+mn-ea"/>
          <a:cs typeface="Poppins" panose="00000500000000000000" pitchFamily="2" charset="0"/>
        </a:defRPr>
      </a:lvl1pPr>
    </p:titleStyle>
    <p:bodyStyle>
      <a:lvl1pPr marL="0" indent="0" algn="l" defTabSz="914400" rtl="0" eaLnBrk="1" latinLnBrk="0" hangingPunct="1">
        <a:lnSpc>
          <a:spcPct val="110000"/>
        </a:lnSpc>
        <a:spcBef>
          <a:spcPts val="0"/>
        </a:spcBef>
        <a:spcAft>
          <a:spcPts val="800"/>
        </a:spcAft>
        <a:buFont typeface="Arial" panose="020B0604020202020204" pitchFamily="34" charset="0"/>
        <a:buNone/>
        <a:defRPr sz="1050" kern="1200">
          <a:solidFill>
            <a:schemeClr val="tx2"/>
          </a:solidFill>
          <a:latin typeface="+mj-lt"/>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accent1"/>
        </a:buClr>
        <a:buFont typeface="Arial" panose="020B0604020202020204" pitchFamily="34" charset="0"/>
        <a:buChar char="•"/>
        <a:defRPr sz="1050" kern="1200">
          <a:solidFill>
            <a:schemeClr val="tx2"/>
          </a:solidFill>
          <a:latin typeface="+mj-lt"/>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accent1"/>
        </a:buClr>
        <a:buFont typeface="Source Sans Pro" panose="020B0503030403020204" pitchFamily="34" charset="0"/>
        <a:buChar char="−"/>
        <a:defRPr sz="1050" kern="1200">
          <a:solidFill>
            <a:schemeClr val="tx2"/>
          </a:solidFill>
          <a:latin typeface="Poppins Light" panose="00000400000000000000" pitchFamily="2" charset="0"/>
          <a:ea typeface="Source Serif Pro Light" panose="02040303050405020204" pitchFamily="18" charset="0"/>
          <a:cs typeface="Poppins Light" panose="000004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050" b="1" kern="1200">
          <a:solidFill>
            <a:schemeClr val="bg2"/>
          </a:solidFill>
          <a:latin typeface="+mj-lt"/>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050" kern="1200">
          <a:solidFill>
            <a:schemeClr val="accent2"/>
          </a:solidFill>
          <a:latin typeface="Poppins Medium" panose="00000600000000000000" pitchFamily="2" charset="0"/>
          <a:ea typeface="Source Serif Pro Black" panose="02040903050405020204" pitchFamily="18" charset="0"/>
          <a:cs typeface="Poppins Medium" panose="000006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04" userDrawn="1">
          <p15:clr>
            <a:srgbClr val="F26B43"/>
          </p15:clr>
        </p15:guide>
        <p15:guide id="2" pos="3953" userDrawn="1">
          <p15:clr>
            <a:srgbClr val="F26B43"/>
          </p15:clr>
        </p15:guide>
        <p15:guide id="3" orient="horz" pos="235" userDrawn="1">
          <p15:clr>
            <a:srgbClr val="F26B43"/>
          </p15:clr>
        </p15:guide>
        <p15:guide id="4" orient="horz" pos="481" userDrawn="1">
          <p15:clr>
            <a:srgbClr val="F26B43"/>
          </p15:clr>
        </p15:guide>
        <p15:guide id="5" pos="461" userDrawn="1">
          <p15:clr>
            <a:srgbClr val="F26B43"/>
          </p15:clr>
        </p15:guide>
        <p15:guide id="6" orient="horz" pos="4091" userDrawn="1">
          <p15:clr>
            <a:srgbClr val="F26B43"/>
          </p15:clr>
        </p15:guide>
        <p15:guide id="7" pos="7455" userDrawn="1">
          <p15:clr>
            <a:srgbClr val="F26B43"/>
          </p15:clr>
        </p15:guide>
        <p15:guide id="8" orient="horz" pos="3779" userDrawn="1">
          <p15:clr>
            <a:srgbClr val="F26B43"/>
          </p15:clr>
        </p15:guide>
        <p15:guide id="9" orient="horz" pos="914"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F471AE-9095-98ED-1C0F-5C5EE5003333}"/>
              </a:ext>
            </a:extLst>
          </p:cNvPr>
          <p:cNvSpPr>
            <a:spLocks noGrp="1"/>
          </p:cNvSpPr>
          <p:nvPr>
            <p:ph type="title"/>
          </p:nvPr>
        </p:nvSpPr>
        <p:spPr>
          <a:xfrm>
            <a:off x="731837" y="745259"/>
            <a:ext cx="11102975" cy="284693"/>
          </a:xfrm>
          <a:prstGeom prst="rect">
            <a:avLst/>
          </a:prstGeom>
        </p:spPr>
        <p:txBody>
          <a:bodyPr vert="horz" lIns="0" tIns="0" rIns="0" bIns="0" rtlCol="0" anchor="ctr">
            <a:noAutofit/>
          </a:bodyPr>
          <a:lstStyle/>
          <a:p>
            <a:r>
              <a:rPr lang="en-US" dirty="0"/>
              <a:t>Click to edit Master title style</a:t>
            </a:r>
          </a:p>
        </p:txBody>
      </p:sp>
      <p:sp>
        <p:nvSpPr>
          <p:cNvPr id="3" name="Text Placeholder 2">
            <a:extLst>
              <a:ext uri="{FF2B5EF4-FFF2-40B4-BE49-F238E27FC236}">
                <a16:creationId xmlns:a16="http://schemas.microsoft.com/office/drawing/2014/main" id="{10387698-DE24-2CDF-7F29-7AFF04CE06EA}"/>
              </a:ext>
            </a:extLst>
          </p:cNvPr>
          <p:cNvSpPr>
            <a:spLocks noGrp="1"/>
          </p:cNvSpPr>
          <p:nvPr>
            <p:ph type="body" idx="1"/>
          </p:nvPr>
        </p:nvSpPr>
        <p:spPr>
          <a:xfrm>
            <a:off x="731837" y="1029952"/>
            <a:ext cx="11102975" cy="496921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D0BFE18-7E5A-2187-2FE5-6C32D2523E10}"/>
              </a:ext>
            </a:extLst>
          </p:cNvPr>
          <p:cNvSpPr>
            <a:spLocks noGrp="1"/>
          </p:cNvSpPr>
          <p:nvPr>
            <p:ph type="ftr" sz="quarter" idx="3"/>
          </p:nvPr>
        </p:nvSpPr>
        <p:spPr>
          <a:xfrm>
            <a:off x="731837" y="6203951"/>
            <a:ext cx="9726613" cy="167120"/>
          </a:xfrm>
          <a:prstGeom prst="rect">
            <a:avLst/>
          </a:prstGeom>
        </p:spPr>
        <p:txBody>
          <a:bodyPr vert="horz" lIns="0" tIns="0" rIns="0" bIns="0" rtlCol="0" anchor="t" anchorCtr="0"/>
          <a:lstStyle>
            <a:lvl1pPr algn="l">
              <a:defRPr sz="800">
                <a:solidFill>
                  <a:schemeClr val="accent3"/>
                </a:solidFill>
                <a:latin typeface="Source Serif Pro" panose="02040603050405020204" pitchFamily="18" charset="0"/>
                <a:ea typeface="Source Serif Pro" panose="02040603050405020204" pitchFamily="18" charset="0"/>
              </a:defRPr>
            </a:lvl1pPr>
          </a:lstStyle>
          <a:p>
            <a:endParaRPr lang="en-US"/>
          </a:p>
        </p:txBody>
      </p:sp>
      <p:sp>
        <p:nvSpPr>
          <p:cNvPr id="6" name="Slide Number Placeholder 5">
            <a:extLst>
              <a:ext uri="{FF2B5EF4-FFF2-40B4-BE49-F238E27FC236}">
                <a16:creationId xmlns:a16="http://schemas.microsoft.com/office/drawing/2014/main" id="{53925ED2-527C-125D-C897-1F10BFD49270}"/>
              </a:ext>
            </a:extLst>
          </p:cNvPr>
          <p:cNvSpPr>
            <a:spLocks noGrp="1"/>
          </p:cNvSpPr>
          <p:nvPr>
            <p:ph type="sldNum" sz="quarter" idx="4"/>
          </p:nvPr>
        </p:nvSpPr>
        <p:spPr>
          <a:xfrm>
            <a:off x="731837" y="6493042"/>
            <a:ext cx="274776" cy="365125"/>
          </a:xfrm>
          <a:prstGeom prst="rect">
            <a:avLst/>
          </a:prstGeom>
        </p:spPr>
        <p:txBody>
          <a:bodyPr vert="horz" lIns="0" tIns="0" rIns="0" bIns="0" rtlCol="0" anchor="t" anchorCtr="0"/>
          <a:lstStyle>
            <a:lvl1pPr algn="r">
              <a:defRPr sz="800">
                <a:solidFill>
                  <a:schemeClr val="accent3"/>
                </a:solidFill>
                <a:latin typeface="Source Serif Pro" panose="02040603050405020204" pitchFamily="18" charset="0"/>
                <a:ea typeface="Source Serif Pro" panose="02040603050405020204" pitchFamily="18" charset="0"/>
              </a:defRPr>
            </a:lvl1pPr>
          </a:lstStyle>
          <a:p>
            <a:pPr algn="ctr"/>
            <a:fld id="{DBAA5C8A-2239-4F6E-8944-71074356D4E2}" type="slidenum">
              <a:rPr lang="en-US" smtClean="0"/>
              <a:pPr algn="ctr"/>
              <a:t>‹#›</a:t>
            </a:fld>
            <a:endParaRPr lang="en-US"/>
          </a:p>
        </p:txBody>
      </p:sp>
      <p:pic>
        <p:nvPicPr>
          <p:cNvPr id="19" name="Gráfico 14">
            <a:extLst>
              <a:ext uri="{FF2B5EF4-FFF2-40B4-BE49-F238E27FC236}">
                <a16:creationId xmlns:a16="http://schemas.microsoft.com/office/drawing/2014/main" id="{04B12B37-D94B-E692-8F51-3EFF3E1B8677}"/>
              </a:ext>
            </a:extLst>
          </p:cNvPr>
          <p:cNvPicPr>
            <a:picLocks noChangeAspect="1"/>
          </p:cNvPicPr>
          <p:nvPr userDrawn="1"/>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392540" y="307274"/>
            <a:ext cx="451161" cy="386290"/>
          </a:xfrm>
          <a:prstGeom prst="rect">
            <a:avLst/>
          </a:prstGeom>
        </p:spPr>
      </p:pic>
      <p:grpSp>
        <p:nvGrpSpPr>
          <p:cNvPr id="21" name="Agrupar 20">
            <a:extLst>
              <a:ext uri="{FF2B5EF4-FFF2-40B4-BE49-F238E27FC236}">
                <a16:creationId xmlns:a16="http://schemas.microsoft.com/office/drawing/2014/main" id="{9970192A-D4D6-B5CB-0BA2-184D57D62D1C}"/>
              </a:ext>
            </a:extLst>
          </p:cNvPr>
          <p:cNvGrpSpPr/>
          <p:nvPr userDrawn="1"/>
        </p:nvGrpSpPr>
        <p:grpSpPr>
          <a:xfrm>
            <a:off x="11935692" y="4863489"/>
            <a:ext cx="256309" cy="1175008"/>
            <a:chOff x="11935692" y="2841497"/>
            <a:chExt cx="256309" cy="1175008"/>
          </a:xfrm>
        </p:grpSpPr>
        <p:sp>
          <p:nvSpPr>
            <p:cNvPr id="22" name="CaixaDeTexto 18">
              <a:extLst>
                <a:ext uri="{FF2B5EF4-FFF2-40B4-BE49-F238E27FC236}">
                  <a16:creationId xmlns:a16="http://schemas.microsoft.com/office/drawing/2014/main" id="{39452A7E-8FC8-CAF9-7963-10B359F32A27}"/>
                </a:ext>
              </a:extLst>
            </p:cNvPr>
            <p:cNvSpPr txBox="1"/>
            <p:nvPr userDrawn="1"/>
          </p:nvSpPr>
          <p:spPr>
            <a:xfrm rot="16200000">
              <a:off x="11463604" y="3313585"/>
              <a:ext cx="1175008" cy="230832"/>
            </a:xfrm>
            <a:prstGeom prst="rect">
              <a:avLst/>
            </a:prstGeom>
            <a:noFill/>
          </p:spPr>
          <p:txBody>
            <a:bodyPr wrap="square">
              <a:spAutoFit/>
            </a:bodyPr>
            <a:lstStyle/>
            <a:p>
              <a:pPr marL="0" algn="ctr" defTabSz="914400" rtl="0" eaLnBrk="1" latinLnBrk="0" hangingPunct="1"/>
              <a:r>
                <a:rPr lang="pt-BR" sz="900" kern="1200">
                  <a:solidFill>
                    <a:schemeClr val="bg1">
                      <a:lumMod val="75000"/>
                    </a:schemeClr>
                  </a:solidFill>
                  <a:latin typeface="Source Serif Pro" panose="02040603050405020204" pitchFamily="18" charset="0"/>
                  <a:ea typeface="Source Serif Pro" panose="02040603050405020204" pitchFamily="18" charset="0"/>
                  <a:cs typeface="Arial" panose="020B0604020202020204" pitchFamily="34" charset="0"/>
                </a:rPr>
                <a:t>Confidencial </a:t>
              </a:r>
            </a:p>
          </p:txBody>
        </p:sp>
        <p:sp>
          <p:nvSpPr>
            <p:cNvPr id="23" name="Retângulo: Cantos Arredondados 19">
              <a:extLst>
                <a:ext uri="{FF2B5EF4-FFF2-40B4-BE49-F238E27FC236}">
                  <a16:creationId xmlns:a16="http://schemas.microsoft.com/office/drawing/2014/main" id="{7D4EABB5-E4F4-A322-42C2-D2AC054C3A04}"/>
                </a:ext>
              </a:extLst>
            </p:cNvPr>
            <p:cNvSpPr/>
            <p:nvPr userDrawn="1"/>
          </p:nvSpPr>
          <p:spPr>
            <a:xfrm>
              <a:off x="11935693" y="2878796"/>
              <a:ext cx="256308" cy="1100408"/>
            </a:xfrm>
            <a:prstGeom prst="roundRect">
              <a:avLst>
                <a:gd name="adj" fmla="val 6251"/>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25" name="Retângulo: Cantos Arredondados 23">
            <a:extLst>
              <a:ext uri="{FF2B5EF4-FFF2-40B4-BE49-F238E27FC236}">
                <a16:creationId xmlns:a16="http://schemas.microsoft.com/office/drawing/2014/main" id="{0020AC89-B6A1-3602-86F7-8D6C61E97007}"/>
              </a:ext>
            </a:extLst>
          </p:cNvPr>
          <p:cNvSpPr/>
          <p:nvPr userDrawn="1"/>
        </p:nvSpPr>
        <p:spPr>
          <a:xfrm>
            <a:off x="733957" y="6493042"/>
            <a:ext cx="274776" cy="815891"/>
          </a:xfrm>
          <a:prstGeom prst="roundRect">
            <a:avLst>
              <a:gd name="adj" fmla="val 6251"/>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5" name="Picture 2">
            <a:extLst>
              <a:ext uri="{FF2B5EF4-FFF2-40B4-BE49-F238E27FC236}">
                <a16:creationId xmlns:a16="http://schemas.microsoft.com/office/drawing/2014/main" id="{DE826406-B202-B40E-23BA-37A72588C9FA}"/>
              </a:ext>
            </a:extLst>
          </p:cNvPr>
          <p:cNvPicPr>
            <a:picLocks noChangeAspect="1" noChangeArrowheads="1"/>
          </p:cNvPicPr>
          <p:nvPr userDrawn="1"/>
        </p:nvPicPr>
        <p:blipFill>
          <a:blip r:embed="rId19">
            <a:extLst>
              <a:ext uri="{28A0092B-C50C-407E-A947-70E740481C1C}">
                <a14:useLocalDpi xmlns:a14="http://schemas.microsoft.com/office/drawing/2010/main" val="0"/>
              </a:ext>
            </a:extLst>
          </a:blip>
          <a:srcRect/>
          <a:stretch>
            <a:fillRect/>
          </a:stretch>
        </p:blipFill>
        <p:spPr bwMode="auto">
          <a:xfrm>
            <a:off x="10145527" y="6168877"/>
            <a:ext cx="1698119" cy="2111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1492201"/>
      </p:ext>
    </p:extLst>
  </p:cSld>
  <p:clrMap bg1="lt1" tx1="dk1" bg2="lt2" tx2="dk2" accent1="accent1" accent2="accent2" accent3="accent3" accent4="accent4" accent5="accent5" accent6="accent6" hlink="hlink" folHlink="folHlink"/>
  <p:sldLayoutIdLst>
    <p:sldLayoutId id="2147483839" r:id="rId1"/>
    <p:sldLayoutId id="2147483840" r:id="rId2"/>
    <p:sldLayoutId id="2147483873" r:id="rId3"/>
    <p:sldLayoutId id="2147483841" r:id="rId4"/>
    <p:sldLayoutId id="2147483842" r:id="rId5"/>
    <p:sldLayoutId id="2147483843" r:id="rId6"/>
    <p:sldLayoutId id="2147483865" r:id="rId7"/>
    <p:sldLayoutId id="2147483866" r:id="rId8"/>
    <p:sldLayoutId id="2147483867" r:id="rId9"/>
    <p:sldLayoutId id="2147483844" r:id="rId10"/>
    <p:sldLayoutId id="2147483845" r:id="rId11"/>
    <p:sldLayoutId id="2147483846" r:id="rId12"/>
    <p:sldLayoutId id="2147483868" r:id="rId13"/>
    <p:sldLayoutId id="2147483847" r:id="rId14"/>
    <p:sldLayoutId id="2147483848" r:id="rId15"/>
  </p:sldLayoutIdLst>
  <p:txStyles>
    <p:titleStyle>
      <a:lvl1pPr algn="l" defTabSz="914400" rtl="0" eaLnBrk="1" latinLnBrk="0" hangingPunct="1">
        <a:lnSpc>
          <a:spcPct val="90000"/>
        </a:lnSpc>
        <a:spcBef>
          <a:spcPct val="0"/>
        </a:spcBef>
        <a:buNone/>
        <a:defRPr lang="en-US" sz="2000" b="1" kern="1200" dirty="0">
          <a:solidFill>
            <a:schemeClr val="bg2"/>
          </a:solidFill>
          <a:latin typeface="Source Serif Pro Black" panose="02040903050405020204" pitchFamily="18" charset="0"/>
          <a:ea typeface="Source Serif Pro Black" panose="02040903050405020204" pitchFamily="18" charset="0"/>
          <a:cs typeface="+mj-cs"/>
        </a:defRPr>
      </a:lvl1pPr>
    </p:titleStyle>
    <p:body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04" userDrawn="1">
          <p15:clr>
            <a:srgbClr val="F26B43"/>
          </p15:clr>
        </p15:guide>
        <p15:guide id="2" pos="3953" userDrawn="1">
          <p15:clr>
            <a:srgbClr val="F26B43"/>
          </p15:clr>
        </p15:guide>
        <p15:guide id="3" orient="horz" pos="235" userDrawn="1">
          <p15:clr>
            <a:srgbClr val="F26B43"/>
          </p15:clr>
        </p15:guide>
        <p15:guide id="4" orient="horz" pos="481" userDrawn="1">
          <p15:clr>
            <a:srgbClr val="F26B43"/>
          </p15:clr>
        </p15:guide>
        <p15:guide id="5" pos="461" userDrawn="1">
          <p15:clr>
            <a:srgbClr val="F26B43"/>
          </p15:clr>
        </p15:guide>
        <p15:guide id="6" orient="horz" pos="4091" userDrawn="1">
          <p15:clr>
            <a:srgbClr val="F26B43"/>
          </p15:clr>
        </p15:guide>
        <p15:guide id="7" pos="7455" userDrawn="1">
          <p15:clr>
            <a:srgbClr val="F26B43"/>
          </p15:clr>
        </p15:guide>
        <p15:guide id="8" orient="horz" pos="3779" userDrawn="1">
          <p15:clr>
            <a:srgbClr val="F26B43"/>
          </p15:clr>
        </p15:guide>
        <p15:guide id="9" orient="horz" pos="91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3" Type="http://schemas.openxmlformats.org/officeDocument/2006/relationships/image" Target="../media/image17.png"/><Relationship Id="rId18" Type="http://schemas.openxmlformats.org/officeDocument/2006/relationships/image" Target="../media/image22.png"/><Relationship Id="rId26" Type="http://schemas.openxmlformats.org/officeDocument/2006/relationships/image" Target="../media/image29.png"/><Relationship Id="rId39" Type="http://schemas.openxmlformats.org/officeDocument/2006/relationships/image" Target="../media/image39.jpeg"/><Relationship Id="rId21" Type="http://schemas.openxmlformats.org/officeDocument/2006/relationships/image" Target="../media/image25.jpeg"/><Relationship Id="rId34" Type="http://schemas.microsoft.com/office/2007/relationships/hdphoto" Target="../media/hdphoto5.wdp"/><Relationship Id="rId42" Type="http://schemas.openxmlformats.org/officeDocument/2006/relationships/image" Target="../media/image42.png"/><Relationship Id="rId47" Type="http://schemas.openxmlformats.org/officeDocument/2006/relationships/image" Target="../media/image47.jpeg"/><Relationship Id="rId50" Type="http://schemas.openxmlformats.org/officeDocument/2006/relationships/image" Target="../media/image50.png"/><Relationship Id="rId7" Type="http://schemas.openxmlformats.org/officeDocument/2006/relationships/image" Target="../media/image11.png"/><Relationship Id="rId2" Type="http://schemas.openxmlformats.org/officeDocument/2006/relationships/notesSlide" Target="../notesSlides/notesSlide4.xml"/><Relationship Id="rId16" Type="http://schemas.openxmlformats.org/officeDocument/2006/relationships/image" Target="../media/image20.png"/><Relationship Id="rId29" Type="http://schemas.microsoft.com/office/2007/relationships/hdphoto" Target="../media/hdphoto3.wdp"/><Relationship Id="rId11" Type="http://schemas.openxmlformats.org/officeDocument/2006/relationships/image" Target="../media/image15.jpeg"/><Relationship Id="rId24" Type="http://schemas.openxmlformats.org/officeDocument/2006/relationships/image" Target="../media/image28.png"/><Relationship Id="rId32" Type="http://schemas.microsoft.com/office/2007/relationships/hdphoto" Target="../media/hdphoto4.wdp"/><Relationship Id="rId37" Type="http://schemas.openxmlformats.org/officeDocument/2006/relationships/image" Target="../media/image37.jpeg"/><Relationship Id="rId40" Type="http://schemas.openxmlformats.org/officeDocument/2006/relationships/image" Target="../media/image40.png"/><Relationship Id="rId45" Type="http://schemas.openxmlformats.org/officeDocument/2006/relationships/image" Target="../media/image45.png"/><Relationship Id="rId5" Type="http://schemas.openxmlformats.org/officeDocument/2006/relationships/image" Target="../media/image9.png"/><Relationship Id="rId15" Type="http://schemas.openxmlformats.org/officeDocument/2006/relationships/image" Target="../media/image19.png"/><Relationship Id="rId23" Type="http://schemas.openxmlformats.org/officeDocument/2006/relationships/image" Target="../media/image27.png"/><Relationship Id="rId28" Type="http://schemas.openxmlformats.org/officeDocument/2006/relationships/image" Target="../media/image31.png"/><Relationship Id="rId36" Type="http://schemas.openxmlformats.org/officeDocument/2006/relationships/image" Target="../media/image36.jpeg"/><Relationship Id="rId49" Type="http://schemas.openxmlformats.org/officeDocument/2006/relationships/image" Target="../media/image49.jpeg"/><Relationship Id="rId10" Type="http://schemas.openxmlformats.org/officeDocument/2006/relationships/image" Target="../media/image14.jpeg"/><Relationship Id="rId19" Type="http://schemas.openxmlformats.org/officeDocument/2006/relationships/image" Target="../media/image23.png"/><Relationship Id="rId31" Type="http://schemas.openxmlformats.org/officeDocument/2006/relationships/image" Target="../media/image33.png"/><Relationship Id="rId44" Type="http://schemas.openxmlformats.org/officeDocument/2006/relationships/image" Target="../media/image44.png"/><Relationship Id="rId4" Type="http://schemas.openxmlformats.org/officeDocument/2006/relationships/chart" Target="../charts/chart5.xml"/><Relationship Id="rId9" Type="http://schemas.openxmlformats.org/officeDocument/2006/relationships/image" Target="../media/image13.png"/><Relationship Id="rId14" Type="http://schemas.openxmlformats.org/officeDocument/2006/relationships/image" Target="../media/image18.jpeg"/><Relationship Id="rId22" Type="http://schemas.openxmlformats.org/officeDocument/2006/relationships/image" Target="../media/image26.png"/><Relationship Id="rId27" Type="http://schemas.openxmlformats.org/officeDocument/2006/relationships/image" Target="../media/image30.png"/><Relationship Id="rId30" Type="http://schemas.openxmlformats.org/officeDocument/2006/relationships/image" Target="../media/image32.png"/><Relationship Id="rId35" Type="http://schemas.openxmlformats.org/officeDocument/2006/relationships/image" Target="../media/image35.png"/><Relationship Id="rId43" Type="http://schemas.openxmlformats.org/officeDocument/2006/relationships/image" Target="../media/image43.png"/><Relationship Id="rId48" Type="http://schemas.openxmlformats.org/officeDocument/2006/relationships/image" Target="../media/image48.png"/><Relationship Id="rId8" Type="http://schemas.openxmlformats.org/officeDocument/2006/relationships/image" Target="../media/image12.jpeg"/><Relationship Id="rId51" Type="http://schemas.microsoft.com/office/2007/relationships/hdphoto" Target="../media/hdphoto6.wdp"/><Relationship Id="rId3" Type="http://schemas.openxmlformats.org/officeDocument/2006/relationships/image" Target="../media/image4.png"/><Relationship Id="rId12" Type="http://schemas.openxmlformats.org/officeDocument/2006/relationships/image" Target="../media/image16.jpeg"/><Relationship Id="rId17" Type="http://schemas.openxmlformats.org/officeDocument/2006/relationships/image" Target="../media/image21.png"/><Relationship Id="rId25" Type="http://schemas.microsoft.com/office/2007/relationships/hdphoto" Target="../media/hdphoto2.wdp"/><Relationship Id="rId33" Type="http://schemas.openxmlformats.org/officeDocument/2006/relationships/image" Target="../media/image34.png"/><Relationship Id="rId38" Type="http://schemas.openxmlformats.org/officeDocument/2006/relationships/image" Target="../media/image38.jpeg"/><Relationship Id="rId46" Type="http://schemas.openxmlformats.org/officeDocument/2006/relationships/image" Target="../media/image46.jpeg"/><Relationship Id="rId20" Type="http://schemas.openxmlformats.org/officeDocument/2006/relationships/image" Target="../media/image24.png"/><Relationship Id="rId41" Type="http://schemas.openxmlformats.org/officeDocument/2006/relationships/image" Target="../media/image41.png"/><Relationship Id="rId1" Type="http://schemas.openxmlformats.org/officeDocument/2006/relationships/slideLayout" Target="../slideLayouts/slideLayout32.xml"/><Relationship Id="rId6"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25.xml"/><Relationship Id="rId4" Type="http://schemas.openxmlformats.org/officeDocument/2006/relationships/chart" Target="../charts/chart8.xml"/></Relationships>
</file>

<file path=ppt/slides/_rels/slide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0.xml"/><Relationship Id="rId5" Type="http://schemas.openxmlformats.org/officeDocument/2006/relationships/image" Target="../media/image54.png"/><Relationship Id="rId4" Type="http://schemas.openxmlformats.org/officeDocument/2006/relationships/image" Target="../media/image53.jpeg"/></Relationships>
</file>

<file path=ppt/slides/_rels/slide9.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5.jpeg"/><Relationship Id="rId7" Type="http://schemas.openxmlformats.org/officeDocument/2006/relationships/chart" Target="../charts/chart9.xml"/><Relationship Id="rId2" Type="http://schemas.openxmlformats.org/officeDocument/2006/relationships/notesSlide" Target="../notesSlides/notesSlide5.xml"/><Relationship Id="rId1" Type="http://schemas.openxmlformats.org/officeDocument/2006/relationships/slideLayout" Target="../slideLayouts/slideLayout30.xml"/><Relationship Id="rId6" Type="http://schemas.openxmlformats.org/officeDocument/2006/relationships/image" Target="../media/image58.png"/><Relationship Id="rId11" Type="http://schemas.openxmlformats.org/officeDocument/2006/relationships/hyperlink" Target="https://arstechnica.com/science/2022/08/scientists-are-figuring-out-how-to-destroy-forever-chemicals/" TargetMode="External"/><Relationship Id="rId5" Type="http://schemas.openxmlformats.org/officeDocument/2006/relationships/image" Target="../media/image57.jpeg"/><Relationship Id="rId10" Type="http://schemas.openxmlformats.org/officeDocument/2006/relationships/image" Target="../media/image61.jpg"/><Relationship Id="rId4" Type="http://schemas.openxmlformats.org/officeDocument/2006/relationships/image" Target="../media/image56.jpeg"/><Relationship Id="rId9" Type="http://schemas.openxmlformats.org/officeDocument/2006/relationships/image" Target="../media/image60.jpeg"/></Relationships>
</file>

<file path=ppt/slides/_rels/slide10.xml.rels><?xml version="1.0" encoding="UTF-8" standalone="yes"?>
<Relationships xmlns="http://schemas.openxmlformats.org/package/2006/relationships"><Relationship Id="rId8" Type="http://schemas.openxmlformats.org/officeDocument/2006/relationships/image" Target="../media/image57.jpeg"/><Relationship Id="rId3" Type="http://schemas.openxmlformats.org/officeDocument/2006/relationships/image" Target="../media/image59.png"/><Relationship Id="rId7" Type="http://schemas.openxmlformats.org/officeDocument/2006/relationships/image" Target="../media/image55.jpeg"/><Relationship Id="rId2" Type="http://schemas.openxmlformats.org/officeDocument/2006/relationships/notesSlide" Target="../notesSlides/notesSlide6.xml"/><Relationship Id="rId1" Type="http://schemas.openxmlformats.org/officeDocument/2006/relationships/slideLayout" Target="../slideLayouts/slideLayout30.xml"/><Relationship Id="rId6" Type="http://schemas.openxmlformats.org/officeDocument/2006/relationships/hyperlink" Target="https://arstechnica.com/science/2022/08/scientists-are-figuring-out-how-to-destroy-forever-chemicals/" TargetMode="External"/><Relationship Id="rId11" Type="http://schemas.openxmlformats.org/officeDocument/2006/relationships/chart" Target="../charts/chart10.xml"/><Relationship Id="rId5" Type="http://schemas.openxmlformats.org/officeDocument/2006/relationships/image" Target="../media/image61.jpg"/><Relationship Id="rId10" Type="http://schemas.openxmlformats.org/officeDocument/2006/relationships/image" Target="../media/image58.png"/><Relationship Id="rId4" Type="http://schemas.openxmlformats.org/officeDocument/2006/relationships/image" Target="../media/image60.jpeg"/><Relationship Id="rId9" Type="http://schemas.openxmlformats.org/officeDocument/2006/relationships/image" Target="../media/image56.jpeg"/></Relationships>
</file>

<file path=ppt/slides/_rels/slide11.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chart" Target="../charts/chart11.xml"/><Relationship Id="rId7" Type="http://schemas.openxmlformats.org/officeDocument/2006/relationships/image" Target="../media/image56.jpeg"/><Relationship Id="rId2" Type="http://schemas.openxmlformats.org/officeDocument/2006/relationships/notesSlide" Target="../notesSlides/notesSlide7.xml"/><Relationship Id="rId1" Type="http://schemas.openxmlformats.org/officeDocument/2006/relationships/slideLayout" Target="../slideLayouts/slideLayout30.xml"/><Relationship Id="rId6" Type="http://schemas.openxmlformats.org/officeDocument/2006/relationships/image" Target="../media/image58.png"/><Relationship Id="rId11" Type="http://schemas.openxmlformats.org/officeDocument/2006/relationships/hyperlink" Target="https://arstechnica.com/science/2022/08/scientists-are-figuring-out-how-to-destroy-forever-chemicals/" TargetMode="External"/><Relationship Id="rId5" Type="http://schemas.openxmlformats.org/officeDocument/2006/relationships/image" Target="../media/image57.jpeg"/><Relationship Id="rId10" Type="http://schemas.openxmlformats.org/officeDocument/2006/relationships/image" Target="../media/image61.jpg"/><Relationship Id="rId4" Type="http://schemas.openxmlformats.org/officeDocument/2006/relationships/image" Target="../media/image55.jpeg"/><Relationship Id="rId9" Type="http://schemas.openxmlformats.org/officeDocument/2006/relationships/image" Target="../media/image60.jpeg"/></Relationships>
</file>

<file path=ppt/slides/_rels/slide12.xml.rels><?xml version="1.0" encoding="UTF-8" standalone="yes"?>
<Relationships xmlns="http://schemas.openxmlformats.org/package/2006/relationships"><Relationship Id="rId8" Type="http://schemas.openxmlformats.org/officeDocument/2006/relationships/image" Target="../media/image60.jpeg"/><Relationship Id="rId3" Type="http://schemas.openxmlformats.org/officeDocument/2006/relationships/image" Target="../media/image55.jpeg"/><Relationship Id="rId7" Type="http://schemas.openxmlformats.org/officeDocument/2006/relationships/image" Target="../media/image59.png"/><Relationship Id="rId2" Type="http://schemas.openxmlformats.org/officeDocument/2006/relationships/notesSlide" Target="../notesSlides/notesSlide8.xml"/><Relationship Id="rId1" Type="http://schemas.openxmlformats.org/officeDocument/2006/relationships/slideLayout" Target="../slideLayouts/slideLayout30.xml"/><Relationship Id="rId6" Type="http://schemas.openxmlformats.org/officeDocument/2006/relationships/image" Target="../media/image56.jpeg"/><Relationship Id="rId11" Type="http://schemas.openxmlformats.org/officeDocument/2006/relationships/chart" Target="../charts/chart12.xml"/><Relationship Id="rId5" Type="http://schemas.openxmlformats.org/officeDocument/2006/relationships/image" Target="../media/image58.png"/><Relationship Id="rId10" Type="http://schemas.openxmlformats.org/officeDocument/2006/relationships/hyperlink" Target="https://arstechnica.com/science/2022/08/scientists-are-figuring-out-how-to-destroy-forever-chemicals/" TargetMode="External"/><Relationship Id="rId4" Type="http://schemas.openxmlformats.org/officeDocument/2006/relationships/image" Target="../media/image57.jpeg"/><Relationship Id="rId9" Type="http://schemas.openxmlformats.org/officeDocument/2006/relationships/image" Target="../media/image61.jpg"/></Relationships>
</file>

<file path=ppt/slides/_rels/slide13.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9.xml"/><Relationship Id="rId1" Type="http://schemas.openxmlformats.org/officeDocument/2006/relationships/slideLayout" Target="../slideLayouts/slideLayout19.xml"/><Relationship Id="rId5" Type="http://schemas.openxmlformats.org/officeDocument/2006/relationships/image" Target="../media/image64.svg"/><Relationship Id="rId4" Type="http://schemas.openxmlformats.org/officeDocument/2006/relationships/image" Target="../media/image63.png"/></Relationships>
</file>

<file path=ppt/slides/_rels/slide14.xml.rels><?xml version="1.0" encoding="UTF-8" standalone="yes"?>
<Relationships xmlns="http://schemas.openxmlformats.org/package/2006/relationships"><Relationship Id="rId8" Type="http://schemas.openxmlformats.org/officeDocument/2006/relationships/image" Target="../media/image69.jpeg"/><Relationship Id="rId13" Type="http://schemas.openxmlformats.org/officeDocument/2006/relationships/image" Target="../media/image74.png"/><Relationship Id="rId3" Type="http://schemas.openxmlformats.org/officeDocument/2006/relationships/chart" Target="../charts/chart14.xml"/><Relationship Id="rId7" Type="http://schemas.openxmlformats.org/officeDocument/2006/relationships/image" Target="../media/image68.png"/><Relationship Id="rId12" Type="http://schemas.openxmlformats.org/officeDocument/2006/relationships/image" Target="../media/image73.png"/><Relationship Id="rId17" Type="http://schemas.microsoft.com/office/2007/relationships/hdphoto" Target="../media/hdphoto7.wdp"/><Relationship Id="rId2" Type="http://schemas.openxmlformats.org/officeDocument/2006/relationships/chart" Target="../charts/chart13.xml"/><Relationship Id="rId16" Type="http://schemas.openxmlformats.org/officeDocument/2006/relationships/image" Target="../media/image77.png"/><Relationship Id="rId1" Type="http://schemas.openxmlformats.org/officeDocument/2006/relationships/slideLayout" Target="../slideLayouts/slideLayout30.xml"/><Relationship Id="rId6" Type="http://schemas.openxmlformats.org/officeDocument/2006/relationships/image" Target="../media/image67.png"/><Relationship Id="rId11" Type="http://schemas.openxmlformats.org/officeDocument/2006/relationships/image" Target="../media/image72.png"/><Relationship Id="rId5" Type="http://schemas.openxmlformats.org/officeDocument/2006/relationships/image" Target="../media/image66.png"/><Relationship Id="rId15" Type="http://schemas.openxmlformats.org/officeDocument/2006/relationships/image" Target="../media/image76.pn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jpeg"/><Relationship Id="rId14" Type="http://schemas.openxmlformats.org/officeDocument/2006/relationships/image" Target="../media/image75.png"/></Relationships>
</file>

<file path=ppt/slides/_rels/slide15.xml.rels><?xml version="1.0" encoding="UTF-8" standalone="yes"?>
<Relationships xmlns="http://schemas.openxmlformats.org/package/2006/relationships"><Relationship Id="rId13" Type="http://schemas.openxmlformats.org/officeDocument/2006/relationships/image" Target="../media/image89.png"/><Relationship Id="rId18" Type="http://schemas.openxmlformats.org/officeDocument/2006/relationships/image" Target="../media/image94.png"/><Relationship Id="rId26" Type="http://schemas.openxmlformats.org/officeDocument/2006/relationships/image" Target="../media/image102.jpeg"/><Relationship Id="rId39" Type="http://schemas.openxmlformats.org/officeDocument/2006/relationships/image" Target="../media/image114.svg"/><Relationship Id="rId21" Type="http://schemas.openxmlformats.org/officeDocument/2006/relationships/image" Target="../media/image97.png"/><Relationship Id="rId34" Type="http://schemas.openxmlformats.org/officeDocument/2006/relationships/image" Target="../media/image110.png"/><Relationship Id="rId7" Type="http://schemas.openxmlformats.org/officeDocument/2006/relationships/image" Target="../media/image83.png"/><Relationship Id="rId12" Type="http://schemas.openxmlformats.org/officeDocument/2006/relationships/image" Target="../media/image88.png"/><Relationship Id="rId17" Type="http://schemas.openxmlformats.org/officeDocument/2006/relationships/image" Target="../media/image93.png"/><Relationship Id="rId25" Type="http://schemas.openxmlformats.org/officeDocument/2006/relationships/image" Target="../media/image101.png"/><Relationship Id="rId33" Type="http://schemas.openxmlformats.org/officeDocument/2006/relationships/image" Target="../media/image109.png"/><Relationship Id="rId38" Type="http://schemas.openxmlformats.org/officeDocument/2006/relationships/image" Target="../media/image113.png"/><Relationship Id="rId2" Type="http://schemas.openxmlformats.org/officeDocument/2006/relationships/image" Target="../media/image78.png"/><Relationship Id="rId16" Type="http://schemas.openxmlformats.org/officeDocument/2006/relationships/image" Target="../media/image92.png"/><Relationship Id="rId20" Type="http://schemas.openxmlformats.org/officeDocument/2006/relationships/image" Target="../media/image96.jpg"/><Relationship Id="rId29" Type="http://schemas.openxmlformats.org/officeDocument/2006/relationships/image" Target="../media/image105.png"/><Relationship Id="rId1" Type="http://schemas.openxmlformats.org/officeDocument/2006/relationships/slideLayout" Target="../slideLayouts/slideLayout30.xml"/><Relationship Id="rId6" Type="http://schemas.openxmlformats.org/officeDocument/2006/relationships/image" Target="../media/image82.jpeg"/><Relationship Id="rId11" Type="http://schemas.openxmlformats.org/officeDocument/2006/relationships/image" Target="../media/image87.jpeg"/><Relationship Id="rId24" Type="http://schemas.openxmlformats.org/officeDocument/2006/relationships/image" Target="../media/image100.png"/><Relationship Id="rId32" Type="http://schemas.openxmlformats.org/officeDocument/2006/relationships/image" Target="../media/image108.png"/><Relationship Id="rId37" Type="http://schemas.openxmlformats.org/officeDocument/2006/relationships/image" Target="../media/image4.png"/><Relationship Id="rId5" Type="http://schemas.openxmlformats.org/officeDocument/2006/relationships/image" Target="../media/image81.png"/><Relationship Id="rId15" Type="http://schemas.openxmlformats.org/officeDocument/2006/relationships/image" Target="../media/image91.png"/><Relationship Id="rId23" Type="http://schemas.openxmlformats.org/officeDocument/2006/relationships/image" Target="../media/image99.jpg"/><Relationship Id="rId28" Type="http://schemas.openxmlformats.org/officeDocument/2006/relationships/image" Target="../media/image104.png"/><Relationship Id="rId36" Type="http://schemas.openxmlformats.org/officeDocument/2006/relationships/image" Target="../media/image112.png"/><Relationship Id="rId10" Type="http://schemas.openxmlformats.org/officeDocument/2006/relationships/image" Target="../media/image86.png"/><Relationship Id="rId19" Type="http://schemas.openxmlformats.org/officeDocument/2006/relationships/image" Target="../media/image95.png"/><Relationship Id="rId31" Type="http://schemas.openxmlformats.org/officeDocument/2006/relationships/image" Target="../media/image107.png"/><Relationship Id="rId4" Type="http://schemas.openxmlformats.org/officeDocument/2006/relationships/image" Target="../media/image80.png"/><Relationship Id="rId9" Type="http://schemas.openxmlformats.org/officeDocument/2006/relationships/image" Target="../media/image85.png"/><Relationship Id="rId14" Type="http://schemas.openxmlformats.org/officeDocument/2006/relationships/image" Target="../media/image90.png"/><Relationship Id="rId22" Type="http://schemas.openxmlformats.org/officeDocument/2006/relationships/image" Target="../media/image98.png"/><Relationship Id="rId27" Type="http://schemas.openxmlformats.org/officeDocument/2006/relationships/image" Target="../media/image103.jpeg"/><Relationship Id="rId30" Type="http://schemas.openxmlformats.org/officeDocument/2006/relationships/image" Target="../media/image106.png"/><Relationship Id="rId35" Type="http://schemas.openxmlformats.org/officeDocument/2006/relationships/image" Target="../media/image111.png"/><Relationship Id="rId8" Type="http://schemas.openxmlformats.org/officeDocument/2006/relationships/image" Target="../media/image84.png"/><Relationship Id="rId3" Type="http://schemas.openxmlformats.org/officeDocument/2006/relationships/image" Target="../media/image79.png"/></Relationships>
</file>

<file path=ppt/slides/_rels/slide16.xml.rels><?xml version="1.0" encoding="UTF-8" standalone="yes"?>
<Relationships xmlns="http://schemas.openxmlformats.org/package/2006/relationships"><Relationship Id="rId8" Type="http://schemas.openxmlformats.org/officeDocument/2006/relationships/image" Target="../media/image120.png"/><Relationship Id="rId3" Type="http://schemas.openxmlformats.org/officeDocument/2006/relationships/image" Target="../media/image115.png"/><Relationship Id="rId7" Type="http://schemas.openxmlformats.org/officeDocument/2006/relationships/image" Target="../media/image119.JP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118.JPG"/><Relationship Id="rId5" Type="http://schemas.openxmlformats.org/officeDocument/2006/relationships/image" Target="../media/image117.JPG"/><Relationship Id="rId10" Type="http://schemas.openxmlformats.org/officeDocument/2006/relationships/image" Target="../media/image4.png"/><Relationship Id="rId4" Type="http://schemas.openxmlformats.org/officeDocument/2006/relationships/image" Target="../media/image116.png"/><Relationship Id="rId9" Type="http://schemas.openxmlformats.org/officeDocument/2006/relationships/image" Target="../media/image121.svg"/></Relationships>
</file>

<file path=ppt/slides/_rels/slide17.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11.xml"/><Relationship Id="rId1" Type="http://schemas.openxmlformats.org/officeDocument/2006/relationships/slideLayout" Target="../slideLayouts/slideLayout30.xml"/><Relationship Id="rId4" Type="http://schemas.openxmlformats.org/officeDocument/2006/relationships/chart" Target="../charts/chart16.xml"/></Relationships>
</file>

<file path=ppt/slides/_rels/slide18.xml.rels><?xml version="1.0" encoding="UTF-8" standalone="yes"?>
<Relationships xmlns="http://schemas.openxmlformats.org/package/2006/relationships"><Relationship Id="rId3" Type="http://schemas.openxmlformats.org/officeDocument/2006/relationships/image" Target="../media/image122.png"/><Relationship Id="rId7"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0.xml"/><Relationship Id="rId6" Type="http://schemas.microsoft.com/office/2007/relationships/hdphoto" Target="../media/hdphoto9.wdp"/><Relationship Id="rId5" Type="http://schemas.openxmlformats.org/officeDocument/2006/relationships/image" Target="../media/image123.png"/><Relationship Id="rId4" Type="http://schemas.microsoft.com/office/2007/relationships/hdphoto" Target="../media/hdphoto8.wdp"/></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8" Type="http://schemas.openxmlformats.org/officeDocument/2006/relationships/image" Target="../media/image127.png"/><Relationship Id="rId3" Type="http://schemas.openxmlformats.org/officeDocument/2006/relationships/image" Target="../media/image4.png"/><Relationship Id="rId7" Type="http://schemas.microsoft.com/office/2007/relationships/hdphoto" Target="../media/hdphoto10.wdp"/><Relationship Id="rId2" Type="http://schemas.openxmlformats.org/officeDocument/2006/relationships/notesSlide" Target="../notesSlides/notesSlide14.xml"/><Relationship Id="rId1" Type="http://schemas.openxmlformats.org/officeDocument/2006/relationships/slideLayout" Target="../slideLayouts/slideLayout45.xml"/><Relationship Id="rId6" Type="http://schemas.openxmlformats.org/officeDocument/2006/relationships/image" Target="../media/image126.png"/><Relationship Id="rId5" Type="http://schemas.openxmlformats.org/officeDocument/2006/relationships/image" Target="../media/image125.png"/><Relationship Id="rId10" Type="http://schemas.openxmlformats.org/officeDocument/2006/relationships/image" Target="../media/image129.png"/><Relationship Id="rId4" Type="http://schemas.openxmlformats.org/officeDocument/2006/relationships/image" Target="../media/image124.png"/><Relationship Id="rId9" Type="http://schemas.openxmlformats.org/officeDocument/2006/relationships/image" Target="../media/image128.png"/></Relationships>
</file>

<file path=ppt/slides/_rels/slide21.xml.rels><?xml version="1.0" encoding="UTF-8" standalone="yes"?>
<Relationships xmlns="http://schemas.openxmlformats.org/package/2006/relationships"><Relationship Id="rId8" Type="http://schemas.openxmlformats.org/officeDocument/2006/relationships/image" Target="../media/image136.jpeg"/><Relationship Id="rId3" Type="http://schemas.openxmlformats.org/officeDocument/2006/relationships/image" Target="../media/image131.png"/><Relationship Id="rId7" Type="http://schemas.openxmlformats.org/officeDocument/2006/relationships/image" Target="../media/image135.png"/><Relationship Id="rId2" Type="http://schemas.openxmlformats.org/officeDocument/2006/relationships/image" Target="../media/image130.jpeg"/><Relationship Id="rId1" Type="http://schemas.openxmlformats.org/officeDocument/2006/relationships/slideLayout" Target="../slideLayouts/slideLayout45.xml"/><Relationship Id="rId6" Type="http://schemas.openxmlformats.org/officeDocument/2006/relationships/image" Target="../media/image134.jpeg"/><Relationship Id="rId11" Type="http://schemas.openxmlformats.org/officeDocument/2006/relationships/image" Target="../media/image138.png"/><Relationship Id="rId5" Type="http://schemas.openxmlformats.org/officeDocument/2006/relationships/image" Target="../media/image133.png"/><Relationship Id="rId10" Type="http://schemas.openxmlformats.org/officeDocument/2006/relationships/image" Target="../media/image3.png"/><Relationship Id="rId4" Type="http://schemas.openxmlformats.org/officeDocument/2006/relationships/image" Target="../media/image132.jfif"/><Relationship Id="rId9" Type="http://schemas.openxmlformats.org/officeDocument/2006/relationships/image" Target="../media/image137.png"/></Relationships>
</file>

<file path=ppt/slides/_rels/slide22.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4.png"/><Relationship Id="rId1" Type="http://schemas.openxmlformats.org/officeDocument/2006/relationships/slideLayout" Target="../slideLayouts/slideLayout45.xml"/><Relationship Id="rId4" Type="http://schemas.openxmlformats.org/officeDocument/2006/relationships/image" Target="../media/image114.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24.xml.rels><?xml version="1.0" encoding="UTF-8" standalone="yes"?>
<Relationships xmlns="http://schemas.openxmlformats.org/package/2006/relationships"><Relationship Id="rId8" Type="http://schemas.openxmlformats.org/officeDocument/2006/relationships/chart" Target="../charts/chart23.xml"/><Relationship Id="rId3" Type="http://schemas.openxmlformats.org/officeDocument/2006/relationships/chart" Target="../charts/chart18.xml"/><Relationship Id="rId7" Type="http://schemas.openxmlformats.org/officeDocument/2006/relationships/chart" Target="../charts/chart22.xml"/><Relationship Id="rId2" Type="http://schemas.openxmlformats.org/officeDocument/2006/relationships/chart" Target="../charts/chart17.xml"/><Relationship Id="rId1" Type="http://schemas.openxmlformats.org/officeDocument/2006/relationships/slideLayout" Target="../slideLayouts/slideLayout45.xml"/><Relationship Id="rId6" Type="http://schemas.openxmlformats.org/officeDocument/2006/relationships/chart" Target="../charts/chart21.xml"/><Relationship Id="rId5" Type="http://schemas.openxmlformats.org/officeDocument/2006/relationships/chart" Target="../charts/chart20.xml"/><Relationship Id="rId4" Type="http://schemas.openxmlformats.org/officeDocument/2006/relationships/chart" Target="../charts/chart19.xml"/><Relationship Id="rId9" Type="http://schemas.openxmlformats.org/officeDocument/2006/relationships/image" Target="../media/image108.png"/></Relationships>
</file>

<file path=ppt/slides/_rels/slide25.xml.rels><?xml version="1.0" encoding="UTF-8" standalone="yes"?>
<Relationships xmlns="http://schemas.openxmlformats.org/package/2006/relationships"><Relationship Id="rId8" Type="http://schemas.openxmlformats.org/officeDocument/2006/relationships/chart" Target="../charts/chart30.xml"/><Relationship Id="rId3" Type="http://schemas.openxmlformats.org/officeDocument/2006/relationships/chart" Target="../charts/chart25.xml"/><Relationship Id="rId7" Type="http://schemas.openxmlformats.org/officeDocument/2006/relationships/chart" Target="../charts/chart29.xml"/><Relationship Id="rId2" Type="http://schemas.openxmlformats.org/officeDocument/2006/relationships/chart" Target="../charts/chart24.xml"/><Relationship Id="rId1" Type="http://schemas.openxmlformats.org/officeDocument/2006/relationships/slideLayout" Target="../slideLayouts/slideLayout45.xml"/><Relationship Id="rId6" Type="http://schemas.openxmlformats.org/officeDocument/2006/relationships/chart" Target="../charts/chart28.xml"/><Relationship Id="rId5" Type="http://schemas.openxmlformats.org/officeDocument/2006/relationships/chart" Target="../charts/chart27.xml"/><Relationship Id="rId4" Type="http://schemas.openxmlformats.org/officeDocument/2006/relationships/chart" Target="../charts/chart26.xml"/><Relationship Id="rId9" Type="http://schemas.openxmlformats.org/officeDocument/2006/relationships/image" Target="../media/image108.png"/></Relationships>
</file>

<file path=ppt/slides/_rels/slide26.xml.rels><?xml version="1.0" encoding="UTF-8" standalone="yes"?>
<Relationships xmlns="http://schemas.openxmlformats.org/package/2006/relationships"><Relationship Id="rId8" Type="http://schemas.openxmlformats.org/officeDocument/2006/relationships/chart" Target="../charts/chart37.xml"/><Relationship Id="rId3" Type="http://schemas.openxmlformats.org/officeDocument/2006/relationships/chart" Target="../charts/chart32.xml"/><Relationship Id="rId7" Type="http://schemas.openxmlformats.org/officeDocument/2006/relationships/chart" Target="../charts/chart36.xml"/><Relationship Id="rId2" Type="http://schemas.openxmlformats.org/officeDocument/2006/relationships/chart" Target="../charts/chart31.xml"/><Relationship Id="rId1" Type="http://schemas.openxmlformats.org/officeDocument/2006/relationships/slideLayout" Target="../slideLayouts/slideLayout45.xml"/><Relationship Id="rId6" Type="http://schemas.openxmlformats.org/officeDocument/2006/relationships/chart" Target="../charts/chart35.xml"/><Relationship Id="rId5" Type="http://schemas.openxmlformats.org/officeDocument/2006/relationships/chart" Target="../charts/chart34.xml"/><Relationship Id="rId4" Type="http://schemas.openxmlformats.org/officeDocument/2006/relationships/chart" Target="../charts/chart33.xml"/><Relationship Id="rId9" Type="http://schemas.openxmlformats.org/officeDocument/2006/relationships/image" Target="../media/image108.png"/></Relationships>
</file>

<file path=ppt/slides/_rels/slide27.xml.rels><?xml version="1.0" encoding="UTF-8" standalone="yes"?>
<Relationships xmlns="http://schemas.openxmlformats.org/package/2006/relationships"><Relationship Id="rId8" Type="http://schemas.openxmlformats.org/officeDocument/2006/relationships/chart" Target="../charts/chart44.xml"/><Relationship Id="rId3" Type="http://schemas.openxmlformats.org/officeDocument/2006/relationships/chart" Target="../charts/chart39.xml"/><Relationship Id="rId7" Type="http://schemas.openxmlformats.org/officeDocument/2006/relationships/chart" Target="../charts/chart43.xml"/><Relationship Id="rId2" Type="http://schemas.openxmlformats.org/officeDocument/2006/relationships/chart" Target="../charts/chart38.xml"/><Relationship Id="rId1" Type="http://schemas.openxmlformats.org/officeDocument/2006/relationships/slideLayout" Target="../slideLayouts/slideLayout45.xml"/><Relationship Id="rId6" Type="http://schemas.openxmlformats.org/officeDocument/2006/relationships/chart" Target="../charts/chart42.xml"/><Relationship Id="rId5" Type="http://schemas.openxmlformats.org/officeDocument/2006/relationships/chart" Target="../charts/chart41.xml"/><Relationship Id="rId4" Type="http://schemas.openxmlformats.org/officeDocument/2006/relationships/chart" Target="../charts/chart40.xml"/><Relationship Id="rId9" Type="http://schemas.openxmlformats.org/officeDocument/2006/relationships/image" Target="../media/image108.png"/></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6.xml"/><Relationship Id="rId6" Type="http://schemas.openxmlformats.org/officeDocument/2006/relationships/image" Target="../media/image5.png"/><Relationship Id="rId5" Type="http://schemas.openxmlformats.org/officeDocument/2006/relationships/image" Target="../media/image4.pn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38A7BD0-931E-D481-0F90-4461CDAC0783}"/>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22E9A577-C4D8-58FA-819B-06A50167FC9F}"/>
              </a:ext>
            </a:extLst>
          </p:cNvPr>
          <p:cNvGrpSpPr/>
          <p:nvPr/>
        </p:nvGrpSpPr>
        <p:grpSpPr>
          <a:xfrm>
            <a:off x="-1" y="0"/>
            <a:ext cx="7454913" cy="6858000"/>
            <a:chOff x="-1" y="0"/>
            <a:chExt cx="7454913" cy="6858000"/>
          </a:xfrm>
        </p:grpSpPr>
        <p:sp>
          <p:nvSpPr>
            <p:cNvPr id="17" name="Rectángulo: esquinas redondeadas 2">
              <a:extLst>
                <a:ext uri="{FF2B5EF4-FFF2-40B4-BE49-F238E27FC236}">
                  <a16:creationId xmlns:a16="http://schemas.microsoft.com/office/drawing/2014/main" id="{FB4D88FC-4340-B3D3-55B5-F7BEB4488A4B}"/>
                </a:ext>
              </a:extLst>
            </p:cNvPr>
            <p:cNvSpPr/>
            <p:nvPr/>
          </p:nvSpPr>
          <p:spPr>
            <a:xfrm>
              <a:off x="-1" y="0"/>
              <a:ext cx="7454913" cy="6858000"/>
            </a:xfrm>
            <a:prstGeom prst="roundRect">
              <a:avLst>
                <a:gd name="adj" fmla="val 3011"/>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7" name="Rectangle 6">
              <a:extLst>
                <a:ext uri="{FF2B5EF4-FFF2-40B4-BE49-F238E27FC236}">
                  <a16:creationId xmlns:a16="http://schemas.microsoft.com/office/drawing/2014/main" id="{E2C4F0DA-144A-EA3F-5B24-EAF6AE5A1A2D}"/>
                </a:ext>
              </a:extLst>
            </p:cNvPr>
            <p:cNvSpPr/>
            <p:nvPr/>
          </p:nvSpPr>
          <p:spPr>
            <a:xfrm>
              <a:off x="0" y="0"/>
              <a:ext cx="81279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grpSp>
      <p:pic>
        <p:nvPicPr>
          <p:cNvPr id="21" name="Imagen 7">
            <a:extLst>
              <a:ext uri="{FF2B5EF4-FFF2-40B4-BE49-F238E27FC236}">
                <a16:creationId xmlns:a16="http://schemas.microsoft.com/office/drawing/2014/main" id="{FAD7D554-DD9F-6403-8F29-AFBDCA4657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5466" y="5475968"/>
            <a:ext cx="4683978" cy="473220"/>
          </a:xfrm>
          <a:prstGeom prst="rect">
            <a:avLst/>
          </a:prstGeom>
        </p:spPr>
      </p:pic>
      <p:pic>
        <p:nvPicPr>
          <p:cNvPr id="22" name="Imagen 9">
            <a:extLst>
              <a:ext uri="{FF2B5EF4-FFF2-40B4-BE49-F238E27FC236}">
                <a16:creationId xmlns:a16="http://schemas.microsoft.com/office/drawing/2014/main" id="{4CBD5531-6D4B-08A4-AC4C-AF74E17E98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7981" y="880489"/>
            <a:ext cx="4478948" cy="4195281"/>
          </a:xfrm>
          <a:prstGeom prst="rect">
            <a:avLst/>
          </a:prstGeom>
        </p:spPr>
      </p:pic>
      <p:sp>
        <p:nvSpPr>
          <p:cNvPr id="26" name="Título 5">
            <a:extLst>
              <a:ext uri="{FF2B5EF4-FFF2-40B4-BE49-F238E27FC236}">
                <a16:creationId xmlns:a16="http://schemas.microsoft.com/office/drawing/2014/main" id="{D8097B36-FFE7-49BB-DC9F-718B764A5325}"/>
              </a:ext>
            </a:extLst>
          </p:cNvPr>
          <p:cNvSpPr txBox="1">
            <a:spLocks/>
          </p:cNvSpPr>
          <p:nvPr/>
        </p:nvSpPr>
        <p:spPr>
          <a:xfrm>
            <a:off x="7210272" y="2502279"/>
            <a:ext cx="4625081" cy="597856"/>
          </a:xfrm>
          <a:prstGeom prst="rect">
            <a:avLst/>
          </a:prstGeom>
        </p:spPr>
        <p:txBody>
          <a:bodyPr/>
          <a:lstStyle>
            <a:lvl1pPr algn="l" defTabSz="914400" rtl="0" eaLnBrk="1" latinLnBrk="0" hangingPunct="1">
              <a:lnSpc>
                <a:spcPct val="90000"/>
              </a:lnSpc>
              <a:spcBef>
                <a:spcPct val="0"/>
              </a:spcBef>
              <a:buNone/>
              <a:defRPr sz="2400" b="1" kern="1200">
                <a:solidFill>
                  <a:schemeClr val="bg2"/>
                </a:solidFill>
                <a:latin typeface="Source Serif Pro" panose="02040603050405020204" pitchFamily="18" charset="0"/>
                <a:ea typeface="Source Serif Pro" panose="02040603050405020204" pitchFamily="18" charset="0"/>
                <a:cs typeface="+mj-cs"/>
              </a:defRPr>
            </a:lvl1pPr>
          </a:lstStyle>
          <a:p>
            <a:pPr algn="r"/>
            <a:r>
              <a:rPr lang="pt-BR" sz="4200" dirty="0">
                <a:latin typeface="+mj-lt"/>
              </a:rPr>
              <a:t>Project Soul</a:t>
            </a:r>
          </a:p>
        </p:txBody>
      </p:sp>
      <p:sp>
        <p:nvSpPr>
          <p:cNvPr id="27" name="Text Placeholder 4">
            <a:extLst>
              <a:ext uri="{FF2B5EF4-FFF2-40B4-BE49-F238E27FC236}">
                <a16:creationId xmlns:a16="http://schemas.microsoft.com/office/drawing/2014/main" id="{0ABCF206-A8AC-7DB7-EB53-810EC6BAC61F}"/>
              </a:ext>
            </a:extLst>
          </p:cNvPr>
          <p:cNvSpPr txBox="1">
            <a:spLocks/>
          </p:cNvSpPr>
          <p:nvPr/>
        </p:nvSpPr>
        <p:spPr>
          <a:xfrm>
            <a:off x="8451273" y="3374376"/>
            <a:ext cx="3380365" cy="981345"/>
          </a:xfrm>
          <a:prstGeom prst="rect">
            <a:avLst/>
          </a:prstGeom>
        </p:spPr>
        <p:txBody>
          <a:bodyPr vert="horz" wrap="square" lIns="0" tIns="108000" rIns="0" bIns="0" rtlCol="0">
            <a:spAutoFit/>
          </a:bodyPr>
          <a:lstStyle>
            <a:lvl1pPr marL="0" indent="0" algn="l" defTabSz="914400" rtl="0" eaLnBrk="1" latinLnBrk="0" hangingPunct="1">
              <a:lnSpc>
                <a:spcPct val="110000"/>
              </a:lnSpc>
              <a:spcBef>
                <a:spcPts val="0"/>
              </a:spcBef>
              <a:spcAft>
                <a:spcPts val="800"/>
              </a:spcAft>
              <a:buClr>
                <a:schemeClr val="bg2"/>
              </a:buClr>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erif Pro" panose="02040603050405020204" pitchFamily="18"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Clr>
                <a:schemeClr val="bg2"/>
              </a:buClr>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Clr>
                <a:schemeClr val="bg2"/>
              </a:buClr>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sz="1600" dirty="0">
                <a:solidFill>
                  <a:schemeClr val="bg2"/>
                </a:solidFill>
                <a:latin typeface="+mj-lt"/>
                <a:ea typeface="Source Serif Pro ExtraLight" panose="02040203050405020204" pitchFamily="18" charset="0"/>
              </a:rPr>
              <a:t>Confidential Information Memorandum</a:t>
            </a:r>
          </a:p>
          <a:p>
            <a:pPr algn="r"/>
            <a:r>
              <a:rPr lang="en-US" b="1" dirty="0">
                <a:solidFill>
                  <a:schemeClr val="accent2"/>
                </a:solidFill>
                <a:latin typeface="+mj-lt"/>
                <a:ea typeface="Source Serif Pro ExtraLight" panose="02040203050405020204" pitchFamily="18" charset="0"/>
              </a:rPr>
              <a:t>Colombia</a:t>
            </a:r>
            <a:endParaRPr lang="en-US" sz="1800" b="1" dirty="0">
              <a:solidFill>
                <a:schemeClr val="accent2"/>
              </a:solidFill>
              <a:latin typeface="+mj-lt"/>
              <a:ea typeface="Source Serif Pro ExtraLight" panose="02040203050405020204" pitchFamily="18" charset="0"/>
            </a:endParaRPr>
          </a:p>
        </p:txBody>
      </p:sp>
      <p:grpSp>
        <p:nvGrpSpPr>
          <p:cNvPr id="32" name="Group 31">
            <a:extLst>
              <a:ext uri="{FF2B5EF4-FFF2-40B4-BE49-F238E27FC236}">
                <a16:creationId xmlns:a16="http://schemas.microsoft.com/office/drawing/2014/main" id="{0A5D871F-9B00-4717-5F6D-3D32EFDC6F62}"/>
              </a:ext>
            </a:extLst>
          </p:cNvPr>
          <p:cNvGrpSpPr/>
          <p:nvPr/>
        </p:nvGrpSpPr>
        <p:grpSpPr>
          <a:xfrm>
            <a:off x="11177708" y="5638800"/>
            <a:ext cx="2084202" cy="725696"/>
            <a:chOff x="11134284" y="5595032"/>
            <a:chExt cx="2335606" cy="813232"/>
          </a:xfrm>
        </p:grpSpPr>
        <p:sp>
          <p:nvSpPr>
            <p:cNvPr id="28" name="Rectangle: Rounded Corners 27">
              <a:extLst>
                <a:ext uri="{FF2B5EF4-FFF2-40B4-BE49-F238E27FC236}">
                  <a16:creationId xmlns:a16="http://schemas.microsoft.com/office/drawing/2014/main" id="{5340125E-5B1F-C047-747C-35C09264F0D0}"/>
                </a:ext>
              </a:extLst>
            </p:cNvPr>
            <p:cNvSpPr/>
            <p:nvPr/>
          </p:nvSpPr>
          <p:spPr>
            <a:xfrm>
              <a:off x="11134284" y="5595032"/>
              <a:ext cx="2335606" cy="813232"/>
            </a:xfrm>
            <a:prstGeom prst="roundRect">
              <a:avLst>
                <a:gd name="adj" fmla="val 50000"/>
              </a:avLst>
            </a:prstGeom>
            <a:solidFill>
              <a:schemeClr val="accent1">
                <a:lumMod val="60000"/>
                <a:lumOff val="40000"/>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dirty="0" err="1"/>
            </a:p>
          </p:txBody>
        </p:sp>
        <p:pic>
          <p:nvPicPr>
            <p:cNvPr id="29" name="Picture 2" descr="Colômbia - ícones de bandeiras grátis">
              <a:extLst>
                <a:ext uri="{FF2B5EF4-FFF2-40B4-BE49-F238E27FC236}">
                  <a16:creationId xmlns:a16="http://schemas.microsoft.com/office/drawing/2014/main" id="{D18C8742-7DD7-6F57-7D64-107EEF9C18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44439" y="5703785"/>
              <a:ext cx="595728" cy="595728"/>
            </a:xfrm>
            <a:prstGeom prst="rect">
              <a:avLst/>
            </a:prstGeom>
            <a:noFill/>
            <a:extLst>
              <a:ext uri="{909E8E84-426E-40DD-AFC4-6F175D3DCCD1}">
                <a14:hiddenFill xmlns:a14="http://schemas.microsoft.com/office/drawing/2010/main">
                  <a:solidFill>
                    <a:srgbClr val="FFFFFF"/>
                  </a:solidFill>
                </a14:hiddenFill>
              </a:ext>
            </a:extLst>
          </p:spPr>
        </p:pic>
      </p:grpSp>
      <p:pic>
        <p:nvPicPr>
          <p:cNvPr id="30" name="Picture 29">
            <a:extLst>
              <a:ext uri="{FF2B5EF4-FFF2-40B4-BE49-F238E27FC236}">
                <a16:creationId xmlns:a16="http://schemas.microsoft.com/office/drawing/2014/main" id="{393E7BFF-D00E-1712-CF10-489B5A6DA437}"/>
              </a:ext>
            </a:extLst>
          </p:cNvPr>
          <p:cNvPicPr>
            <a:picLocks noChangeAspect="1"/>
          </p:cNvPicPr>
          <p:nvPr/>
        </p:nvPicPr>
        <p:blipFill>
          <a:blip r:embed="rId5">
            <a:alphaModFix/>
            <a:extLst>
              <a:ext uri="{BEBA8EAE-BF5A-486C-A8C5-ECC9F3942E4B}">
                <a14:imgProps xmlns:a14="http://schemas.microsoft.com/office/drawing/2010/main">
                  <a14:imgLayer r:embed="rId6">
                    <a14:imgEffect>
                      <a14:brightnessContrast bright="-100000"/>
                    </a14:imgEffect>
                  </a14:imgLayer>
                </a14:imgProps>
              </a:ext>
            </a:extLst>
          </a:blip>
          <a:stretch>
            <a:fillRect/>
          </a:stretch>
        </p:blipFill>
        <p:spPr>
          <a:xfrm>
            <a:off x="8851317" y="5802126"/>
            <a:ext cx="2154787" cy="543626"/>
          </a:xfrm>
          <a:prstGeom prst="rect">
            <a:avLst/>
          </a:prstGeom>
        </p:spPr>
      </p:pic>
      <p:sp>
        <p:nvSpPr>
          <p:cNvPr id="33" name="Rectangle 32">
            <a:extLst>
              <a:ext uri="{FF2B5EF4-FFF2-40B4-BE49-F238E27FC236}">
                <a16:creationId xmlns:a16="http://schemas.microsoft.com/office/drawing/2014/main" id="{0E4E0331-4209-734D-3A3C-1BCEA3A87DFB}"/>
              </a:ext>
            </a:extLst>
          </p:cNvPr>
          <p:cNvSpPr>
            <a:spLocks noGrp="1" noRot="1" noMove="1" noResize="1" noEditPoints="1" noAdjustHandles="1" noChangeArrowheads="1" noChangeShapeType="1"/>
          </p:cNvSpPr>
          <p:nvPr/>
        </p:nvSpPr>
        <p:spPr>
          <a:xfrm>
            <a:off x="12201525" y="4524375"/>
            <a:ext cx="1210394" cy="2333625"/>
          </a:xfrm>
          <a:prstGeom prst="rect">
            <a:avLst/>
          </a:prstGeom>
          <a:solidFill>
            <a:srgbClr val="EEE7E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Tree>
    <p:extLst>
      <p:ext uri="{BB962C8B-B14F-4D97-AF65-F5344CB8AC3E}">
        <p14:creationId xmlns:p14="http://schemas.microsoft.com/office/powerpoint/2010/main" val="2335057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esquinas redondeadas 2">
            <a:extLst>
              <a:ext uri="{FF2B5EF4-FFF2-40B4-BE49-F238E27FC236}">
                <a16:creationId xmlns:a16="http://schemas.microsoft.com/office/drawing/2014/main" id="{6A9C0FB8-1DD7-D9A6-0247-214AC179D5E9}"/>
              </a:ext>
            </a:extLst>
          </p:cNvPr>
          <p:cNvSpPr/>
          <p:nvPr/>
        </p:nvSpPr>
        <p:spPr>
          <a:xfrm flipH="1">
            <a:off x="0" y="5273549"/>
            <a:ext cx="12192000" cy="1584452"/>
          </a:xfrm>
          <a:prstGeom prst="round2SameRect">
            <a:avLst>
              <a:gd name="adj1" fmla="val 19168"/>
              <a:gd name="adj2"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2" name="Title 1">
            <a:extLst>
              <a:ext uri="{FF2B5EF4-FFF2-40B4-BE49-F238E27FC236}">
                <a16:creationId xmlns:a16="http://schemas.microsoft.com/office/drawing/2014/main" id="{D48E31BF-DC3D-0ED8-840A-D2AC62F5BF25}"/>
              </a:ext>
            </a:extLst>
          </p:cNvPr>
          <p:cNvSpPr>
            <a:spLocks noGrp="1"/>
          </p:cNvSpPr>
          <p:nvPr>
            <p:ph type="title"/>
          </p:nvPr>
        </p:nvSpPr>
        <p:spPr>
          <a:xfrm>
            <a:off x="731837" y="719867"/>
            <a:ext cx="11102975" cy="335476"/>
          </a:xfrm>
        </p:spPr>
        <p:txBody>
          <a:bodyPr/>
          <a:lstStyle/>
          <a:p>
            <a:r>
              <a:rPr lang="en-US" sz="2400" dirty="0"/>
              <a:t>Disclaimer</a:t>
            </a:r>
          </a:p>
        </p:txBody>
      </p:sp>
      <p:sp>
        <p:nvSpPr>
          <p:cNvPr id="10" name="Text Placeholder 9">
            <a:extLst>
              <a:ext uri="{FF2B5EF4-FFF2-40B4-BE49-F238E27FC236}">
                <a16:creationId xmlns:a16="http://schemas.microsoft.com/office/drawing/2014/main" id="{5D386365-2F9A-3997-926E-0704DDBCE8B0}"/>
              </a:ext>
            </a:extLst>
          </p:cNvPr>
          <p:cNvSpPr>
            <a:spLocks noGrp="1"/>
          </p:cNvSpPr>
          <p:nvPr>
            <p:ph type="body" sz="quarter" idx="36"/>
          </p:nvPr>
        </p:nvSpPr>
        <p:spPr/>
        <p:txBody>
          <a:bodyPr/>
          <a:lstStyle/>
          <a:p>
            <a:endParaRPr lang="en-US" dirty="0"/>
          </a:p>
        </p:txBody>
      </p:sp>
      <p:sp>
        <p:nvSpPr>
          <p:cNvPr id="5" name="TextBox 4">
            <a:extLst>
              <a:ext uri="{FF2B5EF4-FFF2-40B4-BE49-F238E27FC236}">
                <a16:creationId xmlns:a16="http://schemas.microsoft.com/office/drawing/2014/main" id="{1B3DB3F1-3A35-9B0D-AD55-A0BAECC2625A}"/>
              </a:ext>
            </a:extLst>
          </p:cNvPr>
          <p:cNvSpPr txBox="1"/>
          <p:nvPr/>
        </p:nvSpPr>
        <p:spPr>
          <a:xfrm>
            <a:off x="731838" y="1454118"/>
            <a:ext cx="11102975" cy="3633777"/>
          </a:xfrm>
          <a:prstGeom prst="rect">
            <a:avLst/>
          </a:prstGeom>
          <a:noFill/>
        </p:spPr>
        <p:txBody>
          <a:bodyPr wrap="square" lIns="0" tIns="0" rIns="0" bIns="0" numCol="2" spcCol="720000" rtlCol="0">
            <a:noAutofit/>
          </a:bodyPr>
          <a:lstStyle/>
          <a:p>
            <a:pPr algn="just">
              <a:lnSpc>
                <a:spcPct val="110000"/>
              </a:lnSpc>
              <a:spcAft>
                <a:spcPts val="800"/>
              </a:spcAft>
            </a:pPr>
            <a:r>
              <a:rPr lang="en-US" sz="800" dirty="0">
                <a:latin typeface="+mj-lt"/>
                <a:ea typeface="Source Serif Pro" panose="02040603050405020204" pitchFamily="18" charset="0"/>
              </a:rPr>
              <a:t>IGC has been retained by </a:t>
            </a:r>
            <a:r>
              <a:rPr lang="en-US" sz="800" b="1" dirty="0" err="1">
                <a:latin typeface="+mj-lt"/>
                <a:ea typeface="Source Serif Pro" panose="02040603050405020204" pitchFamily="18" charset="0"/>
              </a:rPr>
              <a:t>Químicos</a:t>
            </a:r>
            <a:r>
              <a:rPr lang="en-US" sz="800" b="1" dirty="0">
                <a:latin typeface="+mj-lt"/>
                <a:ea typeface="Source Serif Pro" panose="02040603050405020204" pitchFamily="18" charset="0"/>
              </a:rPr>
              <a:t> y </a:t>
            </a:r>
            <a:r>
              <a:rPr lang="en-US" sz="800" b="1" dirty="0" err="1">
                <a:latin typeface="+mj-lt"/>
                <a:ea typeface="Source Serif Pro" panose="02040603050405020204" pitchFamily="18" charset="0"/>
              </a:rPr>
              <a:t>Plasticos</a:t>
            </a:r>
            <a:r>
              <a:rPr lang="en-US" sz="800" b="1" dirty="0">
                <a:latin typeface="+mj-lt"/>
                <a:ea typeface="Source Serif Pro" panose="02040603050405020204" pitchFamily="18" charset="0"/>
              </a:rPr>
              <a:t> Industriales </a:t>
            </a:r>
            <a:r>
              <a:rPr lang="en-US" sz="800" b="1" dirty="0" err="1">
                <a:latin typeface="+mj-lt"/>
                <a:ea typeface="Source Serif Pro" panose="02040603050405020204" pitchFamily="18" charset="0"/>
              </a:rPr>
              <a:t>s.a.s.</a:t>
            </a:r>
            <a:r>
              <a:rPr lang="en-US" sz="800" b="1" dirty="0">
                <a:latin typeface="+mj-lt"/>
                <a:ea typeface="Source Serif Pro" panose="02040603050405020204" pitchFamily="18" charset="0"/>
              </a:rPr>
              <a:t> </a:t>
            </a:r>
            <a:r>
              <a:rPr lang="en-US" sz="800" dirty="0">
                <a:latin typeface="+mj-lt"/>
                <a:ea typeface="Source Serif Pro" panose="02040603050405020204" pitchFamily="18" charset="0"/>
              </a:rPr>
              <a:t>(“Company”), on an exclusive basis, to advise the Company in its investment process (“Transaction”). This material (“Information Memorandum”) describes and summarizes the Company, its assets, market, and economic and financial indicators and has been prepared exclusively to assist the recipient in deciding whether he/she/it wishes to proceed with a further investigation of a possible Transaction with the Company. In no event, the recipient shall use any of this information for any commercial purposes or for other purposes than the one for which this memorandum is furnished. </a:t>
            </a:r>
          </a:p>
          <a:p>
            <a:pPr algn="just">
              <a:lnSpc>
                <a:spcPct val="110000"/>
              </a:lnSpc>
              <a:spcAft>
                <a:spcPts val="800"/>
              </a:spcAft>
            </a:pPr>
            <a:r>
              <a:rPr lang="en-US" sz="800" dirty="0">
                <a:latin typeface="+mj-lt"/>
                <a:ea typeface="Source Serif Pro" panose="02040603050405020204" pitchFamily="18" charset="0"/>
              </a:rPr>
              <a:t>All information contained in this Information Memorandum has been prepared based on the documents and/or information provided by Company or obtained directly by IGC through legal sources and/or through independent research. IGC has not investigated, verified, or audited the documents and information used for the preparation of this Information Memorandum. This Information Memorandum contains statements, estimates, and projections provided by the Client concerning anticipated future performance. Such statements, estimates, and projections reflect assumptions by our Client concerning anticipated results, which may or may not prove to be correct. No representations, expressed or implied are made as to the accuracy of such statements, estimates, and projections. No representations, expressed or implied are made as to the accuracy of such statements, estimates, and projections.</a:t>
            </a:r>
          </a:p>
          <a:p>
            <a:pPr algn="just">
              <a:lnSpc>
                <a:spcPct val="110000"/>
              </a:lnSpc>
              <a:spcAft>
                <a:spcPts val="800"/>
              </a:spcAft>
            </a:pPr>
            <a:r>
              <a:rPr lang="en-US" sz="800" dirty="0">
                <a:latin typeface="+mj-lt"/>
                <a:ea typeface="Source Serif Pro" panose="02040603050405020204" pitchFamily="18" charset="0"/>
              </a:rPr>
              <a:t>This Memorandum of Information is not intended to form any part of the basis of any investment decision or other evaluation or any decision to participate in the Transaction process and should not be considered as a recommendation by the Company or IGC to any reader of this material. Each reader must make his/her/own valuation of the Transaction presented to determine whether to continue or not with its participation in the process.</a:t>
            </a:r>
          </a:p>
          <a:p>
            <a:pPr algn="just">
              <a:lnSpc>
                <a:spcPct val="110000"/>
              </a:lnSpc>
              <a:spcAft>
                <a:spcPts val="800"/>
              </a:spcAft>
            </a:pPr>
            <a:r>
              <a:rPr lang="en-US" sz="800" dirty="0">
                <a:latin typeface="+mj-lt"/>
                <a:ea typeface="Source Serif Pro" panose="02040603050405020204" pitchFamily="18" charset="0"/>
              </a:rPr>
              <a:t>No liability is or shall be attributed to the members of IGC, including its partners, directors,                                      or employees, in connection with the accuracy or completeness of the information contained herein. </a:t>
            </a:r>
          </a:p>
          <a:p>
            <a:pPr algn="just">
              <a:lnSpc>
                <a:spcPct val="110000"/>
              </a:lnSpc>
              <a:spcAft>
                <a:spcPts val="800"/>
              </a:spcAft>
            </a:pPr>
            <a:r>
              <a:rPr lang="en-US" sz="800" dirty="0">
                <a:latin typeface="+mj-lt"/>
                <a:ea typeface="Source Serif Pro" panose="02040603050405020204" pitchFamily="18" charset="0"/>
              </a:rPr>
              <a:t>This material belongs to IGC and shall not be copied, reproduced,  distributed, and/or disclosed, in whole or in part, including by digital media, to any third party without the express and prior consent, in writing, of IGC. By accepting this material, the recipient agrees to return it as soon as requested by IGC. The recipient of this material shall maintain in strict confidentiality and absolute secrecy all information contained in this material, and shall not disclose it to any third party, either directly or indirectly, without the prior authorization of IGC, and shall not use them for any purposes other than  for the valuation of a possible consummation of Transaction </a:t>
            </a:r>
          </a:p>
          <a:p>
            <a:pPr algn="just">
              <a:lnSpc>
                <a:spcPct val="110000"/>
              </a:lnSpc>
              <a:spcAft>
                <a:spcPts val="800"/>
              </a:spcAft>
            </a:pPr>
            <a:r>
              <a:rPr lang="en-US" sz="800" dirty="0">
                <a:latin typeface="+mj-lt"/>
                <a:ea typeface="Source Serif Pro" panose="02040603050405020204" pitchFamily="18" charset="0"/>
              </a:rPr>
              <a:t>Furthermore, since the existence of the Transaction described herein is not publicly disclosed and may not be known by the members of the Company and other third parties, the recipient of this Memorandum of Information agrees not to approach or contact any officer or employee of the Company, its clients, suppliers and/or representatives of any nature without the express permission, in writing, of IGC, and shall keep confidential any information contained herein or otherwise made available in connection with the Company. In furnishing this material, IGC undertakes no obligation to provide the recipient with access to any additional information or to update this material or additional information, or to correct any inaccuracies therein which may become apparent, and reserve the right, at any time, without advance notice, to change the procedure for the conduction of the Transaction or terminate negotiations at any time before the execution of any binding agreement. </a:t>
            </a:r>
          </a:p>
        </p:txBody>
      </p:sp>
      <p:sp>
        <p:nvSpPr>
          <p:cNvPr id="4" name="Google Shape;234;p23">
            <a:extLst>
              <a:ext uri="{FF2B5EF4-FFF2-40B4-BE49-F238E27FC236}">
                <a16:creationId xmlns:a16="http://schemas.microsoft.com/office/drawing/2014/main" id="{C40EEED6-F211-AAEE-B125-016CCE4E1274}"/>
              </a:ext>
            </a:extLst>
          </p:cNvPr>
          <p:cNvSpPr>
            <a:spLocks noChangeAspect="1"/>
          </p:cNvSpPr>
          <p:nvPr/>
        </p:nvSpPr>
        <p:spPr>
          <a:xfrm rot="5400000">
            <a:off x="9703369" y="4181262"/>
            <a:ext cx="2134050" cy="2128838"/>
          </a:xfrm>
          <a:prstGeom prst="teardrop">
            <a:avLst>
              <a:gd name="adj" fmla="val 100000"/>
            </a:avLst>
          </a:prstGeom>
          <a:solidFill>
            <a:srgbClr val="ABC7CA"/>
          </a:solidFill>
          <a:ln>
            <a:noFill/>
          </a:ln>
          <a:effectLst>
            <a:outerShdw blurRad="406400" dist="38100" dir="21540000" algn="bl" rotWithShape="0">
              <a:schemeClr val="bg2">
                <a:alpha val="25000"/>
              </a:schemeClr>
            </a:outerShdw>
          </a:effectLst>
        </p:spPr>
        <p:txBody>
          <a:bodyPr spcFirstLastPara="1" wrap="square" lIns="91425" tIns="91425" rIns="91425" bIns="91425" anchor="ctr" anchorCtr="0">
            <a:noAutofit/>
          </a:bodyPr>
          <a:lstStyle/>
          <a:p>
            <a:pPr algn="ctr" defTabSz="457200"/>
            <a:endParaRPr lang="es-CO" dirty="0"/>
          </a:p>
        </p:txBody>
      </p:sp>
      <p:sp>
        <p:nvSpPr>
          <p:cNvPr id="14" name="TextBox 13">
            <a:extLst>
              <a:ext uri="{FF2B5EF4-FFF2-40B4-BE49-F238E27FC236}">
                <a16:creationId xmlns:a16="http://schemas.microsoft.com/office/drawing/2014/main" id="{64300528-3568-15F4-1A51-E84C4002E6F4}"/>
              </a:ext>
            </a:extLst>
          </p:cNvPr>
          <p:cNvSpPr txBox="1"/>
          <p:nvPr/>
        </p:nvSpPr>
        <p:spPr>
          <a:xfrm>
            <a:off x="637222" y="5567724"/>
            <a:ext cx="3708441" cy="439736"/>
          </a:xfrm>
          <a:prstGeom prst="rect">
            <a:avLst/>
          </a:prstGeom>
          <a:noFill/>
        </p:spPr>
        <p:txBody>
          <a:bodyPr wrap="square">
            <a:spAutoFit/>
          </a:bodyPr>
          <a:lstStyle/>
          <a:p>
            <a:pPr marL="0" marR="0" lvl="0" indent="0" defTabSz="914400" rtl="0" eaLnBrk="1" fontAlgn="auto" latinLnBrk="0" hangingPunct="1">
              <a:lnSpc>
                <a:spcPct val="130000"/>
              </a:lnSpc>
              <a:spcBef>
                <a:spcPts val="0"/>
              </a:spcBef>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bg1"/>
                </a:solidFill>
                <a:effectLst/>
                <a:uLnTx/>
                <a:uFillTx/>
                <a:latin typeface="Poppins SemiBold" panose="00000700000000000000" pitchFamily="2" charset="0"/>
                <a:ea typeface="Source Serif Pro SemiBold" panose="02040703050405020204" pitchFamily="18" charset="0"/>
                <a:cs typeface="Poppins SemiBold" panose="00000700000000000000" pitchFamily="2" charset="0"/>
              </a:rPr>
              <a:t>All communications, questions, and/or requests regarding </a:t>
            </a:r>
            <a:r>
              <a:rPr lang="en-US" sz="900" dirty="0">
                <a:solidFill>
                  <a:schemeClr val="bg1"/>
                </a:solidFill>
                <a:latin typeface="Poppins SemiBold" panose="00000700000000000000" pitchFamily="2" charset="0"/>
                <a:ea typeface="Source Serif Pro SemiBold" panose="02040703050405020204" pitchFamily="18" charset="0"/>
                <a:cs typeface="Poppins SemiBold" panose="00000700000000000000" pitchFamily="2" charset="0"/>
              </a:rPr>
              <a:t> </a:t>
            </a:r>
            <a:r>
              <a:rPr kumimoji="0" lang="en-US" sz="900" b="0" i="0" u="none" strike="noStrike" kern="1200" cap="none" spc="0" normalizeH="0" baseline="0" noProof="0" dirty="0">
                <a:ln>
                  <a:noFill/>
                </a:ln>
                <a:solidFill>
                  <a:schemeClr val="bg1"/>
                </a:solidFill>
                <a:effectLst/>
                <a:uLnTx/>
                <a:uFillTx/>
                <a:latin typeface="Poppins SemiBold" panose="00000700000000000000" pitchFamily="2" charset="0"/>
                <a:ea typeface="Source Serif Pro SemiBold" panose="02040703050405020204" pitchFamily="18" charset="0"/>
                <a:cs typeface="Poppins SemiBold" panose="00000700000000000000" pitchFamily="2" charset="0"/>
              </a:rPr>
              <a:t>this material shall be directly addressed to the Company.</a:t>
            </a:r>
          </a:p>
        </p:txBody>
      </p:sp>
      <p:sp>
        <p:nvSpPr>
          <p:cNvPr id="15" name="TextBox 14">
            <a:extLst>
              <a:ext uri="{FF2B5EF4-FFF2-40B4-BE49-F238E27FC236}">
                <a16:creationId xmlns:a16="http://schemas.microsoft.com/office/drawing/2014/main" id="{C1606EAC-34E6-2BDB-3774-509C0EC9BEBA}"/>
              </a:ext>
            </a:extLst>
          </p:cNvPr>
          <p:cNvSpPr txBox="1"/>
          <p:nvPr/>
        </p:nvSpPr>
        <p:spPr>
          <a:xfrm>
            <a:off x="10236994" y="4835482"/>
            <a:ext cx="1066800" cy="877163"/>
          </a:xfrm>
          <a:prstGeom prst="rect">
            <a:avLst/>
          </a:prstGeom>
          <a:noFill/>
        </p:spPr>
        <p:txBody>
          <a:bodyPr wrap="square">
            <a:spAutoFit/>
          </a:bodyPr>
          <a:lstStyle/>
          <a:p>
            <a:pPr marL="0" marR="0" lvl="0" indent="0" defTabSz="914400" rtl="0" eaLnBrk="1" fontAlgn="auto" latinLnBrk="0" hangingPunct="1">
              <a:spcBef>
                <a:spcPts val="0"/>
              </a:spcBef>
              <a:spcAft>
                <a:spcPts val="600"/>
              </a:spcAft>
              <a:buClrTx/>
              <a:buSzTx/>
              <a:buFont typeface="Arial" panose="020B0604020202020204" pitchFamily="34" charset="0"/>
              <a:buNone/>
              <a:tabLst/>
              <a:defRPr/>
            </a:pPr>
            <a:r>
              <a:rPr kumimoji="0" lang="en-US" b="1" i="0" u="none" strike="noStrike" kern="1200" cap="none" spc="0" normalizeH="0" baseline="0" noProof="0" dirty="0">
                <a:ln>
                  <a:noFill/>
                </a:ln>
                <a:solidFill>
                  <a:schemeClr val="bg1"/>
                </a:solidFill>
                <a:effectLst/>
                <a:uLnTx/>
                <a:uFillTx/>
                <a:latin typeface="+mj-lt"/>
                <a:ea typeface="Source Serif Pro SemiBold" panose="02040703050405020204" pitchFamily="18" charset="0"/>
                <a:cs typeface="+mn-cs"/>
              </a:rPr>
              <a:t>Flávia Silveira</a:t>
            </a:r>
          </a:p>
          <a:p>
            <a:pPr marL="0" marR="0" lvl="0" indent="0" defTabSz="914400" rtl="0" eaLnBrk="1" fontAlgn="auto" latinLnBrk="0" hangingPunct="1">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noProof="0" dirty="0">
                <a:ln>
                  <a:noFill/>
                </a:ln>
                <a:solidFill>
                  <a:srgbClr val="FF0000"/>
                </a:solidFill>
                <a:effectLst/>
                <a:uLnTx/>
                <a:uFillTx/>
                <a:latin typeface="Poppins Medium" panose="00000600000000000000" pitchFamily="2" charset="0"/>
                <a:ea typeface="Source Serif Pro SemiBold" panose="02040703050405020204" pitchFamily="18" charset="0"/>
                <a:cs typeface="Poppins Medium" panose="00000600000000000000" pitchFamily="2" charset="0"/>
              </a:rPr>
              <a:t>IGC Partners </a:t>
            </a:r>
          </a:p>
        </p:txBody>
      </p:sp>
      <p:sp>
        <p:nvSpPr>
          <p:cNvPr id="16" name="Text Placeholder 4">
            <a:extLst>
              <a:ext uri="{FF2B5EF4-FFF2-40B4-BE49-F238E27FC236}">
                <a16:creationId xmlns:a16="http://schemas.microsoft.com/office/drawing/2014/main" id="{64045F86-4CA1-F7F0-431A-1DD62AF86D8B}"/>
              </a:ext>
            </a:extLst>
          </p:cNvPr>
          <p:cNvSpPr txBox="1">
            <a:spLocks noChangeArrowheads="1"/>
          </p:cNvSpPr>
          <p:nvPr/>
        </p:nvSpPr>
        <p:spPr>
          <a:xfrm>
            <a:off x="4816669" y="5633191"/>
            <a:ext cx="2128838" cy="308802"/>
          </a:xfrm>
          <a:prstGeom prst="rect">
            <a:avLst/>
          </a:prstGeom>
        </p:spPr>
        <p:txBody>
          <a:bodyPr vert="horz" wrap="square" lIns="0" tIns="0" rIns="0" bIns="0" rtlCol="0">
            <a:spAutoFit/>
          </a:bodyPr>
          <a:lstStyle>
            <a:lvl1pPr marL="0" indent="0" algn="l" defTabSz="1125444" rtl="0" eaLnBrk="1" latinLnBrk="0" hangingPunct="1">
              <a:lnSpc>
                <a:spcPct val="100000"/>
              </a:lnSpc>
              <a:spcBef>
                <a:spcPts val="0"/>
              </a:spcBef>
              <a:spcAft>
                <a:spcPts val="0"/>
              </a:spcAft>
              <a:buFont typeface="Arial" pitchFamily="34" charset="0"/>
              <a:buNone/>
              <a:defRPr sz="1231" kern="1200">
                <a:solidFill>
                  <a:schemeClr val="accent2"/>
                </a:solidFill>
                <a:latin typeface="+mn-lt"/>
                <a:ea typeface="+mn-ea"/>
                <a:cs typeface="+mn-cs"/>
              </a:defRPr>
            </a:lvl1pPr>
            <a:lvl2pPr marL="222744" indent="-222744" algn="l" defTabSz="1125444" rtl="0" eaLnBrk="1" latinLnBrk="0" hangingPunct="1">
              <a:lnSpc>
                <a:spcPct val="100000"/>
              </a:lnSpc>
              <a:spcBef>
                <a:spcPts val="0"/>
              </a:spcBef>
              <a:spcAft>
                <a:spcPts val="0"/>
              </a:spcAft>
              <a:buClr>
                <a:schemeClr val="accent6"/>
              </a:buClr>
              <a:buSzPct val="100000"/>
              <a:buFont typeface="Wingdings" pitchFamily="2" charset="2"/>
              <a:buChar char="§"/>
              <a:defRPr sz="1477" kern="1200">
                <a:solidFill>
                  <a:schemeClr val="accent2"/>
                </a:solidFill>
                <a:latin typeface="+mn-lt"/>
                <a:ea typeface="+mn-ea"/>
                <a:cs typeface="+mn-cs"/>
              </a:defRPr>
            </a:lvl2pPr>
            <a:lvl3pPr marL="416180" indent="-201252" algn="l" defTabSz="1125444" rtl="0" eaLnBrk="1" latinLnBrk="0" hangingPunct="1">
              <a:lnSpc>
                <a:spcPct val="100000"/>
              </a:lnSpc>
              <a:spcBef>
                <a:spcPts val="0"/>
              </a:spcBef>
              <a:spcAft>
                <a:spcPts val="0"/>
              </a:spcAft>
              <a:buClr>
                <a:schemeClr val="accent6"/>
              </a:buClr>
              <a:buSzPct val="110000"/>
              <a:buFont typeface="Wingdings" panose="05000000000000000000" pitchFamily="2" charset="2"/>
              <a:buChar char="§"/>
              <a:defRPr sz="1477" kern="1200">
                <a:solidFill>
                  <a:schemeClr val="accent2"/>
                </a:solidFill>
                <a:latin typeface="+mn-lt"/>
                <a:ea typeface="+mn-ea"/>
                <a:cs typeface="+mn-cs"/>
              </a:defRPr>
            </a:lvl3pPr>
            <a:lvl4pPr marL="656509" indent="-214928" algn="l" defTabSz="1125444" rtl="0" eaLnBrk="1" latinLnBrk="0" hangingPunct="1">
              <a:lnSpc>
                <a:spcPct val="100000"/>
              </a:lnSpc>
              <a:spcBef>
                <a:spcPts val="0"/>
              </a:spcBef>
              <a:spcAft>
                <a:spcPts val="0"/>
              </a:spcAft>
              <a:buClr>
                <a:schemeClr val="accent6"/>
              </a:buClr>
              <a:buSzPct val="90000"/>
              <a:buFont typeface="Wingdings" pitchFamily="2" charset="2"/>
              <a:buChar char="§"/>
              <a:defRPr sz="1477" kern="1200">
                <a:solidFill>
                  <a:schemeClr val="accent2"/>
                </a:solidFill>
                <a:latin typeface="+mn-lt"/>
                <a:ea typeface="+mn-ea"/>
                <a:cs typeface="+mn-cs"/>
              </a:defRPr>
            </a:lvl4pPr>
            <a:lvl5pPr marL="885115" indent="-228606" algn="l" defTabSz="1125444" rtl="0" eaLnBrk="1" latinLnBrk="0" hangingPunct="1">
              <a:lnSpc>
                <a:spcPct val="100000"/>
              </a:lnSpc>
              <a:spcBef>
                <a:spcPts val="0"/>
              </a:spcBef>
              <a:spcAft>
                <a:spcPts val="0"/>
              </a:spcAft>
              <a:buClr>
                <a:schemeClr val="accent6"/>
              </a:buClr>
              <a:buSzPct val="100000"/>
              <a:buFont typeface="Wingdings" panose="05000000000000000000" pitchFamily="2" charset="2"/>
              <a:buChar char="§"/>
              <a:defRPr sz="1477" kern="1200">
                <a:solidFill>
                  <a:schemeClr val="accent2"/>
                </a:solidFill>
                <a:latin typeface="+mn-lt"/>
                <a:ea typeface="+mn-ea"/>
                <a:cs typeface="+mn-cs"/>
              </a:defRPr>
            </a:lvl5pPr>
            <a:lvl6pPr marL="777650" indent="-134819" algn="l" defTabSz="1125444" rtl="0" eaLnBrk="1" latinLnBrk="0" hangingPunct="1">
              <a:lnSpc>
                <a:spcPct val="100000"/>
              </a:lnSpc>
              <a:spcBef>
                <a:spcPts val="0"/>
              </a:spcBef>
              <a:spcAft>
                <a:spcPts val="0"/>
              </a:spcAft>
              <a:buClr>
                <a:schemeClr val="accent6"/>
              </a:buClr>
              <a:buSzPct val="100000"/>
              <a:buFont typeface="Arial" pitchFamily="34" charset="0"/>
              <a:buChar char="•"/>
              <a:defRPr sz="1354" kern="1200">
                <a:solidFill>
                  <a:schemeClr val="accent2"/>
                </a:solidFill>
                <a:latin typeface="+mn-lt"/>
                <a:ea typeface="+mn-ea"/>
                <a:cs typeface="+mn-cs"/>
              </a:defRPr>
            </a:lvl6pPr>
            <a:lvl7pPr marL="3657691" indent="-281361" algn="l" defTabSz="1125444" rtl="0" eaLnBrk="1" latinLnBrk="0" hangingPunct="1">
              <a:spcBef>
                <a:spcPct val="20000"/>
              </a:spcBef>
              <a:buFont typeface="Arial" pitchFamily="34" charset="0"/>
              <a:buChar char="•"/>
              <a:defRPr sz="2462" kern="1200">
                <a:solidFill>
                  <a:schemeClr val="tx1"/>
                </a:solidFill>
                <a:latin typeface="+mn-lt"/>
                <a:ea typeface="+mn-ea"/>
                <a:cs typeface="+mn-cs"/>
              </a:defRPr>
            </a:lvl7pPr>
            <a:lvl8pPr marL="4220413" indent="-281361" algn="l" defTabSz="1125444" rtl="0" eaLnBrk="1" latinLnBrk="0" hangingPunct="1">
              <a:spcBef>
                <a:spcPct val="20000"/>
              </a:spcBef>
              <a:buFont typeface="Arial" pitchFamily="34" charset="0"/>
              <a:buChar char="•"/>
              <a:defRPr sz="2462" kern="1200">
                <a:solidFill>
                  <a:schemeClr val="tx1"/>
                </a:solidFill>
                <a:latin typeface="+mn-lt"/>
                <a:ea typeface="+mn-ea"/>
                <a:cs typeface="+mn-cs"/>
              </a:defRPr>
            </a:lvl8pPr>
            <a:lvl9pPr marL="4783135" indent="-281361" algn="l" defTabSz="1125444" rtl="0" eaLnBrk="1" latinLnBrk="0" hangingPunct="1">
              <a:spcBef>
                <a:spcPct val="20000"/>
              </a:spcBef>
              <a:buFont typeface="Arial" pitchFamily="34" charset="0"/>
              <a:buChar char="•"/>
              <a:defRPr sz="2462" kern="1200">
                <a:solidFill>
                  <a:schemeClr val="tx1"/>
                </a:solidFill>
                <a:latin typeface="+mn-lt"/>
                <a:ea typeface="+mn-ea"/>
                <a:cs typeface="+mn-cs"/>
              </a:defRPr>
            </a:lvl9pPr>
          </a:lstStyle>
          <a:p>
            <a:pPr marL="0" marR="0" lvl="0" indent="0" algn="l" defTabSz="1125444" rtl="0" eaLnBrk="1" fontAlgn="auto" latinLnBrk="0" hangingPunct="1">
              <a:lnSpc>
                <a:spcPct val="130000"/>
              </a:lnSpc>
              <a:spcBef>
                <a:spcPts val="0"/>
              </a:spcBef>
              <a:buClrTx/>
              <a:buSzTx/>
              <a:buFont typeface="Arial" pitchFamily="34" charset="0"/>
              <a:buNone/>
              <a:tabLst/>
              <a:defRPr/>
            </a:pPr>
            <a:r>
              <a:rPr kumimoji="0" lang="pt-BR" altLang="pt-BR" sz="800" b="0" i="0" u="none" strike="noStrike" kern="1200" cap="none" spc="0" normalizeH="0" baseline="0" noProof="0" dirty="0">
                <a:ln>
                  <a:noFill/>
                </a:ln>
                <a:solidFill>
                  <a:schemeClr val="bg1"/>
                </a:solidFill>
                <a:effectLst/>
                <a:uLnTx/>
                <a:uFillTx/>
                <a:latin typeface="+mj-lt"/>
                <a:ea typeface="Source Serif Pro" panose="02040603050405020204" pitchFamily="18" charset="0"/>
                <a:cs typeface="Poppins" panose="00000500000000000000" pitchFamily="2" charset="0"/>
              </a:rPr>
              <a:t>Av. Brigadeiro Faria Lima, 2.277, 6th </a:t>
            </a:r>
            <a:r>
              <a:rPr kumimoji="0" lang="pt-BR" altLang="pt-BR" sz="800" b="0" i="0" u="none" strike="noStrike" kern="1200" cap="none" spc="0" normalizeH="0" baseline="0" noProof="0" dirty="0" err="1">
                <a:ln>
                  <a:noFill/>
                </a:ln>
                <a:solidFill>
                  <a:schemeClr val="bg1"/>
                </a:solidFill>
                <a:effectLst/>
                <a:uLnTx/>
                <a:uFillTx/>
                <a:latin typeface="+mj-lt"/>
                <a:ea typeface="Source Serif Pro" panose="02040603050405020204" pitchFamily="18" charset="0"/>
                <a:cs typeface="Poppins" panose="00000500000000000000" pitchFamily="2" charset="0"/>
              </a:rPr>
              <a:t>floor</a:t>
            </a:r>
            <a:r>
              <a:rPr lang="pt-BR" altLang="pt-BR" sz="800" dirty="0">
                <a:solidFill>
                  <a:schemeClr val="bg1"/>
                </a:solidFill>
                <a:latin typeface="+mj-lt"/>
                <a:ea typeface="Source Serif Pro" panose="02040603050405020204" pitchFamily="18" charset="0"/>
                <a:cs typeface="Poppins" panose="00000500000000000000" pitchFamily="2" charset="0"/>
              </a:rPr>
              <a:t> </a:t>
            </a:r>
            <a:r>
              <a:rPr kumimoji="0" lang="pt-BR" altLang="pt-BR" sz="800" b="0" i="0" u="none" strike="noStrike" kern="1200" cap="none" spc="0" normalizeH="0" baseline="0" noProof="0" dirty="0">
                <a:ln>
                  <a:noFill/>
                </a:ln>
                <a:solidFill>
                  <a:schemeClr val="bg1"/>
                </a:solidFill>
                <a:effectLst/>
                <a:uLnTx/>
                <a:uFillTx/>
                <a:latin typeface="+mj-lt"/>
                <a:ea typeface="Source Serif Pro" panose="02040603050405020204" pitchFamily="18" charset="0"/>
                <a:cs typeface="Poppins" panose="00000500000000000000" pitchFamily="2" charset="0"/>
              </a:rPr>
              <a:t>Zip </a:t>
            </a:r>
            <a:r>
              <a:rPr kumimoji="0" lang="pt-BR" altLang="pt-BR" sz="800" b="0" i="0" u="none" strike="noStrike" kern="1200" cap="none" spc="0" normalizeH="0" baseline="0" noProof="0" dirty="0" err="1">
                <a:ln>
                  <a:noFill/>
                </a:ln>
                <a:solidFill>
                  <a:schemeClr val="bg1"/>
                </a:solidFill>
                <a:effectLst/>
                <a:uLnTx/>
                <a:uFillTx/>
                <a:latin typeface="+mj-lt"/>
                <a:ea typeface="Source Serif Pro" panose="02040603050405020204" pitchFamily="18" charset="0"/>
                <a:cs typeface="Poppins" panose="00000500000000000000" pitchFamily="2" charset="0"/>
              </a:rPr>
              <a:t>Code</a:t>
            </a:r>
            <a:r>
              <a:rPr kumimoji="0" lang="pt-BR" altLang="pt-BR" sz="800" b="0" i="0" u="none" strike="noStrike" kern="1200" cap="none" spc="0" normalizeH="0" baseline="0" noProof="0" dirty="0">
                <a:ln>
                  <a:noFill/>
                </a:ln>
                <a:solidFill>
                  <a:schemeClr val="bg1"/>
                </a:solidFill>
                <a:effectLst/>
                <a:uLnTx/>
                <a:uFillTx/>
                <a:latin typeface="+mj-lt"/>
                <a:ea typeface="Source Serif Pro" panose="02040603050405020204" pitchFamily="18" charset="0"/>
                <a:cs typeface="Poppins" panose="00000500000000000000" pitchFamily="2" charset="0"/>
              </a:rPr>
              <a:t> 01452-000  |  São Paulo – SP</a:t>
            </a:r>
          </a:p>
        </p:txBody>
      </p:sp>
      <p:sp>
        <p:nvSpPr>
          <p:cNvPr id="18" name="Text Placeholder 4">
            <a:extLst>
              <a:ext uri="{FF2B5EF4-FFF2-40B4-BE49-F238E27FC236}">
                <a16:creationId xmlns:a16="http://schemas.microsoft.com/office/drawing/2014/main" id="{0CC94128-B2D3-3F64-F2B4-3A52E5144FC4}"/>
              </a:ext>
            </a:extLst>
          </p:cNvPr>
          <p:cNvSpPr txBox="1">
            <a:spLocks noChangeArrowheads="1"/>
          </p:cNvSpPr>
          <p:nvPr/>
        </p:nvSpPr>
        <p:spPr>
          <a:xfrm>
            <a:off x="7416513" y="5633191"/>
            <a:ext cx="1818457" cy="308802"/>
          </a:xfrm>
          <a:prstGeom prst="rect">
            <a:avLst/>
          </a:prstGeom>
        </p:spPr>
        <p:txBody>
          <a:bodyPr vert="horz" wrap="square" lIns="0" tIns="0" rIns="0" bIns="0" rtlCol="0">
            <a:spAutoFit/>
          </a:bodyPr>
          <a:lstStyle>
            <a:lvl1pPr marL="0" indent="0" algn="l" defTabSz="1125444" rtl="0" eaLnBrk="1" latinLnBrk="0" hangingPunct="1">
              <a:lnSpc>
                <a:spcPct val="100000"/>
              </a:lnSpc>
              <a:spcBef>
                <a:spcPts val="0"/>
              </a:spcBef>
              <a:spcAft>
                <a:spcPts val="0"/>
              </a:spcAft>
              <a:buFont typeface="Arial" pitchFamily="34" charset="0"/>
              <a:buNone/>
              <a:defRPr sz="1231" kern="1200">
                <a:solidFill>
                  <a:schemeClr val="accent2"/>
                </a:solidFill>
                <a:latin typeface="+mn-lt"/>
                <a:ea typeface="+mn-ea"/>
                <a:cs typeface="+mn-cs"/>
              </a:defRPr>
            </a:lvl1pPr>
            <a:lvl2pPr marL="222744" indent="-222744" algn="l" defTabSz="1125444" rtl="0" eaLnBrk="1" latinLnBrk="0" hangingPunct="1">
              <a:lnSpc>
                <a:spcPct val="100000"/>
              </a:lnSpc>
              <a:spcBef>
                <a:spcPts val="0"/>
              </a:spcBef>
              <a:spcAft>
                <a:spcPts val="0"/>
              </a:spcAft>
              <a:buClr>
                <a:schemeClr val="accent6"/>
              </a:buClr>
              <a:buSzPct val="100000"/>
              <a:buFont typeface="Wingdings" pitchFamily="2" charset="2"/>
              <a:buChar char="§"/>
              <a:defRPr sz="1477" kern="1200">
                <a:solidFill>
                  <a:schemeClr val="accent2"/>
                </a:solidFill>
                <a:latin typeface="+mn-lt"/>
                <a:ea typeface="+mn-ea"/>
                <a:cs typeface="+mn-cs"/>
              </a:defRPr>
            </a:lvl2pPr>
            <a:lvl3pPr marL="416180" indent="-201252" algn="l" defTabSz="1125444" rtl="0" eaLnBrk="1" latinLnBrk="0" hangingPunct="1">
              <a:lnSpc>
                <a:spcPct val="100000"/>
              </a:lnSpc>
              <a:spcBef>
                <a:spcPts val="0"/>
              </a:spcBef>
              <a:spcAft>
                <a:spcPts val="0"/>
              </a:spcAft>
              <a:buClr>
                <a:schemeClr val="accent6"/>
              </a:buClr>
              <a:buSzPct val="110000"/>
              <a:buFont typeface="Wingdings" panose="05000000000000000000" pitchFamily="2" charset="2"/>
              <a:buChar char="§"/>
              <a:defRPr sz="1477" kern="1200">
                <a:solidFill>
                  <a:schemeClr val="accent2"/>
                </a:solidFill>
                <a:latin typeface="+mn-lt"/>
                <a:ea typeface="+mn-ea"/>
                <a:cs typeface="+mn-cs"/>
              </a:defRPr>
            </a:lvl3pPr>
            <a:lvl4pPr marL="656509" indent="-214928" algn="l" defTabSz="1125444" rtl="0" eaLnBrk="1" latinLnBrk="0" hangingPunct="1">
              <a:lnSpc>
                <a:spcPct val="100000"/>
              </a:lnSpc>
              <a:spcBef>
                <a:spcPts val="0"/>
              </a:spcBef>
              <a:spcAft>
                <a:spcPts val="0"/>
              </a:spcAft>
              <a:buClr>
                <a:schemeClr val="accent6"/>
              </a:buClr>
              <a:buSzPct val="90000"/>
              <a:buFont typeface="Wingdings" pitchFamily="2" charset="2"/>
              <a:buChar char="§"/>
              <a:defRPr sz="1477" kern="1200">
                <a:solidFill>
                  <a:schemeClr val="accent2"/>
                </a:solidFill>
                <a:latin typeface="+mn-lt"/>
                <a:ea typeface="+mn-ea"/>
                <a:cs typeface="+mn-cs"/>
              </a:defRPr>
            </a:lvl4pPr>
            <a:lvl5pPr marL="885115" indent="-228606" algn="l" defTabSz="1125444" rtl="0" eaLnBrk="1" latinLnBrk="0" hangingPunct="1">
              <a:lnSpc>
                <a:spcPct val="100000"/>
              </a:lnSpc>
              <a:spcBef>
                <a:spcPts val="0"/>
              </a:spcBef>
              <a:spcAft>
                <a:spcPts val="0"/>
              </a:spcAft>
              <a:buClr>
                <a:schemeClr val="accent6"/>
              </a:buClr>
              <a:buSzPct val="100000"/>
              <a:buFont typeface="Wingdings" panose="05000000000000000000" pitchFamily="2" charset="2"/>
              <a:buChar char="§"/>
              <a:defRPr sz="1477" kern="1200">
                <a:solidFill>
                  <a:schemeClr val="accent2"/>
                </a:solidFill>
                <a:latin typeface="+mn-lt"/>
                <a:ea typeface="+mn-ea"/>
                <a:cs typeface="+mn-cs"/>
              </a:defRPr>
            </a:lvl5pPr>
            <a:lvl6pPr marL="777650" indent="-134819" algn="l" defTabSz="1125444" rtl="0" eaLnBrk="1" latinLnBrk="0" hangingPunct="1">
              <a:lnSpc>
                <a:spcPct val="100000"/>
              </a:lnSpc>
              <a:spcBef>
                <a:spcPts val="0"/>
              </a:spcBef>
              <a:spcAft>
                <a:spcPts val="0"/>
              </a:spcAft>
              <a:buClr>
                <a:schemeClr val="accent6"/>
              </a:buClr>
              <a:buSzPct val="100000"/>
              <a:buFont typeface="Arial" pitchFamily="34" charset="0"/>
              <a:buChar char="•"/>
              <a:defRPr sz="1354" kern="1200">
                <a:solidFill>
                  <a:schemeClr val="accent2"/>
                </a:solidFill>
                <a:latin typeface="+mn-lt"/>
                <a:ea typeface="+mn-ea"/>
                <a:cs typeface="+mn-cs"/>
              </a:defRPr>
            </a:lvl6pPr>
            <a:lvl7pPr marL="3657691" indent="-281361" algn="l" defTabSz="1125444" rtl="0" eaLnBrk="1" latinLnBrk="0" hangingPunct="1">
              <a:spcBef>
                <a:spcPct val="20000"/>
              </a:spcBef>
              <a:buFont typeface="Arial" pitchFamily="34" charset="0"/>
              <a:buChar char="•"/>
              <a:defRPr sz="2462" kern="1200">
                <a:solidFill>
                  <a:schemeClr val="tx1"/>
                </a:solidFill>
                <a:latin typeface="+mn-lt"/>
                <a:ea typeface="+mn-ea"/>
                <a:cs typeface="+mn-cs"/>
              </a:defRPr>
            </a:lvl7pPr>
            <a:lvl8pPr marL="4220413" indent="-281361" algn="l" defTabSz="1125444" rtl="0" eaLnBrk="1" latinLnBrk="0" hangingPunct="1">
              <a:spcBef>
                <a:spcPct val="20000"/>
              </a:spcBef>
              <a:buFont typeface="Arial" pitchFamily="34" charset="0"/>
              <a:buChar char="•"/>
              <a:defRPr sz="2462" kern="1200">
                <a:solidFill>
                  <a:schemeClr val="tx1"/>
                </a:solidFill>
                <a:latin typeface="+mn-lt"/>
                <a:ea typeface="+mn-ea"/>
                <a:cs typeface="+mn-cs"/>
              </a:defRPr>
            </a:lvl8pPr>
            <a:lvl9pPr marL="4783135" indent="-281361" algn="l" defTabSz="1125444" rtl="0" eaLnBrk="1" latinLnBrk="0" hangingPunct="1">
              <a:spcBef>
                <a:spcPct val="20000"/>
              </a:spcBef>
              <a:buFont typeface="Arial" pitchFamily="34" charset="0"/>
              <a:buChar char="•"/>
              <a:defRPr sz="2462" kern="1200">
                <a:solidFill>
                  <a:schemeClr val="tx1"/>
                </a:solidFill>
                <a:latin typeface="+mn-lt"/>
                <a:ea typeface="+mn-ea"/>
                <a:cs typeface="+mn-cs"/>
              </a:defRPr>
            </a:lvl9pPr>
          </a:lstStyle>
          <a:p>
            <a:pPr marL="0" marR="0" lvl="0" indent="0" algn="l" defTabSz="1125444" rtl="0" eaLnBrk="1" fontAlgn="auto" latinLnBrk="0" hangingPunct="1">
              <a:lnSpc>
                <a:spcPct val="130000"/>
              </a:lnSpc>
              <a:spcBef>
                <a:spcPts val="0"/>
              </a:spcBef>
              <a:buClrTx/>
              <a:buSzTx/>
              <a:buFont typeface="Arial" pitchFamily="34" charset="0"/>
              <a:buNone/>
              <a:tabLst/>
              <a:defRPr/>
            </a:pPr>
            <a:r>
              <a:rPr kumimoji="0" lang="pt-BR" altLang="pt-BR" sz="800" b="0" i="0" u="none" strike="noStrike" kern="1200" cap="none" spc="0" normalizeH="0" baseline="0" noProof="0" dirty="0" err="1">
                <a:ln>
                  <a:noFill/>
                </a:ln>
                <a:solidFill>
                  <a:schemeClr val="accent1"/>
                </a:solidFill>
                <a:effectLst/>
                <a:uLnTx/>
                <a:uFillTx/>
                <a:latin typeface="Poppins SemiBold" panose="00000700000000000000" pitchFamily="2" charset="0"/>
                <a:ea typeface="Source Serif Pro" panose="02040603050405020204" pitchFamily="18" charset="0"/>
                <a:cs typeface="Poppins SemiBold" panose="00000700000000000000" pitchFamily="2" charset="0"/>
              </a:rPr>
              <a:t>Tel</a:t>
            </a:r>
            <a:r>
              <a:rPr kumimoji="0" lang="pt-BR" altLang="pt-BR" sz="800" b="0" i="0" u="none" strike="noStrike" kern="1200" cap="none" spc="0" normalizeH="0" baseline="0" noProof="0" dirty="0">
                <a:ln>
                  <a:noFill/>
                </a:ln>
                <a:solidFill>
                  <a:schemeClr val="accent1"/>
                </a:solidFill>
                <a:effectLst/>
                <a:uLnTx/>
                <a:uFillTx/>
                <a:latin typeface="Poppins SemiBold" panose="00000700000000000000" pitchFamily="2" charset="0"/>
                <a:ea typeface="Source Serif Pro" panose="02040603050405020204" pitchFamily="18" charset="0"/>
                <a:cs typeface="Poppins SemiBold" panose="00000700000000000000" pitchFamily="2" charset="0"/>
              </a:rPr>
              <a:t>: </a:t>
            </a:r>
            <a:r>
              <a:rPr kumimoji="0" lang="pt-BR" altLang="pt-BR" sz="800" b="0" i="0" u="none" strike="noStrike" kern="1200" cap="none" spc="0" normalizeH="0" baseline="0" noProof="0" dirty="0">
                <a:ln>
                  <a:noFill/>
                </a:ln>
                <a:solidFill>
                  <a:schemeClr val="bg1"/>
                </a:solidFill>
                <a:effectLst/>
                <a:uLnTx/>
                <a:uFillTx/>
                <a:latin typeface="+mj-lt"/>
                <a:ea typeface="Source Serif Pro" panose="02040603050405020204" pitchFamily="18" charset="0"/>
                <a:cs typeface="Poppins SemiBold" panose="00000700000000000000" pitchFamily="2" charset="0"/>
              </a:rPr>
              <a:t>(55 11) 3815-3533</a:t>
            </a:r>
          </a:p>
          <a:p>
            <a:pPr>
              <a:lnSpc>
                <a:spcPct val="130000"/>
              </a:lnSpc>
              <a:defRPr/>
            </a:pPr>
            <a:r>
              <a:rPr kumimoji="0" lang="pt-BR" altLang="pt-BR" sz="800" b="0" i="0" u="none" strike="noStrike" kern="1200" cap="none" spc="0" normalizeH="0" baseline="0" noProof="0" dirty="0">
                <a:ln>
                  <a:noFill/>
                </a:ln>
                <a:solidFill>
                  <a:schemeClr val="accent1"/>
                </a:solidFill>
                <a:effectLst/>
                <a:uLnTx/>
                <a:uFillTx/>
                <a:latin typeface="Poppins SemiBold" panose="00000700000000000000" pitchFamily="2" charset="0"/>
                <a:ea typeface="Source Serif Pro" panose="02040603050405020204" pitchFamily="18" charset="0"/>
                <a:cs typeface="Poppins SemiBold" panose="00000700000000000000" pitchFamily="2" charset="0"/>
              </a:rPr>
              <a:t>E-mail: </a:t>
            </a:r>
            <a:r>
              <a:rPr lang="pt-BR" altLang="pt-BR" sz="800" dirty="0">
                <a:solidFill>
                  <a:schemeClr val="bg1"/>
                </a:solidFill>
                <a:latin typeface="+mj-lt"/>
                <a:ea typeface="Source Serif Pro" panose="02040603050405020204" pitchFamily="18" charset="0"/>
                <a:cs typeface="Poppins SemiBold" panose="00000700000000000000" pitchFamily="2" charset="0"/>
              </a:rPr>
              <a:t>flavia.silveira@igcp.com.br </a:t>
            </a:r>
          </a:p>
        </p:txBody>
      </p:sp>
      <p:sp>
        <p:nvSpPr>
          <p:cNvPr id="22" name="Content Placeholder 21">
            <a:extLst>
              <a:ext uri="{FF2B5EF4-FFF2-40B4-BE49-F238E27FC236}">
                <a16:creationId xmlns:a16="http://schemas.microsoft.com/office/drawing/2014/main" id="{C1946EF9-4D8B-F022-1DDF-C27AA9E2D487}"/>
              </a:ext>
            </a:extLst>
          </p:cNvPr>
          <p:cNvSpPr>
            <a:spLocks noGrp="1"/>
          </p:cNvSpPr>
          <p:nvPr>
            <p:ph sz="quarter" idx="13"/>
          </p:nvPr>
        </p:nvSpPr>
        <p:spPr/>
        <p:txBody>
          <a:bodyPr/>
          <a:lstStyle/>
          <a:p>
            <a:endParaRPr lang="pt-BR" dirty="0"/>
          </a:p>
        </p:txBody>
      </p:sp>
      <p:sp>
        <p:nvSpPr>
          <p:cNvPr id="23" name="Espaço Reservado para Número de Slide 3">
            <a:extLst>
              <a:ext uri="{FF2B5EF4-FFF2-40B4-BE49-F238E27FC236}">
                <a16:creationId xmlns:a16="http://schemas.microsoft.com/office/drawing/2014/main" id="{1D5DE6E9-DF39-76B3-E533-E5D6B5662982}"/>
              </a:ext>
            </a:extLst>
          </p:cNvPr>
          <p:cNvSpPr txBox="1">
            <a:spLocks/>
          </p:cNvSpPr>
          <p:nvPr/>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solidFill>
                <a:latin typeface="Source Serif Pro" panose="02040603050405020204" pitchFamily="18" charset="0"/>
                <a:ea typeface="Source Serif Pro" panose="02040603050405020204" pitchFamily="18" charset="0"/>
                <a:cs typeface="+mn-cs"/>
              </a:rPr>
              <a:pPr algn="ctr"/>
              <a:t>2</a:t>
            </a:fld>
            <a:endParaRPr lang="en-US" sz="800" b="0" kern="1200" dirty="0">
              <a:solidFill>
                <a:schemeClr val="accent1"/>
              </a:solidFill>
              <a:latin typeface="Source Serif Pro" panose="02040603050405020204" pitchFamily="18" charset="0"/>
              <a:ea typeface="Source Serif Pro" panose="02040603050405020204" pitchFamily="18" charset="0"/>
              <a:cs typeface="+mn-cs"/>
            </a:endParaRPr>
          </a:p>
        </p:txBody>
      </p:sp>
      <p:sp>
        <p:nvSpPr>
          <p:cNvPr id="24" name="Google Shape;236;p23">
            <a:extLst>
              <a:ext uri="{FF2B5EF4-FFF2-40B4-BE49-F238E27FC236}">
                <a16:creationId xmlns:a16="http://schemas.microsoft.com/office/drawing/2014/main" id="{3219B51F-583D-C02F-CCD1-9932799F3E20}"/>
              </a:ext>
            </a:extLst>
          </p:cNvPr>
          <p:cNvSpPr/>
          <p:nvPr/>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spTree>
    <p:extLst>
      <p:ext uri="{BB962C8B-B14F-4D97-AF65-F5344CB8AC3E}">
        <p14:creationId xmlns:p14="http://schemas.microsoft.com/office/powerpoint/2010/main" val="1915983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a:extLst>
            <a:ext uri="{FF2B5EF4-FFF2-40B4-BE49-F238E27FC236}">
              <a16:creationId xmlns:a16="http://schemas.microsoft.com/office/drawing/2014/main" id="{E328B245-F51F-0D13-F033-FD0B16851F6B}"/>
            </a:ext>
          </a:extLst>
        </p:cNvPr>
        <p:cNvGrpSpPr/>
        <p:nvPr/>
      </p:nvGrpSpPr>
      <p:grpSpPr>
        <a:xfrm>
          <a:off x="0" y="0"/>
          <a:ext cx="0" cy="0"/>
          <a:chOff x="0" y="0"/>
          <a:chExt cx="0" cy="0"/>
        </a:xfrm>
      </p:grpSpPr>
      <p:sp>
        <p:nvSpPr>
          <p:cNvPr id="19" name="Rectángulo 1">
            <a:extLst>
              <a:ext uri="{FF2B5EF4-FFF2-40B4-BE49-F238E27FC236}">
                <a16:creationId xmlns:a16="http://schemas.microsoft.com/office/drawing/2014/main" id="{93B9E55E-8C59-6376-E805-AAE112DD08D1}"/>
              </a:ext>
            </a:extLst>
          </p:cNvPr>
          <p:cNvSpPr/>
          <p:nvPr/>
        </p:nvSpPr>
        <p:spPr>
          <a:xfrm>
            <a:off x="5992628" y="1156495"/>
            <a:ext cx="5386573" cy="106243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grpSp>
        <p:nvGrpSpPr>
          <p:cNvPr id="6" name="Group 5">
            <a:extLst>
              <a:ext uri="{FF2B5EF4-FFF2-40B4-BE49-F238E27FC236}">
                <a16:creationId xmlns:a16="http://schemas.microsoft.com/office/drawing/2014/main" id="{D6F2190A-E24D-E35D-A1D7-5E7929DE00E5}"/>
              </a:ext>
            </a:extLst>
          </p:cNvPr>
          <p:cNvGrpSpPr/>
          <p:nvPr/>
        </p:nvGrpSpPr>
        <p:grpSpPr>
          <a:xfrm>
            <a:off x="7440991" y="1451263"/>
            <a:ext cx="447192" cy="447192"/>
            <a:chOff x="7056481" y="1451263"/>
            <a:chExt cx="447192" cy="447192"/>
          </a:xfrm>
        </p:grpSpPr>
        <p:sp>
          <p:nvSpPr>
            <p:cNvPr id="20" name="Google Shape;236;p23">
              <a:extLst>
                <a:ext uri="{FF2B5EF4-FFF2-40B4-BE49-F238E27FC236}">
                  <a16:creationId xmlns:a16="http://schemas.microsoft.com/office/drawing/2014/main" id="{6B3D9F58-6A81-5281-FF22-A49E9E95B368}"/>
                </a:ext>
              </a:extLst>
            </p:cNvPr>
            <p:cNvSpPr/>
            <p:nvPr/>
          </p:nvSpPr>
          <p:spPr>
            <a:xfrm rot="5400000">
              <a:off x="7056481" y="1451263"/>
              <a:ext cx="447192" cy="447192"/>
            </a:xfrm>
            <a:prstGeom prst="teardrop">
              <a:avLst>
                <a:gd name="adj" fmla="val 100000"/>
              </a:avLst>
            </a:prstGeom>
            <a:solidFill>
              <a:schemeClr val="accent1"/>
            </a:solidFill>
            <a:ln>
              <a:no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sp>
          <p:nvSpPr>
            <p:cNvPr id="21" name="CuadroTexto 10">
              <a:extLst>
                <a:ext uri="{FF2B5EF4-FFF2-40B4-BE49-F238E27FC236}">
                  <a16:creationId xmlns:a16="http://schemas.microsoft.com/office/drawing/2014/main" id="{B840CC0E-63D2-699D-B666-A8F28F52B862}"/>
                </a:ext>
              </a:extLst>
            </p:cNvPr>
            <p:cNvSpPr txBox="1"/>
            <p:nvPr/>
          </p:nvSpPr>
          <p:spPr>
            <a:xfrm>
              <a:off x="7085152" y="1549212"/>
              <a:ext cx="389850" cy="276999"/>
            </a:xfrm>
            <a:prstGeom prst="rect">
              <a:avLst/>
            </a:prstGeom>
            <a:noFill/>
          </p:spPr>
          <p:txBody>
            <a:bodyPr wrap="none" rtlCol="0">
              <a:spAutoFit/>
            </a:bodyPr>
            <a:lstStyle/>
            <a:p>
              <a:r>
                <a:rPr lang="es-CO" sz="1200" b="1" dirty="0">
                  <a:solidFill>
                    <a:srgbClr val="07272D"/>
                  </a:solidFill>
                  <a:latin typeface="Poppins" panose="00000500000000000000" pitchFamily="2" charset="0"/>
                  <a:cs typeface="Poppins" panose="00000500000000000000" pitchFamily="2" charset="0"/>
                </a:rPr>
                <a:t>04</a:t>
              </a:r>
            </a:p>
          </p:txBody>
        </p:sp>
      </p:grpSp>
      <p:sp>
        <p:nvSpPr>
          <p:cNvPr id="24" name="TextBox 18">
            <a:extLst>
              <a:ext uri="{FF2B5EF4-FFF2-40B4-BE49-F238E27FC236}">
                <a16:creationId xmlns:a16="http://schemas.microsoft.com/office/drawing/2014/main" id="{D6837BE0-D86E-7F08-ADAD-3CCAAF1FE156}"/>
              </a:ext>
            </a:extLst>
          </p:cNvPr>
          <p:cNvSpPr txBox="1"/>
          <p:nvPr/>
        </p:nvSpPr>
        <p:spPr>
          <a:xfrm>
            <a:off x="8049002" y="1505790"/>
            <a:ext cx="2354061" cy="338138"/>
          </a:xfrm>
          <a:prstGeom prst="rect">
            <a:avLst/>
          </a:prstGeom>
          <a:noFill/>
        </p:spPr>
        <p:txBody>
          <a:bodyPr wrap="square">
            <a:spAutoFit/>
          </a:bodyPr>
          <a:lstStyle/>
          <a:p>
            <a:pPr eaLnBrk="1" fontAlgn="auto" hangingPunct="1">
              <a:spcBef>
                <a:spcPts val="0"/>
              </a:spcBef>
              <a:spcAft>
                <a:spcPts val="0"/>
              </a:spcAft>
              <a:defRPr/>
            </a:pPr>
            <a:r>
              <a:rPr lang="es-CO" sz="1600" b="1" dirty="0" err="1">
                <a:solidFill>
                  <a:schemeClr val="tx2"/>
                </a:solidFill>
                <a:latin typeface="Poppins" panose="00000500000000000000" pitchFamily="2" charset="0"/>
                <a:ea typeface="Inter" panose="02000503000000020004" pitchFamily="2" charset="0"/>
                <a:cs typeface="Poppins" panose="00000500000000000000" pitchFamily="2" charset="0"/>
              </a:rPr>
              <a:t>Introduction</a:t>
            </a:r>
            <a:endParaRPr lang="es-CO" sz="1600" b="1" dirty="0">
              <a:solidFill>
                <a:schemeClr val="tx2"/>
              </a:solidFill>
              <a:latin typeface="Poppins" panose="00000500000000000000" pitchFamily="2" charset="0"/>
              <a:ea typeface="Inter" panose="02000503000000020004" pitchFamily="2" charset="0"/>
              <a:cs typeface="Poppins" panose="00000500000000000000" pitchFamily="2" charset="0"/>
            </a:endParaRPr>
          </a:p>
        </p:txBody>
      </p:sp>
      <p:grpSp>
        <p:nvGrpSpPr>
          <p:cNvPr id="5" name="Group 4">
            <a:extLst>
              <a:ext uri="{FF2B5EF4-FFF2-40B4-BE49-F238E27FC236}">
                <a16:creationId xmlns:a16="http://schemas.microsoft.com/office/drawing/2014/main" id="{0C5D68D4-2DAF-0E78-6FA5-0FBFE4BA4F5A}"/>
              </a:ext>
            </a:extLst>
          </p:cNvPr>
          <p:cNvGrpSpPr/>
          <p:nvPr/>
        </p:nvGrpSpPr>
        <p:grpSpPr>
          <a:xfrm>
            <a:off x="7440991" y="2516441"/>
            <a:ext cx="447192" cy="447192"/>
            <a:chOff x="7056481" y="2516441"/>
            <a:chExt cx="447192" cy="447192"/>
          </a:xfrm>
        </p:grpSpPr>
        <p:sp>
          <p:nvSpPr>
            <p:cNvPr id="26" name="Google Shape;236;p23">
              <a:extLst>
                <a:ext uri="{FF2B5EF4-FFF2-40B4-BE49-F238E27FC236}">
                  <a16:creationId xmlns:a16="http://schemas.microsoft.com/office/drawing/2014/main" id="{ED04712B-8C2A-1AC8-C115-E82F9F8857DA}"/>
                </a:ext>
              </a:extLst>
            </p:cNvPr>
            <p:cNvSpPr/>
            <p:nvPr/>
          </p:nvSpPr>
          <p:spPr>
            <a:xfrm rot="5400000">
              <a:off x="7056481" y="2516441"/>
              <a:ext cx="447192" cy="447192"/>
            </a:xfrm>
            <a:prstGeom prst="teardrop">
              <a:avLst>
                <a:gd name="adj" fmla="val 100000"/>
              </a:avLst>
            </a:prstGeom>
            <a:solidFill>
              <a:schemeClr val="accent1"/>
            </a:solidFill>
            <a:ln>
              <a:no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sp>
          <p:nvSpPr>
            <p:cNvPr id="27" name="CuadroTexto 17">
              <a:extLst>
                <a:ext uri="{FF2B5EF4-FFF2-40B4-BE49-F238E27FC236}">
                  <a16:creationId xmlns:a16="http://schemas.microsoft.com/office/drawing/2014/main" id="{D8DE5D5D-B7D5-3FFF-D44E-117D02FF61E3}"/>
                </a:ext>
              </a:extLst>
            </p:cNvPr>
            <p:cNvSpPr txBox="1"/>
            <p:nvPr/>
          </p:nvSpPr>
          <p:spPr>
            <a:xfrm>
              <a:off x="7088358" y="2614390"/>
              <a:ext cx="383438" cy="276999"/>
            </a:xfrm>
            <a:prstGeom prst="rect">
              <a:avLst/>
            </a:prstGeom>
            <a:noFill/>
          </p:spPr>
          <p:txBody>
            <a:bodyPr wrap="none" rtlCol="0">
              <a:spAutoFit/>
            </a:bodyPr>
            <a:lstStyle/>
            <a:p>
              <a:r>
                <a:rPr lang="es-CO" sz="1200" b="1" dirty="0">
                  <a:solidFill>
                    <a:srgbClr val="07272D"/>
                  </a:solidFill>
                  <a:latin typeface="Poppins" panose="00000500000000000000" pitchFamily="2" charset="0"/>
                  <a:cs typeface="Poppins" panose="00000500000000000000" pitchFamily="2" charset="0"/>
                </a:rPr>
                <a:t>06</a:t>
              </a:r>
            </a:p>
          </p:txBody>
        </p:sp>
      </p:grpSp>
      <p:sp>
        <p:nvSpPr>
          <p:cNvPr id="41" name="TextBox 23">
            <a:extLst>
              <a:ext uri="{FF2B5EF4-FFF2-40B4-BE49-F238E27FC236}">
                <a16:creationId xmlns:a16="http://schemas.microsoft.com/office/drawing/2014/main" id="{D6FADAFC-B5B0-23D9-1DC6-829DA69DFCD2}"/>
              </a:ext>
            </a:extLst>
          </p:cNvPr>
          <p:cNvSpPr txBox="1"/>
          <p:nvPr/>
        </p:nvSpPr>
        <p:spPr>
          <a:xfrm>
            <a:off x="8049002" y="2570969"/>
            <a:ext cx="2340504" cy="338137"/>
          </a:xfrm>
          <a:prstGeom prst="rect">
            <a:avLst/>
          </a:prstGeom>
          <a:noFill/>
        </p:spPr>
        <p:txBody>
          <a:bodyPr wrap="square">
            <a:spAutoFit/>
          </a:bodyPr>
          <a:lstStyle/>
          <a:p>
            <a:pPr eaLnBrk="1" fontAlgn="auto" hangingPunct="1">
              <a:spcBef>
                <a:spcPts val="0"/>
              </a:spcBef>
              <a:spcAft>
                <a:spcPts val="0"/>
              </a:spcAft>
              <a:defRPr/>
            </a:pPr>
            <a:r>
              <a:rPr lang="es-CO" sz="1600" b="1" dirty="0" err="1">
                <a:solidFill>
                  <a:schemeClr val="tx2"/>
                </a:solidFill>
                <a:latin typeface="Poppins" panose="00000500000000000000" pitchFamily="2" charset="0"/>
                <a:ea typeface="Inter" panose="02000503000000020004" pitchFamily="2" charset="0"/>
                <a:cs typeface="Poppins" panose="00000500000000000000" pitchFamily="2" charset="0"/>
              </a:rPr>
              <a:t>Investment</a:t>
            </a:r>
            <a:r>
              <a:rPr lang="es-CO" sz="1600" b="1" dirty="0">
                <a:solidFill>
                  <a:schemeClr val="tx2"/>
                </a:solidFill>
                <a:latin typeface="Poppins" panose="00000500000000000000" pitchFamily="2" charset="0"/>
                <a:ea typeface="Inter" panose="02000503000000020004" pitchFamily="2" charset="0"/>
                <a:cs typeface="Poppins" panose="00000500000000000000" pitchFamily="2" charset="0"/>
              </a:rPr>
              <a:t> </a:t>
            </a:r>
            <a:r>
              <a:rPr lang="es-CO" sz="1600" b="1" dirty="0" err="1">
                <a:solidFill>
                  <a:schemeClr val="tx2"/>
                </a:solidFill>
                <a:latin typeface="Poppins" panose="00000500000000000000" pitchFamily="2" charset="0"/>
                <a:ea typeface="Inter" panose="02000503000000020004" pitchFamily="2" charset="0"/>
                <a:cs typeface="Poppins" panose="00000500000000000000" pitchFamily="2" charset="0"/>
              </a:rPr>
              <a:t>Thesis</a:t>
            </a:r>
            <a:endParaRPr lang="es-CO" sz="1600" b="1" dirty="0">
              <a:solidFill>
                <a:schemeClr val="tx2"/>
              </a:solidFill>
              <a:latin typeface="Poppins" panose="00000500000000000000" pitchFamily="2" charset="0"/>
              <a:ea typeface="Inter" panose="02000503000000020004" pitchFamily="2" charset="0"/>
              <a:cs typeface="Poppins" panose="00000500000000000000" pitchFamily="2" charset="0"/>
            </a:endParaRPr>
          </a:p>
        </p:txBody>
      </p:sp>
      <p:grpSp>
        <p:nvGrpSpPr>
          <p:cNvPr id="4" name="Group 3">
            <a:extLst>
              <a:ext uri="{FF2B5EF4-FFF2-40B4-BE49-F238E27FC236}">
                <a16:creationId xmlns:a16="http://schemas.microsoft.com/office/drawing/2014/main" id="{7EEFC712-8766-65D5-4ABE-B45F7C8568ED}"/>
              </a:ext>
            </a:extLst>
          </p:cNvPr>
          <p:cNvGrpSpPr/>
          <p:nvPr/>
        </p:nvGrpSpPr>
        <p:grpSpPr>
          <a:xfrm>
            <a:off x="7440991" y="3581619"/>
            <a:ext cx="447192" cy="447192"/>
            <a:chOff x="7056481" y="3581619"/>
            <a:chExt cx="447192" cy="447192"/>
          </a:xfrm>
        </p:grpSpPr>
        <p:sp>
          <p:nvSpPr>
            <p:cNvPr id="30" name="Google Shape;236;p23">
              <a:extLst>
                <a:ext uri="{FF2B5EF4-FFF2-40B4-BE49-F238E27FC236}">
                  <a16:creationId xmlns:a16="http://schemas.microsoft.com/office/drawing/2014/main" id="{E0660881-7D40-8460-64C2-662ECEC09C4B}"/>
                </a:ext>
              </a:extLst>
            </p:cNvPr>
            <p:cNvSpPr/>
            <p:nvPr/>
          </p:nvSpPr>
          <p:spPr>
            <a:xfrm rot="5400000">
              <a:off x="7056481" y="3581619"/>
              <a:ext cx="447192" cy="447192"/>
            </a:xfrm>
            <a:prstGeom prst="teardrop">
              <a:avLst>
                <a:gd name="adj" fmla="val 100000"/>
              </a:avLst>
            </a:prstGeom>
            <a:solidFill>
              <a:schemeClr val="accent1"/>
            </a:solidFill>
            <a:ln>
              <a:no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sp>
          <p:nvSpPr>
            <p:cNvPr id="33" name="CuadroTexto 22">
              <a:extLst>
                <a:ext uri="{FF2B5EF4-FFF2-40B4-BE49-F238E27FC236}">
                  <a16:creationId xmlns:a16="http://schemas.microsoft.com/office/drawing/2014/main" id="{0DEFB285-8A96-0ACF-225F-D5B88BEA5728}"/>
                </a:ext>
              </a:extLst>
            </p:cNvPr>
            <p:cNvSpPr txBox="1"/>
            <p:nvPr/>
          </p:nvSpPr>
          <p:spPr>
            <a:xfrm>
              <a:off x="7109197" y="3679568"/>
              <a:ext cx="341760" cy="276999"/>
            </a:xfrm>
            <a:prstGeom prst="rect">
              <a:avLst/>
            </a:prstGeom>
            <a:noFill/>
          </p:spPr>
          <p:txBody>
            <a:bodyPr wrap="none" rtlCol="0">
              <a:spAutoFit/>
            </a:bodyPr>
            <a:lstStyle/>
            <a:p>
              <a:r>
                <a:rPr lang="es-CO" sz="1200" b="1" dirty="0">
                  <a:solidFill>
                    <a:srgbClr val="07272D"/>
                  </a:solidFill>
                  <a:latin typeface="Poppins" panose="00000500000000000000" pitchFamily="2" charset="0"/>
                  <a:cs typeface="Poppins" panose="00000500000000000000" pitchFamily="2" charset="0"/>
                </a:rPr>
                <a:t>18</a:t>
              </a:r>
            </a:p>
          </p:txBody>
        </p:sp>
      </p:grpSp>
      <p:sp>
        <p:nvSpPr>
          <p:cNvPr id="42" name="TextBox 55">
            <a:extLst>
              <a:ext uri="{FF2B5EF4-FFF2-40B4-BE49-F238E27FC236}">
                <a16:creationId xmlns:a16="http://schemas.microsoft.com/office/drawing/2014/main" id="{B1F5C62E-FAF8-9344-0C84-192BDCF9357D}"/>
              </a:ext>
            </a:extLst>
          </p:cNvPr>
          <p:cNvSpPr txBox="1"/>
          <p:nvPr/>
        </p:nvSpPr>
        <p:spPr>
          <a:xfrm>
            <a:off x="8049002" y="3636147"/>
            <a:ext cx="2350834" cy="338137"/>
          </a:xfrm>
          <a:prstGeom prst="rect">
            <a:avLst/>
          </a:prstGeom>
          <a:noFill/>
        </p:spPr>
        <p:txBody>
          <a:bodyPr wrap="square">
            <a:spAutoFit/>
          </a:bodyPr>
          <a:lstStyle/>
          <a:p>
            <a:pPr eaLnBrk="1" fontAlgn="auto" hangingPunct="1">
              <a:spcBef>
                <a:spcPts val="0"/>
              </a:spcBef>
              <a:spcAft>
                <a:spcPts val="0"/>
              </a:spcAft>
              <a:defRPr/>
            </a:pPr>
            <a:r>
              <a:rPr lang="es-CO" sz="1600" b="1">
                <a:solidFill>
                  <a:schemeClr val="tx2"/>
                </a:solidFill>
                <a:latin typeface="Poppins" panose="00000500000000000000" pitchFamily="2" charset="0"/>
                <a:ea typeface="Inter" panose="02000503000000020004" pitchFamily="2" charset="0"/>
                <a:cs typeface="Poppins" panose="00000500000000000000" pitchFamily="2" charset="0"/>
              </a:rPr>
              <a:t>Company Overview</a:t>
            </a:r>
            <a:endParaRPr lang="es-CO" sz="1600" b="1" dirty="0">
              <a:solidFill>
                <a:schemeClr val="tx2"/>
              </a:solidFill>
              <a:latin typeface="Poppins" panose="00000500000000000000" pitchFamily="2" charset="0"/>
              <a:ea typeface="Inter" panose="02000503000000020004" pitchFamily="2" charset="0"/>
              <a:cs typeface="Poppins" panose="00000500000000000000" pitchFamily="2" charset="0"/>
            </a:endParaRPr>
          </a:p>
        </p:txBody>
      </p:sp>
      <p:grpSp>
        <p:nvGrpSpPr>
          <p:cNvPr id="3" name="Group 2">
            <a:extLst>
              <a:ext uri="{FF2B5EF4-FFF2-40B4-BE49-F238E27FC236}">
                <a16:creationId xmlns:a16="http://schemas.microsoft.com/office/drawing/2014/main" id="{B5E42F2E-F12A-E8DD-067C-2EF9A585E282}"/>
              </a:ext>
            </a:extLst>
          </p:cNvPr>
          <p:cNvGrpSpPr/>
          <p:nvPr/>
        </p:nvGrpSpPr>
        <p:grpSpPr>
          <a:xfrm>
            <a:off x="7440991" y="4646797"/>
            <a:ext cx="447192" cy="447192"/>
            <a:chOff x="7056481" y="4646797"/>
            <a:chExt cx="447192" cy="447192"/>
          </a:xfrm>
        </p:grpSpPr>
        <p:sp>
          <p:nvSpPr>
            <p:cNvPr id="38" name="Google Shape;236;p23">
              <a:extLst>
                <a:ext uri="{FF2B5EF4-FFF2-40B4-BE49-F238E27FC236}">
                  <a16:creationId xmlns:a16="http://schemas.microsoft.com/office/drawing/2014/main" id="{361AE625-06EE-93C0-DC20-75C3B0ED7B0F}"/>
                </a:ext>
              </a:extLst>
            </p:cNvPr>
            <p:cNvSpPr/>
            <p:nvPr/>
          </p:nvSpPr>
          <p:spPr>
            <a:xfrm rot="5400000">
              <a:off x="7056481" y="4646797"/>
              <a:ext cx="447192" cy="447192"/>
            </a:xfrm>
            <a:prstGeom prst="teardrop">
              <a:avLst>
                <a:gd name="adj" fmla="val 100000"/>
              </a:avLst>
            </a:prstGeom>
            <a:solidFill>
              <a:schemeClr val="accent1"/>
            </a:solidFill>
            <a:ln>
              <a:no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sp>
          <p:nvSpPr>
            <p:cNvPr id="39" name="CuadroTexto 27">
              <a:extLst>
                <a:ext uri="{FF2B5EF4-FFF2-40B4-BE49-F238E27FC236}">
                  <a16:creationId xmlns:a16="http://schemas.microsoft.com/office/drawing/2014/main" id="{012E53F6-80A7-FDB0-542F-11ED17006BC6}"/>
                </a:ext>
              </a:extLst>
            </p:cNvPr>
            <p:cNvSpPr txBox="1"/>
            <p:nvPr/>
          </p:nvSpPr>
          <p:spPr>
            <a:xfrm>
              <a:off x="7097174" y="4744746"/>
              <a:ext cx="365806" cy="276999"/>
            </a:xfrm>
            <a:prstGeom prst="rect">
              <a:avLst/>
            </a:prstGeom>
            <a:noFill/>
          </p:spPr>
          <p:txBody>
            <a:bodyPr wrap="none" rtlCol="0">
              <a:spAutoFit/>
            </a:bodyPr>
            <a:lstStyle/>
            <a:p>
              <a:r>
                <a:rPr lang="es-CO" sz="1200" b="1" dirty="0">
                  <a:solidFill>
                    <a:srgbClr val="07272D"/>
                  </a:solidFill>
                  <a:latin typeface="Poppins" panose="00000500000000000000" pitchFamily="2" charset="0"/>
                  <a:cs typeface="Poppins" panose="00000500000000000000" pitchFamily="2" charset="0"/>
                </a:rPr>
                <a:t>23</a:t>
              </a:r>
            </a:p>
          </p:txBody>
        </p:sp>
      </p:grpSp>
      <p:sp>
        <p:nvSpPr>
          <p:cNvPr id="44" name="TextBox 55">
            <a:extLst>
              <a:ext uri="{FF2B5EF4-FFF2-40B4-BE49-F238E27FC236}">
                <a16:creationId xmlns:a16="http://schemas.microsoft.com/office/drawing/2014/main" id="{1235453A-DED9-0CF2-298E-02B18CE7349D}"/>
              </a:ext>
            </a:extLst>
          </p:cNvPr>
          <p:cNvSpPr txBox="1"/>
          <p:nvPr/>
        </p:nvSpPr>
        <p:spPr>
          <a:xfrm>
            <a:off x="8049002" y="4701325"/>
            <a:ext cx="2702391" cy="338137"/>
          </a:xfrm>
          <a:prstGeom prst="rect">
            <a:avLst/>
          </a:prstGeom>
          <a:noFill/>
        </p:spPr>
        <p:txBody>
          <a:bodyPr wrap="square">
            <a:spAutoFit/>
          </a:bodyPr>
          <a:lstStyle/>
          <a:p>
            <a:pPr eaLnBrk="1" fontAlgn="auto" hangingPunct="1">
              <a:spcBef>
                <a:spcPts val="0"/>
              </a:spcBef>
              <a:spcAft>
                <a:spcPts val="0"/>
              </a:spcAft>
              <a:defRPr/>
            </a:pPr>
            <a:r>
              <a:rPr lang="es-CO" sz="1600" b="1" dirty="0" err="1">
                <a:solidFill>
                  <a:schemeClr val="tx2"/>
                </a:solidFill>
                <a:latin typeface="Poppins" panose="00000500000000000000" pitchFamily="2" charset="0"/>
                <a:ea typeface="Inter" panose="02000503000000020004" pitchFamily="2" charset="0"/>
                <a:cs typeface="Poppins" panose="00000500000000000000" pitchFamily="2" charset="0"/>
              </a:rPr>
              <a:t>Financial</a:t>
            </a:r>
            <a:r>
              <a:rPr lang="es-CO" sz="1600" b="1" dirty="0">
                <a:solidFill>
                  <a:schemeClr val="tx2"/>
                </a:solidFill>
                <a:latin typeface="Poppins" panose="00000500000000000000" pitchFamily="2" charset="0"/>
                <a:ea typeface="Inter" panose="02000503000000020004" pitchFamily="2" charset="0"/>
                <a:cs typeface="Poppins" panose="00000500000000000000" pitchFamily="2" charset="0"/>
              </a:rPr>
              <a:t> </a:t>
            </a:r>
            <a:r>
              <a:rPr lang="es-CO" sz="1600" b="1" dirty="0" err="1">
                <a:solidFill>
                  <a:schemeClr val="tx2"/>
                </a:solidFill>
                <a:latin typeface="Poppins" panose="00000500000000000000" pitchFamily="2" charset="0"/>
                <a:ea typeface="Inter" panose="02000503000000020004" pitchFamily="2" charset="0"/>
                <a:cs typeface="Poppins" panose="00000500000000000000" pitchFamily="2" charset="0"/>
              </a:rPr>
              <a:t>Information</a:t>
            </a:r>
            <a:endParaRPr lang="es-CO" sz="1600" b="1" dirty="0">
              <a:solidFill>
                <a:schemeClr val="tx2"/>
              </a:solidFill>
              <a:latin typeface="Poppins" panose="00000500000000000000" pitchFamily="2" charset="0"/>
              <a:ea typeface="Inter" panose="02000503000000020004" pitchFamily="2" charset="0"/>
              <a:cs typeface="Poppins" panose="00000500000000000000" pitchFamily="2" charset="0"/>
            </a:endParaRPr>
          </a:p>
        </p:txBody>
      </p:sp>
      <p:cxnSp>
        <p:nvCxnSpPr>
          <p:cNvPr id="22" name="Conector recto 12">
            <a:extLst>
              <a:ext uri="{FF2B5EF4-FFF2-40B4-BE49-F238E27FC236}">
                <a16:creationId xmlns:a16="http://schemas.microsoft.com/office/drawing/2014/main" id="{61EA9D51-1B1B-6576-F9FA-FC79B04820AB}"/>
              </a:ext>
            </a:extLst>
          </p:cNvPr>
          <p:cNvCxnSpPr>
            <a:cxnSpLocks/>
          </p:cNvCxnSpPr>
          <p:nvPr/>
        </p:nvCxnSpPr>
        <p:spPr>
          <a:xfrm flipV="1">
            <a:off x="6184900" y="2203694"/>
            <a:ext cx="5181601" cy="7508"/>
          </a:xfrm>
          <a:prstGeom prst="line">
            <a:avLst/>
          </a:prstGeom>
          <a:ln>
            <a:solidFill>
              <a:srgbClr val="EE5340"/>
            </a:solidFill>
          </a:ln>
        </p:spPr>
        <p:style>
          <a:lnRef idx="1">
            <a:schemeClr val="accent1"/>
          </a:lnRef>
          <a:fillRef idx="0">
            <a:schemeClr val="accent1"/>
          </a:fillRef>
          <a:effectRef idx="0">
            <a:schemeClr val="accent1"/>
          </a:effectRef>
          <a:fontRef idx="minor">
            <a:schemeClr val="tx1"/>
          </a:fontRef>
        </p:style>
      </p:cxnSp>
      <p:cxnSp>
        <p:nvCxnSpPr>
          <p:cNvPr id="54" name="Conector recto 12">
            <a:extLst>
              <a:ext uri="{FF2B5EF4-FFF2-40B4-BE49-F238E27FC236}">
                <a16:creationId xmlns:a16="http://schemas.microsoft.com/office/drawing/2014/main" id="{244288C6-E0AC-AB12-E011-96CFD83380DD}"/>
              </a:ext>
            </a:extLst>
          </p:cNvPr>
          <p:cNvCxnSpPr>
            <a:cxnSpLocks/>
          </p:cNvCxnSpPr>
          <p:nvPr/>
        </p:nvCxnSpPr>
        <p:spPr>
          <a:xfrm flipV="1">
            <a:off x="7208657" y="4334050"/>
            <a:ext cx="4157844" cy="7508"/>
          </a:xfrm>
          <a:prstGeom prst="line">
            <a:avLst/>
          </a:prstGeom>
          <a:ln>
            <a:solidFill>
              <a:srgbClr val="EE5340"/>
            </a:solidFill>
          </a:ln>
        </p:spPr>
        <p:style>
          <a:lnRef idx="1">
            <a:schemeClr val="accent1"/>
          </a:lnRef>
          <a:fillRef idx="0">
            <a:schemeClr val="accent1"/>
          </a:fillRef>
          <a:effectRef idx="0">
            <a:schemeClr val="accent1"/>
          </a:effectRef>
          <a:fontRef idx="minor">
            <a:schemeClr val="tx1"/>
          </a:fontRef>
        </p:style>
      </p:cxnSp>
      <p:cxnSp>
        <p:nvCxnSpPr>
          <p:cNvPr id="55" name="Conector recto 12">
            <a:extLst>
              <a:ext uri="{FF2B5EF4-FFF2-40B4-BE49-F238E27FC236}">
                <a16:creationId xmlns:a16="http://schemas.microsoft.com/office/drawing/2014/main" id="{53E38055-AE7D-B4AD-2379-2795B439B21A}"/>
              </a:ext>
            </a:extLst>
          </p:cNvPr>
          <p:cNvCxnSpPr>
            <a:cxnSpLocks/>
          </p:cNvCxnSpPr>
          <p:nvPr/>
        </p:nvCxnSpPr>
        <p:spPr>
          <a:xfrm flipV="1">
            <a:off x="7208657" y="5399230"/>
            <a:ext cx="4157844" cy="7508"/>
          </a:xfrm>
          <a:prstGeom prst="line">
            <a:avLst/>
          </a:prstGeom>
          <a:ln>
            <a:solidFill>
              <a:srgbClr val="EE5340"/>
            </a:solidFill>
          </a:ln>
        </p:spPr>
        <p:style>
          <a:lnRef idx="1">
            <a:schemeClr val="accent1"/>
          </a:lnRef>
          <a:fillRef idx="0">
            <a:schemeClr val="accent1"/>
          </a:fillRef>
          <a:effectRef idx="0">
            <a:schemeClr val="accent1"/>
          </a:effectRef>
          <a:fontRef idx="minor">
            <a:schemeClr val="tx1"/>
          </a:fontRef>
        </p:style>
      </p:cxnSp>
      <p:cxnSp>
        <p:nvCxnSpPr>
          <p:cNvPr id="9" name="Conector recto 12">
            <a:extLst>
              <a:ext uri="{FF2B5EF4-FFF2-40B4-BE49-F238E27FC236}">
                <a16:creationId xmlns:a16="http://schemas.microsoft.com/office/drawing/2014/main" id="{74BF559A-CC74-A5FC-3FF2-956FEB65B242}"/>
              </a:ext>
            </a:extLst>
          </p:cNvPr>
          <p:cNvCxnSpPr>
            <a:cxnSpLocks/>
          </p:cNvCxnSpPr>
          <p:nvPr/>
        </p:nvCxnSpPr>
        <p:spPr>
          <a:xfrm flipV="1">
            <a:off x="7208657" y="3268872"/>
            <a:ext cx="4157844" cy="7508"/>
          </a:xfrm>
          <a:prstGeom prst="line">
            <a:avLst/>
          </a:prstGeom>
          <a:ln>
            <a:solidFill>
              <a:srgbClr val="EE5340"/>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715FE2A-745B-A2CD-AEA7-6A021B50430E}"/>
              </a:ext>
            </a:extLst>
          </p:cNvPr>
          <p:cNvSpPr>
            <a:spLocks noGrp="1" noRot="1" noMove="1" noResize="1" noEditPoints="1" noAdjustHandles="1" noChangeArrowheads="1" noChangeShapeType="1"/>
          </p:cNvSpPr>
          <p:nvPr/>
        </p:nvSpPr>
        <p:spPr>
          <a:xfrm>
            <a:off x="0" y="0"/>
            <a:ext cx="81279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11" name="Rectángulo: esquinas redondeadas 2">
            <a:extLst>
              <a:ext uri="{FF2B5EF4-FFF2-40B4-BE49-F238E27FC236}">
                <a16:creationId xmlns:a16="http://schemas.microsoft.com/office/drawing/2014/main" id="{C8751E8C-B139-21DF-A339-765A0159A41E}"/>
              </a:ext>
            </a:extLst>
          </p:cNvPr>
          <p:cNvSpPr>
            <a:spLocks/>
          </p:cNvSpPr>
          <p:nvPr/>
        </p:nvSpPr>
        <p:spPr>
          <a:xfrm>
            <a:off x="0" y="0"/>
            <a:ext cx="6360928" cy="6858000"/>
          </a:xfrm>
          <a:prstGeom prst="roundRect">
            <a:avLst>
              <a:gd name="adj" fmla="val 3011"/>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pic>
        <p:nvPicPr>
          <p:cNvPr id="12" name="Imagen 17">
            <a:extLst>
              <a:ext uri="{FF2B5EF4-FFF2-40B4-BE49-F238E27FC236}">
                <a16:creationId xmlns:a16="http://schemas.microsoft.com/office/drawing/2014/main" id="{2BC23A12-642D-7A27-6BF2-F9FCC55641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1746" y="2119684"/>
            <a:ext cx="4127142" cy="4738316"/>
          </a:xfrm>
          <a:prstGeom prst="rect">
            <a:avLst/>
          </a:prstGeom>
        </p:spPr>
      </p:pic>
      <p:sp>
        <p:nvSpPr>
          <p:cNvPr id="13" name="CuadroTexto 4">
            <a:extLst>
              <a:ext uri="{FF2B5EF4-FFF2-40B4-BE49-F238E27FC236}">
                <a16:creationId xmlns:a16="http://schemas.microsoft.com/office/drawing/2014/main" id="{FA5F61F5-FD5B-4AD9-84E0-F997B2E76BCD}"/>
              </a:ext>
            </a:extLst>
          </p:cNvPr>
          <p:cNvSpPr txBox="1"/>
          <p:nvPr/>
        </p:nvSpPr>
        <p:spPr>
          <a:xfrm>
            <a:off x="1579378" y="774878"/>
            <a:ext cx="3202172" cy="1077218"/>
          </a:xfrm>
          <a:prstGeom prst="rect">
            <a:avLst/>
          </a:prstGeom>
          <a:noFill/>
        </p:spPr>
        <p:txBody>
          <a:bodyPr wrap="square" rtlCol="0">
            <a:spAutoFit/>
          </a:bodyPr>
          <a:lstStyle/>
          <a:p>
            <a:pPr algn="ctr"/>
            <a:r>
              <a:rPr lang="es-CO" sz="3200" dirty="0">
                <a:solidFill>
                  <a:schemeClr val="bg1"/>
                </a:solidFill>
                <a:latin typeface="Poppins" panose="00000500000000000000" pitchFamily="2" charset="0"/>
                <a:cs typeface="Poppins" panose="00000500000000000000" pitchFamily="2" charset="0"/>
              </a:rPr>
              <a:t>Executive </a:t>
            </a:r>
            <a:r>
              <a:rPr lang="es-CO" sz="3200" dirty="0" err="1">
                <a:solidFill>
                  <a:schemeClr val="bg1"/>
                </a:solidFill>
                <a:latin typeface="Poppins" panose="00000500000000000000" pitchFamily="2" charset="0"/>
                <a:cs typeface="Poppins" panose="00000500000000000000" pitchFamily="2" charset="0"/>
              </a:rPr>
              <a:t>Summary</a:t>
            </a:r>
            <a:endParaRPr lang="es-CO" sz="3200" dirty="0">
              <a:solidFill>
                <a:schemeClr val="bg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1488496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8CDE7-2542-1D7A-4F7C-3982B9F49405}"/>
            </a:ext>
          </a:extLst>
        </p:cNvPr>
        <p:cNvGrpSpPr/>
        <p:nvPr/>
      </p:nvGrpSpPr>
      <p:grpSpPr>
        <a:xfrm>
          <a:off x="0" y="0"/>
          <a:ext cx="0" cy="0"/>
          <a:chOff x="0" y="0"/>
          <a:chExt cx="0" cy="0"/>
        </a:xfrm>
      </p:grpSpPr>
      <p:sp>
        <p:nvSpPr>
          <p:cNvPr id="12" name="Rectángulo: esquinas redondeadas 2">
            <a:extLst>
              <a:ext uri="{FF2B5EF4-FFF2-40B4-BE49-F238E27FC236}">
                <a16:creationId xmlns:a16="http://schemas.microsoft.com/office/drawing/2014/main" id="{E77F8680-4490-B10A-7405-52C31E07C0CB}"/>
              </a:ext>
            </a:extLst>
          </p:cNvPr>
          <p:cNvSpPr/>
          <p:nvPr/>
        </p:nvSpPr>
        <p:spPr>
          <a:xfrm>
            <a:off x="0" y="1454698"/>
            <a:ext cx="12192000" cy="2480442"/>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3" name="Content Placeholder 2">
            <a:extLst>
              <a:ext uri="{FF2B5EF4-FFF2-40B4-BE49-F238E27FC236}">
                <a16:creationId xmlns:a16="http://schemas.microsoft.com/office/drawing/2014/main" id="{7464E7EC-0692-79C6-F74C-A087E7316079}"/>
              </a:ext>
            </a:extLst>
          </p:cNvPr>
          <p:cNvSpPr>
            <a:spLocks noGrp="1"/>
          </p:cNvSpPr>
          <p:nvPr>
            <p:ph sz="quarter" idx="13"/>
          </p:nvPr>
        </p:nvSpPr>
        <p:spPr>
          <a:xfrm>
            <a:off x="731838" y="1052961"/>
            <a:ext cx="11102975" cy="210053"/>
          </a:xfrm>
        </p:spPr>
        <p:txBody>
          <a:bodyPr/>
          <a:lstStyle/>
          <a:p>
            <a:r>
              <a:rPr lang="en-US" dirty="0" err="1"/>
              <a:t>Syrsa</a:t>
            </a:r>
            <a:r>
              <a:rPr lang="en-US" dirty="0"/>
              <a:t> is one of the largest distributors of specialty chemicals and ingredients in the Mexican market available for M&amp;A</a:t>
            </a:r>
          </a:p>
        </p:txBody>
      </p:sp>
      <p:sp>
        <p:nvSpPr>
          <p:cNvPr id="2" name="Title 1">
            <a:extLst>
              <a:ext uri="{FF2B5EF4-FFF2-40B4-BE49-F238E27FC236}">
                <a16:creationId xmlns:a16="http://schemas.microsoft.com/office/drawing/2014/main" id="{DA0D06E7-901E-6C11-7B04-6C35C919F836}"/>
              </a:ext>
            </a:extLst>
          </p:cNvPr>
          <p:cNvSpPr>
            <a:spLocks noGrp="1"/>
          </p:cNvSpPr>
          <p:nvPr>
            <p:ph type="title"/>
          </p:nvPr>
        </p:nvSpPr>
        <p:spPr/>
        <p:txBody>
          <a:bodyPr/>
          <a:lstStyle/>
          <a:p>
            <a:r>
              <a:rPr lang="pt-BR" dirty="0"/>
              <a:t>Syrsa </a:t>
            </a:r>
            <a:r>
              <a:rPr lang="pt-BR" dirty="0" err="1"/>
              <a:t>at</a:t>
            </a:r>
            <a:r>
              <a:rPr lang="pt-BR" dirty="0"/>
              <a:t> a </a:t>
            </a:r>
            <a:r>
              <a:rPr lang="pt-BR" dirty="0" err="1"/>
              <a:t>Glance</a:t>
            </a:r>
            <a:endParaRPr lang="pt-BR" dirty="0"/>
          </a:p>
        </p:txBody>
      </p:sp>
      <p:sp>
        <p:nvSpPr>
          <p:cNvPr id="1103" name="Rectangle 1102">
            <a:extLst>
              <a:ext uri="{FF2B5EF4-FFF2-40B4-BE49-F238E27FC236}">
                <a16:creationId xmlns:a16="http://schemas.microsoft.com/office/drawing/2014/main" id="{D9AB6C94-050B-5BDF-8064-A6475FC9A461}"/>
              </a:ext>
            </a:extLst>
          </p:cNvPr>
          <p:cNvSpPr/>
          <p:nvPr/>
        </p:nvSpPr>
        <p:spPr>
          <a:xfrm>
            <a:off x="1242525" y="1663895"/>
            <a:ext cx="2917883" cy="6719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spcAft>
                <a:spcPts val="200"/>
              </a:spcAft>
            </a:pPr>
            <a:r>
              <a:rPr lang="en-US" sz="900" b="1" dirty="0">
                <a:solidFill>
                  <a:schemeClr val="accent1"/>
                </a:solidFill>
                <a:latin typeface="Poppins SemiBold" panose="00000700000000000000" pitchFamily="2" charset="0"/>
                <a:ea typeface="Source Serif Pro" panose="02040603050405020204" pitchFamily="18" charset="0"/>
                <a:cs typeface="Poppins SemiBold" panose="00000700000000000000" pitchFamily="2" charset="0"/>
              </a:rPr>
              <a:t>Renowned Distributor of Specialty                             Chemicals in Latin America</a:t>
            </a:r>
          </a:p>
          <a:p>
            <a:pPr>
              <a:spcAft>
                <a:spcPts val="200"/>
              </a:spcAft>
            </a:pPr>
            <a:r>
              <a:rPr lang="en-US" sz="800" dirty="0" err="1">
                <a:solidFill>
                  <a:schemeClr val="bg1"/>
                </a:solidFill>
                <a:latin typeface="+mj-lt"/>
                <a:ea typeface="Source Serif Pro" panose="02040603050405020204" pitchFamily="18" charset="0"/>
              </a:rPr>
              <a:t>Syrsa</a:t>
            </a:r>
            <a:r>
              <a:rPr lang="en-US" sz="800" dirty="0">
                <a:solidFill>
                  <a:schemeClr val="bg1"/>
                </a:solidFill>
                <a:latin typeface="+mj-lt"/>
                <a:ea typeface="Source Serif Pro" panose="02040603050405020204" pitchFamily="18" charset="0"/>
              </a:rPr>
              <a:t> is a leading distributor serving the food, personal care, and industrial sectors, offering a range of products and services to the region’s top companies</a:t>
            </a:r>
          </a:p>
        </p:txBody>
      </p:sp>
      <p:grpSp>
        <p:nvGrpSpPr>
          <p:cNvPr id="1116" name="Agrupar 663">
            <a:extLst>
              <a:ext uri="{FF2B5EF4-FFF2-40B4-BE49-F238E27FC236}">
                <a16:creationId xmlns:a16="http://schemas.microsoft.com/office/drawing/2014/main" id="{F6971AB0-A776-53DD-A84F-E8D7EB38CD79}"/>
              </a:ext>
            </a:extLst>
          </p:cNvPr>
          <p:cNvGrpSpPr/>
          <p:nvPr/>
        </p:nvGrpSpPr>
        <p:grpSpPr>
          <a:xfrm>
            <a:off x="734110" y="1662866"/>
            <a:ext cx="305153" cy="296715"/>
            <a:chOff x="6350" y="2370138"/>
            <a:chExt cx="344488" cy="334963"/>
          </a:xfrm>
        </p:grpSpPr>
        <p:sp>
          <p:nvSpPr>
            <p:cNvPr id="1117" name="Freeform 602">
              <a:extLst>
                <a:ext uri="{FF2B5EF4-FFF2-40B4-BE49-F238E27FC236}">
                  <a16:creationId xmlns:a16="http://schemas.microsoft.com/office/drawing/2014/main" id="{68DEDE28-B59D-2769-B77E-A3E26D7DF07D}"/>
                </a:ext>
              </a:extLst>
            </p:cNvPr>
            <p:cNvSpPr>
              <a:spLocks/>
            </p:cNvSpPr>
            <p:nvPr/>
          </p:nvSpPr>
          <p:spPr bwMode="auto">
            <a:xfrm>
              <a:off x="30163" y="2479676"/>
              <a:ext cx="95250" cy="188913"/>
            </a:xfrm>
            <a:custGeom>
              <a:avLst/>
              <a:gdLst>
                <a:gd name="T0" fmla="*/ 0 w 28"/>
                <a:gd name="T1" fmla="*/ 56 h 56"/>
                <a:gd name="T2" fmla="*/ 21 w 28"/>
                <a:gd name="T3" fmla="*/ 28 h 56"/>
                <a:gd name="T4" fmla="*/ 21 w 28"/>
                <a:gd name="T5" fmla="*/ 21 h 56"/>
                <a:gd name="T6" fmla="*/ 28 w 28"/>
                <a:gd name="T7" fmla="*/ 21 h 56"/>
                <a:gd name="T8" fmla="*/ 14 w 28"/>
                <a:gd name="T9" fmla="*/ 0 h 56"/>
                <a:gd name="T10" fmla="*/ 0 w 28"/>
                <a:gd name="T11" fmla="*/ 21 h 56"/>
                <a:gd name="T12" fmla="*/ 7 w 28"/>
                <a:gd name="T13" fmla="*/ 21 h 56"/>
                <a:gd name="T14" fmla="*/ 7 w 28"/>
                <a:gd name="T15" fmla="*/ 30 h 56"/>
                <a:gd name="T16" fmla="*/ 5 w 28"/>
                <a:gd name="T17" fmla="*/ 39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56">
                  <a:moveTo>
                    <a:pt x="0" y="56"/>
                  </a:moveTo>
                  <a:cubicBezTo>
                    <a:pt x="19" y="51"/>
                    <a:pt x="21" y="37"/>
                    <a:pt x="21" y="28"/>
                  </a:cubicBezTo>
                  <a:cubicBezTo>
                    <a:pt x="21" y="23"/>
                    <a:pt x="21" y="21"/>
                    <a:pt x="21" y="21"/>
                  </a:cubicBezTo>
                  <a:cubicBezTo>
                    <a:pt x="28" y="21"/>
                    <a:pt x="28" y="21"/>
                    <a:pt x="28" y="21"/>
                  </a:cubicBezTo>
                  <a:cubicBezTo>
                    <a:pt x="14" y="0"/>
                    <a:pt x="14" y="0"/>
                    <a:pt x="14" y="0"/>
                  </a:cubicBezTo>
                  <a:cubicBezTo>
                    <a:pt x="0" y="21"/>
                    <a:pt x="0" y="21"/>
                    <a:pt x="0" y="21"/>
                  </a:cubicBezTo>
                  <a:cubicBezTo>
                    <a:pt x="7" y="21"/>
                    <a:pt x="7" y="21"/>
                    <a:pt x="7" y="21"/>
                  </a:cubicBezTo>
                  <a:cubicBezTo>
                    <a:pt x="7" y="21"/>
                    <a:pt x="7" y="23"/>
                    <a:pt x="7" y="30"/>
                  </a:cubicBezTo>
                  <a:cubicBezTo>
                    <a:pt x="7" y="37"/>
                    <a:pt x="5" y="39"/>
                    <a:pt x="5" y="39"/>
                  </a:cubicBezTo>
                </a:path>
              </a:pathLst>
            </a:custGeom>
            <a:noFill/>
            <a:ln w="635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solidFill>
                  <a:schemeClr val="bg1"/>
                </a:solidFill>
                <a:latin typeface="+mj-lt"/>
              </a:endParaRPr>
            </a:p>
          </p:txBody>
        </p:sp>
        <p:sp>
          <p:nvSpPr>
            <p:cNvPr id="1118" name="Freeform 603">
              <a:extLst>
                <a:ext uri="{FF2B5EF4-FFF2-40B4-BE49-F238E27FC236}">
                  <a16:creationId xmlns:a16="http://schemas.microsoft.com/office/drawing/2014/main" id="{69BF34D8-689C-9445-EA67-E7B2837CC537}"/>
                </a:ext>
              </a:extLst>
            </p:cNvPr>
            <p:cNvSpPr>
              <a:spLocks/>
            </p:cNvSpPr>
            <p:nvPr/>
          </p:nvSpPr>
          <p:spPr bwMode="auto">
            <a:xfrm>
              <a:off x="233363" y="2479676"/>
              <a:ext cx="93663" cy="188913"/>
            </a:xfrm>
            <a:custGeom>
              <a:avLst/>
              <a:gdLst>
                <a:gd name="T0" fmla="*/ 28 w 28"/>
                <a:gd name="T1" fmla="*/ 56 h 56"/>
                <a:gd name="T2" fmla="*/ 7 w 28"/>
                <a:gd name="T3" fmla="*/ 28 h 56"/>
                <a:gd name="T4" fmla="*/ 7 w 28"/>
                <a:gd name="T5" fmla="*/ 21 h 56"/>
                <a:gd name="T6" fmla="*/ 0 w 28"/>
                <a:gd name="T7" fmla="*/ 21 h 56"/>
                <a:gd name="T8" fmla="*/ 14 w 28"/>
                <a:gd name="T9" fmla="*/ 0 h 56"/>
                <a:gd name="T10" fmla="*/ 28 w 28"/>
                <a:gd name="T11" fmla="*/ 21 h 56"/>
                <a:gd name="T12" fmla="*/ 21 w 28"/>
                <a:gd name="T13" fmla="*/ 21 h 56"/>
                <a:gd name="T14" fmla="*/ 21 w 28"/>
                <a:gd name="T15" fmla="*/ 30 h 56"/>
                <a:gd name="T16" fmla="*/ 23 w 28"/>
                <a:gd name="T17" fmla="*/ 39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56">
                  <a:moveTo>
                    <a:pt x="28" y="56"/>
                  </a:moveTo>
                  <a:cubicBezTo>
                    <a:pt x="10" y="51"/>
                    <a:pt x="7" y="37"/>
                    <a:pt x="7" y="28"/>
                  </a:cubicBezTo>
                  <a:cubicBezTo>
                    <a:pt x="7" y="23"/>
                    <a:pt x="7" y="21"/>
                    <a:pt x="7" y="21"/>
                  </a:cubicBezTo>
                  <a:cubicBezTo>
                    <a:pt x="0" y="21"/>
                    <a:pt x="0" y="21"/>
                    <a:pt x="0" y="21"/>
                  </a:cubicBezTo>
                  <a:cubicBezTo>
                    <a:pt x="14" y="0"/>
                    <a:pt x="14" y="0"/>
                    <a:pt x="14" y="0"/>
                  </a:cubicBezTo>
                  <a:cubicBezTo>
                    <a:pt x="28" y="21"/>
                    <a:pt x="28" y="21"/>
                    <a:pt x="28" y="21"/>
                  </a:cubicBezTo>
                  <a:cubicBezTo>
                    <a:pt x="21" y="21"/>
                    <a:pt x="21" y="21"/>
                    <a:pt x="21" y="21"/>
                  </a:cubicBezTo>
                  <a:cubicBezTo>
                    <a:pt x="21" y="21"/>
                    <a:pt x="21" y="23"/>
                    <a:pt x="21" y="30"/>
                  </a:cubicBezTo>
                  <a:cubicBezTo>
                    <a:pt x="21" y="37"/>
                    <a:pt x="23" y="39"/>
                    <a:pt x="23" y="39"/>
                  </a:cubicBezTo>
                </a:path>
              </a:pathLst>
            </a:custGeom>
            <a:noFill/>
            <a:ln w="635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solidFill>
                  <a:schemeClr val="bg1"/>
                </a:solidFill>
                <a:latin typeface="+mj-lt"/>
              </a:endParaRPr>
            </a:p>
          </p:txBody>
        </p:sp>
        <p:sp>
          <p:nvSpPr>
            <p:cNvPr id="1119" name="Freeform 604">
              <a:extLst>
                <a:ext uri="{FF2B5EF4-FFF2-40B4-BE49-F238E27FC236}">
                  <a16:creationId xmlns:a16="http://schemas.microsoft.com/office/drawing/2014/main" id="{E9E4B264-E15A-5DCB-04FA-C3A789DAE8AC}"/>
                </a:ext>
              </a:extLst>
            </p:cNvPr>
            <p:cNvSpPr>
              <a:spLocks/>
            </p:cNvSpPr>
            <p:nvPr/>
          </p:nvSpPr>
          <p:spPr bwMode="auto">
            <a:xfrm>
              <a:off x="6350" y="2370138"/>
              <a:ext cx="344488" cy="334963"/>
            </a:xfrm>
            <a:custGeom>
              <a:avLst/>
              <a:gdLst>
                <a:gd name="T0" fmla="*/ 102 w 102"/>
                <a:gd name="T1" fmla="*/ 99 h 99"/>
                <a:gd name="T2" fmla="*/ 58 w 102"/>
                <a:gd name="T3" fmla="*/ 53 h 99"/>
                <a:gd name="T4" fmla="*/ 58 w 102"/>
                <a:gd name="T5" fmla="*/ 32 h 99"/>
                <a:gd name="T6" fmla="*/ 67 w 102"/>
                <a:gd name="T7" fmla="*/ 32 h 99"/>
                <a:gd name="T8" fmla="*/ 51 w 102"/>
                <a:gd name="T9" fmla="*/ 0 h 99"/>
                <a:gd name="T10" fmla="*/ 35 w 102"/>
                <a:gd name="T11" fmla="*/ 32 h 99"/>
                <a:gd name="T12" fmla="*/ 44 w 102"/>
                <a:gd name="T13" fmla="*/ 32 h 99"/>
                <a:gd name="T14" fmla="*/ 44 w 102"/>
                <a:gd name="T15" fmla="*/ 53 h 99"/>
                <a:gd name="T16" fmla="*/ 0 w 102"/>
                <a:gd name="T17" fmla="*/ 99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2" h="99">
                  <a:moveTo>
                    <a:pt x="102" y="99"/>
                  </a:moveTo>
                  <a:cubicBezTo>
                    <a:pt x="74" y="97"/>
                    <a:pt x="58" y="78"/>
                    <a:pt x="58" y="53"/>
                  </a:cubicBezTo>
                  <a:cubicBezTo>
                    <a:pt x="58" y="34"/>
                    <a:pt x="58" y="32"/>
                    <a:pt x="58" y="32"/>
                  </a:cubicBezTo>
                  <a:cubicBezTo>
                    <a:pt x="67" y="32"/>
                    <a:pt x="67" y="32"/>
                    <a:pt x="67" y="32"/>
                  </a:cubicBezTo>
                  <a:cubicBezTo>
                    <a:pt x="51" y="0"/>
                    <a:pt x="51" y="0"/>
                    <a:pt x="51" y="0"/>
                  </a:cubicBezTo>
                  <a:cubicBezTo>
                    <a:pt x="35" y="32"/>
                    <a:pt x="35" y="32"/>
                    <a:pt x="35" y="32"/>
                  </a:cubicBezTo>
                  <a:cubicBezTo>
                    <a:pt x="44" y="32"/>
                    <a:pt x="44" y="32"/>
                    <a:pt x="44" y="32"/>
                  </a:cubicBezTo>
                  <a:cubicBezTo>
                    <a:pt x="44" y="32"/>
                    <a:pt x="44" y="34"/>
                    <a:pt x="44" y="53"/>
                  </a:cubicBezTo>
                  <a:cubicBezTo>
                    <a:pt x="44" y="78"/>
                    <a:pt x="28" y="97"/>
                    <a:pt x="0" y="99"/>
                  </a:cubicBezTo>
                </a:path>
              </a:pathLst>
            </a:custGeom>
            <a:noFill/>
            <a:ln w="635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solidFill>
                  <a:schemeClr val="bg1"/>
                </a:solidFill>
                <a:latin typeface="+mj-lt"/>
              </a:endParaRPr>
            </a:p>
          </p:txBody>
        </p:sp>
      </p:grpSp>
      <p:sp>
        <p:nvSpPr>
          <p:cNvPr id="1104" name="Rectangle 1103">
            <a:extLst>
              <a:ext uri="{FF2B5EF4-FFF2-40B4-BE49-F238E27FC236}">
                <a16:creationId xmlns:a16="http://schemas.microsoft.com/office/drawing/2014/main" id="{7552CA30-97FB-97C7-7AF4-FF4A0F81A25C}"/>
              </a:ext>
            </a:extLst>
          </p:cNvPr>
          <p:cNvSpPr/>
          <p:nvPr/>
        </p:nvSpPr>
        <p:spPr>
          <a:xfrm>
            <a:off x="5438771" y="1663895"/>
            <a:ext cx="3164325" cy="6719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spcAft>
                <a:spcPts val="200"/>
              </a:spcAft>
            </a:pPr>
            <a:r>
              <a:rPr lang="en-US" sz="900" b="1" dirty="0">
                <a:solidFill>
                  <a:schemeClr val="accent1"/>
                </a:solidFill>
                <a:latin typeface="Poppins SemiBold" panose="00000700000000000000" pitchFamily="2" charset="0"/>
                <a:ea typeface="Source Serif Pro" panose="02040603050405020204" pitchFamily="18" charset="0"/>
                <a:cs typeface="Poppins SemiBold" panose="00000700000000000000" pitchFamily="2" charset="0"/>
              </a:rPr>
              <a:t>Long-Term Relationships with                                         Renowned Suppliers and Blue-Chip Clients</a:t>
            </a:r>
          </a:p>
          <a:p>
            <a:pPr>
              <a:spcAft>
                <a:spcPts val="200"/>
              </a:spcAft>
            </a:pPr>
            <a:r>
              <a:rPr lang="en-US" sz="800" dirty="0">
                <a:solidFill>
                  <a:schemeClr val="bg1"/>
                </a:solidFill>
                <a:latin typeface="+mj-lt"/>
                <a:ea typeface="Source Serif Pro" panose="02040603050405020204" pitchFamily="18" charset="0"/>
              </a:rPr>
              <a:t>A supplier base comprising renowned American, European, and Asian companies, along with over 600 prestigious clients across various industries with high purchase recurrence</a:t>
            </a:r>
          </a:p>
        </p:txBody>
      </p:sp>
      <p:grpSp>
        <p:nvGrpSpPr>
          <p:cNvPr id="1120" name="Agrupar 888">
            <a:extLst>
              <a:ext uri="{FF2B5EF4-FFF2-40B4-BE49-F238E27FC236}">
                <a16:creationId xmlns:a16="http://schemas.microsoft.com/office/drawing/2014/main" id="{421C6C74-E31F-492B-9331-F21589245C46}"/>
              </a:ext>
            </a:extLst>
          </p:cNvPr>
          <p:cNvGrpSpPr/>
          <p:nvPr/>
        </p:nvGrpSpPr>
        <p:grpSpPr>
          <a:xfrm>
            <a:off x="4915439" y="1662866"/>
            <a:ext cx="302769" cy="318116"/>
            <a:chOff x="4321175" y="4210051"/>
            <a:chExt cx="344488" cy="361950"/>
          </a:xfrm>
        </p:grpSpPr>
        <p:sp>
          <p:nvSpPr>
            <p:cNvPr id="1121" name="Freeform 694">
              <a:extLst>
                <a:ext uri="{FF2B5EF4-FFF2-40B4-BE49-F238E27FC236}">
                  <a16:creationId xmlns:a16="http://schemas.microsoft.com/office/drawing/2014/main" id="{13BE0642-39D4-E16B-9036-6B30DAE17D3A}"/>
                </a:ext>
              </a:extLst>
            </p:cNvPr>
            <p:cNvSpPr>
              <a:spLocks/>
            </p:cNvSpPr>
            <p:nvPr/>
          </p:nvSpPr>
          <p:spPr bwMode="auto">
            <a:xfrm>
              <a:off x="4371975" y="4281488"/>
              <a:ext cx="57150" cy="66675"/>
            </a:xfrm>
            <a:custGeom>
              <a:avLst/>
              <a:gdLst>
                <a:gd name="T0" fmla="*/ 6 w 17"/>
                <a:gd name="T1" fmla="*/ 20 h 20"/>
                <a:gd name="T2" fmla="*/ 6 w 17"/>
                <a:gd name="T3" fmla="*/ 16 h 20"/>
                <a:gd name="T4" fmla="*/ 10 w 17"/>
                <a:gd name="T5" fmla="*/ 11 h 20"/>
                <a:gd name="T6" fmla="*/ 17 w 17"/>
                <a:gd name="T7" fmla="*/ 11 h 20"/>
                <a:gd name="T8" fmla="*/ 17 w 17"/>
                <a:gd name="T9" fmla="*/ 6 h 20"/>
                <a:gd name="T10" fmla="*/ 10 w 17"/>
                <a:gd name="T11" fmla="*/ 0 h 20"/>
                <a:gd name="T12" fmla="*/ 0 w 17"/>
                <a:gd name="T13" fmla="*/ 0 h 20"/>
              </a:gdLst>
              <a:ahLst/>
              <a:cxnLst>
                <a:cxn ang="0">
                  <a:pos x="T0" y="T1"/>
                </a:cxn>
                <a:cxn ang="0">
                  <a:pos x="T2" y="T3"/>
                </a:cxn>
                <a:cxn ang="0">
                  <a:pos x="T4" y="T5"/>
                </a:cxn>
                <a:cxn ang="0">
                  <a:pos x="T6" y="T7"/>
                </a:cxn>
                <a:cxn ang="0">
                  <a:pos x="T8" y="T9"/>
                </a:cxn>
                <a:cxn ang="0">
                  <a:pos x="T10" y="T11"/>
                </a:cxn>
                <a:cxn ang="0">
                  <a:pos x="T12" y="T13"/>
                </a:cxn>
              </a:cxnLst>
              <a:rect l="0" t="0" r="r" b="b"/>
              <a:pathLst>
                <a:path w="17" h="20">
                  <a:moveTo>
                    <a:pt x="6" y="20"/>
                  </a:moveTo>
                  <a:cubicBezTo>
                    <a:pt x="6" y="16"/>
                    <a:pt x="6" y="16"/>
                    <a:pt x="6" y="16"/>
                  </a:cubicBezTo>
                  <a:cubicBezTo>
                    <a:pt x="10" y="11"/>
                    <a:pt x="10" y="11"/>
                    <a:pt x="10" y="11"/>
                  </a:cubicBezTo>
                  <a:cubicBezTo>
                    <a:pt x="17" y="11"/>
                    <a:pt x="17" y="11"/>
                    <a:pt x="17" y="11"/>
                  </a:cubicBezTo>
                  <a:cubicBezTo>
                    <a:pt x="17" y="6"/>
                    <a:pt x="17" y="6"/>
                    <a:pt x="17" y="6"/>
                  </a:cubicBezTo>
                  <a:cubicBezTo>
                    <a:pt x="17" y="3"/>
                    <a:pt x="14" y="0"/>
                    <a:pt x="10" y="0"/>
                  </a:cubicBezTo>
                  <a:cubicBezTo>
                    <a:pt x="0" y="0"/>
                    <a:pt x="0" y="0"/>
                    <a:pt x="0" y="0"/>
                  </a:cubicBezTo>
                </a:path>
              </a:pathLst>
            </a:custGeom>
            <a:noFill/>
            <a:ln w="635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solidFill>
                  <a:schemeClr val="bg1"/>
                </a:solidFill>
                <a:latin typeface="+mj-lt"/>
              </a:endParaRPr>
            </a:p>
          </p:txBody>
        </p:sp>
        <p:sp>
          <p:nvSpPr>
            <p:cNvPr id="1122" name="Freeform 695">
              <a:extLst>
                <a:ext uri="{FF2B5EF4-FFF2-40B4-BE49-F238E27FC236}">
                  <a16:creationId xmlns:a16="http://schemas.microsoft.com/office/drawing/2014/main" id="{BE7C5FEF-09F8-3F69-207B-3A1159E2FFCF}"/>
                </a:ext>
              </a:extLst>
            </p:cNvPr>
            <p:cNvSpPr>
              <a:spLocks/>
            </p:cNvSpPr>
            <p:nvPr/>
          </p:nvSpPr>
          <p:spPr bwMode="auto">
            <a:xfrm>
              <a:off x="4468813" y="4240213"/>
              <a:ext cx="165100" cy="101600"/>
            </a:xfrm>
            <a:custGeom>
              <a:avLst/>
              <a:gdLst>
                <a:gd name="T0" fmla="*/ 33 w 49"/>
                <a:gd name="T1" fmla="*/ 0 h 30"/>
                <a:gd name="T2" fmla="*/ 28 w 49"/>
                <a:gd name="T3" fmla="*/ 5 h 30"/>
                <a:gd name="T4" fmla="*/ 14 w 49"/>
                <a:gd name="T5" fmla="*/ 5 h 30"/>
                <a:gd name="T6" fmla="*/ 9 w 49"/>
                <a:gd name="T7" fmla="*/ 9 h 30"/>
                <a:gd name="T8" fmla="*/ 7 w 49"/>
                <a:gd name="T9" fmla="*/ 9 h 30"/>
                <a:gd name="T10" fmla="*/ 0 w 49"/>
                <a:gd name="T11" fmla="*/ 16 h 30"/>
                <a:gd name="T12" fmla="*/ 0 w 49"/>
                <a:gd name="T13" fmla="*/ 18 h 30"/>
                <a:gd name="T14" fmla="*/ 11 w 49"/>
                <a:gd name="T15" fmla="*/ 18 h 30"/>
                <a:gd name="T16" fmla="*/ 21 w 49"/>
                <a:gd name="T17" fmla="*/ 28 h 30"/>
                <a:gd name="T18" fmla="*/ 21 w 49"/>
                <a:gd name="T19" fmla="*/ 28 h 30"/>
                <a:gd name="T20" fmla="*/ 25 w 49"/>
                <a:gd name="T21" fmla="*/ 28 h 30"/>
                <a:gd name="T22" fmla="*/ 28 w 49"/>
                <a:gd name="T23" fmla="*/ 25 h 30"/>
                <a:gd name="T24" fmla="*/ 30 w 49"/>
                <a:gd name="T25" fmla="*/ 25 h 30"/>
                <a:gd name="T26" fmla="*/ 35 w 49"/>
                <a:gd name="T27" fmla="*/ 30 h 30"/>
                <a:gd name="T28" fmla="*/ 35 w 49"/>
                <a:gd name="T29" fmla="*/ 30 h 30"/>
                <a:gd name="T30" fmla="*/ 49 w 49"/>
                <a:gd name="T31"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9" h="30">
                  <a:moveTo>
                    <a:pt x="33" y="0"/>
                  </a:moveTo>
                  <a:cubicBezTo>
                    <a:pt x="28" y="5"/>
                    <a:pt x="28" y="5"/>
                    <a:pt x="28" y="5"/>
                  </a:cubicBezTo>
                  <a:cubicBezTo>
                    <a:pt x="14" y="5"/>
                    <a:pt x="14" y="5"/>
                    <a:pt x="14" y="5"/>
                  </a:cubicBezTo>
                  <a:cubicBezTo>
                    <a:pt x="9" y="9"/>
                    <a:pt x="9" y="9"/>
                    <a:pt x="9" y="9"/>
                  </a:cubicBezTo>
                  <a:cubicBezTo>
                    <a:pt x="7" y="9"/>
                    <a:pt x="7" y="9"/>
                    <a:pt x="7" y="9"/>
                  </a:cubicBezTo>
                  <a:cubicBezTo>
                    <a:pt x="3" y="9"/>
                    <a:pt x="0" y="12"/>
                    <a:pt x="0" y="16"/>
                  </a:cubicBezTo>
                  <a:cubicBezTo>
                    <a:pt x="0" y="18"/>
                    <a:pt x="0" y="18"/>
                    <a:pt x="0" y="18"/>
                  </a:cubicBezTo>
                  <a:cubicBezTo>
                    <a:pt x="11" y="18"/>
                    <a:pt x="11" y="18"/>
                    <a:pt x="11" y="18"/>
                  </a:cubicBezTo>
                  <a:cubicBezTo>
                    <a:pt x="21" y="28"/>
                    <a:pt x="21" y="28"/>
                    <a:pt x="21" y="28"/>
                  </a:cubicBezTo>
                  <a:cubicBezTo>
                    <a:pt x="21" y="28"/>
                    <a:pt x="21" y="28"/>
                    <a:pt x="21" y="28"/>
                  </a:cubicBezTo>
                  <a:cubicBezTo>
                    <a:pt x="25" y="28"/>
                    <a:pt x="25" y="28"/>
                    <a:pt x="25" y="28"/>
                  </a:cubicBezTo>
                  <a:cubicBezTo>
                    <a:pt x="28" y="25"/>
                    <a:pt x="28" y="25"/>
                    <a:pt x="28" y="25"/>
                  </a:cubicBezTo>
                  <a:cubicBezTo>
                    <a:pt x="30" y="25"/>
                    <a:pt x="30" y="25"/>
                    <a:pt x="30" y="25"/>
                  </a:cubicBezTo>
                  <a:cubicBezTo>
                    <a:pt x="35" y="30"/>
                    <a:pt x="35" y="30"/>
                    <a:pt x="35" y="30"/>
                  </a:cubicBezTo>
                  <a:cubicBezTo>
                    <a:pt x="35" y="30"/>
                    <a:pt x="35" y="30"/>
                    <a:pt x="35" y="30"/>
                  </a:cubicBezTo>
                  <a:cubicBezTo>
                    <a:pt x="49" y="30"/>
                    <a:pt x="49" y="30"/>
                    <a:pt x="49" y="30"/>
                  </a:cubicBezTo>
                </a:path>
              </a:pathLst>
            </a:custGeom>
            <a:noFill/>
            <a:ln w="635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solidFill>
                  <a:schemeClr val="bg1"/>
                </a:solidFill>
                <a:latin typeface="+mj-lt"/>
              </a:endParaRPr>
            </a:p>
          </p:txBody>
        </p:sp>
        <p:sp>
          <p:nvSpPr>
            <p:cNvPr id="1123" name="Freeform 696">
              <a:extLst>
                <a:ext uri="{FF2B5EF4-FFF2-40B4-BE49-F238E27FC236}">
                  <a16:creationId xmlns:a16="http://schemas.microsoft.com/office/drawing/2014/main" id="{1EB0CE6D-0236-A666-1B58-83223917203E}"/>
                </a:ext>
              </a:extLst>
            </p:cNvPr>
            <p:cNvSpPr>
              <a:spLocks/>
            </p:cNvSpPr>
            <p:nvPr/>
          </p:nvSpPr>
          <p:spPr bwMode="auto">
            <a:xfrm>
              <a:off x="4351338" y="4210051"/>
              <a:ext cx="282575" cy="138113"/>
            </a:xfrm>
            <a:custGeom>
              <a:avLst/>
              <a:gdLst>
                <a:gd name="T0" fmla="*/ 0 w 84"/>
                <a:gd name="T1" fmla="*/ 41 h 41"/>
                <a:gd name="T2" fmla="*/ 42 w 84"/>
                <a:gd name="T3" fmla="*/ 0 h 41"/>
                <a:gd name="T4" fmla="*/ 84 w 84"/>
                <a:gd name="T5" fmla="*/ 41 h 41"/>
              </a:gdLst>
              <a:ahLst/>
              <a:cxnLst>
                <a:cxn ang="0">
                  <a:pos x="T0" y="T1"/>
                </a:cxn>
                <a:cxn ang="0">
                  <a:pos x="T2" y="T3"/>
                </a:cxn>
                <a:cxn ang="0">
                  <a:pos x="T4" y="T5"/>
                </a:cxn>
              </a:cxnLst>
              <a:rect l="0" t="0" r="r" b="b"/>
              <a:pathLst>
                <a:path w="84" h="41">
                  <a:moveTo>
                    <a:pt x="0" y="41"/>
                  </a:moveTo>
                  <a:cubicBezTo>
                    <a:pt x="0" y="18"/>
                    <a:pt x="19" y="0"/>
                    <a:pt x="42" y="0"/>
                  </a:cubicBezTo>
                  <a:cubicBezTo>
                    <a:pt x="65" y="0"/>
                    <a:pt x="84" y="18"/>
                    <a:pt x="84" y="41"/>
                  </a:cubicBezTo>
                </a:path>
              </a:pathLst>
            </a:custGeom>
            <a:noFill/>
            <a:ln w="635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solidFill>
                  <a:schemeClr val="bg1"/>
                </a:solidFill>
                <a:latin typeface="+mj-lt"/>
              </a:endParaRPr>
            </a:p>
          </p:txBody>
        </p:sp>
        <p:sp>
          <p:nvSpPr>
            <p:cNvPr id="1124" name="Freeform 697">
              <a:extLst>
                <a:ext uri="{FF2B5EF4-FFF2-40B4-BE49-F238E27FC236}">
                  <a16:creationId xmlns:a16="http://schemas.microsoft.com/office/drawing/2014/main" id="{8EBDE0EB-0E5F-35F8-EAF2-F249D2C5E3B6}"/>
                </a:ext>
              </a:extLst>
            </p:cNvPr>
            <p:cNvSpPr>
              <a:spLocks/>
            </p:cNvSpPr>
            <p:nvPr/>
          </p:nvSpPr>
          <p:spPr bwMode="auto">
            <a:xfrm>
              <a:off x="4441825" y="4365626"/>
              <a:ext cx="223838" cy="74613"/>
            </a:xfrm>
            <a:custGeom>
              <a:avLst/>
              <a:gdLst>
                <a:gd name="T0" fmla="*/ 66 w 66"/>
                <a:gd name="T1" fmla="*/ 5 h 22"/>
                <a:gd name="T2" fmla="*/ 50 w 66"/>
                <a:gd name="T3" fmla="*/ 5 h 22"/>
                <a:gd name="T4" fmla="*/ 43 w 66"/>
                <a:gd name="T5" fmla="*/ 3 h 22"/>
                <a:gd name="T6" fmla="*/ 42 w 66"/>
                <a:gd name="T7" fmla="*/ 2 h 22"/>
                <a:gd name="T8" fmla="*/ 36 w 66"/>
                <a:gd name="T9" fmla="*/ 0 h 22"/>
                <a:gd name="T10" fmla="*/ 18 w 66"/>
                <a:gd name="T11" fmla="*/ 0 h 22"/>
                <a:gd name="T12" fmla="*/ 14 w 66"/>
                <a:gd name="T13" fmla="*/ 2 h 22"/>
                <a:gd name="T14" fmla="*/ 7 w 66"/>
                <a:gd name="T15" fmla="*/ 8 h 22"/>
                <a:gd name="T16" fmla="*/ 0 w 66"/>
                <a:gd name="T17" fmla="*/ 16 h 22"/>
                <a:gd name="T18" fmla="*/ 11 w 66"/>
                <a:gd name="T19" fmla="*/ 18 h 22"/>
                <a:gd name="T20" fmla="*/ 18 w 66"/>
                <a:gd name="T21" fmla="*/ 14 h 22"/>
                <a:gd name="T22" fmla="*/ 24 w 66"/>
                <a:gd name="T23" fmla="*/ 14 h 22"/>
                <a:gd name="T24" fmla="*/ 33 w 66"/>
                <a:gd name="T2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22">
                  <a:moveTo>
                    <a:pt x="66" y="5"/>
                  </a:moveTo>
                  <a:cubicBezTo>
                    <a:pt x="50" y="5"/>
                    <a:pt x="50" y="5"/>
                    <a:pt x="50" y="5"/>
                  </a:cubicBezTo>
                  <a:cubicBezTo>
                    <a:pt x="47" y="5"/>
                    <a:pt x="45" y="4"/>
                    <a:pt x="43" y="3"/>
                  </a:cubicBezTo>
                  <a:cubicBezTo>
                    <a:pt x="42" y="2"/>
                    <a:pt x="42" y="2"/>
                    <a:pt x="42" y="2"/>
                  </a:cubicBezTo>
                  <a:cubicBezTo>
                    <a:pt x="40" y="1"/>
                    <a:pt x="38" y="0"/>
                    <a:pt x="36" y="0"/>
                  </a:cubicBezTo>
                  <a:cubicBezTo>
                    <a:pt x="18" y="0"/>
                    <a:pt x="18" y="0"/>
                    <a:pt x="18" y="0"/>
                  </a:cubicBezTo>
                  <a:cubicBezTo>
                    <a:pt x="16" y="0"/>
                    <a:pt x="15" y="1"/>
                    <a:pt x="14" y="2"/>
                  </a:cubicBezTo>
                  <a:cubicBezTo>
                    <a:pt x="7" y="8"/>
                    <a:pt x="7" y="8"/>
                    <a:pt x="7" y="8"/>
                  </a:cubicBezTo>
                  <a:cubicBezTo>
                    <a:pt x="7" y="8"/>
                    <a:pt x="3" y="12"/>
                    <a:pt x="0" y="16"/>
                  </a:cubicBezTo>
                  <a:cubicBezTo>
                    <a:pt x="4" y="19"/>
                    <a:pt x="7" y="19"/>
                    <a:pt x="11" y="18"/>
                  </a:cubicBezTo>
                  <a:cubicBezTo>
                    <a:pt x="14" y="17"/>
                    <a:pt x="18" y="14"/>
                    <a:pt x="18" y="14"/>
                  </a:cubicBezTo>
                  <a:cubicBezTo>
                    <a:pt x="24" y="14"/>
                    <a:pt x="24" y="14"/>
                    <a:pt x="24" y="14"/>
                  </a:cubicBezTo>
                  <a:cubicBezTo>
                    <a:pt x="33" y="22"/>
                    <a:pt x="33" y="22"/>
                    <a:pt x="33" y="22"/>
                  </a:cubicBezTo>
                </a:path>
              </a:pathLst>
            </a:custGeom>
            <a:noFill/>
            <a:ln w="635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solidFill>
                  <a:schemeClr val="bg1"/>
                </a:solidFill>
                <a:latin typeface="+mj-lt"/>
              </a:endParaRPr>
            </a:p>
          </p:txBody>
        </p:sp>
        <p:sp>
          <p:nvSpPr>
            <p:cNvPr id="1125" name="Freeform 698">
              <a:extLst>
                <a:ext uri="{FF2B5EF4-FFF2-40B4-BE49-F238E27FC236}">
                  <a16:creationId xmlns:a16="http://schemas.microsoft.com/office/drawing/2014/main" id="{8ED93A3D-270A-E95A-8C37-C95E0E4665A5}"/>
                </a:ext>
              </a:extLst>
            </p:cNvPr>
            <p:cNvSpPr>
              <a:spLocks/>
            </p:cNvSpPr>
            <p:nvPr/>
          </p:nvSpPr>
          <p:spPr bwMode="auto">
            <a:xfrm>
              <a:off x="4603750" y="4483101"/>
              <a:ext cx="30163" cy="11113"/>
            </a:xfrm>
            <a:custGeom>
              <a:avLst/>
              <a:gdLst>
                <a:gd name="T0" fmla="*/ 0 w 9"/>
                <a:gd name="T1" fmla="*/ 3 h 3"/>
                <a:gd name="T2" fmla="*/ 9 w 9"/>
                <a:gd name="T3" fmla="*/ 0 h 3"/>
              </a:gdLst>
              <a:ahLst/>
              <a:cxnLst>
                <a:cxn ang="0">
                  <a:pos x="T0" y="T1"/>
                </a:cxn>
                <a:cxn ang="0">
                  <a:pos x="T2" y="T3"/>
                </a:cxn>
              </a:cxnLst>
              <a:rect l="0" t="0" r="r" b="b"/>
              <a:pathLst>
                <a:path w="9" h="3">
                  <a:moveTo>
                    <a:pt x="0" y="3"/>
                  </a:moveTo>
                  <a:cubicBezTo>
                    <a:pt x="2" y="0"/>
                    <a:pt x="5" y="0"/>
                    <a:pt x="9" y="0"/>
                  </a:cubicBezTo>
                </a:path>
              </a:pathLst>
            </a:custGeom>
            <a:noFill/>
            <a:ln w="635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solidFill>
                  <a:schemeClr val="bg1"/>
                </a:solidFill>
                <a:latin typeface="+mj-lt"/>
              </a:endParaRPr>
            </a:p>
          </p:txBody>
        </p:sp>
        <p:sp>
          <p:nvSpPr>
            <p:cNvPr id="1126" name="Freeform 699">
              <a:extLst>
                <a:ext uri="{FF2B5EF4-FFF2-40B4-BE49-F238E27FC236}">
                  <a16:creationId xmlns:a16="http://schemas.microsoft.com/office/drawing/2014/main" id="{48E9F3A7-5E8C-6380-36EE-35626400364A}"/>
                </a:ext>
              </a:extLst>
            </p:cNvPr>
            <p:cNvSpPr>
              <a:spLocks/>
            </p:cNvSpPr>
            <p:nvPr/>
          </p:nvSpPr>
          <p:spPr bwMode="auto">
            <a:xfrm>
              <a:off x="4533900" y="4440238"/>
              <a:ext cx="84138" cy="90488"/>
            </a:xfrm>
            <a:custGeom>
              <a:avLst/>
              <a:gdLst>
                <a:gd name="T0" fmla="*/ 6 w 25"/>
                <a:gd name="T1" fmla="*/ 0 h 27"/>
                <a:gd name="T2" fmla="*/ 21 w 25"/>
                <a:gd name="T3" fmla="*/ 16 h 27"/>
                <a:gd name="T4" fmla="*/ 14 w 25"/>
                <a:gd name="T5" fmla="*/ 22 h 27"/>
                <a:gd name="T6" fmla="*/ 0 w 25"/>
                <a:gd name="T7" fmla="*/ 9 h 27"/>
              </a:gdLst>
              <a:ahLst/>
              <a:cxnLst>
                <a:cxn ang="0">
                  <a:pos x="T0" y="T1"/>
                </a:cxn>
                <a:cxn ang="0">
                  <a:pos x="T2" y="T3"/>
                </a:cxn>
                <a:cxn ang="0">
                  <a:pos x="T4" y="T5"/>
                </a:cxn>
                <a:cxn ang="0">
                  <a:pos x="T6" y="T7"/>
                </a:cxn>
              </a:cxnLst>
              <a:rect l="0" t="0" r="r" b="b"/>
              <a:pathLst>
                <a:path w="25" h="27">
                  <a:moveTo>
                    <a:pt x="6" y="0"/>
                  </a:moveTo>
                  <a:cubicBezTo>
                    <a:pt x="6" y="0"/>
                    <a:pt x="18" y="13"/>
                    <a:pt x="21" y="16"/>
                  </a:cubicBezTo>
                  <a:cubicBezTo>
                    <a:pt x="25" y="19"/>
                    <a:pt x="20" y="27"/>
                    <a:pt x="14" y="22"/>
                  </a:cubicBezTo>
                  <a:cubicBezTo>
                    <a:pt x="11" y="19"/>
                    <a:pt x="0" y="9"/>
                    <a:pt x="0" y="9"/>
                  </a:cubicBezTo>
                </a:path>
              </a:pathLst>
            </a:custGeom>
            <a:noFill/>
            <a:ln w="635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solidFill>
                  <a:schemeClr val="bg1"/>
                </a:solidFill>
                <a:latin typeface="+mj-lt"/>
              </a:endParaRPr>
            </a:p>
          </p:txBody>
        </p:sp>
        <p:sp>
          <p:nvSpPr>
            <p:cNvPr id="1127" name="Freeform 700">
              <a:extLst>
                <a:ext uri="{FF2B5EF4-FFF2-40B4-BE49-F238E27FC236}">
                  <a16:creationId xmlns:a16="http://schemas.microsoft.com/office/drawing/2014/main" id="{8AEB759F-B292-8971-1110-22A9EA5753FC}"/>
                </a:ext>
              </a:extLst>
            </p:cNvPr>
            <p:cNvSpPr>
              <a:spLocks/>
            </p:cNvSpPr>
            <p:nvPr/>
          </p:nvSpPr>
          <p:spPr bwMode="auto">
            <a:xfrm>
              <a:off x="4516438" y="4500563"/>
              <a:ext cx="71438" cy="44450"/>
            </a:xfrm>
            <a:custGeom>
              <a:avLst/>
              <a:gdLst>
                <a:gd name="T0" fmla="*/ 21 w 21"/>
                <a:gd name="T1" fmla="*/ 5 h 13"/>
                <a:gd name="T2" fmla="*/ 11 w 21"/>
                <a:gd name="T3" fmla="*/ 9 h 13"/>
                <a:gd name="T4" fmla="*/ 0 w 21"/>
                <a:gd name="T5" fmla="*/ 0 h 13"/>
              </a:gdLst>
              <a:ahLst/>
              <a:cxnLst>
                <a:cxn ang="0">
                  <a:pos x="T0" y="T1"/>
                </a:cxn>
                <a:cxn ang="0">
                  <a:pos x="T2" y="T3"/>
                </a:cxn>
                <a:cxn ang="0">
                  <a:pos x="T4" y="T5"/>
                </a:cxn>
              </a:cxnLst>
              <a:rect l="0" t="0" r="r" b="b"/>
              <a:pathLst>
                <a:path w="21" h="13">
                  <a:moveTo>
                    <a:pt x="21" y="5"/>
                  </a:moveTo>
                  <a:cubicBezTo>
                    <a:pt x="20" y="7"/>
                    <a:pt x="16" y="13"/>
                    <a:pt x="11" y="9"/>
                  </a:cubicBezTo>
                  <a:cubicBezTo>
                    <a:pt x="7" y="6"/>
                    <a:pt x="0" y="0"/>
                    <a:pt x="0" y="0"/>
                  </a:cubicBezTo>
                </a:path>
              </a:pathLst>
            </a:custGeom>
            <a:noFill/>
            <a:ln w="635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solidFill>
                  <a:schemeClr val="bg1"/>
                </a:solidFill>
                <a:latin typeface="+mj-lt"/>
              </a:endParaRPr>
            </a:p>
          </p:txBody>
        </p:sp>
        <p:sp>
          <p:nvSpPr>
            <p:cNvPr id="1128" name="Freeform 701">
              <a:extLst>
                <a:ext uri="{FF2B5EF4-FFF2-40B4-BE49-F238E27FC236}">
                  <a16:creationId xmlns:a16="http://schemas.microsoft.com/office/drawing/2014/main" id="{2F29C3DF-6CF4-BD18-7EA9-C6868353ED17}"/>
                </a:ext>
              </a:extLst>
            </p:cNvPr>
            <p:cNvSpPr>
              <a:spLocks/>
            </p:cNvSpPr>
            <p:nvPr/>
          </p:nvSpPr>
          <p:spPr bwMode="auto">
            <a:xfrm>
              <a:off x="4498975" y="4527551"/>
              <a:ext cx="57150" cy="30163"/>
            </a:xfrm>
            <a:custGeom>
              <a:avLst/>
              <a:gdLst>
                <a:gd name="T0" fmla="*/ 17 w 17"/>
                <a:gd name="T1" fmla="*/ 2 h 9"/>
                <a:gd name="T2" fmla="*/ 7 w 17"/>
                <a:gd name="T3" fmla="*/ 6 h 9"/>
                <a:gd name="T4" fmla="*/ 0 w 17"/>
                <a:gd name="T5" fmla="*/ 0 h 9"/>
              </a:gdLst>
              <a:ahLst/>
              <a:cxnLst>
                <a:cxn ang="0">
                  <a:pos x="T0" y="T1"/>
                </a:cxn>
                <a:cxn ang="0">
                  <a:pos x="T2" y="T3"/>
                </a:cxn>
                <a:cxn ang="0">
                  <a:pos x="T4" y="T5"/>
                </a:cxn>
              </a:cxnLst>
              <a:rect l="0" t="0" r="r" b="b"/>
              <a:pathLst>
                <a:path w="17" h="9">
                  <a:moveTo>
                    <a:pt x="17" y="2"/>
                  </a:moveTo>
                  <a:cubicBezTo>
                    <a:pt x="15" y="7"/>
                    <a:pt x="11" y="9"/>
                    <a:pt x="7" y="6"/>
                  </a:cubicBezTo>
                  <a:cubicBezTo>
                    <a:pt x="4" y="4"/>
                    <a:pt x="0" y="0"/>
                    <a:pt x="0" y="0"/>
                  </a:cubicBezTo>
                </a:path>
              </a:pathLst>
            </a:custGeom>
            <a:noFill/>
            <a:ln w="635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solidFill>
                  <a:schemeClr val="bg1"/>
                </a:solidFill>
                <a:latin typeface="+mj-lt"/>
              </a:endParaRPr>
            </a:p>
          </p:txBody>
        </p:sp>
        <p:sp>
          <p:nvSpPr>
            <p:cNvPr id="1129" name="Freeform 702">
              <a:extLst>
                <a:ext uri="{FF2B5EF4-FFF2-40B4-BE49-F238E27FC236}">
                  <a16:creationId xmlns:a16="http://schemas.microsoft.com/office/drawing/2014/main" id="{A517CABC-A791-65A1-78DE-5E2A65D6BD13}"/>
                </a:ext>
              </a:extLst>
            </p:cNvPr>
            <p:cNvSpPr>
              <a:spLocks/>
            </p:cNvSpPr>
            <p:nvPr/>
          </p:nvSpPr>
          <p:spPr bwMode="auto">
            <a:xfrm>
              <a:off x="4479925" y="4551363"/>
              <a:ext cx="46038" cy="20638"/>
            </a:xfrm>
            <a:custGeom>
              <a:avLst/>
              <a:gdLst>
                <a:gd name="T0" fmla="*/ 14 w 14"/>
                <a:gd name="T1" fmla="*/ 0 h 6"/>
                <a:gd name="T2" fmla="*/ 5 w 14"/>
                <a:gd name="T3" fmla="*/ 4 h 6"/>
                <a:gd name="T4" fmla="*/ 0 w 14"/>
                <a:gd name="T5" fmla="*/ 0 h 6"/>
              </a:gdLst>
              <a:ahLst/>
              <a:cxnLst>
                <a:cxn ang="0">
                  <a:pos x="T0" y="T1"/>
                </a:cxn>
                <a:cxn ang="0">
                  <a:pos x="T2" y="T3"/>
                </a:cxn>
                <a:cxn ang="0">
                  <a:pos x="T4" y="T5"/>
                </a:cxn>
              </a:cxnLst>
              <a:rect l="0" t="0" r="r" b="b"/>
              <a:pathLst>
                <a:path w="14" h="6">
                  <a:moveTo>
                    <a:pt x="14" y="0"/>
                  </a:moveTo>
                  <a:cubicBezTo>
                    <a:pt x="13" y="3"/>
                    <a:pt x="9" y="6"/>
                    <a:pt x="5" y="4"/>
                  </a:cubicBezTo>
                  <a:cubicBezTo>
                    <a:pt x="4" y="3"/>
                    <a:pt x="0" y="0"/>
                    <a:pt x="0" y="0"/>
                  </a:cubicBezTo>
                </a:path>
              </a:pathLst>
            </a:custGeom>
            <a:noFill/>
            <a:ln w="635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solidFill>
                  <a:schemeClr val="bg1"/>
                </a:solidFill>
                <a:latin typeface="+mj-lt"/>
              </a:endParaRPr>
            </a:p>
          </p:txBody>
        </p:sp>
        <p:sp>
          <p:nvSpPr>
            <p:cNvPr id="1130" name="Freeform 703">
              <a:extLst>
                <a:ext uri="{FF2B5EF4-FFF2-40B4-BE49-F238E27FC236}">
                  <a16:creationId xmlns:a16="http://schemas.microsoft.com/office/drawing/2014/main" id="{92AD0CDF-9591-2142-E804-6C05D277D6D9}"/>
                </a:ext>
              </a:extLst>
            </p:cNvPr>
            <p:cNvSpPr>
              <a:spLocks/>
            </p:cNvSpPr>
            <p:nvPr/>
          </p:nvSpPr>
          <p:spPr bwMode="auto">
            <a:xfrm>
              <a:off x="4321175" y="4365626"/>
              <a:ext cx="165100" cy="15875"/>
            </a:xfrm>
            <a:custGeom>
              <a:avLst/>
              <a:gdLst>
                <a:gd name="T0" fmla="*/ 0 w 49"/>
                <a:gd name="T1" fmla="*/ 5 h 5"/>
                <a:gd name="T2" fmla="*/ 20 w 49"/>
                <a:gd name="T3" fmla="*/ 5 h 5"/>
                <a:gd name="T4" fmla="*/ 25 w 49"/>
                <a:gd name="T5" fmla="*/ 3 h 5"/>
                <a:gd name="T6" fmla="*/ 28 w 49"/>
                <a:gd name="T7" fmla="*/ 2 h 5"/>
                <a:gd name="T8" fmla="*/ 33 w 49"/>
                <a:gd name="T9" fmla="*/ 0 h 5"/>
                <a:gd name="T10" fmla="*/ 44 w 49"/>
                <a:gd name="T11" fmla="*/ 0 h 5"/>
                <a:gd name="T12" fmla="*/ 47 w 49"/>
                <a:gd name="T13" fmla="*/ 1 h 5"/>
                <a:gd name="T14" fmla="*/ 49 w 49"/>
                <a:gd name="T15" fmla="*/ 2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5">
                  <a:moveTo>
                    <a:pt x="0" y="5"/>
                  </a:moveTo>
                  <a:cubicBezTo>
                    <a:pt x="20" y="5"/>
                    <a:pt x="20" y="5"/>
                    <a:pt x="20" y="5"/>
                  </a:cubicBezTo>
                  <a:cubicBezTo>
                    <a:pt x="22" y="5"/>
                    <a:pt x="24" y="4"/>
                    <a:pt x="25" y="3"/>
                  </a:cubicBezTo>
                  <a:cubicBezTo>
                    <a:pt x="28" y="2"/>
                    <a:pt x="28" y="2"/>
                    <a:pt x="28" y="2"/>
                  </a:cubicBezTo>
                  <a:cubicBezTo>
                    <a:pt x="29" y="1"/>
                    <a:pt x="31" y="0"/>
                    <a:pt x="33" y="0"/>
                  </a:cubicBezTo>
                  <a:cubicBezTo>
                    <a:pt x="44" y="0"/>
                    <a:pt x="44" y="0"/>
                    <a:pt x="44" y="0"/>
                  </a:cubicBezTo>
                  <a:cubicBezTo>
                    <a:pt x="45" y="0"/>
                    <a:pt x="46" y="0"/>
                    <a:pt x="47" y="1"/>
                  </a:cubicBezTo>
                  <a:cubicBezTo>
                    <a:pt x="49" y="2"/>
                    <a:pt x="49" y="2"/>
                    <a:pt x="49" y="2"/>
                  </a:cubicBezTo>
                </a:path>
              </a:pathLst>
            </a:custGeom>
            <a:noFill/>
            <a:ln w="635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solidFill>
                  <a:schemeClr val="bg1"/>
                </a:solidFill>
                <a:latin typeface="+mj-lt"/>
              </a:endParaRPr>
            </a:p>
          </p:txBody>
        </p:sp>
        <p:sp>
          <p:nvSpPr>
            <p:cNvPr id="1131" name="Freeform 704">
              <a:extLst>
                <a:ext uri="{FF2B5EF4-FFF2-40B4-BE49-F238E27FC236}">
                  <a16:creationId xmlns:a16="http://schemas.microsoft.com/office/drawing/2014/main" id="{639733CA-EC2E-7547-F360-C493C08A9AEF}"/>
                </a:ext>
              </a:extLst>
            </p:cNvPr>
            <p:cNvSpPr>
              <a:spLocks/>
            </p:cNvSpPr>
            <p:nvPr/>
          </p:nvSpPr>
          <p:spPr bwMode="auto">
            <a:xfrm>
              <a:off x="4375150" y="4479926"/>
              <a:ext cx="39688" cy="38100"/>
            </a:xfrm>
            <a:custGeom>
              <a:avLst/>
              <a:gdLst>
                <a:gd name="T0" fmla="*/ 10 w 12"/>
                <a:gd name="T1" fmla="*/ 7 h 11"/>
                <a:gd name="T2" fmla="*/ 10 w 12"/>
                <a:gd name="T3" fmla="*/ 1 h 11"/>
                <a:gd name="T4" fmla="*/ 10 w 12"/>
                <a:gd name="T5" fmla="*/ 1 h 11"/>
                <a:gd name="T6" fmla="*/ 4 w 12"/>
                <a:gd name="T7" fmla="*/ 1 h 11"/>
                <a:gd name="T8" fmla="*/ 1 w 12"/>
                <a:gd name="T9" fmla="*/ 3 h 11"/>
                <a:gd name="T10" fmla="*/ 1 w 12"/>
                <a:gd name="T11" fmla="*/ 9 h 11"/>
                <a:gd name="T12" fmla="*/ 7 w 12"/>
                <a:gd name="T13" fmla="*/ 9 h 11"/>
              </a:gdLst>
              <a:ahLst/>
              <a:cxnLst>
                <a:cxn ang="0">
                  <a:pos x="T0" y="T1"/>
                </a:cxn>
                <a:cxn ang="0">
                  <a:pos x="T2" y="T3"/>
                </a:cxn>
                <a:cxn ang="0">
                  <a:pos x="T4" y="T5"/>
                </a:cxn>
                <a:cxn ang="0">
                  <a:pos x="T6" y="T7"/>
                </a:cxn>
                <a:cxn ang="0">
                  <a:pos x="T8" y="T9"/>
                </a:cxn>
                <a:cxn ang="0">
                  <a:pos x="T10" y="T11"/>
                </a:cxn>
                <a:cxn ang="0">
                  <a:pos x="T12" y="T13"/>
                </a:cxn>
              </a:cxnLst>
              <a:rect l="0" t="0" r="r" b="b"/>
              <a:pathLst>
                <a:path w="12" h="11">
                  <a:moveTo>
                    <a:pt x="10" y="7"/>
                  </a:moveTo>
                  <a:cubicBezTo>
                    <a:pt x="12" y="5"/>
                    <a:pt x="11" y="3"/>
                    <a:pt x="10" y="1"/>
                  </a:cubicBezTo>
                  <a:cubicBezTo>
                    <a:pt x="10" y="1"/>
                    <a:pt x="10" y="1"/>
                    <a:pt x="10" y="1"/>
                  </a:cubicBezTo>
                  <a:cubicBezTo>
                    <a:pt x="8" y="0"/>
                    <a:pt x="5" y="0"/>
                    <a:pt x="4" y="1"/>
                  </a:cubicBezTo>
                  <a:cubicBezTo>
                    <a:pt x="1" y="3"/>
                    <a:pt x="1" y="3"/>
                    <a:pt x="1" y="3"/>
                  </a:cubicBezTo>
                  <a:cubicBezTo>
                    <a:pt x="0" y="5"/>
                    <a:pt x="0" y="8"/>
                    <a:pt x="1" y="9"/>
                  </a:cubicBezTo>
                  <a:cubicBezTo>
                    <a:pt x="3" y="11"/>
                    <a:pt x="6" y="11"/>
                    <a:pt x="7" y="9"/>
                  </a:cubicBezTo>
                </a:path>
              </a:pathLst>
            </a:custGeom>
            <a:noFill/>
            <a:ln w="635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solidFill>
                  <a:schemeClr val="bg1"/>
                </a:solidFill>
                <a:latin typeface="+mj-lt"/>
              </a:endParaRPr>
            </a:p>
          </p:txBody>
        </p:sp>
        <p:sp>
          <p:nvSpPr>
            <p:cNvPr id="1132" name="Freeform 705">
              <a:extLst>
                <a:ext uri="{FF2B5EF4-FFF2-40B4-BE49-F238E27FC236}">
                  <a16:creationId xmlns:a16="http://schemas.microsoft.com/office/drawing/2014/main" id="{13B06F29-8D91-A9C2-FDBE-282048D6EB9B}"/>
                </a:ext>
              </a:extLst>
            </p:cNvPr>
            <p:cNvSpPr>
              <a:spLocks/>
            </p:cNvSpPr>
            <p:nvPr/>
          </p:nvSpPr>
          <p:spPr bwMode="auto">
            <a:xfrm>
              <a:off x="4391025" y="4486276"/>
              <a:ext cx="53975" cy="55563"/>
            </a:xfrm>
            <a:custGeom>
              <a:avLst/>
              <a:gdLst>
                <a:gd name="T0" fmla="*/ 15 w 16"/>
                <a:gd name="T1" fmla="*/ 1 h 16"/>
                <a:gd name="T2" fmla="*/ 15 w 16"/>
                <a:gd name="T3" fmla="*/ 1 h 16"/>
                <a:gd name="T4" fmla="*/ 9 w 16"/>
                <a:gd name="T5" fmla="*/ 1 h 16"/>
                <a:gd name="T6" fmla="*/ 2 w 16"/>
                <a:gd name="T7" fmla="*/ 8 h 16"/>
                <a:gd name="T8" fmla="*/ 2 w 16"/>
                <a:gd name="T9" fmla="*/ 14 h 16"/>
                <a:gd name="T10" fmla="*/ 8 w 16"/>
                <a:gd name="T11" fmla="*/ 14 h 16"/>
                <a:gd name="T12" fmla="*/ 15 w 16"/>
                <a:gd name="T13" fmla="*/ 7 h 16"/>
                <a:gd name="T14" fmla="*/ 15 w 16"/>
                <a:gd name="T15" fmla="*/ 1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16">
                  <a:moveTo>
                    <a:pt x="15" y="1"/>
                  </a:moveTo>
                  <a:cubicBezTo>
                    <a:pt x="15" y="1"/>
                    <a:pt x="15" y="1"/>
                    <a:pt x="15" y="1"/>
                  </a:cubicBezTo>
                  <a:cubicBezTo>
                    <a:pt x="13" y="0"/>
                    <a:pt x="10" y="0"/>
                    <a:pt x="9" y="1"/>
                  </a:cubicBezTo>
                  <a:cubicBezTo>
                    <a:pt x="2" y="8"/>
                    <a:pt x="2" y="8"/>
                    <a:pt x="2" y="8"/>
                  </a:cubicBezTo>
                  <a:cubicBezTo>
                    <a:pt x="0" y="10"/>
                    <a:pt x="0" y="12"/>
                    <a:pt x="2" y="14"/>
                  </a:cubicBezTo>
                  <a:cubicBezTo>
                    <a:pt x="3" y="16"/>
                    <a:pt x="6" y="16"/>
                    <a:pt x="8" y="14"/>
                  </a:cubicBezTo>
                  <a:cubicBezTo>
                    <a:pt x="15" y="7"/>
                    <a:pt x="15" y="7"/>
                    <a:pt x="15" y="7"/>
                  </a:cubicBezTo>
                  <a:cubicBezTo>
                    <a:pt x="16" y="6"/>
                    <a:pt x="16" y="3"/>
                    <a:pt x="15" y="1"/>
                  </a:cubicBezTo>
                  <a:close/>
                </a:path>
              </a:pathLst>
            </a:custGeom>
            <a:noFill/>
            <a:ln w="635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solidFill>
                  <a:schemeClr val="bg1"/>
                </a:solidFill>
                <a:latin typeface="+mj-lt"/>
              </a:endParaRPr>
            </a:p>
          </p:txBody>
        </p:sp>
        <p:sp>
          <p:nvSpPr>
            <p:cNvPr id="1133" name="Freeform 706">
              <a:extLst>
                <a:ext uri="{FF2B5EF4-FFF2-40B4-BE49-F238E27FC236}">
                  <a16:creationId xmlns:a16="http://schemas.microsoft.com/office/drawing/2014/main" id="{63A692D6-F547-6F11-8A46-2F124208FFF8}"/>
                </a:ext>
              </a:extLst>
            </p:cNvPr>
            <p:cNvSpPr>
              <a:spLocks/>
            </p:cNvSpPr>
            <p:nvPr/>
          </p:nvSpPr>
          <p:spPr bwMode="auto">
            <a:xfrm>
              <a:off x="4414838" y="4503738"/>
              <a:ext cx="53975" cy="53975"/>
            </a:xfrm>
            <a:custGeom>
              <a:avLst/>
              <a:gdLst>
                <a:gd name="T0" fmla="*/ 2 w 16"/>
                <a:gd name="T1" fmla="*/ 8 h 16"/>
                <a:gd name="T2" fmla="*/ 2 w 16"/>
                <a:gd name="T3" fmla="*/ 14 h 16"/>
                <a:gd name="T4" fmla="*/ 8 w 16"/>
                <a:gd name="T5" fmla="*/ 14 h 16"/>
                <a:gd name="T6" fmla="*/ 14 w 16"/>
                <a:gd name="T7" fmla="*/ 8 h 16"/>
                <a:gd name="T8" fmla="*/ 14 w 16"/>
                <a:gd name="T9" fmla="*/ 2 h 16"/>
                <a:gd name="T10" fmla="*/ 14 w 16"/>
                <a:gd name="T11" fmla="*/ 2 h 16"/>
                <a:gd name="T12" fmla="*/ 8 w 16"/>
                <a:gd name="T13" fmla="*/ 2 h 16"/>
              </a:gdLst>
              <a:ahLst/>
              <a:cxnLst>
                <a:cxn ang="0">
                  <a:pos x="T0" y="T1"/>
                </a:cxn>
                <a:cxn ang="0">
                  <a:pos x="T2" y="T3"/>
                </a:cxn>
                <a:cxn ang="0">
                  <a:pos x="T4" y="T5"/>
                </a:cxn>
                <a:cxn ang="0">
                  <a:pos x="T6" y="T7"/>
                </a:cxn>
                <a:cxn ang="0">
                  <a:pos x="T8" y="T9"/>
                </a:cxn>
                <a:cxn ang="0">
                  <a:pos x="T10" y="T11"/>
                </a:cxn>
                <a:cxn ang="0">
                  <a:pos x="T12" y="T13"/>
                </a:cxn>
              </a:cxnLst>
              <a:rect l="0" t="0" r="r" b="b"/>
              <a:pathLst>
                <a:path w="16" h="16">
                  <a:moveTo>
                    <a:pt x="2" y="8"/>
                  </a:moveTo>
                  <a:cubicBezTo>
                    <a:pt x="0" y="9"/>
                    <a:pt x="0" y="12"/>
                    <a:pt x="2" y="14"/>
                  </a:cubicBezTo>
                  <a:cubicBezTo>
                    <a:pt x="3" y="16"/>
                    <a:pt x="6" y="16"/>
                    <a:pt x="8" y="14"/>
                  </a:cubicBezTo>
                  <a:cubicBezTo>
                    <a:pt x="14" y="8"/>
                    <a:pt x="14" y="8"/>
                    <a:pt x="14" y="8"/>
                  </a:cubicBezTo>
                  <a:cubicBezTo>
                    <a:pt x="16" y="6"/>
                    <a:pt x="16" y="4"/>
                    <a:pt x="14" y="2"/>
                  </a:cubicBezTo>
                  <a:cubicBezTo>
                    <a:pt x="14" y="2"/>
                    <a:pt x="14" y="2"/>
                    <a:pt x="14" y="2"/>
                  </a:cubicBezTo>
                  <a:cubicBezTo>
                    <a:pt x="12" y="0"/>
                    <a:pt x="10" y="0"/>
                    <a:pt x="8" y="2"/>
                  </a:cubicBezTo>
                </a:path>
              </a:pathLst>
            </a:custGeom>
            <a:noFill/>
            <a:ln w="635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solidFill>
                  <a:schemeClr val="bg1"/>
                </a:solidFill>
                <a:latin typeface="+mj-lt"/>
              </a:endParaRPr>
            </a:p>
          </p:txBody>
        </p:sp>
        <p:sp>
          <p:nvSpPr>
            <p:cNvPr id="1134" name="Freeform 707">
              <a:extLst>
                <a:ext uri="{FF2B5EF4-FFF2-40B4-BE49-F238E27FC236}">
                  <a16:creationId xmlns:a16="http://schemas.microsoft.com/office/drawing/2014/main" id="{E9B0A7FD-2861-B3D3-3E08-88BAD9FD626E}"/>
                </a:ext>
              </a:extLst>
            </p:cNvPr>
            <p:cNvSpPr>
              <a:spLocks/>
            </p:cNvSpPr>
            <p:nvPr/>
          </p:nvSpPr>
          <p:spPr bwMode="auto">
            <a:xfrm>
              <a:off x="4445000" y="4530726"/>
              <a:ext cx="38100" cy="38100"/>
            </a:xfrm>
            <a:custGeom>
              <a:avLst/>
              <a:gdLst>
                <a:gd name="T0" fmla="*/ 2 w 11"/>
                <a:gd name="T1" fmla="*/ 3 h 11"/>
                <a:gd name="T2" fmla="*/ 2 w 11"/>
                <a:gd name="T3" fmla="*/ 9 h 11"/>
                <a:gd name="T4" fmla="*/ 8 w 11"/>
                <a:gd name="T5" fmla="*/ 9 h 11"/>
                <a:gd name="T6" fmla="*/ 9 w 11"/>
                <a:gd name="T7" fmla="*/ 8 h 11"/>
                <a:gd name="T8" fmla="*/ 9 w 11"/>
                <a:gd name="T9" fmla="*/ 2 h 11"/>
                <a:gd name="T10" fmla="*/ 9 w 11"/>
                <a:gd name="T11" fmla="*/ 2 h 11"/>
                <a:gd name="T12" fmla="*/ 3 w 11"/>
                <a:gd name="T13" fmla="*/ 1 h 11"/>
              </a:gdLst>
              <a:ahLst/>
              <a:cxnLst>
                <a:cxn ang="0">
                  <a:pos x="T0" y="T1"/>
                </a:cxn>
                <a:cxn ang="0">
                  <a:pos x="T2" y="T3"/>
                </a:cxn>
                <a:cxn ang="0">
                  <a:pos x="T4" y="T5"/>
                </a:cxn>
                <a:cxn ang="0">
                  <a:pos x="T6" y="T7"/>
                </a:cxn>
                <a:cxn ang="0">
                  <a:pos x="T8" y="T9"/>
                </a:cxn>
                <a:cxn ang="0">
                  <a:pos x="T10" y="T11"/>
                </a:cxn>
                <a:cxn ang="0">
                  <a:pos x="T12" y="T13"/>
                </a:cxn>
              </a:cxnLst>
              <a:rect l="0" t="0" r="r" b="b"/>
              <a:pathLst>
                <a:path w="11" h="11">
                  <a:moveTo>
                    <a:pt x="2" y="3"/>
                  </a:moveTo>
                  <a:cubicBezTo>
                    <a:pt x="0" y="5"/>
                    <a:pt x="0" y="7"/>
                    <a:pt x="2" y="9"/>
                  </a:cubicBezTo>
                  <a:cubicBezTo>
                    <a:pt x="3" y="11"/>
                    <a:pt x="6" y="11"/>
                    <a:pt x="8" y="9"/>
                  </a:cubicBezTo>
                  <a:cubicBezTo>
                    <a:pt x="9" y="8"/>
                    <a:pt x="9" y="8"/>
                    <a:pt x="9" y="8"/>
                  </a:cubicBezTo>
                  <a:cubicBezTo>
                    <a:pt x="11" y="6"/>
                    <a:pt x="11" y="3"/>
                    <a:pt x="9" y="2"/>
                  </a:cubicBezTo>
                  <a:cubicBezTo>
                    <a:pt x="9" y="2"/>
                    <a:pt x="9" y="2"/>
                    <a:pt x="9" y="2"/>
                  </a:cubicBezTo>
                  <a:cubicBezTo>
                    <a:pt x="8" y="0"/>
                    <a:pt x="5" y="0"/>
                    <a:pt x="3" y="1"/>
                  </a:cubicBezTo>
                </a:path>
              </a:pathLst>
            </a:custGeom>
            <a:noFill/>
            <a:ln w="635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solidFill>
                  <a:schemeClr val="bg1"/>
                </a:solidFill>
                <a:latin typeface="+mj-lt"/>
              </a:endParaRPr>
            </a:p>
          </p:txBody>
        </p:sp>
        <p:sp>
          <p:nvSpPr>
            <p:cNvPr id="1135" name="Freeform 708">
              <a:extLst>
                <a:ext uri="{FF2B5EF4-FFF2-40B4-BE49-F238E27FC236}">
                  <a16:creationId xmlns:a16="http://schemas.microsoft.com/office/drawing/2014/main" id="{21F0FE23-6A66-FEB2-D40D-3E858F8BB859}"/>
                </a:ext>
              </a:extLst>
            </p:cNvPr>
            <p:cNvSpPr>
              <a:spLocks/>
            </p:cNvSpPr>
            <p:nvPr/>
          </p:nvSpPr>
          <p:spPr bwMode="auto">
            <a:xfrm>
              <a:off x="4552950" y="4440238"/>
              <a:ext cx="34925" cy="9525"/>
            </a:xfrm>
            <a:custGeom>
              <a:avLst/>
              <a:gdLst>
                <a:gd name="T0" fmla="*/ 10 w 10"/>
                <a:gd name="T1" fmla="*/ 2 h 3"/>
                <a:gd name="T2" fmla="*/ 0 w 10"/>
                <a:gd name="T3" fmla="*/ 0 h 3"/>
              </a:gdLst>
              <a:ahLst/>
              <a:cxnLst>
                <a:cxn ang="0">
                  <a:pos x="T0" y="T1"/>
                </a:cxn>
                <a:cxn ang="0">
                  <a:pos x="T2" y="T3"/>
                </a:cxn>
              </a:cxnLst>
              <a:rect l="0" t="0" r="r" b="b"/>
              <a:pathLst>
                <a:path w="10" h="3">
                  <a:moveTo>
                    <a:pt x="10" y="2"/>
                  </a:moveTo>
                  <a:cubicBezTo>
                    <a:pt x="4" y="3"/>
                    <a:pt x="3" y="2"/>
                    <a:pt x="0" y="0"/>
                  </a:cubicBezTo>
                </a:path>
              </a:pathLst>
            </a:custGeom>
            <a:noFill/>
            <a:ln w="635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solidFill>
                  <a:schemeClr val="bg1"/>
                </a:solidFill>
                <a:latin typeface="+mj-lt"/>
              </a:endParaRPr>
            </a:p>
          </p:txBody>
        </p:sp>
        <p:sp>
          <p:nvSpPr>
            <p:cNvPr id="1136" name="Freeform 709">
              <a:extLst>
                <a:ext uri="{FF2B5EF4-FFF2-40B4-BE49-F238E27FC236}">
                  <a16:creationId xmlns:a16="http://schemas.microsoft.com/office/drawing/2014/main" id="{D08C8DCA-9A84-E48D-A823-76BBBC763AF3}"/>
                </a:ext>
              </a:extLst>
            </p:cNvPr>
            <p:cNvSpPr>
              <a:spLocks/>
            </p:cNvSpPr>
            <p:nvPr/>
          </p:nvSpPr>
          <p:spPr bwMode="auto">
            <a:xfrm>
              <a:off x="4351338" y="4483101"/>
              <a:ext cx="26988" cy="11113"/>
            </a:xfrm>
            <a:custGeom>
              <a:avLst/>
              <a:gdLst>
                <a:gd name="T0" fmla="*/ 8 w 8"/>
                <a:gd name="T1" fmla="*/ 3 h 3"/>
                <a:gd name="T2" fmla="*/ 0 w 8"/>
                <a:gd name="T3" fmla="*/ 0 h 3"/>
              </a:gdLst>
              <a:ahLst/>
              <a:cxnLst>
                <a:cxn ang="0">
                  <a:pos x="T0" y="T1"/>
                </a:cxn>
                <a:cxn ang="0">
                  <a:pos x="T2" y="T3"/>
                </a:cxn>
              </a:cxnLst>
              <a:rect l="0" t="0" r="r" b="b"/>
              <a:pathLst>
                <a:path w="8" h="3">
                  <a:moveTo>
                    <a:pt x="8" y="3"/>
                  </a:moveTo>
                  <a:cubicBezTo>
                    <a:pt x="7" y="1"/>
                    <a:pt x="4" y="0"/>
                    <a:pt x="0" y="0"/>
                  </a:cubicBezTo>
                </a:path>
              </a:pathLst>
            </a:custGeom>
            <a:noFill/>
            <a:ln w="635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solidFill>
                  <a:schemeClr val="bg1"/>
                </a:solidFill>
                <a:latin typeface="+mj-lt"/>
              </a:endParaRPr>
            </a:p>
          </p:txBody>
        </p:sp>
      </p:grpSp>
      <p:sp>
        <p:nvSpPr>
          <p:cNvPr id="1106" name="Rectangle 1105">
            <a:extLst>
              <a:ext uri="{FF2B5EF4-FFF2-40B4-BE49-F238E27FC236}">
                <a16:creationId xmlns:a16="http://schemas.microsoft.com/office/drawing/2014/main" id="{A0C83A60-B4E0-372E-82D1-EFF3DE0EE704}"/>
              </a:ext>
            </a:extLst>
          </p:cNvPr>
          <p:cNvSpPr/>
          <p:nvPr/>
        </p:nvSpPr>
        <p:spPr>
          <a:xfrm>
            <a:off x="1258634" y="3186564"/>
            <a:ext cx="3164325" cy="5334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spcAft>
                <a:spcPts val="200"/>
              </a:spcAft>
            </a:pPr>
            <a:r>
              <a:rPr lang="en-US" sz="900" b="1" dirty="0">
                <a:solidFill>
                  <a:schemeClr val="accent1"/>
                </a:solidFill>
                <a:latin typeface="Poppins SemiBold" panose="00000700000000000000" pitchFamily="2" charset="0"/>
                <a:ea typeface="Source Serif Pro" panose="02040603050405020204" pitchFamily="18" charset="0"/>
                <a:cs typeface="Poppins SemiBold" panose="00000700000000000000" pitchFamily="2" charset="0"/>
              </a:rPr>
              <a:t>State-of-the-art Infrastructure</a:t>
            </a:r>
          </a:p>
          <a:p>
            <a:pPr>
              <a:spcAft>
                <a:spcPts val="200"/>
              </a:spcAft>
            </a:pPr>
            <a:r>
              <a:rPr lang="en-US" sz="800" dirty="0">
                <a:solidFill>
                  <a:schemeClr val="bg1"/>
                </a:solidFill>
                <a:latin typeface="+mj-lt"/>
                <a:ea typeface="Source Serif Pro" panose="02040603050405020204" pitchFamily="18" charset="0"/>
              </a:rPr>
              <a:t>2 state-of-the-art warehouses distributed throughout Mexico, totaling +15,000 square meters of built area for storage, with top-of-the-line boilers, mixers, and storage tanks</a:t>
            </a:r>
          </a:p>
        </p:txBody>
      </p:sp>
      <p:grpSp>
        <p:nvGrpSpPr>
          <p:cNvPr id="1137" name="Agrupar 801">
            <a:extLst>
              <a:ext uri="{FF2B5EF4-FFF2-40B4-BE49-F238E27FC236}">
                <a16:creationId xmlns:a16="http://schemas.microsoft.com/office/drawing/2014/main" id="{D97147BC-D622-A167-8BBD-10702E67200B}"/>
              </a:ext>
            </a:extLst>
          </p:cNvPr>
          <p:cNvGrpSpPr/>
          <p:nvPr/>
        </p:nvGrpSpPr>
        <p:grpSpPr>
          <a:xfrm>
            <a:off x="735302" y="3191638"/>
            <a:ext cx="302769" cy="276259"/>
            <a:chOff x="6126163" y="5518151"/>
            <a:chExt cx="344488" cy="314325"/>
          </a:xfrm>
        </p:grpSpPr>
        <p:sp>
          <p:nvSpPr>
            <p:cNvPr id="1138" name="Line 615">
              <a:extLst>
                <a:ext uri="{FF2B5EF4-FFF2-40B4-BE49-F238E27FC236}">
                  <a16:creationId xmlns:a16="http://schemas.microsoft.com/office/drawing/2014/main" id="{387C2A16-D6D5-4C8C-4D03-47AABAAACF8E}"/>
                </a:ext>
              </a:extLst>
            </p:cNvPr>
            <p:cNvSpPr>
              <a:spLocks noChangeShapeType="1"/>
            </p:cNvSpPr>
            <p:nvPr/>
          </p:nvSpPr>
          <p:spPr bwMode="auto">
            <a:xfrm>
              <a:off x="6180138" y="5626101"/>
              <a:ext cx="17463" cy="0"/>
            </a:xfrm>
            <a:prstGeom prst="line">
              <a:avLst/>
            </a:prstGeom>
            <a:noFill/>
            <a:ln w="6350" cap="flat">
              <a:solidFill>
                <a:schemeClr val="accent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solidFill>
                  <a:schemeClr val="bg1"/>
                </a:solidFill>
                <a:latin typeface="+mj-lt"/>
              </a:endParaRPr>
            </a:p>
          </p:txBody>
        </p:sp>
        <p:sp>
          <p:nvSpPr>
            <p:cNvPr id="1139" name="Line 616">
              <a:extLst>
                <a:ext uri="{FF2B5EF4-FFF2-40B4-BE49-F238E27FC236}">
                  <a16:creationId xmlns:a16="http://schemas.microsoft.com/office/drawing/2014/main" id="{D807CE37-9830-0FAA-CFC2-5FC62EAF9C84}"/>
                </a:ext>
              </a:extLst>
            </p:cNvPr>
            <p:cNvSpPr>
              <a:spLocks noChangeShapeType="1"/>
            </p:cNvSpPr>
            <p:nvPr/>
          </p:nvSpPr>
          <p:spPr bwMode="auto">
            <a:xfrm>
              <a:off x="6399213" y="5626101"/>
              <a:ext cx="17463" cy="0"/>
            </a:xfrm>
            <a:prstGeom prst="line">
              <a:avLst/>
            </a:prstGeom>
            <a:noFill/>
            <a:ln w="6350" cap="flat">
              <a:solidFill>
                <a:schemeClr val="accent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solidFill>
                  <a:schemeClr val="bg1"/>
                </a:solidFill>
                <a:latin typeface="+mj-lt"/>
              </a:endParaRPr>
            </a:p>
          </p:txBody>
        </p:sp>
        <p:sp>
          <p:nvSpPr>
            <p:cNvPr id="1140" name="Line 617">
              <a:extLst>
                <a:ext uri="{FF2B5EF4-FFF2-40B4-BE49-F238E27FC236}">
                  <a16:creationId xmlns:a16="http://schemas.microsoft.com/office/drawing/2014/main" id="{09D43FFB-0E51-10B1-5A9C-98AC15EA286C}"/>
                </a:ext>
              </a:extLst>
            </p:cNvPr>
            <p:cNvSpPr>
              <a:spLocks noChangeShapeType="1"/>
            </p:cNvSpPr>
            <p:nvPr/>
          </p:nvSpPr>
          <p:spPr bwMode="auto">
            <a:xfrm>
              <a:off x="6197600" y="5667376"/>
              <a:ext cx="201613" cy="0"/>
            </a:xfrm>
            <a:prstGeom prst="line">
              <a:avLst/>
            </a:prstGeom>
            <a:noFill/>
            <a:ln w="6350" cap="flat">
              <a:solidFill>
                <a:schemeClr val="accent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solidFill>
                  <a:schemeClr val="bg1"/>
                </a:solidFill>
                <a:latin typeface="+mj-lt"/>
              </a:endParaRPr>
            </a:p>
          </p:txBody>
        </p:sp>
        <p:sp>
          <p:nvSpPr>
            <p:cNvPr id="1141" name="Line 618">
              <a:extLst>
                <a:ext uri="{FF2B5EF4-FFF2-40B4-BE49-F238E27FC236}">
                  <a16:creationId xmlns:a16="http://schemas.microsoft.com/office/drawing/2014/main" id="{083F892D-CA5E-7312-BDC8-4314EFD9B66B}"/>
                </a:ext>
              </a:extLst>
            </p:cNvPr>
            <p:cNvSpPr>
              <a:spLocks noChangeShapeType="1"/>
            </p:cNvSpPr>
            <p:nvPr/>
          </p:nvSpPr>
          <p:spPr bwMode="auto">
            <a:xfrm>
              <a:off x="6149975" y="5616576"/>
              <a:ext cx="0" cy="215900"/>
            </a:xfrm>
            <a:prstGeom prst="line">
              <a:avLst/>
            </a:prstGeom>
            <a:noFill/>
            <a:ln w="6350" cap="flat">
              <a:solidFill>
                <a:schemeClr val="accent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solidFill>
                  <a:schemeClr val="bg1"/>
                </a:solidFill>
                <a:latin typeface="+mj-lt"/>
              </a:endParaRPr>
            </a:p>
          </p:txBody>
        </p:sp>
        <p:sp>
          <p:nvSpPr>
            <p:cNvPr id="1142" name="Line 619">
              <a:extLst>
                <a:ext uri="{FF2B5EF4-FFF2-40B4-BE49-F238E27FC236}">
                  <a16:creationId xmlns:a16="http://schemas.microsoft.com/office/drawing/2014/main" id="{58D291D1-EE20-564A-60E9-3F6FDCAC024D}"/>
                </a:ext>
              </a:extLst>
            </p:cNvPr>
            <p:cNvSpPr>
              <a:spLocks noChangeShapeType="1"/>
            </p:cNvSpPr>
            <p:nvPr/>
          </p:nvSpPr>
          <p:spPr bwMode="auto">
            <a:xfrm>
              <a:off x="6446838" y="5616576"/>
              <a:ext cx="0" cy="215900"/>
            </a:xfrm>
            <a:prstGeom prst="line">
              <a:avLst/>
            </a:prstGeom>
            <a:noFill/>
            <a:ln w="6350" cap="flat">
              <a:solidFill>
                <a:schemeClr val="accent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solidFill>
                  <a:schemeClr val="bg1"/>
                </a:solidFill>
                <a:latin typeface="+mj-lt"/>
              </a:endParaRPr>
            </a:p>
          </p:txBody>
        </p:sp>
        <p:sp>
          <p:nvSpPr>
            <p:cNvPr id="1143" name="Freeform 620">
              <a:extLst>
                <a:ext uri="{FF2B5EF4-FFF2-40B4-BE49-F238E27FC236}">
                  <a16:creationId xmlns:a16="http://schemas.microsoft.com/office/drawing/2014/main" id="{28099C1A-A323-476A-80C0-E32231EC3195}"/>
                </a:ext>
              </a:extLst>
            </p:cNvPr>
            <p:cNvSpPr>
              <a:spLocks/>
            </p:cNvSpPr>
            <p:nvPr/>
          </p:nvSpPr>
          <p:spPr bwMode="auto">
            <a:xfrm>
              <a:off x="6126163" y="5518151"/>
              <a:ext cx="344488" cy="84138"/>
            </a:xfrm>
            <a:custGeom>
              <a:avLst/>
              <a:gdLst>
                <a:gd name="T0" fmla="*/ 217 w 217"/>
                <a:gd name="T1" fmla="*/ 53 h 53"/>
                <a:gd name="T2" fmla="*/ 109 w 217"/>
                <a:gd name="T3" fmla="*/ 0 h 53"/>
                <a:gd name="T4" fmla="*/ 0 w 217"/>
                <a:gd name="T5" fmla="*/ 53 h 53"/>
              </a:gdLst>
              <a:ahLst/>
              <a:cxnLst>
                <a:cxn ang="0">
                  <a:pos x="T0" y="T1"/>
                </a:cxn>
                <a:cxn ang="0">
                  <a:pos x="T2" y="T3"/>
                </a:cxn>
                <a:cxn ang="0">
                  <a:pos x="T4" y="T5"/>
                </a:cxn>
              </a:cxnLst>
              <a:rect l="0" t="0" r="r" b="b"/>
              <a:pathLst>
                <a:path w="217" h="53">
                  <a:moveTo>
                    <a:pt x="217" y="53"/>
                  </a:moveTo>
                  <a:lnTo>
                    <a:pt x="109" y="0"/>
                  </a:lnTo>
                  <a:lnTo>
                    <a:pt x="0" y="53"/>
                  </a:lnTo>
                </a:path>
              </a:pathLst>
            </a:custGeom>
            <a:noFill/>
            <a:ln w="635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solidFill>
                  <a:schemeClr val="bg1"/>
                </a:solidFill>
                <a:latin typeface="+mj-lt"/>
              </a:endParaRPr>
            </a:p>
          </p:txBody>
        </p:sp>
        <p:sp>
          <p:nvSpPr>
            <p:cNvPr id="1144" name="Freeform 621">
              <a:extLst>
                <a:ext uri="{FF2B5EF4-FFF2-40B4-BE49-F238E27FC236}">
                  <a16:creationId xmlns:a16="http://schemas.microsoft.com/office/drawing/2014/main" id="{C94E7907-6369-9CE7-327E-B9FB52DD278F}"/>
                </a:ext>
              </a:extLst>
            </p:cNvPr>
            <p:cNvSpPr>
              <a:spLocks/>
            </p:cNvSpPr>
            <p:nvPr/>
          </p:nvSpPr>
          <p:spPr bwMode="auto">
            <a:xfrm>
              <a:off x="6197600" y="5626101"/>
              <a:ext cx="201613" cy="206375"/>
            </a:xfrm>
            <a:custGeom>
              <a:avLst/>
              <a:gdLst>
                <a:gd name="T0" fmla="*/ 0 w 127"/>
                <a:gd name="T1" fmla="*/ 130 h 130"/>
                <a:gd name="T2" fmla="*/ 0 w 127"/>
                <a:gd name="T3" fmla="*/ 0 h 130"/>
                <a:gd name="T4" fmla="*/ 127 w 127"/>
                <a:gd name="T5" fmla="*/ 0 h 130"/>
                <a:gd name="T6" fmla="*/ 127 w 127"/>
                <a:gd name="T7" fmla="*/ 130 h 130"/>
              </a:gdLst>
              <a:ahLst/>
              <a:cxnLst>
                <a:cxn ang="0">
                  <a:pos x="T0" y="T1"/>
                </a:cxn>
                <a:cxn ang="0">
                  <a:pos x="T2" y="T3"/>
                </a:cxn>
                <a:cxn ang="0">
                  <a:pos x="T4" y="T5"/>
                </a:cxn>
                <a:cxn ang="0">
                  <a:pos x="T6" y="T7"/>
                </a:cxn>
              </a:cxnLst>
              <a:rect l="0" t="0" r="r" b="b"/>
              <a:pathLst>
                <a:path w="127" h="130">
                  <a:moveTo>
                    <a:pt x="0" y="130"/>
                  </a:moveTo>
                  <a:lnTo>
                    <a:pt x="0" y="0"/>
                  </a:lnTo>
                  <a:lnTo>
                    <a:pt x="127" y="0"/>
                  </a:lnTo>
                  <a:lnTo>
                    <a:pt x="127" y="130"/>
                  </a:lnTo>
                </a:path>
              </a:pathLst>
            </a:custGeom>
            <a:noFill/>
            <a:ln w="635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solidFill>
                  <a:schemeClr val="bg1"/>
                </a:solidFill>
                <a:latin typeface="+mj-lt"/>
              </a:endParaRPr>
            </a:p>
          </p:txBody>
        </p:sp>
        <p:sp>
          <p:nvSpPr>
            <p:cNvPr id="1145" name="Line 622">
              <a:extLst>
                <a:ext uri="{FF2B5EF4-FFF2-40B4-BE49-F238E27FC236}">
                  <a16:creationId xmlns:a16="http://schemas.microsoft.com/office/drawing/2014/main" id="{A9F0FAB1-6FAA-C2EF-15C6-5F77DE5D6D1F}"/>
                </a:ext>
              </a:extLst>
            </p:cNvPr>
            <p:cNvSpPr>
              <a:spLocks noChangeShapeType="1"/>
            </p:cNvSpPr>
            <p:nvPr/>
          </p:nvSpPr>
          <p:spPr bwMode="auto">
            <a:xfrm flipH="1">
              <a:off x="6126163" y="5832476"/>
              <a:ext cx="84138" cy="0"/>
            </a:xfrm>
            <a:prstGeom prst="line">
              <a:avLst/>
            </a:prstGeom>
            <a:noFill/>
            <a:ln w="6350" cap="flat">
              <a:solidFill>
                <a:schemeClr val="accent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solidFill>
                  <a:schemeClr val="bg1"/>
                </a:solidFill>
                <a:latin typeface="+mj-lt"/>
              </a:endParaRPr>
            </a:p>
          </p:txBody>
        </p:sp>
        <p:sp>
          <p:nvSpPr>
            <p:cNvPr id="1146" name="Line 623">
              <a:extLst>
                <a:ext uri="{FF2B5EF4-FFF2-40B4-BE49-F238E27FC236}">
                  <a16:creationId xmlns:a16="http://schemas.microsoft.com/office/drawing/2014/main" id="{2761D135-B4CF-8F25-62FE-BFC924ADAFF0}"/>
                </a:ext>
              </a:extLst>
            </p:cNvPr>
            <p:cNvSpPr>
              <a:spLocks noChangeShapeType="1"/>
            </p:cNvSpPr>
            <p:nvPr/>
          </p:nvSpPr>
          <p:spPr bwMode="auto">
            <a:xfrm flipH="1">
              <a:off x="6399213" y="5832476"/>
              <a:ext cx="71438" cy="0"/>
            </a:xfrm>
            <a:prstGeom prst="line">
              <a:avLst/>
            </a:prstGeom>
            <a:noFill/>
            <a:ln w="6350" cap="flat">
              <a:solidFill>
                <a:schemeClr val="accent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solidFill>
                  <a:schemeClr val="bg1"/>
                </a:solidFill>
                <a:latin typeface="+mj-lt"/>
              </a:endParaRPr>
            </a:p>
          </p:txBody>
        </p:sp>
        <p:sp>
          <p:nvSpPr>
            <p:cNvPr id="1147" name="Freeform 624">
              <a:extLst>
                <a:ext uri="{FF2B5EF4-FFF2-40B4-BE49-F238E27FC236}">
                  <a16:creationId xmlns:a16="http://schemas.microsoft.com/office/drawing/2014/main" id="{B9B15CEF-DF1C-0757-C3D0-49476CFCEE54}"/>
                </a:ext>
              </a:extLst>
            </p:cNvPr>
            <p:cNvSpPr>
              <a:spLocks/>
            </p:cNvSpPr>
            <p:nvPr/>
          </p:nvSpPr>
          <p:spPr bwMode="auto">
            <a:xfrm>
              <a:off x="6329363" y="5767388"/>
              <a:ext cx="47625" cy="65088"/>
            </a:xfrm>
            <a:custGeom>
              <a:avLst/>
              <a:gdLst>
                <a:gd name="T0" fmla="*/ 30 w 30"/>
                <a:gd name="T1" fmla="*/ 0 h 41"/>
                <a:gd name="T2" fmla="*/ 0 w 30"/>
                <a:gd name="T3" fmla="*/ 0 h 41"/>
                <a:gd name="T4" fmla="*/ 0 w 30"/>
                <a:gd name="T5" fmla="*/ 41 h 41"/>
                <a:gd name="T6" fmla="*/ 30 w 30"/>
                <a:gd name="T7" fmla="*/ 41 h 41"/>
              </a:gdLst>
              <a:ahLst/>
              <a:cxnLst>
                <a:cxn ang="0">
                  <a:pos x="T0" y="T1"/>
                </a:cxn>
                <a:cxn ang="0">
                  <a:pos x="T2" y="T3"/>
                </a:cxn>
                <a:cxn ang="0">
                  <a:pos x="T4" y="T5"/>
                </a:cxn>
                <a:cxn ang="0">
                  <a:pos x="T6" y="T7"/>
                </a:cxn>
              </a:cxnLst>
              <a:rect l="0" t="0" r="r" b="b"/>
              <a:pathLst>
                <a:path w="30" h="41">
                  <a:moveTo>
                    <a:pt x="30" y="0"/>
                  </a:moveTo>
                  <a:lnTo>
                    <a:pt x="0" y="0"/>
                  </a:lnTo>
                  <a:lnTo>
                    <a:pt x="0" y="41"/>
                  </a:lnTo>
                  <a:lnTo>
                    <a:pt x="30" y="41"/>
                  </a:lnTo>
                </a:path>
              </a:pathLst>
            </a:custGeom>
            <a:noFill/>
            <a:ln w="635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solidFill>
                  <a:schemeClr val="bg1"/>
                </a:solidFill>
                <a:latin typeface="+mj-lt"/>
              </a:endParaRPr>
            </a:p>
          </p:txBody>
        </p:sp>
        <p:sp>
          <p:nvSpPr>
            <p:cNvPr id="1148" name="Rectangle 625">
              <a:extLst>
                <a:ext uri="{FF2B5EF4-FFF2-40B4-BE49-F238E27FC236}">
                  <a16:creationId xmlns:a16="http://schemas.microsoft.com/office/drawing/2014/main" id="{271FA497-873A-5C99-AB42-B26C1A3CCC6F}"/>
                </a:ext>
              </a:extLst>
            </p:cNvPr>
            <p:cNvSpPr>
              <a:spLocks noChangeArrowheads="1"/>
            </p:cNvSpPr>
            <p:nvPr/>
          </p:nvSpPr>
          <p:spPr bwMode="auto">
            <a:xfrm>
              <a:off x="6251575" y="5767388"/>
              <a:ext cx="77788" cy="65088"/>
            </a:xfrm>
            <a:prstGeom prst="rect">
              <a:avLst/>
            </a:prstGeom>
            <a:noFill/>
            <a:ln w="635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solidFill>
                  <a:schemeClr val="bg1"/>
                </a:solidFill>
                <a:latin typeface="+mj-lt"/>
              </a:endParaRPr>
            </a:p>
          </p:txBody>
        </p:sp>
        <p:sp>
          <p:nvSpPr>
            <p:cNvPr id="1149" name="Freeform 626">
              <a:extLst>
                <a:ext uri="{FF2B5EF4-FFF2-40B4-BE49-F238E27FC236}">
                  <a16:creationId xmlns:a16="http://schemas.microsoft.com/office/drawing/2014/main" id="{DCD027D5-C9F4-A20B-2781-28F7A9B69D2F}"/>
                </a:ext>
              </a:extLst>
            </p:cNvPr>
            <p:cNvSpPr>
              <a:spLocks/>
            </p:cNvSpPr>
            <p:nvPr/>
          </p:nvSpPr>
          <p:spPr bwMode="auto">
            <a:xfrm>
              <a:off x="6291263" y="5703888"/>
              <a:ext cx="71438" cy="63500"/>
            </a:xfrm>
            <a:custGeom>
              <a:avLst/>
              <a:gdLst>
                <a:gd name="T0" fmla="*/ 45 w 45"/>
                <a:gd name="T1" fmla="*/ 40 h 40"/>
                <a:gd name="T2" fmla="*/ 45 w 45"/>
                <a:gd name="T3" fmla="*/ 0 h 40"/>
                <a:gd name="T4" fmla="*/ 0 w 45"/>
                <a:gd name="T5" fmla="*/ 0 h 40"/>
                <a:gd name="T6" fmla="*/ 0 w 45"/>
                <a:gd name="T7" fmla="*/ 40 h 40"/>
              </a:gdLst>
              <a:ahLst/>
              <a:cxnLst>
                <a:cxn ang="0">
                  <a:pos x="T0" y="T1"/>
                </a:cxn>
                <a:cxn ang="0">
                  <a:pos x="T2" y="T3"/>
                </a:cxn>
                <a:cxn ang="0">
                  <a:pos x="T4" y="T5"/>
                </a:cxn>
                <a:cxn ang="0">
                  <a:pos x="T6" y="T7"/>
                </a:cxn>
              </a:cxnLst>
              <a:rect l="0" t="0" r="r" b="b"/>
              <a:pathLst>
                <a:path w="45" h="40">
                  <a:moveTo>
                    <a:pt x="45" y="40"/>
                  </a:moveTo>
                  <a:lnTo>
                    <a:pt x="45" y="0"/>
                  </a:lnTo>
                  <a:lnTo>
                    <a:pt x="0" y="0"/>
                  </a:lnTo>
                  <a:lnTo>
                    <a:pt x="0" y="40"/>
                  </a:lnTo>
                </a:path>
              </a:pathLst>
            </a:custGeom>
            <a:noFill/>
            <a:ln w="635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solidFill>
                  <a:schemeClr val="bg1"/>
                </a:solidFill>
                <a:latin typeface="+mj-lt"/>
              </a:endParaRPr>
            </a:p>
          </p:txBody>
        </p:sp>
      </p:grpSp>
      <p:sp>
        <p:nvSpPr>
          <p:cNvPr id="1108" name="Rectangle 1107">
            <a:extLst>
              <a:ext uri="{FF2B5EF4-FFF2-40B4-BE49-F238E27FC236}">
                <a16:creationId xmlns:a16="http://schemas.microsoft.com/office/drawing/2014/main" id="{D8EC9530-15E5-8CF3-38B3-1ED27C232871}"/>
              </a:ext>
            </a:extLst>
          </p:cNvPr>
          <p:cNvSpPr/>
          <p:nvPr/>
        </p:nvSpPr>
        <p:spPr>
          <a:xfrm>
            <a:off x="5423099" y="3186564"/>
            <a:ext cx="3164325" cy="5334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spcAft>
                <a:spcPts val="200"/>
              </a:spcAft>
            </a:pPr>
            <a:r>
              <a:rPr lang="en-US" sz="900" b="1" dirty="0">
                <a:solidFill>
                  <a:schemeClr val="accent1"/>
                </a:solidFill>
                <a:latin typeface="Poppins SemiBold" panose="00000700000000000000" pitchFamily="2" charset="0"/>
                <a:ea typeface="Source Serif Pro" panose="02040603050405020204" pitchFamily="18" charset="0"/>
                <a:cs typeface="Poppins SemiBold" panose="00000700000000000000" pitchFamily="2" charset="0"/>
              </a:rPr>
              <a:t>Clear Growth Avenues</a:t>
            </a:r>
          </a:p>
          <a:p>
            <a:pPr>
              <a:spcAft>
                <a:spcPts val="200"/>
              </a:spcAft>
            </a:pPr>
            <a:r>
              <a:rPr lang="en-US" sz="800" dirty="0">
                <a:solidFill>
                  <a:schemeClr val="bg1"/>
                </a:solidFill>
                <a:latin typeface="+mj-lt"/>
                <a:ea typeface="Source Serif Pro" panose="02040603050405020204" pitchFamily="18" charset="0"/>
              </a:rPr>
              <a:t>Expansion plan includes internationalization, growth of physical presence across Mexico, expansion of its third-party services business, and diversification of client base</a:t>
            </a:r>
          </a:p>
        </p:txBody>
      </p:sp>
      <p:grpSp>
        <p:nvGrpSpPr>
          <p:cNvPr id="1167" name="Gráfico 3">
            <a:extLst>
              <a:ext uri="{FF2B5EF4-FFF2-40B4-BE49-F238E27FC236}">
                <a16:creationId xmlns:a16="http://schemas.microsoft.com/office/drawing/2014/main" id="{23F553A7-A26A-7083-9BB9-403BCAA7F67A}"/>
              </a:ext>
            </a:extLst>
          </p:cNvPr>
          <p:cNvGrpSpPr/>
          <p:nvPr/>
        </p:nvGrpSpPr>
        <p:grpSpPr>
          <a:xfrm>
            <a:off x="4915439" y="3191638"/>
            <a:ext cx="271424" cy="236020"/>
            <a:chOff x="9176071" y="1769075"/>
            <a:chExt cx="271424" cy="236020"/>
          </a:xfrm>
          <a:noFill/>
        </p:grpSpPr>
        <p:sp>
          <p:nvSpPr>
            <p:cNvPr id="1168" name="Forma Livre: Forma 402">
              <a:extLst>
                <a:ext uri="{FF2B5EF4-FFF2-40B4-BE49-F238E27FC236}">
                  <a16:creationId xmlns:a16="http://schemas.microsoft.com/office/drawing/2014/main" id="{B70D8E6A-B07A-1C4C-6884-A38BB57232A0}"/>
                </a:ext>
              </a:extLst>
            </p:cNvPr>
            <p:cNvSpPr/>
            <p:nvPr/>
          </p:nvSpPr>
          <p:spPr>
            <a:xfrm>
              <a:off x="9181972" y="1881185"/>
              <a:ext cx="23602" cy="23602"/>
            </a:xfrm>
            <a:custGeom>
              <a:avLst/>
              <a:gdLst>
                <a:gd name="connsiteX0" fmla="*/ 23602 w 23602"/>
                <a:gd name="connsiteY0" fmla="*/ 11801 h 23602"/>
                <a:gd name="connsiteX1" fmla="*/ 11801 w 23602"/>
                <a:gd name="connsiteY1" fmla="*/ 23602 h 23602"/>
                <a:gd name="connsiteX2" fmla="*/ 0 w 23602"/>
                <a:gd name="connsiteY2" fmla="*/ 11801 h 23602"/>
                <a:gd name="connsiteX3" fmla="*/ 11801 w 23602"/>
                <a:gd name="connsiteY3" fmla="*/ 0 h 23602"/>
                <a:gd name="connsiteX4" fmla="*/ 23602 w 23602"/>
                <a:gd name="connsiteY4" fmla="*/ 11801 h 236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02" h="23602">
                  <a:moveTo>
                    <a:pt x="23602" y="11801"/>
                  </a:moveTo>
                  <a:cubicBezTo>
                    <a:pt x="23602" y="18319"/>
                    <a:pt x="18319" y="23602"/>
                    <a:pt x="11801" y="23602"/>
                  </a:cubicBezTo>
                  <a:cubicBezTo>
                    <a:pt x="5284" y="23602"/>
                    <a:pt x="0" y="18319"/>
                    <a:pt x="0" y="11801"/>
                  </a:cubicBezTo>
                  <a:cubicBezTo>
                    <a:pt x="0" y="5283"/>
                    <a:pt x="5284" y="0"/>
                    <a:pt x="11801" y="0"/>
                  </a:cubicBezTo>
                  <a:cubicBezTo>
                    <a:pt x="18319" y="0"/>
                    <a:pt x="23602" y="5283"/>
                    <a:pt x="23602" y="11801"/>
                  </a:cubicBezTo>
                  <a:close/>
                </a:path>
              </a:pathLst>
            </a:custGeom>
            <a:noFill/>
            <a:ln w="6350" cap="flat">
              <a:solidFill>
                <a:schemeClr val="accent1"/>
              </a:solidFill>
              <a:prstDash val="solid"/>
              <a:miter/>
            </a:ln>
          </p:spPr>
          <p:txBody>
            <a:bodyPr rtlCol="0" anchor="ctr"/>
            <a:lstStyle/>
            <a:p>
              <a:endParaRPr lang="pt-BR">
                <a:solidFill>
                  <a:schemeClr val="bg1"/>
                </a:solidFill>
                <a:latin typeface="+mj-lt"/>
              </a:endParaRPr>
            </a:p>
          </p:txBody>
        </p:sp>
        <p:sp>
          <p:nvSpPr>
            <p:cNvPr id="1169" name="Forma Livre: Forma 403">
              <a:extLst>
                <a:ext uri="{FF2B5EF4-FFF2-40B4-BE49-F238E27FC236}">
                  <a16:creationId xmlns:a16="http://schemas.microsoft.com/office/drawing/2014/main" id="{D89F71BB-ED54-4F2B-C996-4A2CD880E704}"/>
                </a:ext>
              </a:extLst>
            </p:cNvPr>
            <p:cNvSpPr/>
            <p:nvPr/>
          </p:nvSpPr>
          <p:spPr>
            <a:xfrm>
              <a:off x="9229176" y="1851683"/>
              <a:ext cx="23602" cy="23602"/>
            </a:xfrm>
            <a:custGeom>
              <a:avLst/>
              <a:gdLst>
                <a:gd name="connsiteX0" fmla="*/ 23602 w 23602"/>
                <a:gd name="connsiteY0" fmla="*/ 11801 h 23602"/>
                <a:gd name="connsiteX1" fmla="*/ 11801 w 23602"/>
                <a:gd name="connsiteY1" fmla="*/ 23602 h 23602"/>
                <a:gd name="connsiteX2" fmla="*/ 0 w 23602"/>
                <a:gd name="connsiteY2" fmla="*/ 11801 h 23602"/>
                <a:gd name="connsiteX3" fmla="*/ 11801 w 23602"/>
                <a:gd name="connsiteY3" fmla="*/ 0 h 23602"/>
                <a:gd name="connsiteX4" fmla="*/ 23602 w 23602"/>
                <a:gd name="connsiteY4" fmla="*/ 11801 h 236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02" h="23602">
                  <a:moveTo>
                    <a:pt x="23602" y="11801"/>
                  </a:moveTo>
                  <a:cubicBezTo>
                    <a:pt x="23602" y="18319"/>
                    <a:pt x="18319" y="23602"/>
                    <a:pt x="11801" y="23602"/>
                  </a:cubicBezTo>
                  <a:cubicBezTo>
                    <a:pt x="5284" y="23602"/>
                    <a:pt x="0" y="18319"/>
                    <a:pt x="0" y="11801"/>
                  </a:cubicBezTo>
                  <a:cubicBezTo>
                    <a:pt x="0" y="5283"/>
                    <a:pt x="5284" y="0"/>
                    <a:pt x="11801" y="0"/>
                  </a:cubicBezTo>
                  <a:cubicBezTo>
                    <a:pt x="18319" y="0"/>
                    <a:pt x="23602" y="5283"/>
                    <a:pt x="23602" y="11801"/>
                  </a:cubicBezTo>
                  <a:close/>
                </a:path>
              </a:pathLst>
            </a:custGeom>
            <a:noFill/>
            <a:ln w="6350" cap="flat">
              <a:solidFill>
                <a:schemeClr val="accent1"/>
              </a:solidFill>
              <a:prstDash val="solid"/>
              <a:miter/>
            </a:ln>
          </p:spPr>
          <p:txBody>
            <a:bodyPr rtlCol="0" anchor="ctr"/>
            <a:lstStyle/>
            <a:p>
              <a:endParaRPr lang="pt-BR">
                <a:solidFill>
                  <a:schemeClr val="bg1"/>
                </a:solidFill>
                <a:latin typeface="+mj-lt"/>
              </a:endParaRPr>
            </a:p>
          </p:txBody>
        </p:sp>
        <p:sp>
          <p:nvSpPr>
            <p:cNvPr id="1170" name="Forma Livre: Forma 404">
              <a:extLst>
                <a:ext uri="{FF2B5EF4-FFF2-40B4-BE49-F238E27FC236}">
                  <a16:creationId xmlns:a16="http://schemas.microsoft.com/office/drawing/2014/main" id="{0DBF20A6-1B23-9A0B-6927-9000C7FF759D}"/>
                </a:ext>
              </a:extLst>
            </p:cNvPr>
            <p:cNvSpPr/>
            <p:nvPr/>
          </p:nvSpPr>
          <p:spPr>
            <a:xfrm>
              <a:off x="9276380" y="1881185"/>
              <a:ext cx="23602" cy="23602"/>
            </a:xfrm>
            <a:custGeom>
              <a:avLst/>
              <a:gdLst>
                <a:gd name="connsiteX0" fmla="*/ 23602 w 23602"/>
                <a:gd name="connsiteY0" fmla="*/ 11801 h 23602"/>
                <a:gd name="connsiteX1" fmla="*/ 11801 w 23602"/>
                <a:gd name="connsiteY1" fmla="*/ 23602 h 23602"/>
                <a:gd name="connsiteX2" fmla="*/ 0 w 23602"/>
                <a:gd name="connsiteY2" fmla="*/ 11801 h 23602"/>
                <a:gd name="connsiteX3" fmla="*/ 11801 w 23602"/>
                <a:gd name="connsiteY3" fmla="*/ 0 h 23602"/>
                <a:gd name="connsiteX4" fmla="*/ 23602 w 23602"/>
                <a:gd name="connsiteY4" fmla="*/ 11801 h 236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02" h="23602">
                  <a:moveTo>
                    <a:pt x="23602" y="11801"/>
                  </a:moveTo>
                  <a:cubicBezTo>
                    <a:pt x="23602" y="18319"/>
                    <a:pt x="18319" y="23602"/>
                    <a:pt x="11801" y="23602"/>
                  </a:cubicBezTo>
                  <a:cubicBezTo>
                    <a:pt x="5284" y="23602"/>
                    <a:pt x="0" y="18319"/>
                    <a:pt x="0" y="11801"/>
                  </a:cubicBezTo>
                  <a:cubicBezTo>
                    <a:pt x="0" y="5283"/>
                    <a:pt x="5284" y="0"/>
                    <a:pt x="11801" y="0"/>
                  </a:cubicBezTo>
                  <a:cubicBezTo>
                    <a:pt x="18319" y="0"/>
                    <a:pt x="23602" y="5283"/>
                    <a:pt x="23602" y="11801"/>
                  </a:cubicBezTo>
                  <a:close/>
                </a:path>
              </a:pathLst>
            </a:custGeom>
            <a:noFill/>
            <a:ln w="6350" cap="flat">
              <a:solidFill>
                <a:schemeClr val="accent1"/>
              </a:solidFill>
              <a:prstDash val="solid"/>
              <a:miter/>
            </a:ln>
          </p:spPr>
          <p:txBody>
            <a:bodyPr rtlCol="0" anchor="ctr"/>
            <a:lstStyle/>
            <a:p>
              <a:endParaRPr lang="pt-BR">
                <a:solidFill>
                  <a:schemeClr val="bg1"/>
                </a:solidFill>
                <a:latin typeface="+mj-lt"/>
              </a:endParaRPr>
            </a:p>
          </p:txBody>
        </p:sp>
        <p:sp>
          <p:nvSpPr>
            <p:cNvPr id="1171" name="Forma Livre: Forma 405">
              <a:extLst>
                <a:ext uri="{FF2B5EF4-FFF2-40B4-BE49-F238E27FC236}">
                  <a16:creationId xmlns:a16="http://schemas.microsoft.com/office/drawing/2014/main" id="{17F3DF30-6F49-621C-9B96-47C8A3150718}"/>
                </a:ext>
              </a:extLst>
            </p:cNvPr>
            <p:cNvSpPr/>
            <p:nvPr/>
          </p:nvSpPr>
          <p:spPr>
            <a:xfrm>
              <a:off x="9323584" y="1839882"/>
              <a:ext cx="23602" cy="23602"/>
            </a:xfrm>
            <a:custGeom>
              <a:avLst/>
              <a:gdLst>
                <a:gd name="connsiteX0" fmla="*/ 23602 w 23602"/>
                <a:gd name="connsiteY0" fmla="*/ 11801 h 23602"/>
                <a:gd name="connsiteX1" fmla="*/ 11801 w 23602"/>
                <a:gd name="connsiteY1" fmla="*/ 23602 h 23602"/>
                <a:gd name="connsiteX2" fmla="*/ 0 w 23602"/>
                <a:gd name="connsiteY2" fmla="*/ 11801 h 23602"/>
                <a:gd name="connsiteX3" fmla="*/ 11801 w 23602"/>
                <a:gd name="connsiteY3" fmla="*/ 0 h 23602"/>
                <a:gd name="connsiteX4" fmla="*/ 23602 w 23602"/>
                <a:gd name="connsiteY4" fmla="*/ 11801 h 236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02" h="23602">
                  <a:moveTo>
                    <a:pt x="23602" y="11801"/>
                  </a:moveTo>
                  <a:cubicBezTo>
                    <a:pt x="23602" y="18319"/>
                    <a:pt x="18319" y="23602"/>
                    <a:pt x="11801" y="23602"/>
                  </a:cubicBezTo>
                  <a:cubicBezTo>
                    <a:pt x="5284" y="23602"/>
                    <a:pt x="0" y="18319"/>
                    <a:pt x="0" y="11801"/>
                  </a:cubicBezTo>
                  <a:cubicBezTo>
                    <a:pt x="0" y="5283"/>
                    <a:pt x="5284" y="0"/>
                    <a:pt x="11801" y="0"/>
                  </a:cubicBezTo>
                  <a:cubicBezTo>
                    <a:pt x="18319" y="0"/>
                    <a:pt x="23602" y="5283"/>
                    <a:pt x="23602" y="11801"/>
                  </a:cubicBezTo>
                  <a:close/>
                </a:path>
              </a:pathLst>
            </a:custGeom>
            <a:noFill/>
            <a:ln w="6350" cap="flat">
              <a:solidFill>
                <a:schemeClr val="accent1"/>
              </a:solidFill>
              <a:prstDash val="solid"/>
              <a:miter/>
            </a:ln>
          </p:spPr>
          <p:txBody>
            <a:bodyPr rtlCol="0" anchor="ctr"/>
            <a:lstStyle/>
            <a:p>
              <a:endParaRPr lang="pt-BR">
                <a:solidFill>
                  <a:schemeClr val="bg1"/>
                </a:solidFill>
                <a:latin typeface="+mj-lt"/>
              </a:endParaRPr>
            </a:p>
          </p:txBody>
        </p:sp>
        <p:sp>
          <p:nvSpPr>
            <p:cNvPr id="1172" name="Forma Livre: Forma 406">
              <a:extLst>
                <a:ext uri="{FF2B5EF4-FFF2-40B4-BE49-F238E27FC236}">
                  <a16:creationId xmlns:a16="http://schemas.microsoft.com/office/drawing/2014/main" id="{21CEAC61-4441-E295-3E04-67D3C3938942}"/>
                </a:ext>
              </a:extLst>
            </p:cNvPr>
            <p:cNvSpPr/>
            <p:nvPr/>
          </p:nvSpPr>
          <p:spPr>
            <a:xfrm>
              <a:off x="9370788" y="1810379"/>
              <a:ext cx="23602" cy="23602"/>
            </a:xfrm>
            <a:custGeom>
              <a:avLst/>
              <a:gdLst>
                <a:gd name="connsiteX0" fmla="*/ 23602 w 23602"/>
                <a:gd name="connsiteY0" fmla="*/ 11801 h 23602"/>
                <a:gd name="connsiteX1" fmla="*/ 11801 w 23602"/>
                <a:gd name="connsiteY1" fmla="*/ 23602 h 23602"/>
                <a:gd name="connsiteX2" fmla="*/ 0 w 23602"/>
                <a:gd name="connsiteY2" fmla="*/ 11801 h 23602"/>
                <a:gd name="connsiteX3" fmla="*/ 11801 w 23602"/>
                <a:gd name="connsiteY3" fmla="*/ 0 h 23602"/>
                <a:gd name="connsiteX4" fmla="*/ 23602 w 23602"/>
                <a:gd name="connsiteY4" fmla="*/ 11801 h 236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02" h="23602">
                  <a:moveTo>
                    <a:pt x="23602" y="11801"/>
                  </a:moveTo>
                  <a:cubicBezTo>
                    <a:pt x="23602" y="18319"/>
                    <a:pt x="18319" y="23602"/>
                    <a:pt x="11801" y="23602"/>
                  </a:cubicBezTo>
                  <a:cubicBezTo>
                    <a:pt x="5284" y="23602"/>
                    <a:pt x="0" y="18319"/>
                    <a:pt x="0" y="11801"/>
                  </a:cubicBezTo>
                  <a:cubicBezTo>
                    <a:pt x="0" y="5283"/>
                    <a:pt x="5284" y="0"/>
                    <a:pt x="11801" y="0"/>
                  </a:cubicBezTo>
                  <a:cubicBezTo>
                    <a:pt x="18319" y="0"/>
                    <a:pt x="23602" y="5283"/>
                    <a:pt x="23602" y="11801"/>
                  </a:cubicBezTo>
                  <a:close/>
                </a:path>
              </a:pathLst>
            </a:custGeom>
            <a:noFill/>
            <a:ln w="6350" cap="flat">
              <a:solidFill>
                <a:schemeClr val="accent1"/>
              </a:solidFill>
              <a:prstDash val="solid"/>
              <a:miter/>
            </a:ln>
          </p:spPr>
          <p:txBody>
            <a:bodyPr rtlCol="0" anchor="ctr"/>
            <a:lstStyle/>
            <a:p>
              <a:endParaRPr lang="pt-BR">
                <a:solidFill>
                  <a:schemeClr val="bg1"/>
                </a:solidFill>
                <a:latin typeface="+mj-lt"/>
              </a:endParaRPr>
            </a:p>
          </p:txBody>
        </p:sp>
        <p:sp>
          <p:nvSpPr>
            <p:cNvPr id="1173" name="Forma Livre: Forma 407">
              <a:extLst>
                <a:ext uri="{FF2B5EF4-FFF2-40B4-BE49-F238E27FC236}">
                  <a16:creationId xmlns:a16="http://schemas.microsoft.com/office/drawing/2014/main" id="{F714FE07-EB2E-ABF5-5F20-E5A3F0E888D7}"/>
                </a:ext>
              </a:extLst>
            </p:cNvPr>
            <p:cNvSpPr/>
            <p:nvPr/>
          </p:nvSpPr>
          <p:spPr>
            <a:xfrm>
              <a:off x="9417993" y="1769075"/>
              <a:ext cx="23602" cy="23602"/>
            </a:xfrm>
            <a:custGeom>
              <a:avLst/>
              <a:gdLst>
                <a:gd name="connsiteX0" fmla="*/ 23602 w 23602"/>
                <a:gd name="connsiteY0" fmla="*/ 11801 h 23602"/>
                <a:gd name="connsiteX1" fmla="*/ 11801 w 23602"/>
                <a:gd name="connsiteY1" fmla="*/ 23602 h 23602"/>
                <a:gd name="connsiteX2" fmla="*/ 0 w 23602"/>
                <a:gd name="connsiteY2" fmla="*/ 11801 h 23602"/>
                <a:gd name="connsiteX3" fmla="*/ 11801 w 23602"/>
                <a:gd name="connsiteY3" fmla="*/ 0 h 23602"/>
                <a:gd name="connsiteX4" fmla="*/ 23602 w 23602"/>
                <a:gd name="connsiteY4" fmla="*/ 11801 h 236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02" h="23602">
                  <a:moveTo>
                    <a:pt x="23602" y="11801"/>
                  </a:moveTo>
                  <a:cubicBezTo>
                    <a:pt x="23602" y="18319"/>
                    <a:pt x="18319" y="23602"/>
                    <a:pt x="11801" y="23602"/>
                  </a:cubicBezTo>
                  <a:cubicBezTo>
                    <a:pt x="5284" y="23602"/>
                    <a:pt x="0" y="18319"/>
                    <a:pt x="0" y="11801"/>
                  </a:cubicBezTo>
                  <a:cubicBezTo>
                    <a:pt x="0" y="5283"/>
                    <a:pt x="5284" y="0"/>
                    <a:pt x="11801" y="0"/>
                  </a:cubicBezTo>
                  <a:cubicBezTo>
                    <a:pt x="18319" y="0"/>
                    <a:pt x="23602" y="5283"/>
                    <a:pt x="23602" y="11801"/>
                  </a:cubicBezTo>
                  <a:close/>
                </a:path>
              </a:pathLst>
            </a:custGeom>
            <a:noFill/>
            <a:ln w="6350" cap="flat">
              <a:solidFill>
                <a:schemeClr val="accent1"/>
              </a:solidFill>
              <a:prstDash val="solid"/>
              <a:miter/>
            </a:ln>
          </p:spPr>
          <p:txBody>
            <a:bodyPr rtlCol="0" anchor="ctr"/>
            <a:lstStyle/>
            <a:p>
              <a:endParaRPr lang="pt-BR">
                <a:solidFill>
                  <a:schemeClr val="bg1"/>
                </a:solidFill>
                <a:latin typeface="+mj-lt"/>
              </a:endParaRPr>
            </a:p>
          </p:txBody>
        </p:sp>
        <p:sp>
          <p:nvSpPr>
            <p:cNvPr id="1174" name="Forma Livre: Forma 408">
              <a:extLst>
                <a:ext uri="{FF2B5EF4-FFF2-40B4-BE49-F238E27FC236}">
                  <a16:creationId xmlns:a16="http://schemas.microsoft.com/office/drawing/2014/main" id="{4FDBEBB1-9FE3-E4AE-2271-40281C4ACC3C}"/>
                </a:ext>
              </a:extLst>
            </p:cNvPr>
            <p:cNvSpPr/>
            <p:nvPr/>
          </p:nvSpPr>
          <p:spPr>
            <a:xfrm>
              <a:off x="9199673" y="1869384"/>
              <a:ext cx="29502" cy="17701"/>
            </a:xfrm>
            <a:custGeom>
              <a:avLst/>
              <a:gdLst>
                <a:gd name="connsiteX0" fmla="*/ 0 w 29502"/>
                <a:gd name="connsiteY0" fmla="*/ 17702 h 17701"/>
                <a:gd name="connsiteX1" fmla="*/ 29503 w 29502"/>
                <a:gd name="connsiteY1" fmla="*/ 0 h 17701"/>
              </a:gdLst>
              <a:ahLst/>
              <a:cxnLst>
                <a:cxn ang="0">
                  <a:pos x="connsiteX0" y="connsiteY0"/>
                </a:cxn>
                <a:cxn ang="0">
                  <a:pos x="connsiteX1" y="connsiteY1"/>
                </a:cxn>
              </a:cxnLst>
              <a:rect l="l" t="t" r="r" b="b"/>
              <a:pathLst>
                <a:path w="29502" h="17701">
                  <a:moveTo>
                    <a:pt x="0" y="17702"/>
                  </a:moveTo>
                  <a:lnTo>
                    <a:pt x="29503" y="0"/>
                  </a:lnTo>
                </a:path>
              </a:pathLst>
            </a:custGeom>
            <a:ln w="6350" cap="flat">
              <a:solidFill>
                <a:schemeClr val="accent1"/>
              </a:solidFill>
              <a:prstDash val="solid"/>
              <a:miter/>
            </a:ln>
          </p:spPr>
          <p:txBody>
            <a:bodyPr rtlCol="0" anchor="ctr"/>
            <a:lstStyle/>
            <a:p>
              <a:endParaRPr lang="pt-BR">
                <a:solidFill>
                  <a:schemeClr val="bg1"/>
                </a:solidFill>
                <a:latin typeface="+mj-lt"/>
              </a:endParaRPr>
            </a:p>
          </p:txBody>
        </p:sp>
        <p:sp>
          <p:nvSpPr>
            <p:cNvPr id="1175" name="Forma Livre: Forma 409">
              <a:extLst>
                <a:ext uri="{FF2B5EF4-FFF2-40B4-BE49-F238E27FC236}">
                  <a16:creationId xmlns:a16="http://schemas.microsoft.com/office/drawing/2014/main" id="{DABA90BE-2EF6-62B1-A892-CDA13A8CE293}"/>
                </a:ext>
              </a:extLst>
            </p:cNvPr>
            <p:cNvSpPr/>
            <p:nvPr/>
          </p:nvSpPr>
          <p:spPr>
            <a:xfrm>
              <a:off x="9252778" y="1869384"/>
              <a:ext cx="23602" cy="17701"/>
            </a:xfrm>
            <a:custGeom>
              <a:avLst/>
              <a:gdLst>
                <a:gd name="connsiteX0" fmla="*/ 0 w 23602"/>
                <a:gd name="connsiteY0" fmla="*/ 0 h 17701"/>
                <a:gd name="connsiteX1" fmla="*/ 23602 w 23602"/>
                <a:gd name="connsiteY1" fmla="*/ 17702 h 17701"/>
              </a:gdLst>
              <a:ahLst/>
              <a:cxnLst>
                <a:cxn ang="0">
                  <a:pos x="connsiteX0" y="connsiteY0"/>
                </a:cxn>
                <a:cxn ang="0">
                  <a:pos x="connsiteX1" y="connsiteY1"/>
                </a:cxn>
              </a:cxnLst>
              <a:rect l="l" t="t" r="r" b="b"/>
              <a:pathLst>
                <a:path w="23602" h="17701">
                  <a:moveTo>
                    <a:pt x="0" y="0"/>
                  </a:moveTo>
                  <a:lnTo>
                    <a:pt x="23602" y="17702"/>
                  </a:lnTo>
                </a:path>
              </a:pathLst>
            </a:custGeom>
            <a:ln w="6350" cap="flat">
              <a:solidFill>
                <a:schemeClr val="accent1"/>
              </a:solidFill>
              <a:prstDash val="solid"/>
              <a:miter/>
            </a:ln>
          </p:spPr>
          <p:txBody>
            <a:bodyPr rtlCol="0" anchor="ctr"/>
            <a:lstStyle/>
            <a:p>
              <a:endParaRPr lang="pt-BR">
                <a:solidFill>
                  <a:schemeClr val="bg1"/>
                </a:solidFill>
                <a:latin typeface="+mj-lt"/>
              </a:endParaRPr>
            </a:p>
          </p:txBody>
        </p:sp>
        <p:sp>
          <p:nvSpPr>
            <p:cNvPr id="1176" name="Forma Livre: Forma 410">
              <a:extLst>
                <a:ext uri="{FF2B5EF4-FFF2-40B4-BE49-F238E27FC236}">
                  <a16:creationId xmlns:a16="http://schemas.microsoft.com/office/drawing/2014/main" id="{D707F850-0375-46DD-E3D1-2BBB87B61959}"/>
                </a:ext>
              </a:extLst>
            </p:cNvPr>
            <p:cNvSpPr/>
            <p:nvPr/>
          </p:nvSpPr>
          <p:spPr>
            <a:xfrm>
              <a:off x="9294082" y="1857583"/>
              <a:ext cx="35403" cy="29502"/>
            </a:xfrm>
            <a:custGeom>
              <a:avLst/>
              <a:gdLst>
                <a:gd name="connsiteX0" fmla="*/ 0 w 35403"/>
                <a:gd name="connsiteY0" fmla="*/ 29503 h 29502"/>
                <a:gd name="connsiteX1" fmla="*/ 35403 w 35403"/>
                <a:gd name="connsiteY1" fmla="*/ 0 h 29502"/>
              </a:gdLst>
              <a:ahLst/>
              <a:cxnLst>
                <a:cxn ang="0">
                  <a:pos x="connsiteX0" y="connsiteY0"/>
                </a:cxn>
                <a:cxn ang="0">
                  <a:pos x="connsiteX1" y="connsiteY1"/>
                </a:cxn>
              </a:cxnLst>
              <a:rect l="l" t="t" r="r" b="b"/>
              <a:pathLst>
                <a:path w="35403" h="29502">
                  <a:moveTo>
                    <a:pt x="0" y="29503"/>
                  </a:moveTo>
                  <a:lnTo>
                    <a:pt x="35403" y="0"/>
                  </a:lnTo>
                </a:path>
              </a:pathLst>
            </a:custGeom>
            <a:ln w="6350" cap="flat">
              <a:solidFill>
                <a:schemeClr val="accent1"/>
              </a:solidFill>
              <a:prstDash val="solid"/>
              <a:miter/>
            </a:ln>
          </p:spPr>
          <p:txBody>
            <a:bodyPr rtlCol="0" anchor="ctr"/>
            <a:lstStyle/>
            <a:p>
              <a:endParaRPr lang="pt-BR">
                <a:solidFill>
                  <a:schemeClr val="bg1"/>
                </a:solidFill>
                <a:latin typeface="+mj-lt"/>
              </a:endParaRPr>
            </a:p>
          </p:txBody>
        </p:sp>
        <p:sp>
          <p:nvSpPr>
            <p:cNvPr id="1177" name="Forma Livre: Forma 411">
              <a:extLst>
                <a:ext uri="{FF2B5EF4-FFF2-40B4-BE49-F238E27FC236}">
                  <a16:creationId xmlns:a16="http://schemas.microsoft.com/office/drawing/2014/main" id="{5DE25F9E-1FA0-BBE6-D663-CEDEC801E3E9}"/>
                </a:ext>
              </a:extLst>
            </p:cNvPr>
            <p:cNvSpPr/>
            <p:nvPr/>
          </p:nvSpPr>
          <p:spPr>
            <a:xfrm>
              <a:off x="9347186" y="1828081"/>
              <a:ext cx="23602" cy="17701"/>
            </a:xfrm>
            <a:custGeom>
              <a:avLst/>
              <a:gdLst>
                <a:gd name="connsiteX0" fmla="*/ 0 w 23602"/>
                <a:gd name="connsiteY0" fmla="*/ 17702 h 17701"/>
                <a:gd name="connsiteX1" fmla="*/ 23602 w 23602"/>
                <a:gd name="connsiteY1" fmla="*/ 0 h 17701"/>
              </a:gdLst>
              <a:ahLst/>
              <a:cxnLst>
                <a:cxn ang="0">
                  <a:pos x="connsiteX0" y="connsiteY0"/>
                </a:cxn>
                <a:cxn ang="0">
                  <a:pos x="connsiteX1" y="connsiteY1"/>
                </a:cxn>
              </a:cxnLst>
              <a:rect l="l" t="t" r="r" b="b"/>
              <a:pathLst>
                <a:path w="23602" h="17701">
                  <a:moveTo>
                    <a:pt x="0" y="17702"/>
                  </a:moveTo>
                  <a:lnTo>
                    <a:pt x="23602" y="0"/>
                  </a:lnTo>
                </a:path>
              </a:pathLst>
            </a:custGeom>
            <a:ln w="6350" cap="flat">
              <a:solidFill>
                <a:schemeClr val="accent1"/>
              </a:solidFill>
              <a:prstDash val="solid"/>
              <a:miter/>
            </a:ln>
          </p:spPr>
          <p:txBody>
            <a:bodyPr rtlCol="0" anchor="ctr"/>
            <a:lstStyle/>
            <a:p>
              <a:endParaRPr lang="pt-BR">
                <a:solidFill>
                  <a:schemeClr val="bg1"/>
                </a:solidFill>
                <a:latin typeface="+mj-lt"/>
              </a:endParaRPr>
            </a:p>
          </p:txBody>
        </p:sp>
        <p:sp>
          <p:nvSpPr>
            <p:cNvPr id="1178" name="Forma Livre: Forma 412">
              <a:extLst>
                <a:ext uri="{FF2B5EF4-FFF2-40B4-BE49-F238E27FC236}">
                  <a16:creationId xmlns:a16="http://schemas.microsoft.com/office/drawing/2014/main" id="{D10A72AB-979D-E13D-C0C8-9D2C243A5F52}"/>
                </a:ext>
              </a:extLst>
            </p:cNvPr>
            <p:cNvSpPr/>
            <p:nvPr/>
          </p:nvSpPr>
          <p:spPr>
            <a:xfrm>
              <a:off x="9388490" y="1786777"/>
              <a:ext cx="35403" cy="29502"/>
            </a:xfrm>
            <a:custGeom>
              <a:avLst/>
              <a:gdLst>
                <a:gd name="connsiteX0" fmla="*/ 0 w 35403"/>
                <a:gd name="connsiteY0" fmla="*/ 29503 h 29502"/>
                <a:gd name="connsiteX1" fmla="*/ 35403 w 35403"/>
                <a:gd name="connsiteY1" fmla="*/ 0 h 29502"/>
              </a:gdLst>
              <a:ahLst/>
              <a:cxnLst>
                <a:cxn ang="0">
                  <a:pos x="connsiteX0" y="connsiteY0"/>
                </a:cxn>
                <a:cxn ang="0">
                  <a:pos x="connsiteX1" y="connsiteY1"/>
                </a:cxn>
              </a:cxnLst>
              <a:rect l="l" t="t" r="r" b="b"/>
              <a:pathLst>
                <a:path w="35403" h="29502">
                  <a:moveTo>
                    <a:pt x="0" y="29503"/>
                  </a:moveTo>
                  <a:lnTo>
                    <a:pt x="35403" y="0"/>
                  </a:lnTo>
                </a:path>
              </a:pathLst>
            </a:custGeom>
            <a:ln w="6350" cap="flat">
              <a:solidFill>
                <a:schemeClr val="accent1"/>
              </a:solidFill>
              <a:prstDash val="solid"/>
              <a:miter/>
            </a:ln>
          </p:spPr>
          <p:txBody>
            <a:bodyPr rtlCol="0" anchor="ctr"/>
            <a:lstStyle/>
            <a:p>
              <a:endParaRPr lang="pt-BR">
                <a:solidFill>
                  <a:schemeClr val="bg1"/>
                </a:solidFill>
                <a:latin typeface="+mj-lt"/>
              </a:endParaRPr>
            </a:p>
          </p:txBody>
        </p:sp>
        <p:sp>
          <p:nvSpPr>
            <p:cNvPr id="1179" name="Forma Livre: Forma 413">
              <a:extLst>
                <a:ext uri="{FF2B5EF4-FFF2-40B4-BE49-F238E27FC236}">
                  <a16:creationId xmlns:a16="http://schemas.microsoft.com/office/drawing/2014/main" id="{1D0470F4-9591-2ECD-3B9F-501D81F0B3A8}"/>
                </a:ext>
              </a:extLst>
            </p:cNvPr>
            <p:cNvSpPr/>
            <p:nvPr/>
          </p:nvSpPr>
          <p:spPr>
            <a:xfrm>
              <a:off x="9176071" y="2005096"/>
              <a:ext cx="271424" cy="5900"/>
            </a:xfrm>
            <a:custGeom>
              <a:avLst/>
              <a:gdLst>
                <a:gd name="connsiteX0" fmla="*/ 0 w 271424"/>
                <a:gd name="connsiteY0" fmla="*/ 0 h 5900"/>
                <a:gd name="connsiteX1" fmla="*/ 271424 w 271424"/>
                <a:gd name="connsiteY1" fmla="*/ 0 h 5900"/>
              </a:gdLst>
              <a:ahLst/>
              <a:cxnLst>
                <a:cxn ang="0">
                  <a:pos x="connsiteX0" y="connsiteY0"/>
                </a:cxn>
                <a:cxn ang="0">
                  <a:pos x="connsiteX1" y="connsiteY1"/>
                </a:cxn>
              </a:cxnLst>
              <a:rect l="l" t="t" r="r" b="b"/>
              <a:pathLst>
                <a:path w="271424" h="5900">
                  <a:moveTo>
                    <a:pt x="0" y="0"/>
                  </a:moveTo>
                  <a:lnTo>
                    <a:pt x="271424" y="0"/>
                  </a:lnTo>
                </a:path>
              </a:pathLst>
            </a:custGeom>
            <a:ln w="6350" cap="flat">
              <a:solidFill>
                <a:schemeClr val="accent1"/>
              </a:solidFill>
              <a:prstDash val="solid"/>
              <a:miter/>
            </a:ln>
          </p:spPr>
          <p:txBody>
            <a:bodyPr rtlCol="0" anchor="ctr"/>
            <a:lstStyle/>
            <a:p>
              <a:endParaRPr lang="pt-BR">
                <a:solidFill>
                  <a:schemeClr val="bg1"/>
                </a:solidFill>
                <a:latin typeface="+mj-lt"/>
              </a:endParaRPr>
            </a:p>
          </p:txBody>
        </p:sp>
        <p:sp>
          <p:nvSpPr>
            <p:cNvPr id="1180" name="Forma Livre: Forma 414">
              <a:extLst>
                <a:ext uri="{FF2B5EF4-FFF2-40B4-BE49-F238E27FC236}">
                  <a16:creationId xmlns:a16="http://schemas.microsoft.com/office/drawing/2014/main" id="{CC0F2627-0AEF-1A7F-4D20-0BFEE352ED80}"/>
                </a:ext>
              </a:extLst>
            </p:cNvPr>
            <p:cNvSpPr/>
            <p:nvPr/>
          </p:nvSpPr>
          <p:spPr>
            <a:xfrm>
              <a:off x="9193773" y="1928390"/>
              <a:ext cx="5900" cy="76706"/>
            </a:xfrm>
            <a:custGeom>
              <a:avLst/>
              <a:gdLst>
                <a:gd name="connsiteX0" fmla="*/ 0 w 5900"/>
                <a:gd name="connsiteY0" fmla="*/ 0 h 76706"/>
                <a:gd name="connsiteX1" fmla="*/ 0 w 5900"/>
                <a:gd name="connsiteY1" fmla="*/ 76707 h 76706"/>
              </a:gdLst>
              <a:ahLst/>
              <a:cxnLst>
                <a:cxn ang="0">
                  <a:pos x="connsiteX0" y="connsiteY0"/>
                </a:cxn>
                <a:cxn ang="0">
                  <a:pos x="connsiteX1" y="connsiteY1"/>
                </a:cxn>
              </a:cxnLst>
              <a:rect l="l" t="t" r="r" b="b"/>
              <a:pathLst>
                <a:path w="5900" h="76706">
                  <a:moveTo>
                    <a:pt x="0" y="0"/>
                  </a:moveTo>
                  <a:lnTo>
                    <a:pt x="0" y="76707"/>
                  </a:lnTo>
                </a:path>
              </a:pathLst>
            </a:custGeom>
            <a:ln w="6350" cap="flat">
              <a:solidFill>
                <a:schemeClr val="accent1"/>
              </a:solidFill>
              <a:prstDash val="solid"/>
              <a:miter/>
            </a:ln>
          </p:spPr>
          <p:txBody>
            <a:bodyPr rtlCol="0" anchor="ctr"/>
            <a:lstStyle/>
            <a:p>
              <a:endParaRPr lang="pt-BR">
                <a:solidFill>
                  <a:schemeClr val="bg1"/>
                </a:solidFill>
                <a:latin typeface="+mj-lt"/>
              </a:endParaRPr>
            </a:p>
          </p:txBody>
        </p:sp>
        <p:sp>
          <p:nvSpPr>
            <p:cNvPr id="1181" name="Forma Livre: Forma 415">
              <a:extLst>
                <a:ext uri="{FF2B5EF4-FFF2-40B4-BE49-F238E27FC236}">
                  <a16:creationId xmlns:a16="http://schemas.microsoft.com/office/drawing/2014/main" id="{CD09C1D9-C4D7-9554-4767-961BF6CE4770}"/>
                </a:ext>
              </a:extLst>
            </p:cNvPr>
            <p:cNvSpPr/>
            <p:nvPr/>
          </p:nvSpPr>
          <p:spPr>
            <a:xfrm>
              <a:off x="9240977" y="1898887"/>
              <a:ext cx="5900" cy="106209"/>
            </a:xfrm>
            <a:custGeom>
              <a:avLst/>
              <a:gdLst>
                <a:gd name="connsiteX0" fmla="*/ 0 w 5900"/>
                <a:gd name="connsiteY0" fmla="*/ 0 h 106209"/>
                <a:gd name="connsiteX1" fmla="*/ 0 w 5900"/>
                <a:gd name="connsiteY1" fmla="*/ 106209 h 106209"/>
              </a:gdLst>
              <a:ahLst/>
              <a:cxnLst>
                <a:cxn ang="0">
                  <a:pos x="connsiteX0" y="connsiteY0"/>
                </a:cxn>
                <a:cxn ang="0">
                  <a:pos x="connsiteX1" y="connsiteY1"/>
                </a:cxn>
              </a:cxnLst>
              <a:rect l="l" t="t" r="r" b="b"/>
              <a:pathLst>
                <a:path w="5900" h="106209">
                  <a:moveTo>
                    <a:pt x="0" y="0"/>
                  </a:moveTo>
                  <a:lnTo>
                    <a:pt x="0" y="106209"/>
                  </a:lnTo>
                </a:path>
              </a:pathLst>
            </a:custGeom>
            <a:ln w="6350" cap="flat">
              <a:solidFill>
                <a:schemeClr val="accent1"/>
              </a:solidFill>
              <a:prstDash val="solid"/>
              <a:miter/>
            </a:ln>
          </p:spPr>
          <p:txBody>
            <a:bodyPr rtlCol="0" anchor="ctr"/>
            <a:lstStyle/>
            <a:p>
              <a:endParaRPr lang="pt-BR">
                <a:solidFill>
                  <a:schemeClr val="bg1"/>
                </a:solidFill>
                <a:latin typeface="+mj-lt"/>
              </a:endParaRPr>
            </a:p>
          </p:txBody>
        </p:sp>
        <p:sp>
          <p:nvSpPr>
            <p:cNvPr id="1182" name="Forma Livre: Forma 416">
              <a:extLst>
                <a:ext uri="{FF2B5EF4-FFF2-40B4-BE49-F238E27FC236}">
                  <a16:creationId xmlns:a16="http://schemas.microsoft.com/office/drawing/2014/main" id="{3F33EE2C-BB92-5218-E89F-6E784BBAB6CD}"/>
                </a:ext>
              </a:extLst>
            </p:cNvPr>
            <p:cNvSpPr/>
            <p:nvPr/>
          </p:nvSpPr>
          <p:spPr>
            <a:xfrm>
              <a:off x="9288181" y="1928390"/>
              <a:ext cx="5900" cy="76706"/>
            </a:xfrm>
            <a:custGeom>
              <a:avLst/>
              <a:gdLst>
                <a:gd name="connsiteX0" fmla="*/ 0 w 5900"/>
                <a:gd name="connsiteY0" fmla="*/ 0 h 76706"/>
                <a:gd name="connsiteX1" fmla="*/ 0 w 5900"/>
                <a:gd name="connsiteY1" fmla="*/ 76707 h 76706"/>
              </a:gdLst>
              <a:ahLst/>
              <a:cxnLst>
                <a:cxn ang="0">
                  <a:pos x="connsiteX0" y="connsiteY0"/>
                </a:cxn>
                <a:cxn ang="0">
                  <a:pos x="connsiteX1" y="connsiteY1"/>
                </a:cxn>
              </a:cxnLst>
              <a:rect l="l" t="t" r="r" b="b"/>
              <a:pathLst>
                <a:path w="5900" h="76706">
                  <a:moveTo>
                    <a:pt x="0" y="0"/>
                  </a:moveTo>
                  <a:lnTo>
                    <a:pt x="0" y="76707"/>
                  </a:lnTo>
                </a:path>
              </a:pathLst>
            </a:custGeom>
            <a:ln w="6350" cap="flat">
              <a:solidFill>
                <a:schemeClr val="accent1"/>
              </a:solidFill>
              <a:prstDash val="solid"/>
              <a:miter/>
            </a:ln>
          </p:spPr>
          <p:txBody>
            <a:bodyPr rtlCol="0" anchor="ctr"/>
            <a:lstStyle/>
            <a:p>
              <a:endParaRPr lang="pt-BR">
                <a:solidFill>
                  <a:schemeClr val="bg1"/>
                </a:solidFill>
                <a:latin typeface="+mj-lt"/>
              </a:endParaRPr>
            </a:p>
          </p:txBody>
        </p:sp>
        <p:sp>
          <p:nvSpPr>
            <p:cNvPr id="1183" name="Forma Livre: Forma 417">
              <a:extLst>
                <a:ext uri="{FF2B5EF4-FFF2-40B4-BE49-F238E27FC236}">
                  <a16:creationId xmlns:a16="http://schemas.microsoft.com/office/drawing/2014/main" id="{787B8250-2D61-C7D6-E84E-8F527F14A140}"/>
                </a:ext>
              </a:extLst>
            </p:cNvPr>
            <p:cNvSpPr/>
            <p:nvPr/>
          </p:nvSpPr>
          <p:spPr>
            <a:xfrm>
              <a:off x="9335385" y="1887086"/>
              <a:ext cx="5900" cy="118010"/>
            </a:xfrm>
            <a:custGeom>
              <a:avLst/>
              <a:gdLst>
                <a:gd name="connsiteX0" fmla="*/ 0 w 5900"/>
                <a:gd name="connsiteY0" fmla="*/ 0 h 118010"/>
                <a:gd name="connsiteX1" fmla="*/ 0 w 5900"/>
                <a:gd name="connsiteY1" fmla="*/ 118010 h 118010"/>
              </a:gdLst>
              <a:ahLst/>
              <a:cxnLst>
                <a:cxn ang="0">
                  <a:pos x="connsiteX0" y="connsiteY0"/>
                </a:cxn>
                <a:cxn ang="0">
                  <a:pos x="connsiteX1" y="connsiteY1"/>
                </a:cxn>
              </a:cxnLst>
              <a:rect l="l" t="t" r="r" b="b"/>
              <a:pathLst>
                <a:path w="5900" h="118010">
                  <a:moveTo>
                    <a:pt x="0" y="0"/>
                  </a:moveTo>
                  <a:lnTo>
                    <a:pt x="0" y="118010"/>
                  </a:lnTo>
                </a:path>
              </a:pathLst>
            </a:custGeom>
            <a:ln w="6350" cap="flat">
              <a:solidFill>
                <a:schemeClr val="accent1"/>
              </a:solidFill>
              <a:prstDash val="solid"/>
              <a:miter/>
            </a:ln>
          </p:spPr>
          <p:txBody>
            <a:bodyPr rtlCol="0" anchor="ctr"/>
            <a:lstStyle/>
            <a:p>
              <a:endParaRPr lang="pt-BR">
                <a:solidFill>
                  <a:schemeClr val="bg1"/>
                </a:solidFill>
                <a:latin typeface="+mj-lt"/>
              </a:endParaRPr>
            </a:p>
          </p:txBody>
        </p:sp>
        <p:sp>
          <p:nvSpPr>
            <p:cNvPr id="1184" name="Forma Livre: Forma 418">
              <a:extLst>
                <a:ext uri="{FF2B5EF4-FFF2-40B4-BE49-F238E27FC236}">
                  <a16:creationId xmlns:a16="http://schemas.microsoft.com/office/drawing/2014/main" id="{AC6B988F-20CE-4F4D-2755-F060E103AFD1}"/>
                </a:ext>
              </a:extLst>
            </p:cNvPr>
            <p:cNvSpPr/>
            <p:nvPr/>
          </p:nvSpPr>
          <p:spPr>
            <a:xfrm>
              <a:off x="9382589" y="1857583"/>
              <a:ext cx="5900" cy="147513"/>
            </a:xfrm>
            <a:custGeom>
              <a:avLst/>
              <a:gdLst>
                <a:gd name="connsiteX0" fmla="*/ 0 w 5900"/>
                <a:gd name="connsiteY0" fmla="*/ 0 h 147513"/>
                <a:gd name="connsiteX1" fmla="*/ 0 w 5900"/>
                <a:gd name="connsiteY1" fmla="*/ 147513 h 147513"/>
              </a:gdLst>
              <a:ahLst/>
              <a:cxnLst>
                <a:cxn ang="0">
                  <a:pos x="connsiteX0" y="connsiteY0"/>
                </a:cxn>
                <a:cxn ang="0">
                  <a:pos x="connsiteX1" y="connsiteY1"/>
                </a:cxn>
              </a:cxnLst>
              <a:rect l="l" t="t" r="r" b="b"/>
              <a:pathLst>
                <a:path w="5900" h="147513">
                  <a:moveTo>
                    <a:pt x="0" y="0"/>
                  </a:moveTo>
                  <a:lnTo>
                    <a:pt x="0" y="147513"/>
                  </a:lnTo>
                </a:path>
              </a:pathLst>
            </a:custGeom>
            <a:ln w="6350" cap="flat">
              <a:solidFill>
                <a:schemeClr val="accent1"/>
              </a:solidFill>
              <a:prstDash val="solid"/>
              <a:miter/>
            </a:ln>
          </p:spPr>
          <p:txBody>
            <a:bodyPr rtlCol="0" anchor="ctr"/>
            <a:lstStyle/>
            <a:p>
              <a:endParaRPr lang="pt-BR">
                <a:solidFill>
                  <a:schemeClr val="bg1"/>
                </a:solidFill>
                <a:latin typeface="+mj-lt"/>
              </a:endParaRPr>
            </a:p>
          </p:txBody>
        </p:sp>
        <p:sp>
          <p:nvSpPr>
            <p:cNvPr id="1185" name="Forma Livre: Forma 419">
              <a:extLst>
                <a:ext uri="{FF2B5EF4-FFF2-40B4-BE49-F238E27FC236}">
                  <a16:creationId xmlns:a16="http://schemas.microsoft.com/office/drawing/2014/main" id="{0D2B82E6-0B19-5F04-885F-0E04E587F8FB}"/>
                </a:ext>
              </a:extLst>
            </p:cNvPr>
            <p:cNvSpPr/>
            <p:nvPr/>
          </p:nvSpPr>
          <p:spPr>
            <a:xfrm>
              <a:off x="9429794" y="1816280"/>
              <a:ext cx="5900" cy="188816"/>
            </a:xfrm>
            <a:custGeom>
              <a:avLst/>
              <a:gdLst>
                <a:gd name="connsiteX0" fmla="*/ 0 w 5900"/>
                <a:gd name="connsiteY0" fmla="*/ 0 h 188816"/>
                <a:gd name="connsiteX1" fmla="*/ 0 w 5900"/>
                <a:gd name="connsiteY1" fmla="*/ 188817 h 188816"/>
              </a:gdLst>
              <a:ahLst/>
              <a:cxnLst>
                <a:cxn ang="0">
                  <a:pos x="connsiteX0" y="connsiteY0"/>
                </a:cxn>
                <a:cxn ang="0">
                  <a:pos x="connsiteX1" y="connsiteY1"/>
                </a:cxn>
              </a:cxnLst>
              <a:rect l="l" t="t" r="r" b="b"/>
              <a:pathLst>
                <a:path w="5900" h="188816">
                  <a:moveTo>
                    <a:pt x="0" y="0"/>
                  </a:moveTo>
                  <a:lnTo>
                    <a:pt x="0" y="188817"/>
                  </a:lnTo>
                </a:path>
              </a:pathLst>
            </a:custGeom>
            <a:ln w="6350" cap="flat">
              <a:solidFill>
                <a:schemeClr val="accent1"/>
              </a:solidFill>
              <a:prstDash val="solid"/>
              <a:miter/>
            </a:ln>
          </p:spPr>
          <p:txBody>
            <a:bodyPr rtlCol="0" anchor="ctr"/>
            <a:lstStyle/>
            <a:p>
              <a:endParaRPr lang="pt-BR">
                <a:solidFill>
                  <a:schemeClr val="bg1"/>
                </a:solidFill>
                <a:latin typeface="+mj-lt"/>
              </a:endParaRPr>
            </a:p>
          </p:txBody>
        </p:sp>
      </p:grpSp>
      <p:sp>
        <p:nvSpPr>
          <p:cNvPr id="1107" name="Rectangle 1106">
            <a:extLst>
              <a:ext uri="{FF2B5EF4-FFF2-40B4-BE49-F238E27FC236}">
                <a16:creationId xmlns:a16="http://schemas.microsoft.com/office/drawing/2014/main" id="{C82226D5-0FD8-93FB-97D1-A7BD28CB1D29}"/>
              </a:ext>
            </a:extLst>
          </p:cNvPr>
          <p:cNvSpPr/>
          <p:nvPr/>
        </p:nvSpPr>
        <p:spPr>
          <a:xfrm>
            <a:off x="1260242" y="2494479"/>
            <a:ext cx="2769497" cy="5334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spcAft>
                <a:spcPts val="200"/>
              </a:spcAft>
            </a:pPr>
            <a:r>
              <a:rPr lang="en-US" sz="900" b="1" dirty="0">
                <a:solidFill>
                  <a:schemeClr val="accent1"/>
                </a:solidFill>
                <a:latin typeface="Poppins SemiBold" panose="00000700000000000000" pitchFamily="2" charset="0"/>
                <a:ea typeface="Source Serif Pro" panose="02040603050405020204" pitchFamily="18" charset="0"/>
                <a:cs typeface="Poppins SemiBold" panose="00000700000000000000" pitchFamily="2" charset="0"/>
              </a:rPr>
              <a:t>Integrated Distribution Capabilities</a:t>
            </a:r>
          </a:p>
          <a:p>
            <a:pPr>
              <a:spcAft>
                <a:spcPts val="200"/>
              </a:spcAft>
            </a:pPr>
            <a:r>
              <a:rPr lang="en-US" sz="800" dirty="0">
                <a:solidFill>
                  <a:schemeClr val="bg1"/>
                </a:solidFill>
                <a:latin typeface="+mj-lt"/>
                <a:ea typeface="Source Serif Pro" panose="02040603050405020204" pitchFamily="18" charset="0"/>
              </a:rPr>
              <a:t>An owned fleet featuring top-of-the-line tankers, semi-trucks, and box trucks, providing comprehensive distribution capabilities throughout Mexico</a:t>
            </a:r>
          </a:p>
        </p:txBody>
      </p:sp>
      <p:grpSp>
        <p:nvGrpSpPr>
          <p:cNvPr id="1150" name="Graphic 468">
            <a:extLst>
              <a:ext uri="{FF2B5EF4-FFF2-40B4-BE49-F238E27FC236}">
                <a16:creationId xmlns:a16="http://schemas.microsoft.com/office/drawing/2014/main" id="{77B5D26A-D1DD-007D-8D15-83F0B4E09DF9}"/>
              </a:ext>
            </a:extLst>
          </p:cNvPr>
          <p:cNvGrpSpPr/>
          <p:nvPr/>
        </p:nvGrpSpPr>
        <p:grpSpPr>
          <a:xfrm>
            <a:off x="720344" y="2490325"/>
            <a:ext cx="335907" cy="240977"/>
            <a:chOff x="5876925" y="3667125"/>
            <a:chExt cx="438150" cy="314325"/>
          </a:xfrm>
          <a:noFill/>
        </p:grpSpPr>
        <p:sp>
          <p:nvSpPr>
            <p:cNvPr id="1151" name="Freeform: Shape 1150">
              <a:extLst>
                <a:ext uri="{FF2B5EF4-FFF2-40B4-BE49-F238E27FC236}">
                  <a16:creationId xmlns:a16="http://schemas.microsoft.com/office/drawing/2014/main" id="{B0C74DC8-A18B-1365-4789-797F19BD8055}"/>
                </a:ext>
              </a:extLst>
            </p:cNvPr>
            <p:cNvSpPr/>
            <p:nvPr/>
          </p:nvSpPr>
          <p:spPr>
            <a:xfrm>
              <a:off x="5924550" y="3943350"/>
              <a:ext cx="57150" cy="38100"/>
            </a:xfrm>
            <a:custGeom>
              <a:avLst/>
              <a:gdLst>
                <a:gd name="connsiteX0" fmla="*/ 55531 w 57150"/>
                <a:gd name="connsiteY0" fmla="*/ 0 h 38100"/>
                <a:gd name="connsiteX1" fmla="*/ 57150 w 57150"/>
                <a:gd name="connsiteY1" fmla="*/ 9525 h 38100"/>
                <a:gd name="connsiteX2" fmla="*/ 28575 w 57150"/>
                <a:gd name="connsiteY2" fmla="*/ 38100 h 38100"/>
                <a:gd name="connsiteX3" fmla="*/ 0 w 57150"/>
                <a:gd name="connsiteY3" fmla="*/ 9525 h 38100"/>
                <a:gd name="connsiteX4" fmla="*/ 1619 w 57150"/>
                <a:gd name="connsiteY4" fmla="*/ 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38100">
                  <a:moveTo>
                    <a:pt x="55531" y="0"/>
                  </a:moveTo>
                  <a:cubicBezTo>
                    <a:pt x="56579" y="2953"/>
                    <a:pt x="57150" y="6191"/>
                    <a:pt x="57150" y="9525"/>
                  </a:cubicBezTo>
                  <a:cubicBezTo>
                    <a:pt x="57150" y="25337"/>
                    <a:pt x="44387" y="38100"/>
                    <a:pt x="28575" y="38100"/>
                  </a:cubicBezTo>
                  <a:cubicBezTo>
                    <a:pt x="12763" y="38100"/>
                    <a:pt x="0" y="25337"/>
                    <a:pt x="0" y="9525"/>
                  </a:cubicBezTo>
                  <a:cubicBezTo>
                    <a:pt x="0" y="6191"/>
                    <a:pt x="571" y="2953"/>
                    <a:pt x="1619" y="0"/>
                  </a:cubicBezTo>
                </a:path>
              </a:pathLst>
            </a:custGeom>
            <a:noFill/>
            <a:ln w="6350" cap="flat">
              <a:solidFill>
                <a:schemeClr val="accent1"/>
              </a:solidFill>
              <a:prstDash val="solid"/>
              <a:miter/>
            </a:ln>
          </p:spPr>
          <p:txBody>
            <a:bodyPr rtlCol="0" anchor="ctr"/>
            <a:lstStyle/>
            <a:p>
              <a:endParaRPr lang="en-US">
                <a:solidFill>
                  <a:schemeClr val="bg1"/>
                </a:solidFill>
                <a:latin typeface="+mj-lt"/>
              </a:endParaRPr>
            </a:p>
          </p:txBody>
        </p:sp>
        <p:sp>
          <p:nvSpPr>
            <p:cNvPr id="1152" name="Freeform: Shape 1151">
              <a:extLst>
                <a:ext uri="{FF2B5EF4-FFF2-40B4-BE49-F238E27FC236}">
                  <a16:creationId xmlns:a16="http://schemas.microsoft.com/office/drawing/2014/main" id="{06C13A4A-C6CF-09C9-DE80-FDA11324636E}"/>
                </a:ext>
              </a:extLst>
            </p:cNvPr>
            <p:cNvSpPr/>
            <p:nvPr/>
          </p:nvSpPr>
          <p:spPr>
            <a:xfrm>
              <a:off x="5981700" y="3943350"/>
              <a:ext cx="57150" cy="38100"/>
            </a:xfrm>
            <a:custGeom>
              <a:avLst/>
              <a:gdLst>
                <a:gd name="connsiteX0" fmla="*/ 55531 w 57150"/>
                <a:gd name="connsiteY0" fmla="*/ 0 h 38100"/>
                <a:gd name="connsiteX1" fmla="*/ 57150 w 57150"/>
                <a:gd name="connsiteY1" fmla="*/ 9525 h 38100"/>
                <a:gd name="connsiteX2" fmla="*/ 28575 w 57150"/>
                <a:gd name="connsiteY2" fmla="*/ 38100 h 38100"/>
                <a:gd name="connsiteX3" fmla="*/ 0 w 57150"/>
                <a:gd name="connsiteY3" fmla="*/ 9525 h 38100"/>
                <a:gd name="connsiteX4" fmla="*/ 1619 w 57150"/>
                <a:gd name="connsiteY4" fmla="*/ 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38100">
                  <a:moveTo>
                    <a:pt x="55531" y="0"/>
                  </a:moveTo>
                  <a:cubicBezTo>
                    <a:pt x="56579" y="2953"/>
                    <a:pt x="57150" y="6191"/>
                    <a:pt x="57150" y="9525"/>
                  </a:cubicBezTo>
                  <a:cubicBezTo>
                    <a:pt x="57150" y="25337"/>
                    <a:pt x="44387" y="38100"/>
                    <a:pt x="28575" y="38100"/>
                  </a:cubicBezTo>
                  <a:cubicBezTo>
                    <a:pt x="12763" y="38100"/>
                    <a:pt x="0" y="25337"/>
                    <a:pt x="0" y="9525"/>
                  </a:cubicBezTo>
                  <a:cubicBezTo>
                    <a:pt x="0" y="6191"/>
                    <a:pt x="571" y="2953"/>
                    <a:pt x="1619" y="0"/>
                  </a:cubicBezTo>
                </a:path>
              </a:pathLst>
            </a:custGeom>
            <a:noFill/>
            <a:ln w="6350" cap="flat">
              <a:solidFill>
                <a:schemeClr val="accent1"/>
              </a:solidFill>
              <a:prstDash val="solid"/>
              <a:miter/>
            </a:ln>
          </p:spPr>
          <p:txBody>
            <a:bodyPr rtlCol="0" anchor="ctr"/>
            <a:lstStyle/>
            <a:p>
              <a:endParaRPr lang="en-US">
                <a:solidFill>
                  <a:schemeClr val="bg1"/>
                </a:solidFill>
                <a:latin typeface="+mj-lt"/>
              </a:endParaRPr>
            </a:p>
          </p:txBody>
        </p:sp>
        <p:sp>
          <p:nvSpPr>
            <p:cNvPr id="1153" name="Freeform: Shape 1152">
              <a:extLst>
                <a:ext uri="{FF2B5EF4-FFF2-40B4-BE49-F238E27FC236}">
                  <a16:creationId xmlns:a16="http://schemas.microsoft.com/office/drawing/2014/main" id="{739B88AB-92B9-B49F-560E-2DB0F5EAF0FE}"/>
                </a:ext>
              </a:extLst>
            </p:cNvPr>
            <p:cNvSpPr/>
            <p:nvPr/>
          </p:nvSpPr>
          <p:spPr>
            <a:xfrm>
              <a:off x="6153150" y="3943350"/>
              <a:ext cx="57150" cy="38100"/>
            </a:xfrm>
            <a:custGeom>
              <a:avLst/>
              <a:gdLst>
                <a:gd name="connsiteX0" fmla="*/ 55531 w 57150"/>
                <a:gd name="connsiteY0" fmla="*/ 0 h 38100"/>
                <a:gd name="connsiteX1" fmla="*/ 57150 w 57150"/>
                <a:gd name="connsiteY1" fmla="*/ 9525 h 38100"/>
                <a:gd name="connsiteX2" fmla="*/ 28575 w 57150"/>
                <a:gd name="connsiteY2" fmla="*/ 38100 h 38100"/>
                <a:gd name="connsiteX3" fmla="*/ 0 w 57150"/>
                <a:gd name="connsiteY3" fmla="*/ 9525 h 38100"/>
                <a:gd name="connsiteX4" fmla="*/ 1619 w 57150"/>
                <a:gd name="connsiteY4" fmla="*/ 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38100">
                  <a:moveTo>
                    <a:pt x="55531" y="0"/>
                  </a:moveTo>
                  <a:cubicBezTo>
                    <a:pt x="56579" y="2953"/>
                    <a:pt x="57150" y="6191"/>
                    <a:pt x="57150" y="9525"/>
                  </a:cubicBezTo>
                  <a:cubicBezTo>
                    <a:pt x="57150" y="25337"/>
                    <a:pt x="44387" y="38100"/>
                    <a:pt x="28575" y="38100"/>
                  </a:cubicBezTo>
                  <a:cubicBezTo>
                    <a:pt x="12763" y="38100"/>
                    <a:pt x="0" y="25337"/>
                    <a:pt x="0" y="9525"/>
                  </a:cubicBezTo>
                  <a:cubicBezTo>
                    <a:pt x="0" y="6191"/>
                    <a:pt x="571" y="2953"/>
                    <a:pt x="1619" y="0"/>
                  </a:cubicBezTo>
                </a:path>
              </a:pathLst>
            </a:custGeom>
            <a:noFill/>
            <a:ln w="6350" cap="flat">
              <a:solidFill>
                <a:schemeClr val="accent1"/>
              </a:solidFill>
              <a:prstDash val="solid"/>
              <a:miter/>
            </a:ln>
          </p:spPr>
          <p:txBody>
            <a:bodyPr rtlCol="0" anchor="ctr"/>
            <a:lstStyle/>
            <a:p>
              <a:endParaRPr lang="en-US">
                <a:solidFill>
                  <a:schemeClr val="bg1"/>
                </a:solidFill>
                <a:latin typeface="+mj-lt"/>
              </a:endParaRPr>
            </a:p>
          </p:txBody>
        </p:sp>
        <p:sp>
          <p:nvSpPr>
            <p:cNvPr id="1154" name="Freeform: Shape 1153">
              <a:extLst>
                <a:ext uri="{FF2B5EF4-FFF2-40B4-BE49-F238E27FC236}">
                  <a16:creationId xmlns:a16="http://schemas.microsoft.com/office/drawing/2014/main" id="{7FF88994-758E-E69B-BC0E-758A402B5EB0}"/>
                </a:ext>
              </a:extLst>
            </p:cNvPr>
            <p:cNvSpPr/>
            <p:nvPr/>
          </p:nvSpPr>
          <p:spPr>
            <a:xfrm>
              <a:off x="6210300" y="3943350"/>
              <a:ext cx="57150" cy="38100"/>
            </a:xfrm>
            <a:custGeom>
              <a:avLst/>
              <a:gdLst>
                <a:gd name="connsiteX0" fmla="*/ 55531 w 57150"/>
                <a:gd name="connsiteY0" fmla="*/ 0 h 38100"/>
                <a:gd name="connsiteX1" fmla="*/ 57150 w 57150"/>
                <a:gd name="connsiteY1" fmla="*/ 9525 h 38100"/>
                <a:gd name="connsiteX2" fmla="*/ 28575 w 57150"/>
                <a:gd name="connsiteY2" fmla="*/ 38100 h 38100"/>
                <a:gd name="connsiteX3" fmla="*/ 0 w 57150"/>
                <a:gd name="connsiteY3" fmla="*/ 9525 h 38100"/>
                <a:gd name="connsiteX4" fmla="*/ 1619 w 57150"/>
                <a:gd name="connsiteY4" fmla="*/ 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38100">
                  <a:moveTo>
                    <a:pt x="55531" y="0"/>
                  </a:moveTo>
                  <a:cubicBezTo>
                    <a:pt x="56579" y="2953"/>
                    <a:pt x="57150" y="6191"/>
                    <a:pt x="57150" y="9525"/>
                  </a:cubicBezTo>
                  <a:cubicBezTo>
                    <a:pt x="57150" y="25337"/>
                    <a:pt x="44387" y="38100"/>
                    <a:pt x="28575" y="38100"/>
                  </a:cubicBezTo>
                  <a:cubicBezTo>
                    <a:pt x="12763" y="38100"/>
                    <a:pt x="0" y="25337"/>
                    <a:pt x="0" y="9525"/>
                  </a:cubicBezTo>
                  <a:cubicBezTo>
                    <a:pt x="0" y="6191"/>
                    <a:pt x="571" y="2953"/>
                    <a:pt x="1619" y="0"/>
                  </a:cubicBezTo>
                </a:path>
              </a:pathLst>
            </a:custGeom>
            <a:noFill/>
            <a:ln w="6350" cap="flat">
              <a:solidFill>
                <a:schemeClr val="accent1"/>
              </a:solidFill>
              <a:prstDash val="solid"/>
              <a:miter/>
            </a:ln>
          </p:spPr>
          <p:txBody>
            <a:bodyPr rtlCol="0" anchor="ctr"/>
            <a:lstStyle/>
            <a:p>
              <a:endParaRPr lang="en-US">
                <a:solidFill>
                  <a:schemeClr val="bg1"/>
                </a:solidFill>
                <a:latin typeface="+mj-lt"/>
              </a:endParaRPr>
            </a:p>
          </p:txBody>
        </p:sp>
        <p:sp>
          <p:nvSpPr>
            <p:cNvPr id="1155" name="Freeform: Shape 1154">
              <a:extLst>
                <a:ext uri="{FF2B5EF4-FFF2-40B4-BE49-F238E27FC236}">
                  <a16:creationId xmlns:a16="http://schemas.microsoft.com/office/drawing/2014/main" id="{ABFAD1E5-9505-34D1-BC79-DBBD57C04336}"/>
                </a:ext>
              </a:extLst>
            </p:cNvPr>
            <p:cNvSpPr/>
            <p:nvPr/>
          </p:nvSpPr>
          <p:spPr>
            <a:xfrm>
              <a:off x="5876925" y="3705225"/>
              <a:ext cx="438150" cy="190500"/>
            </a:xfrm>
            <a:custGeom>
              <a:avLst/>
              <a:gdLst>
                <a:gd name="connsiteX0" fmla="*/ 371475 w 438150"/>
                <a:gd name="connsiteY0" fmla="*/ 190500 h 190500"/>
                <a:gd name="connsiteX1" fmla="*/ 438150 w 438150"/>
                <a:gd name="connsiteY1" fmla="*/ 95250 h 190500"/>
                <a:gd name="connsiteX2" fmla="*/ 371475 w 438150"/>
                <a:gd name="connsiteY2" fmla="*/ 0 h 190500"/>
                <a:gd name="connsiteX3" fmla="*/ 66675 w 438150"/>
                <a:gd name="connsiteY3" fmla="*/ 0 h 190500"/>
                <a:gd name="connsiteX4" fmla="*/ 0 w 438150"/>
                <a:gd name="connsiteY4" fmla="*/ 95250 h 190500"/>
                <a:gd name="connsiteX5" fmla="*/ 66675 w 438150"/>
                <a:gd name="connsiteY5" fmla="*/ 190500 h 190500"/>
                <a:gd name="connsiteX6" fmla="*/ 371475 w 438150"/>
                <a:gd name="connsiteY6" fmla="*/ 19050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150" h="190500">
                  <a:moveTo>
                    <a:pt x="371475" y="190500"/>
                  </a:moveTo>
                  <a:cubicBezTo>
                    <a:pt x="404146" y="190500"/>
                    <a:pt x="438150" y="146971"/>
                    <a:pt x="438150" y="95250"/>
                  </a:cubicBezTo>
                  <a:cubicBezTo>
                    <a:pt x="438150" y="43529"/>
                    <a:pt x="404146" y="0"/>
                    <a:pt x="371475" y="0"/>
                  </a:cubicBezTo>
                  <a:lnTo>
                    <a:pt x="66675" y="0"/>
                  </a:lnTo>
                  <a:cubicBezTo>
                    <a:pt x="34004" y="0"/>
                    <a:pt x="0" y="43529"/>
                    <a:pt x="0" y="95250"/>
                  </a:cubicBezTo>
                  <a:cubicBezTo>
                    <a:pt x="0" y="146971"/>
                    <a:pt x="34004" y="190500"/>
                    <a:pt x="66675" y="190500"/>
                  </a:cubicBezTo>
                  <a:lnTo>
                    <a:pt x="371475" y="190500"/>
                  </a:lnTo>
                  <a:close/>
                </a:path>
              </a:pathLst>
            </a:custGeom>
            <a:noFill/>
            <a:ln w="6350" cap="flat">
              <a:solidFill>
                <a:schemeClr val="accent1"/>
              </a:solidFill>
              <a:prstDash val="solid"/>
              <a:miter/>
            </a:ln>
          </p:spPr>
          <p:txBody>
            <a:bodyPr rtlCol="0" anchor="ctr"/>
            <a:lstStyle/>
            <a:p>
              <a:endParaRPr lang="en-US">
                <a:solidFill>
                  <a:schemeClr val="bg1"/>
                </a:solidFill>
                <a:latin typeface="+mj-lt"/>
              </a:endParaRPr>
            </a:p>
          </p:txBody>
        </p:sp>
        <p:sp>
          <p:nvSpPr>
            <p:cNvPr id="1156" name="Freeform: Shape 1155">
              <a:extLst>
                <a:ext uri="{FF2B5EF4-FFF2-40B4-BE49-F238E27FC236}">
                  <a16:creationId xmlns:a16="http://schemas.microsoft.com/office/drawing/2014/main" id="{82A868B4-A8F8-0288-9F1B-552CC819E575}"/>
                </a:ext>
              </a:extLst>
            </p:cNvPr>
            <p:cNvSpPr/>
            <p:nvPr/>
          </p:nvSpPr>
          <p:spPr>
            <a:xfrm>
              <a:off x="5876925" y="3905250"/>
              <a:ext cx="9525" cy="38100"/>
            </a:xfrm>
            <a:custGeom>
              <a:avLst/>
              <a:gdLst>
                <a:gd name="connsiteX0" fmla="*/ 0 w 9525"/>
                <a:gd name="connsiteY0" fmla="*/ 0 h 38100"/>
                <a:gd name="connsiteX1" fmla="*/ 0 w 9525"/>
                <a:gd name="connsiteY1" fmla="*/ 38100 h 38100"/>
              </a:gdLst>
              <a:ahLst/>
              <a:cxnLst>
                <a:cxn ang="0">
                  <a:pos x="connsiteX0" y="connsiteY0"/>
                </a:cxn>
                <a:cxn ang="0">
                  <a:pos x="connsiteX1" y="connsiteY1"/>
                </a:cxn>
              </a:cxnLst>
              <a:rect l="l" t="t" r="r" b="b"/>
              <a:pathLst>
                <a:path w="9525" h="38100">
                  <a:moveTo>
                    <a:pt x="0" y="0"/>
                  </a:moveTo>
                  <a:lnTo>
                    <a:pt x="0" y="38100"/>
                  </a:lnTo>
                </a:path>
              </a:pathLst>
            </a:custGeom>
            <a:ln w="6350" cap="flat">
              <a:solidFill>
                <a:schemeClr val="accent1"/>
              </a:solidFill>
              <a:prstDash val="solid"/>
              <a:miter/>
            </a:ln>
          </p:spPr>
          <p:txBody>
            <a:bodyPr rtlCol="0" anchor="ctr"/>
            <a:lstStyle/>
            <a:p>
              <a:endParaRPr lang="en-US">
                <a:solidFill>
                  <a:schemeClr val="bg1"/>
                </a:solidFill>
                <a:latin typeface="+mj-lt"/>
              </a:endParaRPr>
            </a:p>
          </p:txBody>
        </p:sp>
        <p:sp>
          <p:nvSpPr>
            <p:cNvPr id="1157" name="Freeform: Shape 1156">
              <a:extLst>
                <a:ext uri="{FF2B5EF4-FFF2-40B4-BE49-F238E27FC236}">
                  <a16:creationId xmlns:a16="http://schemas.microsoft.com/office/drawing/2014/main" id="{AC4A6D8F-AAC0-11B6-23F8-78E0D78CC651}"/>
                </a:ext>
              </a:extLst>
            </p:cNvPr>
            <p:cNvSpPr/>
            <p:nvPr/>
          </p:nvSpPr>
          <p:spPr>
            <a:xfrm>
              <a:off x="5876925" y="3924300"/>
              <a:ext cx="28575" cy="9525"/>
            </a:xfrm>
            <a:custGeom>
              <a:avLst/>
              <a:gdLst>
                <a:gd name="connsiteX0" fmla="*/ 28575 w 28575"/>
                <a:gd name="connsiteY0" fmla="*/ 0 h 9525"/>
                <a:gd name="connsiteX1" fmla="*/ 0 w 28575"/>
                <a:gd name="connsiteY1" fmla="*/ 0 h 9525"/>
              </a:gdLst>
              <a:ahLst/>
              <a:cxnLst>
                <a:cxn ang="0">
                  <a:pos x="connsiteX0" y="connsiteY0"/>
                </a:cxn>
                <a:cxn ang="0">
                  <a:pos x="connsiteX1" y="connsiteY1"/>
                </a:cxn>
              </a:cxnLst>
              <a:rect l="l" t="t" r="r" b="b"/>
              <a:pathLst>
                <a:path w="28575" h="9525">
                  <a:moveTo>
                    <a:pt x="28575" y="0"/>
                  </a:moveTo>
                  <a:lnTo>
                    <a:pt x="0" y="0"/>
                  </a:lnTo>
                </a:path>
              </a:pathLst>
            </a:custGeom>
            <a:ln w="6350" cap="flat">
              <a:solidFill>
                <a:schemeClr val="accent1"/>
              </a:solidFill>
              <a:prstDash val="solid"/>
              <a:miter/>
            </a:ln>
          </p:spPr>
          <p:txBody>
            <a:bodyPr rtlCol="0" anchor="ctr"/>
            <a:lstStyle/>
            <a:p>
              <a:endParaRPr lang="en-US">
                <a:solidFill>
                  <a:schemeClr val="bg1"/>
                </a:solidFill>
                <a:latin typeface="+mj-lt"/>
              </a:endParaRPr>
            </a:p>
          </p:txBody>
        </p:sp>
        <p:sp>
          <p:nvSpPr>
            <p:cNvPr id="1158" name="Freeform: Shape 1157">
              <a:extLst>
                <a:ext uri="{FF2B5EF4-FFF2-40B4-BE49-F238E27FC236}">
                  <a16:creationId xmlns:a16="http://schemas.microsoft.com/office/drawing/2014/main" id="{2041083E-C04E-35AB-D415-5A616099712B}"/>
                </a:ext>
              </a:extLst>
            </p:cNvPr>
            <p:cNvSpPr/>
            <p:nvPr/>
          </p:nvSpPr>
          <p:spPr>
            <a:xfrm>
              <a:off x="5905500" y="3895725"/>
              <a:ext cx="381000" cy="47625"/>
            </a:xfrm>
            <a:custGeom>
              <a:avLst/>
              <a:gdLst>
                <a:gd name="connsiteX0" fmla="*/ 361950 w 381000"/>
                <a:gd name="connsiteY0" fmla="*/ 0 h 47625"/>
                <a:gd name="connsiteX1" fmla="*/ 381000 w 381000"/>
                <a:gd name="connsiteY1" fmla="*/ 19050 h 47625"/>
                <a:gd name="connsiteX2" fmla="*/ 381000 w 381000"/>
                <a:gd name="connsiteY2" fmla="*/ 28575 h 47625"/>
                <a:gd name="connsiteX3" fmla="*/ 361950 w 381000"/>
                <a:gd name="connsiteY3" fmla="*/ 47625 h 47625"/>
                <a:gd name="connsiteX4" fmla="*/ 19050 w 381000"/>
                <a:gd name="connsiteY4" fmla="*/ 47625 h 47625"/>
                <a:gd name="connsiteX5" fmla="*/ 0 w 381000"/>
                <a:gd name="connsiteY5" fmla="*/ 28575 h 47625"/>
                <a:gd name="connsiteX6" fmla="*/ 0 w 381000"/>
                <a:gd name="connsiteY6" fmla="*/ 19050 h 47625"/>
                <a:gd name="connsiteX7" fmla="*/ 19050 w 381000"/>
                <a:gd name="connsiteY7" fmla="*/ 0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000" h="47625">
                  <a:moveTo>
                    <a:pt x="361950" y="0"/>
                  </a:moveTo>
                  <a:cubicBezTo>
                    <a:pt x="372471" y="0"/>
                    <a:pt x="381000" y="8529"/>
                    <a:pt x="381000" y="19050"/>
                  </a:cubicBezTo>
                  <a:lnTo>
                    <a:pt x="381000" y="28575"/>
                  </a:lnTo>
                  <a:cubicBezTo>
                    <a:pt x="381000" y="39096"/>
                    <a:pt x="372471" y="47625"/>
                    <a:pt x="361950" y="47625"/>
                  </a:cubicBezTo>
                  <a:lnTo>
                    <a:pt x="19050" y="47625"/>
                  </a:lnTo>
                  <a:cubicBezTo>
                    <a:pt x="8529" y="47625"/>
                    <a:pt x="0" y="39096"/>
                    <a:pt x="0" y="28575"/>
                  </a:cubicBezTo>
                  <a:lnTo>
                    <a:pt x="0" y="19050"/>
                  </a:lnTo>
                  <a:cubicBezTo>
                    <a:pt x="0" y="8529"/>
                    <a:pt x="8529" y="0"/>
                    <a:pt x="19050" y="0"/>
                  </a:cubicBezTo>
                  <a:close/>
                </a:path>
              </a:pathLst>
            </a:custGeom>
            <a:noFill/>
            <a:ln w="6350" cap="flat">
              <a:solidFill>
                <a:schemeClr val="accent1"/>
              </a:solidFill>
              <a:prstDash val="solid"/>
              <a:miter/>
            </a:ln>
          </p:spPr>
          <p:txBody>
            <a:bodyPr rtlCol="0" anchor="ctr"/>
            <a:lstStyle/>
            <a:p>
              <a:endParaRPr lang="en-US">
                <a:solidFill>
                  <a:schemeClr val="bg1"/>
                </a:solidFill>
                <a:latin typeface="+mj-lt"/>
              </a:endParaRPr>
            </a:p>
          </p:txBody>
        </p:sp>
        <p:sp>
          <p:nvSpPr>
            <p:cNvPr id="1159" name="Freeform: Shape 1158">
              <a:extLst>
                <a:ext uri="{FF2B5EF4-FFF2-40B4-BE49-F238E27FC236}">
                  <a16:creationId xmlns:a16="http://schemas.microsoft.com/office/drawing/2014/main" id="{DA97DA14-236A-4822-4267-7719BA7BDC3D}"/>
                </a:ext>
              </a:extLst>
            </p:cNvPr>
            <p:cNvSpPr/>
            <p:nvPr/>
          </p:nvSpPr>
          <p:spPr>
            <a:xfrm>
              <a:off x="6315075" y="3905250"/>
              <a:ext cx="9525" cy="38100"/>
            </a:xfrm>
            <a:custGeom>
              <a:avLst/>
              <a:gdLst>
                <a:gd name="connsiteX0" fmla="*/ 0 w 9525"/>
                <a:gd name="connsiteY0" fmla="*/ 0 h 38100"/>
                <a:gd name="connsiteX1" fmla="*/ 0 w 9525"/>
                <a:gd name="connsiteY1" fmla="*/ 38100 h 38100"/>
              </a:gdLst>
              <a:ahLst/>
              <a:cxnLst>
                <a:cxn ang="0">
                  <a:pos x="connsiteX0" y="connsiteY0"/>
                </a:cxn>
                <a:cxn ang="0">
                  <a:pos x="connsiteX1" y="connsiteY1"/>
                </a:cxn>
              </a:cxnLst>
              <a:rect l="l" t="t" r="r" b="b"/>
              <a:pathLst>
                <a:path w="9525" h="38100">
                  <a:moveTo>
                    <a:pt x="0" y="0"/>
                  </a:moveTo>
                  <a:lnTo>
                    <a:pt x="0" y="38100"/>
                  </a:lnTo>
                </a:path>
              </a:pathLst>
            </a:custGeom>
            <a:ln w="6350" cap="flat">
              <a:solidFill>
                <a:schemeClr val="accent1"/>
              </a:solidFill>
              <a:prstDash val="solid"/>
              <a:miter/>
            </a:ln>
          </p:spPr>
          <p:txBody>
            <a:bodyPr rtlCol="0" anchor="ctr"/>
            <a:lstStyle/>
            <a:p>
              <a:endParaRPr lang="en-US">
                <a:solidFill>
                  <a:schemeClr val="bg1"/>
                </a:solidFill>
                <a:latin typeface="+mj-lt"/>
              </a:endParaRPr>
            </a:p>
          </p:txBody>
        </p:sp>
        <p:sp>
          <p:nvSpPr>
            <p:cNvPr id="1160" name="Freeform: Shape 1159">
              <a:extLst>
                <a:ext uri="{FF2B5EF4-FFF2-40B4-BE49-F238E27FC236}">
                  <a16:creationId xmlns:a16="http://schemas.microsoft.com/office/drawing/2014/main" id="{2A4FCDE4-1233-7AFE-5357-A669D96A9A10}"/>
                </a:ext>
              </a:extLst>
            </p:cNvPr>
            <p:cNvSpPr/>
            <p:nvPr/>
          </p:nvSpPr>
          <p:spPr>
            <a:xfrm>
              <a:off x="6286500" y="3924300"/>
              <a:ext cx="28575" cy="9525"/>
            </a:xfrm>
            <a:custGeom>
              <a:avLst/>
              <a:gdLst>
                <a:gd name="connsiteX0" fmla="*/ 0 w 28575"/>
                <a:gd name="connsiteY0" fmla="*/ 0 h 9525"/>
                <a:gd name="connsiteX1" fmla="*/ 28575 w 28575"/>
                <a:gd name="connsiteY1" fmla="*/ 0 h 9525"/>
              </a:gdLst>
              <a:ahLst/>
              <a:cxnLst>
                <a:cxn ang="0">
                  <a:pos x="connsiteX0" y="connsiteY0"/>
                </a:cxn>
                <a:cxn ang="0">
                  <a:pos x="connsiteX1" y="connsiteY1"/>
                </a:cxn>
              </a:cxnLst>
              <a:rect l="l" t="t" r="r" b="b"/>
              <a:pathLst>
                <a:path w="28575" h="9525">
                  <a:moveTo>
                    <a:pt x="0" y="0"/>
                  </a:moveTo>
                  <a:lnTo>
                    <a:pt x="28575" y="0"/>
                  </a:lnTo>
                </a:path>
              </a:pathLst>
            </a:custGeom>
            <a:ln w="6350" cap="flat">
              <a:solidFill>
                <a:schemeClr val="accent1"/>
              </a:solidFill>
              <a:prstDash val="solid"/>
              <a:miter/>
            </a:ln>
          </p:spPr>
          <p:txBody>
            <a:bodyPr rtlCol="0" anchor="ctr"/>
            <a:lstStyle/>
            <a:p>
              <a:endParaRPr lang="en-US">
                <a:solidFill>
                  <a:schemeClr val="bg1"/>
                </a:solidFill>
                <a:latin typeface="+mj-lt"/>
              </a:endParaRPr>
            </a:p>
          </p:txBody>
        </p:sp>
        <p:sp>
          <p:nvSpPr>
            <p:cNvPr id="1161" name="Freeform: Shape 1160">
              <a:extLst>
                <a:ext uri="{FF2B5EF4-FFF2-40B4-BE49-F238E27FC236}">
                  <a16:creationId xmlns:a16="http://schemas.microsoft.com/office/drawing/2014/main" id="{79665739-E179-9E7E-14FC-DC779B1514C8}"/>
                </a:ext>
              </a:extLst>
            </p:cNvPr>
            <p:cNvSpPr/>
            <p:nvPr/>
          </p:nvSpPr>
          <p:spPr>
            <a:xfrm>
              <a:off x="6229350" y="3667125"/>
              <a:ext cx="9525" cy="209550"/>
            </a:xfrm>
            <a:custGeom>
              <a:avLst/>
              <a:gdLst>
                <a:gd name="connsiteX0" fmla="*/ 0 w 9525"/>
                <a:gd name="connsiteY0" fmla="*/ 0 h 209550"/>
                <a:gd name="connsiteX1" fmla="*/ 0 w 9525"/>
                <a:gd name="connsiteY1" fmla="*/ 209550 h 209550"/>
              </a:gdLst>
              <a:ahLst/>
              <a:cxnLst>
                <a:cxn ang="0">
                  <a:pos x="connsiteX0" y="connsiteY0"/>
                </a:cxn>
                <a:cxn ang="0">
                  <a:pos x="connsiteX1" y="connsiteY1"/>
                </a:cxn>
              </a:cxnLst>
              <a:rect l="l" t="t" r="r" b="b"/>
              <a:pathLst>
                <a:path w="9525" h="209550">
                  <a:moveTo>
                    <a:pt x="0" y="0"/>
                  </a:moveTo>
                  <a:lnTo>
                    <a:pt x="0" y="209550"/>
                  </a:lnTo>
                </a:path>
              </a:pathLst>
            </a:custGeom>
            <a:ln w="6350" cap="flat">
              <a:solidFill>
                <a:schemeClr val="accent1"/>
              </a:solidFill>
              <a:prstDash val="solid"/>
              <a:miter/>
            </a:ln>
          </p:spPr>
          <p:txBody>
            <a:bodyPr rtlCol="0" anchor="ctr"/>
            <a:lstStyle/>
            <a:p>
              <a:endParaRPr lang="en-US">
                <a:solidFill>
                  <a:schemeClr val="bg1"/>
                </a:solidFill>
                <a:latin typeface="+mj-lt"/>
              </a:endParaRPr>
            </a:p>
          </p:txBody>
        </p:sp>
        <p:sp>
          <p:nvSpPr>
            <p:cNvPr id="1162" name="Freeform: Shape 1161">
              <a:extLst>
                <a:ext uri="{FF2B5EF4-FFF2-40B4-BE49-F238E27FC236}">
                  <a16:creationId xmlns:a16="http://schemas.microsoft.com/office/drawing/2014/main" id="{C6EB76CC-C780-0C3F-09CE-DDFB03AA048D}"/>
                </a:ext>
              </a:extLst>
            </p:cNvPr>
            <p:cNvSpPr/>
            <p:nvPr/>
          </p:nvSpPr>
          <p:spPr>
            <a:xfrm>
              <a:off x="6162675" y="3667125"/>
              <a:ext cx="9525" cy="209550"/>
            </a:xfrm>
            <a:custGeom>
              <a:avLst/>
              <a:gdLst>
                <a:gd name="connsiteX0" fmla="*/ 0 w 9525"/>
                <a:gd name="connsiteY0" fmla="*/ 209550 h 209550"/>
                <a:gd name="connsiteX1" fmla="*/ 0 w 9525"/>
                <a:gd name="connsiteY1" fmla="*/ 0 h 209550"/>
              </a:gdLst>
              <a:ahLst/>
              <a:cxnLst>
                <a:cxn ang="0">
                  <a:pos x="connsiteX0" y="connsiteY0"/>
                </a:cxn>
                <a:cxn ang="0">
                  <a:pos x="connsiteX1" y="connsiteY1"/>
                </a:cxn>
              </a:cxnLst>
              <a:rect l="l" t="t" r="r" b="b"/>
              <a:pathLst>
                <a:path w="9525" h="209550">
                  <a:moveTo>
                    <a:pt x="0" y="209550"/>
                  </a:moveTo>
                  <a:lnTo>
                    <a:pt x="0" y="0"/>
                  </a:lnTo>
                </a:path>
              </a:pathLst>
            </a:custGeom>
            <a:ln w="6350" cap="flat">
              <a:solidFill>
                <a:schemeClr val="accent1"/>
              </a:solidFill>
              <a:prstDash val="solid"/>
              <a:miter/>
            </a:ln>
          </p:spPr>
          <p:txBody>
            <a:bodyPr rtlCol="0" anchor="ctr"/>
            <a:lstStyle/>
            <a:p>
              <a:endParaRPr lang="en-US">
                <a:solidFill>
                  <a:schemeClr val="bg1"/>
                </a:solidFill>
                <a:latin typeface="+mj-lt"/>
              </a:endParaRPr>
            </a:p>
          </p:txBody>
        </p:sp>
        <p:sp>
          <p:nvSpPr>
            <p:cNvPr id="1163" name="Freeform: Shape 1162">
              <a:extLst>
                <a:ext uri="{FF2B5EF4-FFF2-40B4-BE49-F238E27FC236}">
                  <a16:creationId xmlns:a16="http://schemas.microsoft.com/office/drawing/2014/main" id="{1A6376B0-6D9D-523F-4419-893689F6ED5F}"/>
                </a:ext>
              </a:extLst>
            </p:cNvPr>
            <p:cNvSpPr/>
            <p:nvPr/>
          </p:nvSpPr>
          <p:spPr>
            <a:xfrm>
              <a:off x="6162675" y="3743325"/>
              <a:ext cx="47625" cy="9525"/>
            </a:xfrm>
            <a:custGeom>
              <a:avLst/>
              <a:gdLst>
                <a:gd name="connsiteX0" fmla="*/ 47625 w 47625"/>
                <a:gd name="connsiteY0" fmla="*/ 0 h 9525"/>
                <a:gd name="connsiteX1" fmla="*/ 0 w 47625"/>
                <a:gd name="connsiteY1" fmla="*/ 0 h 9525"/>
              </a:gdLst>
              <a:ahLst/>
              <a:cxnLst>
                <a:cxn ang="0">
                  <a:pos x="connsiteX0" y="connsiteY0"/>
                </a:cxn>
                <a:cxn ang="0">
                  <a:pos x="connsiteX1" y="connsiteY1"/>
                </a:cxn>
              </a:cxnLst>
              <a:rect l="l" t="t" r="r" b="b"/>
              <a:pathLst>
                <a:path w="47625" h="9525">
                  <a:moveTo>
                    <a:pt x="47625" y="0"/>
                  </a:moveTo>
                  <a:lnTo>
                    <a:pt x="0" y="0"/>
                  </a:lnTo>
                </a:path>
              </a:pathLst>
            </a:custGeom>
            <a:ln w="6350" cap="flat">
              <a:solidFill>
                <a:schemeClr val="accent1"/>
              </a:solidFill>
              <a:prstDash val="solid"/>
              <a:miter/>
            </a:ln>
          </p:spPr>
          <p:txBody>
            <a:bodyPr rtlCol="0" anchor="ctr"/>
            <a:lstStyle/>
            <a:p>
              <a:endParaRPr lang="en-US">
                <a:solidFill>
                  <a:schemeClr val="bg1"/>
                </a:solidFill>
                <a:latin typeface="+mj-lt"/>
              </a:endParaRPr>
            </a:p>
          </p:txBody>
        </p:sp>
        <p:sp>
          <p:nvSpPr>
            <p:cNvPr id="1164" name="Freeform: Shape 1163">
              <a:extLst>
                <a:ext uri="{FF2B5EF4-FFF2-40B4-BE49-F238E27FC236}">
                  <a16:creationId xmlns:a16="http://schemas.microsoft.com/office/drawing/2014/main" id="{E3E7B655-2749-0452-3399-724B37F5CBB9}"/>
                </a:ext>
              </a:extLst>
            </p:cNvPr>
            <p:cNvSpPr/>
            <p:nvPr/>
          </p:nvSpPr>
          <p:spPr>
            <a:xfrm>
              <a:off x="6162675" y="3790950"/>
              <a:ext cx="47625" cy="9525"/>
            </a:xfrm>
            <a:custGeom>
              <a:avLst/>
              <a:gdLst>
                <a:gd name="connsiteX0" fmla="*/ 47625 w 47625"/>
                <a:gd name="connsiteY0" fmla="*/ 0 h 9525"/>
                <a:gd name="connsiteX1" fmla="*/ 0 w 47625"/>
                <a:gd name="connsiteY1" fmla="*/ 0 h 9525"/>
              </a:gdLst>
              <a:ahLst/>
              <a:cxnLst>
                <a:cxn ang="0">
                  <a:pos x="connsiteX0" y="connsiteY0"/>
                </a:cxn>
                <a:cxn ang="0">
                  <a:pos x="connsiteX1" y="connsiteY1"/>
                </a:cxn>
              </a:cxnLst>
              <a:rect l="l" t="t" r="r" b="b"/>
              <a:pathLst>
                <a:path w="47625" h="9525">
                  <a:moveTo>
                    <a:pt x="47625" y="0"/>
                  </a:moveTo>
                  <a:lnTo>
                    <a:pt x="0" y="0"/>
                  </a:lnTo>
                </a:path>
              </a:pathLst>
            </a:custGeom>
            <a:ln w="6350" cap="flat">
              <a:solidFill>
                <a:schemeClr val="accent1"/>
              </a:solidFill>
              <a:prstDash val="solid"/>
              <a:miter/>
            </a:ln>
          </p:spPr>
          <p:txBody>
            <a:bodyPr rtlCol="0" anchor="ctr"/>
            <a:lstStyle/>
            <a:p>
              <a:endParaRPr lang="en-US">
                <a:solidFill>
                  <a:schemeClr val="bg1"/>
                </a:solidFill>
                <a:latin typeface="+mj-lt"/>
              </a:endParaRPr>
            </a:p>
          </p:txBody>
        </p:sp>
        <p:sp>
          <p:nvSpPr>
            <p:cNvPr id="1165" name="Freeform: Shape 1164">
              <a:extLst>
                <a:ext uri="{FF2B5EF4-FFF2-40B4-BE49-F238E27FC236}">
                  <a16:creationId xmlns:a16="http://schemas.microsoft.com/office/drawing/2014/main" id="{35FB8328-B525-9A05-7407-78EC1B838318}"/>
                </a:ext>
              </a:extLst>
            </p:cNvPr>
            <p:cNvSpPr/>
            <p:nvPr/>
          </p:nvSpPr>
          <p:spPr>
            <a:xfrm>
              <a:off x="6162675" y="3838575"/>
              <a:ext cx="47625" cy="9525"/>
            </a:xfrm>
            <a:custGeom>
              <a:avLst/>
              <a:gdLst>
                <a:gd name="connsiteX0" fmla="*/ 47625 w 47625"/>
                <a:gd name="connsiteY0" fmla="*/ 0 h 9525"/>
                <a:gd name="connsiteX1" fmla="*/ 0 w 47625"/>
                <a:gd name="connsiteY1" fmla="*/ 0 h 9525"/>
              </a:gdLst>
              <a:ahLst/>
              <a:cxnLst>
                <a:cxn ang="0">
                  <a:pos x="connsiteX0" y="connsiteY0"/>
                </a:cxn>
                <a:cxn ang="0">
                  <a:pos x="connsiteX1" y="connsiteY1"/>
                </a:cxn>
              </a:cxnLst>
              <a:rect l="l" t="t" r="r" b="b"/>
              <a:pathLst>
                <a:path w="47625" h="9525">
                  <a:moveTo>
                    <a:pt x="47625" y="0"/>
                  </a:moveTo>
                  <a:lnTo>
                    <a:pt x="0" y="0"/>
                  </a:lnTo>
                </a:path>
              </a:pathLst>
            </a:custGeom>
            <a:ln w="6350" cap="flat">
              <a:solidFill>
                <a:schemeClr val="accent1"/>
              </a:solidFill>
              <a:prstDash val="solid"/>
              <a:miter/>
            </a:ln>
          </p:spPr>
          <p:txBody>
            <a:bodyPr rtlCol="0" anchor="ctr"/>
            <a:lstStyle/>
            <a:p>
              <a:endParaRPr lang="en-US">
                <a:solidFill>
                  <a:schemeClr val="bg1"/>
                </a:solidFill>
                <a:latin typeface="+mj-lt"/>
              </a:endParaRPr>
            </a:p>
          </p:txBody>
        </p:sp>
        <p:sp>
          <p:nvSpPr>
            <p:cNvPr id="1166" name="Freeform: Shape 1165">
              <a:extLst>
                <a:ext uri="{FF2B5EF4-FFF2-40B4-BE49-F238E27FC236}">
                  <a16:creationId xmlns:a16="http://schemas.microsoft.com/office/drawing/2014/main" id="{35440D7B-865A-E99B-CEF6-F515666B7403}"/>
                </a:ext>
              </a:extLst>
            </p:cNvPr>
            <p:cNvSpPr/>
            <p:nvPr/>
          </p:nvSpPr>
          <p:spPr>
            <a:xfrm>
              <a:off x="5972175" y="3676650"/>
              <a:ext cx="57150" cy="9525"/>
            </a:xfrm>
            <a:custGeom>
              <a:avLst/>
              <a:gdLst>
                <a:gd name="connsiteX0" fmla="*/ 0 w 57150"/>
                <a:gd name="connsiteY0" fmla="*/ 0 h 9525"/>
                <a:gd name="connsiteX1" fmla="*/ 57150 w 57150"/>
                <a:gd name="connsiteY1" fmla="*/ 0 h 9525"/>
              </a:gdLst>
              <a:ahLst/>
              <a:cxnLst>
                <a:cxn ang="0">
                  <a:pos x="connsiteX0" y="connsiteY0"/>
                </a:cxn>
                <a:cxn ang="0">
                  <a:pos x="connsiteX1" y="connsiteY1"/>
                </a:cxn>
              </a:cxnLst>
              <a:rect l="l" t="t" r="r" b="b"/>
              <a:pathLst>
                <a:path w="57150" h="9525">
                  <a:moveTo>
                    <a:pt x="0" y="0"/>
                  </a:moveTo>
                  <a:lnTo>
                    <a:pt x="57150" y="0"/>
                  </a:lnTo>
                </a:path>
              </a:pathLst>
            </a:custGeom>
            <a:ln w="6350" cap="flat">
              <a:solidFill>
                <a:schemeClr val="accent1"/>
              </a:solidFill>
              <a:prstDash val="solid"/>
              <a:miter/>
            </a:ln>
          </p:spPr>
          <p:txBody>
            <a:bodyPr rtlCol="0" anchor="ctr"/>
            <a:lstStyle/>
            <a:p>
              <a:endParaRPr lang="en-US">
                <a:solidFill>
                  <a:schemeClr val="bg1"/>
                </a:solidFill>
                <a:latin typeface="+mj-lt"/>
              </a:endParaRPr>
            </a:p>
          </p:txBody>
        </p:sp>
      </p:grpSp>
      <p:sp>
        <p:nvSpPr>
          <p:cNvPr id="1186" name="Rectangle 1185">
            <a:extLst>
              <a:ext uri="{FF2B5EF4-FFF2-40B4-BE49-F238E27FC236}">
                <a16:creationId xmlns:a16="http://schemas.microsoft.com/office/drawing/2014/main" id="{0045A5EF-3DBA-9462-A765-C875FA4AAED5}"/>
              </a:ext>
            </a:extLst>
          </p:cNvPr>
          <p:cNvSpPr/>
          <p:nvPr/>
        </p:nvSpPr>
        <p:spPr>
          <a:xfrm>
            <a:off x="5434145" y="2494479"/>
            <a:ext cx="2945033" cy="5334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spcAft>
                <a:spcPts val="200"/>
              </a:spcAft>
            </a:pPr>
            <a:r>
              <a:rPr lang="en-US" sz="900" b="1" dirty="0">
                <a:solidFill>
                  <a:schemeClr val="accent1"/>
                </a:solidFill>
                <a:latin typeface="Poppins SemiBold" panose="00000700000000000000" pitchFamily="2" charset="0"/>
                <a:ea typeface="Source Serif Pro" panose="02040603050405020204" pitchFamily="18" charset="0"/>
                <a:cs typeface="Poppins SemiBold" panose="00000700000000000000" pitchFamily="2" charset="0"/>
              </a:rPr>
              <a:t>High Value-Added Services</a:t>
            </a:r>
          </a:p>
          <a:p>
            <a:pPr>
              <a:spcAft>
                <a:spcPts val="200"/>
              </a:spcAft>
            </a:pPr>
            <a:r>
              <a:rPr lang="en-US" sz="800" dirty="0">
                <a:solidFill>
                  <a:schemeClr val="bg1"/>
                </a:solidFill>
                <a:latin typeface="+mj-lt"/>
                <a:ea typeface="Source Serif Pro" panose="02040603050405020204" pitchFamily="18" charset="0"/>
              </a:rPr>
              <a:t>The company recently invested in a highly skilled team and state-of-the-art equipment to offer to its clients high-value-added services</a:t>
            </a:r>
          </a:p>
        </p:txBody>
      </p:sp>
      <p:grpSp>
        <p:nvGrpSpPr>
          <p:cNvPr id="1187" name="Agrupar 80">
            <a:extLst>
              <a:ext uri="{FF2B5EF4-FFF2-40B4-BE49-F238E27FC236}">
                <a16:creationId xmlns:a16="http://schemas.microsoft.com/office/drawing/2014/main" id="{9D4B1480-8185-AF87-781C-6BD8B976A4F6}"/>
              </a:ext>
            </a:extLst>
          </p:cNvPr>
          <p:cNvGrpSpPr/>
          <p:nvPr/>
        </p:nvGrpSpPr>
        <p:grpSpPr>
          <a:xfrm>
            <a:off x="4915439" y="2490325"/>
            <a:ext cx="293523" cy="295028"/>
            <a:chOff x="1501775" y="3330575"/>
            <a:chExt cx="309563" cy="311150"/>
          </a:xfrm>
        </p:grpSpPr>
        <p:sp>
          <p:nvSpPr>
            <p:cNvPr id="1188" name="Freeform 690">
              <a:extLst>
                <a:ext uri="{FF2B5EF4-FFF2-40B4-BE49-F238E27FC236}">
                  <a16:creationId xmlns:a16="http://schemas.microsoft.com/office/drawing/2014/main" id="{56D43340-98F3-C635-0EE4-788B6937113F}"/>
                </a:ext>
              </a:extLst>
            </p:cNvPr>
            <p:cNvSpPr>
              <a:spLocks/>
            </p:cNvSpPr>
            <p:nvPr/>
          </p:nvSpPr>
          <p:spPr bwMode="auto">
            <a:xfrm>
              <a:off x="1501775" y="3330575"/>
              <a:ext cx="309563" cy="311150"/>
            </a:xfrm>
            <a:custGeom>
              <a:avLst/>
              <a:gdLst>
                <a:gd name="T0" fmla="*/ 98 w 98"/>
                <a:gd name="T1" fmla="*/ 57 h 98"/>
                <a:gd name="T2" fmla="*/ 98 w 98"/>
                <a:gd name="T3" fmla="*/ 42 h 98"/>
                <a:gd name="T4" fmla="*/ 88 w 98"/>
                <a:gd name="T5" fmla="*/ 39 h 98"/>
                <a:gd name="T6" fmla="*/ 83 w 98"/>
                <a:gd name="T7" fmla="*/ 29 h 98"/>
                <a:gd name="T8" fmla="*/ 89 w 98"/>
                <a:gd name="T9" fmla="*/ 20 h 98"/>
                <a:gd name="T10" fmla="*/ 79 w 98"/>
                <a:gd name="T11" fmla="*/ 9 h 98"/>
                <a:gd name="T12" fmla="*/ 69 w 98"/>
                <a:gd name="T13" fmla="*/ 15 h 98"/>
                <a:gd name="T14" fmla="*/ 59 w 98"/>
                <a:gd name="T15" fmla="*/ 11 h 98"/>
                <a:gd name="T16" fmla="*/ 57 w 98"/>
                <a:gd name="T17" fmla="*/ 0 h 98"/>
                <a:gd name="T18" fmla="*/ 42 w 98"/>
                <a:gd name="T19" fmla="*/ 0 h 98"/>
                <a:gd name="T20" fmla="*/ 39 w 98"/>
                <a:gd name="T21" fmla="*/ 11 h 98"/>
                <a:gd name="T22" fmla="*/ 29 w 98"/>
                <a:gd name="T23" fmla="*/ 15 h 98"/>
                <a:gd name="T24" fmla="*/ 20 w 98"/>
                <a:gd name="T25" fmla="*/ 9 h 98"/>
                <a:gd name="T26" fmla="*/ 9 w 98"/>
                <a:gd name="T27" fmla="*/ 20 h 98"/>
                <a:gd name="T28" fmla="*/ 15 w 98"/>
                <a:gd name="T29" fmla="*/ 29 h 98"/>
                <a:gd name="T30" fmla="*/ 11 w 98"/>
                <a:gd name="T31" fmla="*/ 39 h 98"/>
                <a:gd name="T32" fmla="*/ 0 w 98"/>
                <a:gd name="T33" fmla="*/ 42 h 98"/>
                <a:gd name="T34" fmla="*/ 0 w 98"/>
                <a:gd name="T35" fmla="*/ 57 h 98"/>
                <a:gd name="T36" fmla="*/ 11 w 98"/>
                <a:gd name="T37" fmla="*/ 59 h 98"/>
                <a:gd name="T38" fmla="*/ 15 w 98"/>
                <a:gd name="T39" fmla="*/ 70 h 98"/>
                <a:gd name="T40" fmla="*/ 9 w 98"/>
                <a:gd name="T41" fmla="*/ 79 h 98"/>
                <a:gd name="T42" fmla="*/ 20 w 98"/>
                <a:gd name="T43" fmla="*/ 89 h 98"/>
                <a:gd name="T44" fmla="*/ 29 w 98"/>
                <a:gd name="T45" fmla="*/ 84 h 98"/>
                <a:gd name="T46" fmla="*/ 39 w 98"/>
                <a:gd name="T47" fmla="*/ 88 h 98"/>
                <a:gd name="T48" fmla="*/ 42 w 98"/>
                <a:gd name="T49" fmla="*/ 98 h 98"/>
                <a:gd name="T50" fmla="*/ 57 w 98"/>
                <a:gd name="T51" fmla="*/ 98 h 98"/>
                <a:gd name="T52" fmla="*/ 59 w 98"/>
                <a:gd name="T53" fmla="*/ 88 h 98"/>
                <a:gd name="T54" fmla="*/ 69 w 98"/>
                <a:gd name="T55" fmla="*/ 84 h 98"/>
                <a:gd name="T56" fmla="*/ 79 w 98"/>
                <a:gd name="T57" fmla="*/ 89 h 98"/>
                <a:gd name="T58" fmla="*/ 89 w 98"/>
                <a:gd name="T59" fmla="*/ 79 h 98"/>
                <a:gd name="T60" fmla="*/ 83 w 98"/>
                <a:gd name="T61" fmla="*/ 70 h 98"/>
                <a:gd name="T62" fmla="*/ 88 w 98"/>
                <a:gd name="T63" fmla="*/ 59 h 98"/>
                <a:gd name="T64" fmla="*/ 98 w 98"/>
                <a:gd name="T65" fmla="*/ 57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8" h="98">
                  <a:moveTo>
                    <a:pt x="98" y="57"/>
                  </a:moveTo>
                  <a:cubicBezTo>
                    <a:pt x="98" y="42"/>
                    <a:pt x="98" y="42"/>
                    <a:pt x="98" y="42"/>
                  </a:cubicBezTo>
                  <a:cubicBezTo>
                    <a:pt x="88" y="39"/>
                    <a:pt x="88" y="39"/>
                    <a:pt x="88" y="39"/>
                  </a:cubicBezTo>
                  <a:cubicBezTo>
                    <a:pt x="87" y="36"/>
                    <a:pt x="85" y="32"/>
                    <a:pt x="83" y="29"/>
                  </a:cubicBezTo>
                  <a:cubicBezTo>
                    <a:pt x="89" y="20"/>
                    <a:pt x="89" y="20"/>
                    <a:pt x="89" y="20"/>
                  </a:cubicBezTo>
                  <a:cubicBezTo>
                    <a:pt x="79" y="9"/>
                    <a:pt x="79" y="9"/>
                    <a:pt x="79" y="9"/>
                  </a:cubicBezTo>
                  <a:cubicBezTo>
                    <a:pt x="69" y="15"/>
                    <a:pt x="69" y="15"/>
                    <a:pt x="69" y="15"/>
                  </a:cubicBezTo>
                  <a:cubicBezTo>
                    <a:pt x="66" y="13"/>
                    <a:pt x="63" y="12"/>
                    <a:pt x="59" y="11"/>
                  </a:cubicBezTo>
                  <a:cubicBezTo>
                    <a:pt x="57" y="0"/>
                    <a:pt x="57" y="0"/>
                    <a:pt x="57" y="0"/>
                  </a:cubicBezTo>
                  <a:cubicBezTo>
                    <a:pt x="42" y="0"/>
                    <a:pt x="42" y="0"/>
                    <a:pt x="42" y="0"/>
                  </a:cubicBezTo>
                  <a:cubicBezTo>
                    <a:pt x="39" y="11"/>
                    <a:pt x="39" y="11"/>
                    <a:pt x="39" y="11"/>
                  </a:cubicBezTo>
                  <a:cubicBezTo>
                    <a:pt x="36" y="12"/>
                    <a:pt x="32" y="13"/>
                    <a:pt x="29" y="15"/>
                  </a:cubicBezTo>
                  <a:cubicBezTo>
                    <a:pt x="20" y="9"/>
                    <a:pt x="20" y="9"/>
                    <a:pt x="20" y="9"/>
                  </a:cubicBezTo>
                  <a:cubicBezTo>
                    <a:pt x="9" y="20"/>
                    <a:pt x="9" y="20"/>
                    <a:pt x="9" y="20"/>
                  </a:cubicBezTo>
                  <a:cubicBezTo>
                    <a:pt x="15" y="29"/>
                    <a:pt x="15" y="29"/>
                    <a:pt x="15" y="29"/>
                  </a:cubicBezTo>
                  <a:cubicBezTo>
                    <a:pt x="13" y="32"/>
                    <a:pt x="12" y="36"/>
                    <a:pt x="11" y="39"/>
                  </a:cubicBezTo>
                  <a:cubicBezTo>
                    <a:pt x="0" y="42"/>
                    <a:pt x="0" y="42"/>
                    <a:pt x="0" y="42"/>
                  </a:cubicBezTo>
                  <a:cubicBezTo>
                    <a:pt x="0" y="57"/>
                    <a:pt x="0" y="57"/>
                    <a:pt x="0" y="57"/>
                  </a:cubicBezTo>
                  <a:cubicBezTo>
                    <a:pt x="11" y="59"/>
                    <a:pt x="11" y="59"/>
                    <a:pt x="11" y="59"/>
                  </a:cubicBezTo>
                  <a:cubicBezTo>
                    <a:pt x="12" y="63"/>
                    <a:pt x="13" y="66"/>
                    <a:pt x="15" y="70"/>
                  </a:cubicBezTo>
                  <a:cubicBezTo>
                    <a:pt x="9" y="79"/>
                    <a:pt x="9" y="79"/>
                    <a:pt x="9" y="79"/>
                  </a:cubicBezTo>
                  <a:cubicBezTo>
                    <a:pt x="20" y="89"/>
                    <a:pt x="20" y="89"/>
                    <a:pt x="20" y="89"/>
                  </a:cubicBezTo>
                  <a:cubicBezTo>
                    <a:pt x="29" y="84"/>
                    <a:pt x="29" y="84"/>
                    <a:pt x="29" y="84"/>
                  </a:cubicBezTo>
                  <a:cubicBezTo>
                    <a:pt x="32" y="85"/>
                    <a:pt x="36" y="87"/>
                    <a:pt x="39" y="88"/>
                  </a:cubicBezTo>
                  <a:cubicBezTo>
                    <a:pt x="42" y="98"/>
                    <a:pt x="42" y="98"/>
                    <a:pt x="42" y="98"/>
                  </a:cubicBezTo>
                  <a:cubicBezTo>
                    <a:pt x="57" y="98"/>
                    <a:pt x="57" y="98"/>
                    <a:pt x="57" y="98"/>
                  </a:cubicBezTo>
                  <a:cubicBezTo>
                    <a:pt x="59" y="88"/>
                    <a:pt x="59" y="88"/>
                    <a:pt x="59" y="88"/>
                  </a:cubicBezTo>
                  <a:cubicBezTo>
                    <a:pt x="63" y="87"/>
                    <a:pt x="66" y="85"/>
                    <a:pt x="69" y="84"/>
                  </a:cubicBezTo>
                  <a:cubicBezTo>
                    <a:pt x="79" y="89"/>
                    <a:pt x="79" y="89"/>
                    <a:pt x="79" y="89"/>
                  </a:cubicBezTo>
                  <a:cubicBezTo>
                    <a:pt x="89" y="79"/>
                    <a:pt x="89" y="79"/>
                    <a:pt x="89" y="79"/>
                  </a:cubicBezTo>
                  <a:cubicBezTo>
                    <a:pt x="83" y="70"/>
                    <a:pt x="83" y="70"/>
                    <a:pt x="83" y="70"/>
                  </a:cubicBezTo>
                  <a:cubicBezTo>
                    <a:pt x="85" y="66"/>
                    <a:pt x="87" y="63"/>
                    <a:pt x="88" y="59"/>
                  </a:cubicBezTo>
                  <a:lnTo>
                    <a:pt x="98" y="57"/>
                  </a:lnTo>
                  <a:close/>
                </a:path>
              </a:pathLst>
            </a:custGeom>
            <a:noFill/>
            <a:ln w="635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solidFill>
                  <a:schemeClr val="bg1"/>
                </a:solidFill>
                <a:latin typeface="+mj-lt"/>
              </a:endParaRPr>
            </a:p>
          </p:txBody>
        </p:sp>
        <p:sp>
          <p:nvSpPr>
            <p:cNvPr id="1189" name="Freeform 691">
              <a:extLst>
                <a:ext uri="{FF2B5EF4-FFF2-40B4-BE49-F238E27FC236}">
                  <a16:creationId xmlns:a16="http://schemas.microsoft.com/office/drawing/2014/main" id="{79E4A1B6-6983-E950-A15E-618A7D7FD221}"/>
                </a:ext>
              </a:extLst>
            </p:cNvPr>
            <p:cNvSpPr>
              <a:spLocks/>
            </p:cNvSpPr>
            <p:nvPr/>
          </p:nvSpPr>
          <p:spPr bwMode="auto">
            <a:xfrm>
              <a:off x="1635125" y="3467100"/>
              <a:ext cx="44450" cy="53975"/>
            </a:xfrm>
            <a:custGeom>
              <a:avLst/>
              <a:gdLst>
                <a:gd name="T0" fmla="*/ 7 w 14"/>
                <a:gd name="T1" fmla="*/ 17 h 17"/>
                <a:gd name="T2" fmla="*/ 0 w 14"/>
                <a:gd name="T3" fmla="*/ 10 h 17"/>
                <a:gd name="T4" fmla="*/ 0 w 14"/>
                <a:gd name="T5" fmla="*/ 7 h 17"/>
                <a:gd name="T6" fmla="*/ 7 w 14"/>
                <a:gd name="T7" fmla="*/ 0 h 17"/>
                <a:gd name="T8" fmla="*/ 14 w 14"/>
                <a:gd name="T9" fmla="*/ 7 h 17"/>
                <a:gd name="T10" fmla="*/ 14 w 14"/>
                <a:gd name="T11" fmla="*/ 10 h 17"/>
                <a:gd name="T12" fmla="*/ 7 w 14"/>
                <a:gd name="T13" fmla="*/ 17 h 17"/>
              </a:gdLst>
              <a:ahLst/>
              <a:cxnLst>
                <a:cxn ang="0">
                  <a:pos x="T0" y="T1"/>
                </a:cxn>
                <a:cxn ang="0">
                  <a:pos x="T2" y="T3"/>
                </a:cxn>
                <a:cxn ang="0">
                  <a:pos x="T4" y="T5"/>
                </a:cxn>
                <a:cxn ang="0">
                  <a:pos x="T6" y="T7"/>
                </a:cxn>
                <a:cxn ang="0">
                  <a:pos x="T8" y="T9"/>
                </a:cxn>
                <a:cxn ang="0">
                  <a:pos x="T10" y="T11"/>
                </a:cxn>
                <a:cxn ang="0">
                  <a:pos x="T12" y="T13"/>
                </a:cxn>
              </a:cxnLst>
              <a:rect l="0" t="0" r="r" b="b"/>
              <a:pathLst>
                <a:path w="14" h="17">
                  <a:moveTo>
                    <a:pt x="7" y="17"/>
                  </a:moveTo>
                  <a:cubicBezTo>
                    <a:pt x="3" y="17"/>
                    <a:pt x="0" y="14"/>
                    <a:pt x="0" y="10"/>
                  </a:cubicBezTo>
                  <a:cubicBezTo>
                    <a:pt x="0" y="7"/>
                    <a:pt x="0" y="7"/>
                    <a:pt x="0" y="7"/>
                  </a:cubicBezTo>
                  <a:cubicBezTo>
                    <a:pt x="0" y="3"/>
                    <a:pt x="3" y="0"/>
                    <a:pt x="7" y="0"/>
                  </a:cubicBezTo>
                  <a:cubicBezTo>
                    <a:pt x="11" y="0"/>
                    <a:pt x="14" y="3"/>
                    <a:pt x="14" y="7"/>
                  </a:cubicBezTo>
                  <a:cubicBezTo>
                    <a:pt x="14" y="10"/>
                    <a:pt x="14" y="10"/>
                    <a:pt x="14" y="10"/>
                  </a:cubicBezTo>
                  <a:cubicBezTo>
                    <a:pt x="14" y="14"/>
                    <a:pt x="11" y="17"/>
                    <a:pt x="7" y="17"/>
                  </a:cubicBezTo>
                  <a:close/>
                </a:path>
              </a:pathLst>
            </a:custGeom>
            <a:noFill/>
            <a:ln w="635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solidFill>
                  <a:schemeClr val="bg1"/>
                </a:solidFill>
                <a:latin typeface="+mj-lt"/>
              </a:endParaRPr>
            </a:p>
          </p:txBody>
        </p:sp>
        <p:sp>
          <p:nvSpPr>
            <p:cNvPr id="1190" name="Freeform 692">
              <a:extLst>
                <a:ext uri="{FF2B5EF4-FFF2-40B4-BE49-F238E27FC236}">
                  <a16:creationId xmlns:a16="http://schemas.microsoft.com/office/drawing/2014/main" id="{01AD6D9B-33C8-BD50-2C40-34E65966494A}"/>
                </a:ext>
              </a:extLst>
            </p:cNvPr>
            <p:cNvSpPr>
              <a:spLocks/>
            </p:cNvSpPr>
            <p:nvPr/>
          </p:nvSpPr>
          <p:spPr bwMode="auto">
            <a:xfrm>
              <a:off x="1622425" y="3521075"/>
              <a:ext cx="69850" cy="28575"/>
            </a:xfrm>
            <a:custGeom>
              <a:avLst/>
              <a:gdLst>
                <a:gd name="T0" fmla="*/ 0 w 22"/>
                <a:gd name="T1" fmla="*/ 9 h 9"/>
                <a:gd name="T2" fmla="*/ 0 w 22"/>
                <a:gd name="T3" fmla="*/ 7 h 9"/>
                <a:gd name="T4" fmla="*/ 11 w 22"/>
                <a:gd name="T5" fmla="*/ 0 h 9"/>
                <a:gd name="T6" fmla="*/ 22 w 22"/>
                <a:gd name="T7" fmla="*/ 7 h 9"/>
                <a:gd name="T8" fmla="*/ 22 w 22"/>
                <a:gd name="T9" fmla="*/ 9 h 9"/>
              </a:gdLst>
              <a:ahLst/>
              <a:cxnLst>
                <a:cxn ang="0">
                  <a:pos x="T0" y="T1"/>
                </a:cxn>
                <a:cxn ang="0">
                  <a:pos x="T2" y="T3"/>
                </a:cxn>
                <a:cxn ang="0">
                  <a:pos x="T4" y="T5"/>
                </a:cxn>
                <a:cxn ang="0">
                  <a:pos x="T6" y="T7"/>
                </a:cxn>
                <a:cxn ang="0">
                  <a:pos x="T8" y="T9"/>
                </a:cxn>
              </a:cxnLst>
              <a:rect l="0" t="0" r="r" b="b"/>
              <a:pathLst>
                <a:path w="22" h="9">
                  <a:moveTo>
                    <a:pt x="0" y="9"/>
                  </a:moveTo>
                  <a:cubicBezTo>
                    <a:pt x="0" y="7"/>
                    <a:pt x="0" y="7"/>
                    <a:pt x="0" y="7"/>
                  </a:cubicBezTo>
                  <a:cubicBezTo>
                    <a:pt x="0" y="3"/>
                    <a:pt x="7" y="0"/>
                    <a:pt x="11" y="0"/>
                  </a:cubicBezTo>
                  <a:cubicBezTo>
                    <a:pt x="15" y="0"/>
                    <a:pt x="22" y="3"/>
                    <a:pt x="22" y="7"/>
                  </a:cubicBezTo>
                  <a:cubicBezTo>
                    <a:pt x="22" y="9"/>
                    <a:pt x="22" y="9"/>
                    <a:pt x="22" y="9"/>
                  </a:cubicBezTo>
                </a:path>
              </a:pathLst>
            </a:custGeom>
            <a:noFill/>
            <a:ln w="635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solidFill>
                  <a:schemeClr val="bg1"/>
                </a:solidFill>
                <a:latin typeface="+mj-lt"/>
              </a:endParaRPr>
            </a:p>
          </p:txBody>
        </p:sp>
        <p:sp>
          <p:nvSpPr>
            <p:cNvPr id="1191" name="Freeform 693">
              <a:extLst>
                <a:ext uri="{FF2B5EF4-FFF2-40B4-BE49-F238E27FC236}">
                  <a16:creationId xmlns:a16="http://schemas.microsoft.com/office/drawing/2014/main" id="{5CEEF299-5AF7-738A-2164-DB47FA926DCA}"/>
                </a:ext>
              </a:extLst>
            </p:cNvPr>
            <p:cNvSpPr>
              <a:spLocks/>
            </p:cNvSpPr>
            <p:nvPr/>
          </p:nvSpPr>
          <p:spPr bwMode="auto">
            <a:xfrm>
              <a:off x="1701800" y="3429000"/>
              <a:ext cx="39688" cy="57150"/>
            </a:xfrm>
            <a:custGeom>
              <a:avLst/>
              <a:gdLst>
                <a:gd name="T0" fmla="*/ 6 w 13"/>
                <a:gd name="T1" fmla="*/ 18 h 18"/>
                <a:gd name="T2" fmla="*/ 0 w 13"/>
                <a:gd name="T3" fmla="*/ 11 h 18"/>
                <a:gd name="T4" fmla="*/ 0 w 13"/>
                <a:gd name="T5" fmla="*/ 8 h 18"/>
                <a:gd name="T6" fmla="*/ 6 w 13"/>
                <a:gd name="T7" fmla="*/ 0 h 18"/>
                <a:gd name="T8" fmla="*/ 13 w 13"/>
                <a:gd name="T9" fmla="*/ 8 h 18"/>
                <a:gd name="T10" fmla="*/ 13 w 13"/>
                <a:gd name="T11" fmla="*/ 11 h 18"/>
                <a:gd name="T12" fmla="*/ 6 w 13"/>
                <a:gd name="T13" fmla="*/ 18 h 18"/>
              </a:gdLst>
              <a:ahLst/>
              <a:cxnLst>
                <a:cxn ang="0">
                  <a:pos x="T0" y="T1"/>
                </a:cxn>
                <a:cxn ang="0">
                  <a:pos x="T2" y="T3"/>
                </a:cxn>
                <a:cxn ang="0">
                  <a:pos x="T4" y="T5"/>
                </a:cxn>
                <a:cxn ang="0">
                  <a:pos x="T6" y="T7"/>
                </a:cxn>
                <a:cxn ang="0">
                  <a:pos x="T8" y="T9"/>
                </a:cxn>
                <a:cxn ang="0">
                  <a:pos x="T10" y="T11"/>
                </a:cxn>
                <a:cxn ang="0">
                  <a:pos x="T12" y="T13"/>
                </a:cxn>
              </a:cxnLst>
              <a:rect l="0" t="0" r="r" b="b"/>
              <a:pathLst>
                <a:path w="13" h="18">
                  <a:moveTo>
                    <a:pt x="6" y="18"/>
                  </a:moveTo>
                  <a:cubicBezTo>
                    <a:pt x="2" y="18"/>
                    <a:pt x="0" y="15"/>
                    <a:pt x="0" y="11"/>
                  </a:cubicBezTo>
                  <a:cubicBezTo>
                    <a:pt x="0" y="8"/>
                    <a:pt x="0" y="8"/>
                    <a:pt x="0" y="8"/>
                  </a:cubicBezTo>
                  <a:cubicBezTo>
                    <a:pt x="0" y="4"/>
                    <a:pt x="2" y="0"/>
                    <a:pt x="6" y="0"/>
                  </a:cubicBezTo>
                  <a:cubicBezTo>
                    <a:pt x="10" y="0"/>
                    <a:pt x="13" y="4"/>
                    <a:pt x="13" y="8"/>
                  </a:cubicBezTo>
                  <a:cubicBezTo>
                    <a:pt x="13" y="11"/>
                    <a:pt x="13" y="11"/>
                    <a:pt x="13" y="11"/>
                  </a:cubicBezTo>
                  <a:cubicBezTo>
                    <a:pt x="13" y="15"/>
                    <a:pt x="10" y="18"/>
                    <a:pt x="6" y="18"/>
                  </a:cubicBezTo>
                  <a:close/>
                </a:path>
              </a:pathLst>
            </a:custGeom>
            <a:noFill/>
            <a:ln w="635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solidFill>
                  <a:schemeClr val="bg1"/>
                </a:solidFill>
                <a:latin typeface="+mj-lt"/>
              </a:endParaRPr>
            </a:p>
          </p:txBody>
        </p:sp>
        <p:sp>
          <p:nvSpPr>
            <p:cNvPr id="1192" name="Freeform 694">
              <a:extLst>
                <a:ext uri="{FF2B5EF4-FFF2-40B4-BE49-F238E27FC236}">
                  <a16:creationId xmlns:a16="http://schemas.microsoft.com/office/drawing/2014/main" id="{D21E1B17-1C17-ACD9-F62A-978997B5D648}"/>
                </a:ext>
              </a:extLst>
            </p:cNvPr>
            <p:cNvSpPr>
              <a:spLocks/>
            </p:cNvSpPr>
            <p:nvPr/>
          </p:nvSpPr>
          <p:spPr bwMode="auto">
            <a:xfrm>
              <a:off x="1701800" y="3486150"/>
              <a:ext cx="52388" cy="28575"/>
            </a:xfrm>
            <a:custGeom>
              <a:avLst/>
              <a:gdLst>
                <a:gd name="T0" fmla="*/ 0 w 17"/>
                <a:gd name="T1" fmla="*/ 2 h 9"/>
                <a:gd name="T2" fmla="*/ 6 w 17"/>
                <a:gd name="T3" fmla="*/ 0 h 9"/>
                <a:gd name="T4" fmla="*/ 17 w 17"/>
                <a:gd name="T5" fmla="*/ 7 h 9"/>
                <a:gd name="T6" fmla="*/ 17 w 17"/>
                <a:gd name="T7" fmla="*/ 9 h 9"/>
              </a:gdLst>
              <a:ahLst/>
              <a:cxnLst>
                <a:cxn ang="0">
                  <a:pos x="T0" y="T1"/>
                </a:cxn>
                <a:cxn ang="0">
                  <a:pos x="T2" y="T3"/>
                </a:cxn>
                <a:cxn ang="0">
                  <a:pos x="T4" y="T5"/>
                </a:cxn>
                <a:cxn ang="0">
                  <a:pos x="T6" y="T7"/>
                </a:cxn>
              </a:cxnLst>
              <a:rect l="0" t="0" r="r" b="b"/>
              <a:pathLst>
                <a:path w="17" h="9">
                  <a:moveTo>
                    <a:pt x="0" y="2"/>
                  </a:moveTo>
                  <a:cubicBezTo>
                    <a:pt x="2" y="1"/>
                    <a:pt x="4" y="0"/>
                    <a:pt x="6" y="0"/>
                  </a:cubicBezTo>
                  <a:cubicBezTo>
                    <a:pt x="10" y="0"/>
                    <a:pt x="17" y="3"/>
                    <a:pt x="17" y="7"/>
                  </a:cubicBezTo>
                  <a:cubicBezTo>
                    <a:pt x="17" y="9"/>
                    <a:pt x="17" y="9"/>
                    <a:pt x="17" y="9"/>
                  </a:cubicBezTo>
                </a:path>
              </a:pathLst>
            </a:custGeom>
            <a:noFill/>
            <a:ln w="635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solidFill>
                  <a:schemeClr val="bg1"/>
                </a:solidFill>
                <a:latin typeface="+mj-lt"/>
              </a:endParaRPr>
            </a:p>
          </p:txBody>
        </p:sp>
        <p:sp>
          <p:nvSpPr>
            <p:cNvPr id="1193" name="Freeform 695">
              <a:extLst>
                <a:ext uri="{FF2B5EF4-FFF2-40B4-BE49-F238E27FC236}">
                  <a16:creationId xmlns:a16="http://schemas.microsoft.com/office/drawing/2014/main" id="{4D38D0AA-09BC-DDEC-CE98-D57E28F8682A}"/>
                </a:ext>
              </a:extLst>
            </p:cNvPr>
            <p:cNvSpPr>
              <a:spLocks/>
            </p:cNvSpPr>
            <p:nvPr/>
          </p:nvSpPr>
          <p:spPr bwMode="auto">
            <a:xfrm>
              <a:off x="1571625" y="3429000"/>
              <a:ext cx="44450" cy="57150"/>
            </a:xfrm>
            <a:custGeom>
              <a:avLst/>
              <a:gdLst>
                <a:gd name="T0" fmla="*/ 7 w 14"/>
                <a:gd name="T1" fmla="*/ 18 h 18"/>
                <a:gd name="T2" fmla="*/ 14 w 14"/>
                <a:gd name="T3" fmla="*/ 11 h 18"/>
                <a:gd name="T4" fmla="*/ 14 w 14"/>
                <a:gd name="T5" fmla="*/ 8 h 18"/>
                <a:gd name="T6" fmla="*/ 7 w 14"/>
                <a:gd name="T7" fmla="*/ 0 h 18"/>
                <a:gd name="T8" fmla="*/ 0 w 14"/>
                <a:gd name="T9" fmla="*/ 8 h 18"/>
                <a:gd name="T10" fmla="*/ 0 w 14"/>
                <a:gd name="T11" fmla="*/ 11 h 18"/>
                <a:gd name="T12" fmla="*/ 7 w 14"/>
                <a:gd name="T13" fmla="*/ 18 h 18"/>
              </a:gdLst>
              <a:ahLst/>
              <a:cxnLst>
                <a:cxn ang="0">
                  <a:pos x="T0" y="T1"/>
                </a:cxn>
                <a:cxn ang="0">
                  <a:pos x="T2" y="T3"/>
                </a:cxn>
                <a:cxn ang="0">
                  <a:pos x="T4" y="T5"/>
                </a:cxn>
                <a:cxn ang="0">
                  <a:pos x="T6" y="T7"/>
                </a:cxn>
                <a:cxn ang="0">
                  <a:pos x="T8" y="T9"/>
                </a:cxn>
                <a:cxn ang="0">
                  <a:pos x="T10" y="T11"/>
                </a:cxn>
                <a:cxn ang="0">
                  <a:pos x="T12" y="T13"/>
                </a:cxn>
              </a:cxnLst>
              <a:rect l="0" t="0" r="r" b="b"/>
              <a:pathLst>
                <a:path w="14" h="18">
                  <a:moveTo>
                    <a:pt x="7" y="18"/>
                  </a:moveTo>
                  <a:cubicBezTo>
                    <a:pt x="11" y="18"/>
                    <a:pt x="14" y="15"/>
                    <a:pt x="14" y="11"/>
                  </a:cubicBezTo>
                  <a:cubicBezTo>
                    <a:pt x="14" y="8"/>
                    <a:pt x="14" y="8"/>
                    <a:pt x="14" y="8"/>
                  </a:cubicBezTo>
                  <a:cubicBezTo>
                    <a:pt x="14" y="4"/>
                    <a:pt x="11" y="0"/>
                    <a:pt x="7" y="0"/>
                  </a:cubicBezTo>
                  <a:cubicBezTo>
                    <a:pt x="3" y="0"/>
                    <a:pt x="0" y="4"/>
                    <a:pt x="0" y="8"/>
                  </a:cubicBezTo>
                  <a:cubicBezTo>
                    <a:pt x="0" y="11"/>
                    <a:pt x="0" y="11"/>
                    <a:pt x="0" y="11"/>
                  </a:cubicBezTo>
                  <a:cubicBezTo>
                    <a:pt x="0" y="15"/>
                    <a:pt x="3" y="18"/>
                    <a:pt x="7" y="18"/>
                  </a:cubicBezTo>
                  <a:close/>
                </a:path>
              </a:pathLst>
            </a:custGeom>
            <a:noFill/>
            <a:ln w="635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solidFill>
                  <a:schemeClr val="bg1"/>
                </a:solidFill>
                <a:latin typeface="+mj-lt"/>
              </a:endParaRPr>
            </a:p>
          </p:txBody>
        </p:sp>
        <p:sp>
          <p:nvSpPr>
            <p:cNvPr id="1194" name="Freeform 696">
              <a:extLst>
                <a:ext uri="{FF2B5EF4-FFF2-40B4-BE49-F238E27FC236}">
                  <a16:creationId xmlns:a16="http://schemas.microsoft.com/office/drawing/2014/main" id="{F72C8BE0-0283-164E-EDB8-DAC4B8A9CF97}"/>
                </a:ext>
              </a:extLst>
            </p:cNvPr>
            <p:cNvSpPr>
              <a:spLocks/>
            </p:cNvSpPr>
            <p:nvPr/>
          </p:nvSpPr>
          <p:spPr bwMode="auto">
            <a:xfrm>
              <a:off x="1558925" y="3486150"/>
              <a:ext cx="57150" cy="28575"/>
            </a:xfrm>
            <a:custGeom>
              <a:avLst/>
              <a:gdLst>
                <a:gd name="T0" fmla="*/ 18 w 18"/>
                <a:gd name="T1" fmla="*/ 2 h 9"/>
                <a:gd name="T2" fmla="*/ 11 w 18"/>
                <a:gd name="T3" fmla="*/ 0 h 9"/>
                <a:gd name="T4" fmla="*/ 0 w 18"/>
                <a:gd name="T5" fmla="*/ 7 h 9"/>
                <a:gd name="T6" fmla="*/ 0 w 18"/>
                <a:gd name="T7" fmla="*/ 9 h 9"/>
              </a:gdLst>
              <a:ahLst/>
              <a:cxnLst>
                <a:cxn ang="0">
                  <a:pos x="T0" y="T1"/>
                </a:cxn>
                <a:cxn ang="0">
                  <a:pos x="T2" y="T3"/>
                </a:cxn>
                <a:cxn ang="0">
                  <a:pos x="T4" y="T5"/>
                </a:cxn>
                <a:cxn ang="0">
                  <a:pos x="T6" y="T7"/>
                </a:cxn>
              </a:cxnLst>
              <a:rect l="0" t="0" r="r" b="b"/>
              <a:pathLst>
                <a:path w="18" h="9">
                  <a:moveTo>
                    <a:pt x="18" y="2"/>
                  </a:moveTo>
                  <a:cubicBezTo>
                    <a:pt x="16" y="1"/>
                    <a:pt x="13" y="0"/>
                    <a:pt x="11" y="0"/>
                  </a:cubicBezTo>
                  <a:cubicBezTo>
                    <a:pt x="7" y="0"/>
                    <a:pt x="0" y="3"/>
                    <a:pt x="0" y="7"/>
                  </a:cubicBezTo>
                  <a:cubicBezTo>
                    <a:pt x="0" y="9"/>
                    <a:pt x="0" y="9"/>
                    <a:pt x="0" y="9"/>
                  </a:cubicBezTo>
                </a:path>
              </a:pathLst>
            </a:custGeom>
            <a:noFill/>
            <a:ln w="635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solidFill>
                  <a:schemeClr val="bg1"/>
                </a:solidFill>
                <a:latin typeface="+mj-lt"/>
              </a:endParaRPr>
            </a:p>
          </p:txBody>
        </p:sp>
      </p:grpSp>
      <p:sp>
        <p:nvSpPr>
          <p:cNvPr id="53" name="Rectángulo: esquinas redondeadas 30">
            <a:extLst>
              <a:ext uri="{FF2B5EF4-FFF2-40B4-BE49-F238E27FC236}">
                <a16:creationId xmlns:a16="http://schemas.microsoft.com/office/drawing/2014/main" id="{C29ED6C2-D816-F5C3-08D8-A2DEA9DC6C55}"/>
              </a:ext>
            </a:extLst>
          </p:cNvPr>
          <p:cNvSpPr>
            <a:spLocks noGrp="1"/>
          </p:cNvSpPr>
          <p:nvPr>
            <p:ph type="body" sz="quarter" idx="36"/>
          </p:nvPr>
        </p:nvSpPr>
        <p:spPr>
          <a:xfrm>
            <a:off x="731838" y="6199188"/>
            <a:ext cx="9275762" cy="114300"/>
          </a:xfrm>
          <a:prstGeom prst="roundRect">
            <a:avLst>
              <a:gd name="adj" fmla="val 225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pt-BR"/>
          </a:p>
        </p:txBody>
      </p:sp>
      <p:graphicFrame>
        <p:nvGraphicFramePr>
          <p:cNvPr id="32" name="Content Placeholder 5195">
            <a:extLst>
              <a:ext uri="{FF2B5EF4-FFF2-40B4-BE49-F238E27FC236}">
                <a16:creationId xmlns:a16="http://schemas.microsoft.com/office/drawing/2014/main" id="{A310C367-8B6F-A89E-9C94-87162885EDFE}"/>
              </a:ext>
            </a:extLst>
          </p:cNvPr>
          <p:cNvGraphicFramePr>
            <a:graphicFrameLocks/>
          </p:cNvGraphicFramePr>
          <p:nvPr>
            <p:extLst>
              <p:ext uri="{D42A27DB-BD31-4B8C-83A1-F6EECF244321}">
                <p14:modId xmlns:p14="http://schemas.microsoft.com/office/powerpoint/2010/main" val="3105975733"/>
              </p:ext>
            </p:extLst>
          </p:nvPr>
        </p:nvGraphicFramePr>
        <p:xfrm>
          <a:off x="7882676" y="4634713"/>
          <a:ext cx="2007344" cy="141056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3" name="Content Placeholder 5195">
            <a:extLst>
              <a:ext uri="{FF2B5EF4-FFF2-40B4-BE49-F238E27FC236}">
                <a16:creationId xmlns:a16="http://schemas.microsoft.com/office/drawing/2014/main" id="{A0F362A6-0EC7-A104-CCE5-06E0FC696031}"/>
              </a:ext>
            </a:extLst>
          </p:cNvPr>
          <p:cNvGraphicFramePr>
            <a:graphicFrameLocks/>
          </p:cNvGraphicFramePr>
          <p:nvPr>
            <p:extLst>
              <p:ext uri="{D42A27DB-BD31-4B8C-83A1-F6EECF244321}">
                <p14:modId xmlns:p14="http://schemas.microsoft.com/office/powerpoint/2010/main" val="1431704701"/>
              </p:ext>
            </p:extLst>
          </p:nvPr>
        </p:nvGraphicFramePr>
        <p:xfrm>
          <a:off x="5575468" y="4634713"/>
          <a:ext cx="2007344" cy="1410566"/>
        </p:xfrm>
        <a:graphic>
          <a:graphicData uri="http://schemas.openxmlformats.org/drawingml/2006/chart">
            <c:chart xmlns:c="http://schemas.openxmlformats.org/drawingml/2006/chart" xmlns:r="http://schemas.openxmlformats.org/officeDocument/2006/relationships" r:id="rId4"/>
          </a:graphicData>
        </a:graphic>
      </p:graphicFrame>
      <p:sp>
        <p:nvSpPr>
          <p:cNvPr id="42" name="Content Placeholder 20">
            <a:extLst>
              <a:ext uri="{FF2B5EF4-FFF2-40B4-BE49-F238E27FC236}">
                <a16:creationId xmlns:a16="http://schemas.microsoft.com/office/drawing/2014/main" id="{F1FA16DC-53D7-245E-4E8D-2ABCB8D3F1BC}"/>
              </a:ext>
            </a:extLst>
          </p:cNvPr>
          <p:cNvSpPr txBox="1">
            <a:spLocks/>
          </p:cNvSpPr>
          <p:nvPr/>
        </p:nvSpPr>
        <p:spPr>
          <a:xfrm>
            <a:off x="5575468" y="4133711"/>
            <a:ext cx="2007344" cy="199217"/>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300"/>
              </a:spcAft>
            </a:pPr>
            <a:r>
              <a:rPr lang="en-US" sz="1000" b="0" dirty="0">
                <a:solidFill>
                  <a:schemeClr val="tx2"/>
                </a:solidFill>
                <a:latin typeface="Poppins SemiBold" panose="00000700000000000000" pitchFamily="2" charset="0"/>
                <a:ea typeface="Source Serif Pro SemiBold" panose="02040703050405020204" pitchFamily="18" charset="0"/>
                <a:cs typeface="Poppins SemiBold" panose="00000700000000000000" pitchFamily="2" charset="0"/>
              </a:rPr>
              <a:t>Solid Financial Performance</a:t>
            </a:r>
          </a:p>
        </p:txBody>
      </p:sp>
      <p:sp>
        <p:nvSpPr>
          <p:cNvPr id="50" name="Content Placeholder 7">
            <a:extLst>
              <a:ext uri="{FF2B5EF4-FFF2-40B4-BE49-F238E27FC236}">
                <a16:creationId xmlns:a16="http://schemas.microsoft.com/office/drawing/2014/main" id="{6A9D6BCA-DA70-6E7D-FE4C-B4D2800D2A0D}"/>
              </a:ext>
            </a:extLst>
          </p:cNvPr>
          <p:cNvSpPr txBox="1">
            <a:spLocks/>
          </p:cNvSpPr>
          <p:nvPr/>
        </p:nvSpPr>
        <p:spPr>
          <a:xfrm>
            <a:off x="5575468" y="4347796"/>
            <a:ext cx="1906556" cy="159462"/>
          </a:xfrm>
          <a:prstGeom prst="rect">
            <a:avLst/>
          </a:prstGeom>
        </p:spPr>
        <p:txBody>
          <a:bodyPr vert="horz" wrap="square" lIns="0" tIns="36000" rIns="0" bIns="0" rtlCol="0" anchor="t">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0"/>
              </a:spcAft>
            </a:pPr>
            <a:r>
              <a:rPr lang="en-US" sz="800" b="0" dirty="0">
                <a:latin typeface="+mj-lt"/>
                <a:ea typeface="Source Serif Pro Light" panose="02040303050405020204" pitchFamily="18" charset="0"/>
                <a:cs typeface="Roboto" panose="02000000000000000000" pitchFamily="2" charset="0"/>
              </a:rPr>
              <a:t>Revenue &amp; EBITDA Margin (USD m, %)</a:t>
            </a:r>
          </a:p>
        </p:txBody>
      </p:sp>
      <p:sp>
        <p:nvSpPr>
          <p:cNvPr id="51" name="Content Placeholder 7">
            <a:extLst>
              <a:ext uri="{FF2B5EF4-FFF2-40B4-BE49-F238E27FC236}">
                <a16:creationId xmlns:a16="http://schemas.microsoft.com/office/drawing/2014/main" id="{CC3900F5-99E5-D7C3-0B8F-F1F35A4AF8EE}"/>
              </a:ext>
            </a:extLst>
          </p:cNvPr>
          <p:cNvSpPr txBox="1">
            <a:spLocks/>
          </p:cNvSpPr>
          <p:nvPr/>
        </p:nvSpPr>
        <p:spPr>
          <a:xfrm>
            <a:off x="8049187" y="4340614"/>
            <a:ext cx="1674323" cy="166644"/>
          </a:xfrm>
          <a:prstGeom prst="rect">
            <a:avLst/>
          </a:prstGeom>
        </p:spPr>
        <p:txBody>
          <a:bodyPr vert="horz" wrap="square" lIns="0" tIns="36000" rIns="0" bIns="0" rtlCol="0" anchor="t">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800" b="0" dirty="0">
                <a:latin typeface="+mj-lt"/>
                <a:ea typeface="Source Serif Pro Light" panose="02040303050405020204" pitchFamily="18" charset="0"/>
                <a:cs typeface="Roboto" panose="02000000000000000000" pitchFamily="2" charset="0"/>
              </a:rPr>
              <a:t>Evolution of active clients (#)</a:t>
            </a:r>
          </a:p>
        </p:txBody>
      </p:sp>
      <p:sp>
        <p:nvSpPr>
          <p:cNvPr id="52" name="Content Placeholder 20">
            <a:extLst>
              <a:ext uri="{FF2B5EF4-FFF2-40B4-BE49-F238E27FC236}">
                <a16:creationId xmlns:a16="http://schemas.microsoft.com/office/drawing/2014/main" id="{A88E5776-ED61-5B51-8313-3B652E2A6B8E}"/>
              </a:ext>
            </a:extLst>
          </p:cNvPr>
          <p:cNvSpPr txBox="1">
            <a:spLocks/>
          </p:cNvSpPr>
          <p:nvPr/>
        </p:nvSpPr>
        <p:spPr>
          <a:xfrm>
            <a:off x="8013199" y="4133711"/>
            <a:ext cx="1746299" cy="199217"/>
          </a:xfrm>
          <a:prstGeom prst="rect">
            <a:avLst/>
          </a:prstGeom>
        </p:spPr>
        <p:txBody>
          <a:bodyPr vert="horz" wrap="square" lIns="0" tIns="36000" rIns="0" bIns="0" rtlCol="0" anchor="t">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300"/>
              </a:spcAft>
            </a:pPr>
            <a:r>
              <a:rPr lang="en-US" sz="1000" b="0" dirty="0">
                <a:solidFill>
                  <a:schemeClr val="tx2"/>
                </a:solidFill>
                <a:latin typeface="Poppins SemiBold" panose="00000700000000000000" pitchFamily="2" charset="0"/>
                <a:ea typeface="Source Serif Pro SemiBold" panose="02040703050405020204" pitchFamily="18" charset="0"/>
                <a:cs typeface="Poppins SemiBold" panose="00000700000000000000" pitchFamily="2" charset="0"/>
              </a:rPr>
              <a:t>Growth in Active Clients</a:t>
            </a:r>
          </a:p>
        </p:txBody>
      </p:sp>
      <p:graphicFrame>
        <p:nvGraphicFramePr>
          <p:cNvPr id="54" name="Content Placeholder 5195">
            <a:extLst>
              <a:ext uri="{FF2B5EF4-FFF2-40B4-BE49-F238E27FC236}">
                <a16:creationId xmlns:a16="http://schemas.microsoft.com/office/drawing/2014/main" id="{77E562BD-1155-A3B6-3BB1-B28D9842126E}"/>
              </a:ext>
            </a:extLst>
          </p:cNvPr>
          <p:cNvGraphicFramePr>
            <a:graphicFrameLocks/>
          </p:cNvGraphicFramePr>
          <p:nvPr>
            <p:extLst>
              <p:ext uri="{D42A27DB-BD31-4B8C-83A1-F6EECF244321}">
                <p14:modId xmlns:p14="http://schemas.microsoft.com/office/powerpoint/2010/main" val="1826710865"/>
              </p:ext>
            </p:extLst>
          </p:nvPr>
        </p:nvGraphicFramePr>
        <p:xfrm>
          <a:off x="3268260" y="4634713"/>
          <a:ext cx="2007344" cy="1410566"/>
        </p:xfrm>
        <a:graphic>
          <a:graphicData uri="http://schemas.openxmlformats.org/drawingml/2006/chart">
            <c:chart xmlns:c="http://schemas.openxmlformats.org/drawingml/2006/chart" xmlns:r="http://schemas.openxmlformats.org/officeDocument/2006/relationships" r:id="rId5"/>
          </a:graphicData>
        </a:graphic>
      </p:graphicFrame>
      <p:grpSp>
        <p:nvGrpSpPr>
          <p:cNvPr id="55" name="Group 54">
            <a:extLst>
              <a:ext uri="{FF2B5EF4-FFF2-40B4-BE49-F238E27FC236}">
                <a16:creationId xmlns:a16="http://schemas.microsoft.com/office/drawing/2014/main" id="{19CAD33F-55BC-C907-369A-9A6040A059C0}"/>
              </a:ext>
            </a:extLst>
          </p:cNvPr>
          <p:cNvGrpSpPr/>
          <p:nvPr/>
        </p:nvGrpSpPr>
        <p:grpSpPr>
          <a:xfrm>
            <a:off x="3599519" y="4688326"/>
            <a:ext cx="1162603" cy="337477"/>
            <a:chOff x="9575800" y="2083847"/>
            <a:chExt cx="1831299" cy="388995"/>
          </a:xfrm>
        </p:grpSpPr>
        <p:cxnSp>
          <p:nvCxnSpPr>
            <p:cNvPr id="56" name="Connector: Elbow 55">
              <a:extLst>
                <a:ext uri="{FF2B5EF4-FFF2-40B4-BE49-F238E27FC236}">
                  <a16:creationId xmlns:a16="http://schemas.microsoft.com/office/drawing/2014/main" id="{0994FBC3-313B-9008-EBE4-EEB1922FC232}"/>
                </a:ext>
              </a:extLst>
            </p:cNvPr>
            <p:cNvCxnSpPr>
              <a:cxnSpLocks/>
            </p:cNvCxnSpPr>
            <p:nvPr/>
          </p:nvCxnSpPr>
          <p:spPr>
            <a:xfrm flipV="1">
              <a:off x="9575800" y="2142945"/>
              <a:ext cx="1831299" cy="329897"/>
            </a:xfrm>
            <a:prstGeom prst="bentConnector3">
              <a:avLst>
                <a:gd name="adj1" fmla="val -47"/>
              </a:avLst>
            </a:prstGeom>
            <a:ln w="6350">
              <a:solidFill>
                <a:schemeClr val="accent2"/>
              </a:solidFill>
              <a:headEnd w="sm" len="sm"/>
              <a:tailEnd type="arrow" w="sm" len="sm"/>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6E9B3315-21FE-8BDF-0112-2FF7B245C658}"/>
                </a:ext>
              </a:extLst>
            </p:cNvPr>
            <p:cNvSpPr txBox="1"/>
            <p:nvPr/>
          </p:nvSpPr>
          <p:spPr>
            <a:xfrm>
              <a:off x="10036423" y="2083847"/>
              <a:ext cx="885454" cy="110352"/>
            </a:xfrm>
            <a:prstGeom prst="rect">
              <a:avLst/>
            </a:prstGeom>
            <a:solidFill>
              <a:srgbClr val="FFFFFF"/>
            </a:solidFill>
          </p:spPr>
          <p:txBody>
            <a:bodyPr wrap="square" lIns="0" tIns="0" rIns="0" bIns="0" rtlCol="0">
              <a:spAutoFit/>
            </a:bodyPr>
            <a:lstStyle/>
            <a:p>
              <a:pPr algn="ctr">
                <a:lnSpc>
                  <a:spcPct val="110000"/>
                </a:lnSpc>
              </a:pPr>
              <a:r>
                <a:rPr lang="en-US" sz="700" b="1" dirty="0">
                  <a:solidFill>
                    <a:schemeClr val="accent2"/>
                  </a:solidFill>
                  <a:latin typeface="+mj-lt"/>
                  <a:ea typeface="Source Serif Pro" panose="02040603050405020204" pitchFamily="18" charset="0"/>
                </a:rPr>
                <a:t>CAGR: 30 %</a:t>
              </a:r>
            </a:p>
          </p:txBody>
        </p:sp>
      </p:grpSp>
      <p:graphicFrame>
        <p:nvGraphicFramePr>
          <p:cNvPr id="58" name="Chart 57">
            <a:extLst>
              <a:ext uri="{FF2B5EF4-FFF2-40B4-BE49-F238E27FC236}">
                <a16:creationId xmlns:a16="http://schemas.microsoft.com/office/drawing/2014/main" id="{9A8D917C-2531-8275-34EC-D963C2350ECB}"/>
              </a:ext>
            </a:extLst>
          </p:cNvPr>
          <p:cNvGraphicFramePr/>
          <p:nvPr>
            <p:extLst>
              <p:ext uri="{D42A27DB-BD31-4B8C-83A1-F6EECF244321}">
                <p14:modId xmlns:p14="http://schemas.microsoft.com/office/powerpoint/2010/main" val="502707464"/>
              </p:ext>
            </p:extLst>
          </p:nvPr>
        </p:nvGraphicFramePr>
        <p:xfrm>
          <a:off x="636902" y="4543160"/>
          <a:ext cx="2417448" cy="1524513"/>
        </p:xfrm>
        <a:graphic>
          <a:graphicData uri="http://schemas.openxmlformats.org/drawingml/2006/chart">
            <c:chart xmlns:c="http://schemas.openxmlformats.org/drawingml/2006/chart" xmlns:r="http://schemas.openxmlformats.org/officeDocument/2006/relationships" r:id="rId6"/>
          </a:graphicData>
        </a:graphic>
      </p:graphicFrame>
      <p:sp>
        <p:nvSpPr>
          <p:cNvPr id="59" name="Content Placeholder 20">
            <a:extLst>
              <a:ext uri="{FF2B5EF4-FFF2-40B4-BE49-F238E27FC236}">
                <a16:creationId xmlns:a16="http://schemas.microsoft.com/office/drawing/2014/main" id="{9AFBA1C2-5F4A-3110-11AC-6B9C8A635C2F}"/>
              </a:ext>
            </a:extLst>
          </p:cNvPr>
          <p:cNvSpPr txBox="1">
            <a:spLocks/>
          </p:cNvSpPr>
          <p:nvPr/>
        </p:nvSpPr>
        <p:spPr>
          <a:xfrm>
            <a:off x="731837" y="4133711"/>
            <a:ext cx="2396743" cy="199217"/>
          </a:xfrm>
          <a:prstGeom prst="rect">
            <a:avLst/>
          </a:prstGeom>
        </p:spPr>
        <p:txBody>
          <a:bodyPr vert="horz" wrap="square" lIns="0" tIns="36000" rIns="0" bIns="0" rtlCol="0" anchor="t">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300"/>
              </a:spcAft>
            </a:pPr>
            <a:r>
              <a:rPr lang="en-US" sz="1000" b="0" dirty="0">
                <a:solidFill>
                  <a:schemeClr val="tx2"/>
                </a:solidFill>
                <a:latin typeface="Poppins SemiBold" panose="00000700000000000000" pitchFamily="2" charset="0"/>
                <a:ea typeface="Source Serif Pro SemiBold" panose="02040703050405020204" pitchFamily="18" charset="0"/>
                <a:cs typeface="Poppins SemiBold" panose="00000700000000000000" pitchFamily="2" charset="0"/>
              </a:rPr>
              <a:t>Various Value-Added Segments</a:t>
            </a:r>
          </a:p>
        </p:txBody>
      </p:sp>
      <p:sp>
        <p:nvSpPr>
          <p:cNvPr id="60" name="Content Placeholder 7">
            <a:extLst>
              <a:ext uri="{FF2B5EF4-FFF2-40B4-BE49-F238E27FC236}">
                <a16:creationId xmlns:a16="http://schemas.microsoft.com/office/drawing/2014/main" id="{60BE1B16-5C76-8530-421B-E10FCB59DB5D}"/>
              </a:ext>
            </a:extLst>
          </p:cNvPr>
          <p:cNvSpPr txBox="1">
            <a:spLocks/>
          </p:cNvSpPr>
          <p:nvPr/>
        </p:nvSpPr>
        <p:spPr>
          <a:xfrm>
            <a:off x="731837" y="4331381"/>
            <a:ext cx="2038665" cy="175877"/>
          </a:xfrm>
          <a:prstGeom prst="rect">
            <a:avLst/>
          </a:prstGeom>
        </p:spPr>
        <p:txBody>
          <a:bodyPr vert="horz" wrap="square" lIns="0" tIns="36000" rIns="0" bIns="0" rtlCol="0" anchor="t">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Aft>
                <a:spcPts val="0"/>
              </a:spcAft>
            </a:pPr>
            <a:r>
              <a:rPr lang="en-US" sz="800" b="0" dirty="0">
                <a:latin typeface="+mj-lt"/>
                <a:ea typeface="Source Serif Pro Light" panose="02040303050405020204" pitchFamily="18" charset="0"/>
                <a:cs typeface="Roboto" panose="02000000000000000000" pitchFamily="2" charset="0"/>
              </a:rPr>
              <a:t>Segments by Revenue YTD Nov-24 (%)</a:t>
            </a:r>
          </a:p>
        </p:txBody>
      </p:sp>
      <p:sp>
        <p:nvSpPr>
          <p:cNvPr id="61" name="Content Placeholder 20">
            <a:extLst>
              <a:ext uri="{FF2B5EF4-FFF2-40B4-BE49-F238E27FC236}">
                <a16:creationId xmlns:a16="http://schemas.microsoft.com/office/drawing/2014/main" id="{8B5CF300-30F9-54E1-6603-CB53EDEAC658}"/>
              </a:ext>
            </a:extLst>
          </p:cNvPr>
          <p:cNvSpPr txBox="1">
            <a:spLocks/>
          </p:cNvSpPr>
          <p:nvPr/>
        </p:nvSpPr>
        <p:spPr>
          <a:xfrm>
            <a:off x="3268260" y="4133711"/>
            <a:ext cx="1647605" cy="199217"/>
          </a:xfrm>
          <a:prstGeom prst="rect">
            <a:avLst/>
          </a:prstGeom>
        </p:spPr>
        <p:txBody>
          <a:bodyPr vert="horz" wrap="square" lIns="0" tIns="36000" rIns="0" bIns="0" rtlCol="0" anchor="t">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300"/>
              </a:spcAft>
            </a:pPr>
            <a:r>
              <a:rPr lang="en-US" sz="1000" b="0" dirty="0">
                <a:solidFill>
                  <a:schemeClr val="tx2"/>
                </a:solidFill>
                <a:latin typeface="Poppins SemiBold" panose="00000700000000000000" pitchFamily="2" charset="0"/>
                <a:ea typeface="Source Serif Pro SemiBold" panose="02040703050405020204" pitchFamily="18" charset="0"/>
                <a:cs typeface="Poppins SemiBold" panose="00000700000000000000" pitchFamily="2" charset="0"/>
              </a:rPr>
              <a:t>Increasing Profitability</a:t>
            </a:r>
          </a:p>
        </p:txBody>
      </p:sp>
      <p:sp>
        <p:nvSpPr>
          <p:cNvPr id="62" name="Content Placeholder 7">
            <a:extLst>
              <a:ext uri="{FF2B5EF4-FFF2-40B4-BE49-F238E27FC236}">
                <a16:creationId xmlns:a16="http://schemas.microsoft.com/office/drawing/2014/main" id="{580C3BA9-A09A-E770-35B0-44E678679C1F}"/>
              </a:ext>
            </a:extLst>
          </p:cNvPr>
          <p:cNvSpPr txBox="1">
            <a:spLocks/>
          </p:cNvSpPr>
          <p:nvPr/>
        </p:nvSpPr>
        <p:spPr>
          <a:xfrm>
            <a:off x="3268260" y="4347796"/>
            <a:ext cx="1242668" cy="159462"/>
          </a:xfrm>
          <a:prstGeom prst="rect">
            <a:avLst/>
          </a:prstGeom>
        </p:spPr>
        <p:txBody>
          <a:bodyPr vert="horz" wrap="square" lIns="0" tIns="36000" rIns="0" bIns="0" rtlCol="0" anchor="t">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0"/>
              </a:spcAft>
            </a:pPr>
            <a:r>
              <a:rPr lang="en-US" sz="800" b="0" dirty="0">
                <a:latin typeface="+mj-lt"/>
                <a:ea typeface="Source Serif Pro Light" panose="02040303050405020204" pitchFamily="18" charset="0"/>
                <a:cs typeface="Roboto" panose="02000000000000000000" pitchFamily="2" charset="0"/>
              </a:rPr>
              <a:t>Gross Profit/Ton (USD)</a:t>
            </a:r>
          </a:p>
        </p:txBody>
      </p:sp>
      <p:sp>
        <p:nvSpPr>
          <p:cNvPr id="63" name="Content Placeholder 7">
            <a:extLst>
              <a:ext uri="{FF2B5EF4-FFF2-40B4-BE49-F238E27FC236}">
                <a16:creationId xmlns:a16="http://schemas.microsoft.com/office/drawing/2014/main" id="{11013FE2-20B6-6602-A78A-2746D6DC2504}"/>
              </a:ext>
            </a:extLst>
          </p:cNvPr>
          <p:cNvSpPr txBox="1">
            <a:spLocks/>
          </p:cNvSpPr>
          <p:nvPr/>
        </p:nvSpPr>
        <p:spPr>
          <a:xfrm>
            <a:off x="10399417" y="4133711"/>
            <a:ext cx="1023393" cy="382600"/>
          </a:xfrm>
          <a:prstGeom prst="rect">
            <a:avLst/>
          </a:prstGeom>
        </p:spPr>
        <p:txBody>
          <a:bodyPr vert="horz" wrap="square" lIns="0" tIns="36000" rIns="0" bIns="0" rtlCol="0" anchor="t">
            <a:spAutoFit/>
          </a:bodyPr>
          <a:lstStyle>
            <a:defPPr>
              <a:defRPr lang="pt-BR"/>
            </a:defPPr>
            <a:lvl1pPr indent="0">
              <a:lnSpc>
                <a:spcPct val="110000"/>
              </a:lnSpc>
              <a:spcBef>
                <a:spcPts val="0"/>
              </a:spcBef>
              <a:spcAft>
                <a:spcPts val="300"/>
              </a:spcAft>
              <a:buFont typeface="Arial" panose="020B0604020202020204" pitchFamily="34" charset="0"/>
              <a:buNone/>
              <a:defRPr sz="1050" b="1">
                <a:solidFill>
                  <a:srgbClr val="222F44"/>
                </a:solidFill>
                <a:latin typeface="+mj-lt"/>
                <a:ea typeface="Source Serif Pro SemiBold" panose="02040703050405020204" pitchFamily="18" charset="0"/>
              </a:defRPr>
            </a:lvl1pPr>
            <a:lvl2pPr marL="108000" indent="-108000">
              <a:lnSpc>
                <a:spcPct val="110000"/>
              </a:lnSpc>
              <a:spcBef>
                <a:spcPts val="0"/>
              </a:spcBef>
              <a:spcAft>
                <a:spcPts val="800"/>
              </a:spcAft>
              <a:buClr>
                <a:schemeClr val="bg2"/>
              </a:buClr>
              <a:buFont typeface="Arial" panose="020B0604020202020204" pitchFamily="34" charset="0"/>
              <a:buChar char="•"/>
              <a:defRPr sz="1200">
                <a:latin typeface="Source Serif Pro" panose="02040603050405020204" pitchFamily="18" charset="0"/>
                <a:ea typeface="Source Serif Pro" panose="02040603050405020204" pitchFamily="18" charset="0"/>
              </a:defRPr>
            </a:lvl2pPr>
            <a:lvl3pPr marL="108000" indent="-108000">
              <a:lnSpc>
                <a:spcPct val="110000"/>
              </a:lnSpc>
              <a:spcBef>
                <a:spcPts val="0"/>
              </a:spcBef>
              <a:spcAft>
                <a:spcPts val="800"/>
              </a:spcAft>
              <a:buClr>
                <a:schemeClr val="bg2"/>
              </a:buClr>
              <a:buFont typeface="Source Sans Pro" panose="020B0503030403020204" pitchFamily="34" charset="0"/>
              <a:buChar char="−"/>
              <a:defRPr sz="1200">
                <a:latin typeface="Source Serif Pro Light" panose="02040303050405020204" pitchFamily="18" charset="0"/>
                <a:ea typeface="Source Serif Pro Light" panose="02040303050405020204" pitchFamily="18" charset="0"/>
              </a:defRPr>
            </a:lvl3pPr>
            <a:lvl4pPr marL="0" indent="0">
              <a:lnSpc>
                <a:spcPct val="110000"/>
              </a:lnSpc>
              <a:spcBef>
                <a:spcPts val="0"/>
              </a:spcBef>
              <a:spcAft>
                <a:spcPts val="800"/>
              </a:spcAft>
              <a:buFont typeface="Arial" panose="020B0604020202020204" pitchFamily="34" charset="0"/>
              <a:buNone/>
              <a:defRPr sz="1200" b="1">
                <a:latin typeface="Source Serif Pro" panose="02040603050405020204" pitchFamily="18" charset="0"/>
                <a:ea typeface="Source Serif Pro" panose="02040603050405020204" pitchFamily="18" charset="0"/>
              </a:defRPr>
            </a:lvl4pPr>
            <a:lvl5pPr marL="0" indent="0">
              <a:lnSpc>
                <a:spcPct val="110000"/>
              </a:lnSpc>
              <a:spcBef>
                <a:spcPts val="0"/>
              </a:spcBef>
              <a:spcAft>
                <a:spcPts val="800"/>
              </a:spcAft>
              <a:buFont typeface="Arial" panose="020B0604020202020204" pitchFamily="34" charset="0"/>
              <a:buNone/>
              <a:defRPr sz="1200">
                <a:solidFill>
                  <a:schemeClr val="accent1"/>
                </a:solidFill>
                <a:latin typeface="Source Serif Pro Black" panose="02040903050405020204" pitchFamily="18" charset="0"/>
                <a:ea typeface="Source Serif Pro Black" panose="02040903050405020204" pitchFamily="18"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pPr>
            <a:r>
              <a:rPr lang="en-US" sz="1000" b="0" dirty="0">
                <a:solidFill>
                  <a:schemeClr val="accent2"/>
                </a:solidFill>
                <a:latin typeface="Poppins SemiBold" panose="00000700000000000000" pitchFamily="2" charset="0"/>
                <a:cs typeface="Poppins SemiBold" panose="00000700000000000000" pitchFamily="2" charset="0"/>
              </a:rPr>
              <a:t>Performance </a:t>
            </a:r>
          </a:p>
          <a:p>
            <a:pPr>
              <a:lnSpc>
                <a:spcPct val="100000"/>
              </a:lnSpc>
            </a:pPr>
            <a:r>
              <a:rPr lang="en-US" sz="1000" b="0" dirty="0">
                <a:solidFill>
                  <a:schemeClr val="accent2"/>
                </a:solidFill>
                <a:latin typeface="Poppins SemiBold" panose="00000700000000000000" pitchFamily="2" charset="0"/>
                <a:cs typeface="Poppins SemiBold" panose="00000700000000000000" pitchFamily="2" charset="0"/>
              </a:rPr>
              <a:t>Highlights</a:t>
            </a:r>
          </a:p>
        </p:txBody>
      </p:sp>
      <p:sp>
        <p:nvSpPr>
          <p:cNvPr id="1088" name="Content Placeholder 7">
            <a:extLst>
              <a:ext uri="{FF2B5EF4-FFF2-40B4-BE49-F238E27FC236}">
                <a16:creationId xmlns:a16="http://schemas.microsoft.com/office/drawing/2014/main" id="{D0CBE1EE-7052-996A-EDA4-A67CC0D87D1A}"/>
              </a:ext>
            </a:extLst>
          </p:cNvPr>
          <p:cNvSpPr txBox="1">
            <a:spLocks/>
          </p:cNvSpPr>
          <p:nvPr/>
        </p:nvSpPr>
        <p:spPr>
          <a:xfrm>
            <a:off x="10399418" y="4543160"/>
            <a:ext cx="1399291" cy="1385439"/>
          </a:xfrm>
          <a:prstGeom prst="rect">
            <a:avLst/>
          </a:prstGeom>
        </p:spPr>
        <p:txBody>
          <a:bodyPr vert="horz" wrap="square" lIns="0" tIns="36000" rIns="0" bIns="0" rtlCol="0" anchor="ctr">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0"/>
              </a:spcAft>
            </a:pPr>
            <a:r>
              <a:rPr lang="en-US" sz="800" b="0" dirty="0">
                <a:latin typeface="+mj-lt"/>
              </a:rPr>
              <a:t>Goliath has effectively </a:t>
            </a:r>
            <a:r>
              <a:rPr lang="en-US" sz="800" dirty="0">
                <a:latin typeface="+mj-lt"/>
              </a:rPr>
              <a:t>improved its negotiations with clients and suppliers</a:t>
            </a:r>
            <a:r>
              <a:rPr lang="en-US" sz="800" b="0" dirty="0">
                <a:latin typeface="+mj-lt"/>
              </a:rPr>
              <a:t>, focused on </a:t>
            </a:r>
            <a:r>
              <a:rPr lang="en-US" sz="800" dirty="0">
                <a:latin typeface="+mj-lt"/>
              </a:rPr>
              <a:t>selling higher-value products</a:t>
            </a:r>
            <a:r>
              <a:rPr lang="en-US" sz="800" b="0" dirty="0">
                <a:latin typeface="+mj-lt"/>
              </a:rPr>
              <a:t>, and recently started offering </a:t>
            </a:r>
            <a:r>
              <a:rPr lang="en-US" sz="800" dirty="0">
                <a:latin typeface="+mj-lt"/>
              </a:rPr>
              <a:t>highly profitable services </a:t>
            </a:r>
            <a:r>
              <a:rPr lang="en-US" sz="800" b="0" dirty="0">
                <a:latin typeface="+mj-lt"/>
              </a:rPr>
              <a:t>to its key clients, leading     to its relevant increase in profitability in the last year</a:t>
            </a:r>
          </a:p>
        </p:txBody>
      </p:sp>
      <p:sp>
        <p:nvSpPr>
          <p:cNvPr id="1089" name="Rectángulo: esquinas redondeadas 6">
            <a:extLst>
              <a:ext uri="{FF2B5EF4-FFF2-40B4-BE49-F238E27FC236}">
                <a16:creationId xmlns:a16="http://schemas.microsoft.com/office/drawing/2014/main" id="{3FF49BD1-39CE-87CC-BD09-BFC8210F07B3}"/>
              </a:ext>
            </a:extLst>
          </p:cNvPr>
          <p:cNvSpPr/>
          <p:nvPr/>
        </p:nvSpPr>
        <p:spPr>
          <a:xfrm rot="5400000" flipV="1">
            <a:off x="9247274" y="5004155"/>
            <a:ext cx="1794888" cy="54000"/>
          </a:xfrm>
          <a:prstGeom prst="roundRect">
            <a:avLst>
              <a:gd name="adj" fmla="val 3011"/>
            </a:avLst>
          </a:prstGeom>
          <a:solidFill>
            <a:srgbClr val="EE53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91" name="Google Shape;234;p23">
            <a:extLst>
              <a:ext uri="{FF2B5EF4-FFF2-40B4-BE49-F238E27FC236}">
                <a16:creationId xmlns:a16="http://schemas.microsoft.com/office/drawing/2014/main" id="{6A553991-13C9-6813-6AEE-EDEDA76F56AA}"/>
              </a:ext>
            </a:extLst>
          </p:cNvPr>
          <p:cNvSpPr>
            <a:spLocks noChangeAspect="1"/>
          </p:cNvSpPr>
          <p:nvPr/>
        </p:nvSpPr>
        <p:spPr>
          <a:xfrm rot="5400000">
            <a:off x="9175332" y="1317625"/>
            <a:ext cx="2532821" cy="2526636"/>
          </a:xfrm>
          <a:prstGeom prst="teardrop">
            <a:avLst>
              <a:gd name="adj" fmla="val 100000"/>
            </a:avLst>
          </a:prstGeom>
          <a:solidFill>
            <a:srgbClr val="ABC7CA"/>
          </a:solidFill>
          <a:ln>
            <a:noFill/>
          </a:ln>
          <a:effectLst>
            <a:outerShdw blurRad="406400" dist="38100" dir="21540000" algn="bl" rotWithShape="0">
              <a:schemeClr val="bg2">
                <a:alpha val="25000"/>
              </a:schemeClr>
            </a:outerShdw>
          </a:effectLst>
        </p:spPr>
        <p:txBody>
          <a:bodyPr spcFirstLastPara="1" wrap="square" lIns="91425" tIns="91425" rIns="91425" bIns="91425" anchor="ctr" anchorCtr="0">
            <a:noAutofit/>
          </a:bodyPr>
          <a:lstStyle/>
          <a:p>
            <a:pPr algn="ctr" defTabSz="457200"/>
            <a:endParaRPr lang="es-CO" dirty="0"/>
          </a:p>
        </p:txBody>
      </p:sp>
      <p:sp>
        <p:nvSpPr>
          <p:cNvPr id="1092" name="TextBox 1091">
            <a:extLst>
              <a:ext uri="{FF2B5EF4-FFF2-40B4-BE49-F238E27FC236}">
                <a16:creationId xmlns:a16="http://schemas.microsoft.com/office/drawing/2014/main" id="{94AC68C9-CB88-BEAD-4924-88C9F837E821}"/>
              </a:ext>
            </a:extLst>
          </p:cNvPr>
          <p:cNvSpPr txBox="1"/>
          <p:nvPr/>
        </p:nvSpPr>
        <p:spPr>
          <a:xfrm>
            <a:off x="9600932" y="1580885"/>
            <a:ext cx="1681620" cy="394760"/>
          </a:xfrm>
          <a:prstGeom prst="rect">
            <a:avLst/>
          </a:prstGeom>
        </p:spPr>
        <p:txBody>
          <a:bodyPr vert="horz" wrap="square" lIns="0" tIns="36000" rIns="0" bIns="0" rtlCol="0" anchor="t">
            <a:spAutoFit/>
          </a:bodyPr>
          <a:lstStyle>
            <a:defPPr>
              <a:defRPr lang="pt-BR"/>
            </a:defPPr>
            <a:lvl1pPr indent="0">
              <a:lnSpc>
                <a:spcPct val="110000"/>
              </a:lnSpc>
              <a:spcBef>
                <a:spcPts val="0"/>
              </a:spcBef>
              <a:spcAft>
                <a:spcPts val="300"/>
              </a:spcAft>
              <a:buFont typeface="Arial" panose="020B0604020202020204" pitchFamily="34" charset="0"/>
              <a:buNone/>
              <a:defRPr sz="1050" b="1">
                <a:solidFill>
                  <a:schemeClr val="accent2"/>
                </a:solidFill>
                <a:latin typeface="+mj-lt"/>
                <a:ea typeface="Source Serif Pro SemiBold" panose="02040703050405020204" pitchFamily="18" charset="0"/>
              </a:defRPr>
            </a:lvl1pPr>
            <a:lvl2pPr marL="108000" indent="-108000">
              <a:lnSpc>
                <a:spcPct val="110000"/>
              </a:lnSpc>
              <a:spcBef>
                <a:spcPts val="0"/>
              </a:spcBef>
              <a:spcAft>
                <a:spcPts val="800"/>
              </a:spcAft>
              <a:buClr>
                <a:schemeClr val="bg2"/>
              </a:buClr>
              <a:buFont typeface="Arial" panose="020B0604020202020204" pitchFamily="34" charset="0"/>
              <a:buChar char="•"/>
              <a:defRPr sz="1200">
                <a:latin typeface="Source Serif Pro" panose="02040603050405020204" pitchFamily="18" charset="0"/>
                <a:ea typeface="Source Serif Pro" panose="02040603050405020204" pitchFamily="18" charset="0"/>
              </a:defRPr>
            </a:lvl2pPr>
            <a:lvl3pPr marL="108000" indent="-108000">
              <a:lnSpc>
                <a:spcPct val="110000"/>
              </a:lnSpc>
              <a:spcBef>
                <a:spcPts val="0"/>
              </a:spcBef>
              <a:spcAft>
                <a:spcPts val="800"/>
              </a:spcAft>
              <a:buClr>
                <a:schemeClr val="bg2"/>
              </a:buClr>
              <a:buFont typeface="Source Sans Pro" panose="020B0503030403020204" pitchFamily="34" charset="0"/>
              <a:buChar char="−"/>
              <a:defRPr sz="1200">
                <a:latin typeface="Source Serif Pro Light" panose="02040303050405020204" pitchFamily="18" charset="0"/>
                <a:ea typeface="Source Serif Pro Light" panose="02040303050405020204" pitchFamily="18" charset="0"/>
              </a:defRPr>
            </a:lvl3pPr>
            <a:lvl4pPr marL="0" indent="0">
              <a:lnSpc>
                <a:spcPct val="110000"/>
              </a:lnSpc>
              <a:spcBef>
                <a:spcPts val="0"/>
              </a:spcBef>
              <a:spcAft>
                <a:spcPts val="800"/>
              </a:spcAft>
              <a:buFont typeface="Arial" panose="020B0604020202020204" pitchFamily="34" charset="0"/>
              <a:buNone/>
              <a:defRPr sz="1200" b="1">
                <a:latin typeface="Source Serif Pro" panose="02040603050405020204" pitchFamily="18" charset="0"/>
                <a:ea typeface="Source Serif Pro" panose="02040603050405020204" pitchFamily="18" charset="0"/>
              </a:defRPr>
            </a:lvl4pPr>
            <a:lvl5pPr marL="0" indent="0">
              <a:lnSpc>
                <a:spcPct val="110000"/>
              </a:lnSpc>
              <a:spcBef>
                <a:spcPts val="0"/>
              </a:spcBef>
              <a:spcAft>
                <a:spcPts val="800"/>
              </a:spcAft>
              <a:buFont typeface="Arial" panose="020B0604020202020204" pitchFamily="34" charset="0"/>
              <a:buNone/>
              <a:defRPr sz="1200">
                <a:solidFill>
                  <a:schemeClr val="accent1"/>
                </a:solidFill>
                <a:latin typeface="Source Serif Pro Black" panose="02040903050405020204" pitchFamily="18" charset="0"/>
                <a:ea typeface="Source Serif Pro Black" panose="02040903050405020204" pitchFamily="18"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r>
              <a:rPr lang="en-US">
                <a:solidFill>
                  <a:schemeClr val="bg1"/>
                </a:solidFill>
              </a:rPr>
              <a:t>Financial and Operational Highlights</a:t>
            </a:r>
            <a:endParaRPr lang="en-US" dirty="0">
              <a:solidFill>
                <a:schemeClr val="bg1"/>
              </a:solidFill>
            </a:endParaRPr>
          </a:p>
        </p:txBody>
      </p:sp>
      <p:grpSp>
        <p:nvGrpSpPr>
          <p:cNvPr id="1093" name="Group 1092">
            <a:extLst>
              <a:ext uri="{FF2B5EF4-FFF2-40B4-BE49-F238E27FC236}">
                <a16:creationId xmlns:a16="http://schemas.microsoft.com/office/drawing/2014/main" id="{FA268432-413F-D20C-85B5-5C34FC2DF205}"/>
              </a:ext>
            </a:extLst>
          </p:cNvPr>
          <p:cNvGrpSpPr/>
          <p:nvPr/>
        </p:nvGrpSpPr>
        <p:grpSpPr>
          <a:xfrm>
            <a:off x="9048672" y="2110457"/>
            <a:ext cx="2786142" cy="1502101"/>
            <a:chOff x="9297160" y="1909460"/>
            <a:chExt cx="2683616" cy="1677781"/>
          </a:xfrm>
        </p:grpSpPr>
        <p:sp>
          <p:nvSpPr>
            <p:cNvPr id="1094" name="Rectángulo: esquinas redondeadas 30">
              <a:extLst>
                <a:ext uri="{FF2B5EF4-FFF2-40B4-BE49-F238E27FC236}">
                  <a16:creationId xmlns:a16="http://schemas.microsoft.com/office/drawing/2014/main" id="{570E8C56-255F-17DC-64C7-FAFFEA921060}"/>
                </a:ext>
              </a:extLst>
            </p:cNvPr>
            <p:cNvSpPr/>
            <p:nvPr/>
          </p:nvSpPr>
          <p:spPr>
            <a:xfrm>
              <a:off x="9297160" y="1909460"/>
              <a:ext cx="1282410" cy="802119"/>
            </a:xfrm>
            <a:prstGeom prst="roundRect">
              <a:avLst>
                <a:gd name="adj" fmla="val 7896"/>
              </a:avLst>
            </a:prstGeom>
            <a:solidFill>
              <a:schemeClr val="bg1"/>
            </a:solidFill>
            <a:ln>
              <a:noFill/>
            </a:ln>
            <a:effectLst>
              <a:outerShdw blurRad="50800" dist="25400" dir="8400000" algn="bl" rotWithShape="0">
                <a:schemeClr val="tx1">
                  <a:alpha val="25000"/>
                </a:schemeClr>
              </a:outerShdw>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1095" name="Rectángulo: esquinas redondeadas 30">
              <a:extLst>
                <a:ext uri="{FF2B5EF4-FFF2-40B4-BE49-F238E27FC236}">
                  <a16:creationId xmlns:a16="http://schemas.microsoft.com/office/drawing/2014/main" id="{65BEC33E-1CA4-32ED-3CEE-3A1D0F33C93D}"/>
                </a:ext>
              </a:extLst>
            </p:cNvPr>
            <p:cNvSpPr/>
            <p:nvPr/>
          </p:nvSpPr>
          <p:spPr>
            <a:xfrm>
              <a:off x="9297160" y="2785122"/>
              <a:ext cx="1282410" cy="802119"/>
            </a:xfrm>
            <a:prstGeom prst="roundRect">
              <a:avLst>
                <a:gd name="adj" fmla="val 7896"/>
              </a:avLst>
            </a:prstGeom>
            <a:solidFill>
              <a:schemeClr val="bg1"/>
            </a:solidFill>
            <a:ln>
              <a:noFill/>
            </a:ln>
            <a:effectLst>
              <a:outerShdw blurRad="50800" dist="25400" dir="8400000" algn="bl" rotWithShape="0">
                <a:schemeClr val="tx1">
                  <a:alpha val="25000"/>
                </a:schemeClr>
              </a:outerShdw>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1096" name="Rectángulo: esquinas redondeadas 30">
              <a:extLst>
                <a:ext uri="{FF2B5EF4-FFF2-40B4-BE49-F238E27FC236}">
                  <a16:creationId xmlns:a16="http://schemas.microsoft.com/office/drawing/2014/main" id="{DA63D11B-3218-19B2-B8BB-2C0ED07F6B50}"/>
                </a:ext>
              </a:extLst>
            </p:cNvPr>
            <p:cNvSpPr/>
            <p:nvPr/>
          </p:nvSpPr>
          <p:spPr>
            <a:xfrm>
              <a:off x="10698366" y="1909460"/>
              <a:ext cx="1282410" cy="802119"/>
            </a:xfrm>
            <a:prstGeom prst="roundRect">
              <a:avLst>
                <a:gd name="adj" fmla="val 7896"/>
              </a:avLst>
            </a:prstGeom>
            <a:solidFill>
              <a:schemeClr val="bg1"/>
            </a:solidFill>
            <a:ln>
              <a:noFill/>
            </a:ln>
            <a:effectLst>
              <a:outerShdw blurRad="50800" dist="25400" dir="8400000" algn="bl" rotWithShape="0">
                <a:schemeClr val="tx1">
                  <a:alpha val="25000"/>
                </a:schemeClr>
              </a:outerShdw>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1097" name="Rectángulo: esquinas redondeadas 30">
              <a:extLst>
                <a:ext uri="{FF2B5EF4-FFF2-40B4-BE49-F238E27FC236}">
                  <a16:creationId xmlns:a16="http://schemas.microsoft.com/office/drawing/2014/main" id="{DA6318CC-4CF3-6122-07B0-A9E8C2273BDC}"/>
                </a:ext>
              </a:extLst>
            </p:cNvPr>
            <p:cNvSpPr/>
            <p:nvPr/>
          </p:nvSpPr>
          <p:spPr>
            <a:xfrm>
              <a:off x="10698366" y="2785122"/>
              <a:ext cx="1282410" cy="802119"/>
            </a:xfrm>
            <a:prstGeom prst="roundRect">
              <a:avLst>
                <a:gd name="adj" fmla="val 7896"/>
              </a:avLst>
            </a:prstGeom>
            <a:solidFill>
              <a:schemeClr val="bg1"/>
            </a:solidFill>
            <a:ln>
              <a:noFill/>
            </a:ln>
            <a:effectLst>
              <a:outerShdw blurRad="50800" dist="25400" dir="8400000" algn="bl" rotWithShape="0">
                <a:schemeClr val="tx1">
                  <a:alpha val="25000"/>
                </a:schemeClr>
              </a:outerShdw>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1098" name="TextBox 1097">
              <a:extLst>
                <a:ext uri="{FF2B5EF4-FFF2-40B4-BE49-F238E27FC236}">
                  <a16:creationId xmlns:a16="http://schemas.microsoft.com/office/drawing/2014/main" id="{C016CD5A-6B30-2496-2861-AD21A9A7DE14}"/>
                </a:ext>
              </a:extLst>
            </p:cNvPr>
            <p:cNvSpPr txBox="1"/>
            <p:nvPr/>
          </p:nvSpPr>
          <p:spPr>
            <a:xfrm>
              <a:off x="9347208" y="2028603"/>
              <a:ext cx="1182317" cy="563833"/>
            </a:xfrm>
            <a:prstGeom prst="rect">
              <a:avLst/>
            </a:prstGeom>
            <a:noFill/>
          </p:spPr>
          <p:txBody>
            <a:bodyPr wrap="square" lIns="0" tIns="0" rIns="0" bIns="0" rtlCol="0">
              <a:spAutoFit/>
            </a:bodyPr>
            <a:lstStyle/>
            <a:p>
              <a:pPr algn="ctr"/>
              <a:r>
                <a:rPr lang="pt-BR" sz="1200" b="1" dirty="0">
                  <a:solidFill>
                    <a:schemeClr val="tx2"/>
                  </a:solidFill>
                  <a:latin typeface="+mj-lt"/>
                  <a:ea typeface="Source Serif Pro Black" panose="02040903050405020204" pitchFamily="18" charset="0"/>
                </a:rPr>
                <a:t>USD </a:t>
              </a:r>
              <a:r>
                <a:rPr lang="pt-BR" b="1" dirty="0">
                  <a:solidFill>
                    <a:schemeClr val="tx2"/>
                  </a:solidFill>
                  <a:latin typeface="+mj-lt"/>
                  <a:ea typeface="Source Serif Pro Black" panose="02040903050405020204" pitchFamily="18" charset="0"/>
                </a:rPr>
                <a:t>79</a:t>
              </a:r>
              <a:r>
                <a:rPr lang="pt-BR" sz="1200" b="1" dirty="0">
                  <a:solidFill>
                    <a:schemeClr val="tx2"/>
                  </a:solidFill>
                  <a:latin typeface="+mj-lt"/>
                  <a:ea typeface="Source Serif Pro Black" panose="02040903050405020204" pitchFamily="18" charset="0"/>
                </a:rPr>
                <a:t> M</a:t>
              </a:r>
              <a:endParaRPr lang="en-US" sz="12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Revenues                                     in 2024E</a:t>
              </a:r>
            </a:p>
          </p:txBody>
        </p:sp>
        <p:sp>
          <p:nvSpPr>
            <p:cNvPr id="1099" name="TextBox 1098">
              <a:extLst>
                <a:ext uri="{FF2B5EF4-FFF2-40B4-BE49-F238E27FC236}">
                  <a16:creationId xmlns:a16="http://schemas.microsoft.com/office/drawing/2014/main" id="{8C282743-7B13-ED3E-F872-B8F06386E71A}"/>
                </a:ext>
              </a:extLst>
            </p:cNvPr>
            <p:cNvSpPr txBox="1"/>
            <p:nvPr/>
          </p:nvSpPr>
          <p:spPr>
            <a:xfrm>
              <a:off x="9404608" y="2904265"/>
              <a:ext cx="1067515" cy="563833"/>
            </a:xfrm>
            <a:prstGeom prst="rect">
              <a:avLst/>
            </a:prstGeom>
            <a:noFill/>
          </p:spPr>
          <p:txBody>
            <a:bodyPr wrap="square" lIns="0" tIns="0" rIns="0" bIns="0" rtlCol="0">
              <a:spAutoFit/>
            </a:bodyPr>
            <a:lstStyle/>
            <a:p>
              <a:pPr algn="ctr"/>
              <a:r>
                <a:rPr lang="pt-BR" sz="1600" b="1" baseline="15000" dirty="0">
                  <a:solidFill>
                    <a:schemeClr val="tx2"/>
                  </a:solidFill>
                  <a:latin typeface="+mj-lt"/>
                  <a:ea typeface="Source Serif Pro Black" panose="02040903050405020204" pitchFamily="18" charset="0"/>
                </a:rPr>
                <a:t>+</a:t>
              </a:r>
              <a:r>
                <a:rPr lang="pt-BR" b="1" dirty="0">
                  <a:solidFill>
                    <a:schemeClr val="tx2"/>
                  </a:solidFill>
                  <a:latin typeface="+mj-lt"/>
                  <a:ea typeface="Source Serif Pro Black" panose="02040903050405020204" pitchFamily="18" charset="0"/>
                </a:rPr>
                <a:t>80</a:t>
              </a:r>
              <a:endParaRPr lang="en-US" sz="1050" b="1">
                <a:solidFill>
                  <a:schemeClr val="tx2"/>
                </a:solidFill>
                <a:latin typeface="+mj-lt"/>
                <a:ea typeface="Source Serif Pro Black" panose="02040903050405020204" pitchFamily="18" charset="0"/>
              </a:endParaRPr>
            </a:p>
            <a:p>
              <a:pPr algn="ctr"/>
              <a:r>
                <a:rPr lang="en-US" sz="700">
                  <a:solidFill>
                    <a:schemeClr val="tx2"/>
                  </a:solidFill>
                  <a:latin typeface="+mj-lt"/>
                  <a:ea typeface="Source Serif Pro" panose="02040603050405020204" pitchFamily="18" charset="0"/>
                </a:rPr>
                <a:t>Total                             Employees</a:t>
              </a:r>
              <a:endParaRPr lang="pt-BR" sz="1100" dirty="0">
                <a:solidFill>
                  <a:schemeClr val="tx2"/>
                </a:solidFill>
                <a:latin typeface="+mj-lt"/>
                <a:ea typeface="Source Serif Pro" panose="02040603050405020204" pitchFamily="18" charset="0"/>
              </a:endParaRPr>
            </a:p>
          </p:txBody>
        </p:sp>
        <p:sp>
          <p:nvSpPr>
            <p:cNvPr id="1100" name="TextBox 1099">
              <a:extLst>
                <a:ext uri="{FF2B5EF4-FFF2-40B4-BE49-F238E27FC236}">
                  <a16:creationId xmlns:a16="http://schemas.microsoft.com/office/drawing/2014/main" id="{D83C0DF4-0CE7-5248-E0CD-DF83D17AF2FB}"/>
                </a:ext>
              </a:extLst>
            </p:cNvPr>
            <p:cNvSpPr txBox="1"/>
            <p:nvPr/>
          </p:nvSpPr>
          <p:spPr>
            <a:xfrm>
              <a:off x="10822515" y="2028603"/>
              <a:ext cx="1034113" cy="563833"/>
            </a:xfrm>
            <a:prstGeom prst="rect">
              <a:avLst/>
            </a:prstGeom>
            <a:noFill/>
          </p:spPr>
          <p:txBody>
            <a:bodyPr wrap="square" lIns="0" tIns="0" rIns="0" bIns="0" rtlCol="0">
              <a:spAutoFit/>
            </a:bodyPr>
            <a:lstStyle/>
            <a:p>
              <a:pPr algn="ctr"/>
              <a:r>
                <a:rPr lang="pt-BR" sz="1600" b="1" baseline="15000" dirty="0">
                  <a:solidFill>
                    <a:schemeClr val="tx2"/>
                  </a:solidFill>
                  <a:latin typeface="+mj-lt"/>
                  <a:ea typeface="Source Serif Pro Black" panose="02040903050405020204" pitchFamily="18" charset="0"/>
                </a:rPr>
                <a:t>+</a:t>
              </a:r>
              <a:r>
                <a:rPr lang="pt-BR" b="1" dirty="0">
                  <a:solidFill>
                    <a:schemeClr val="tx2"/>
                  </a:solidFill>
                  <a:latin typeface="+mj-lt"/>
                  <a:ea typeface="Source Serif Pro Black" panose="02040903050405020204" pitchFamily="18" charset="0"/>
                </a:rPr>
                <a:t>200</a:t>
              </a:r>
              <a:endParaRPr lang="en-US" sz="105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Products Sold                         in 2024E</a:t>
              </a:r>
              <a:endParaRPr lang="pt-BR" sz="1100" dirty="0">
                <a:solidFill>
                  <a:schemeClr val="tx2"/>
                </a:solidFill>
                <a:latin typeface="+mj-lt"/>
                <a:ea typeface="Source Serif Pro" panose="02040603050405020204" pitchFamily="18" charset="0"/>
              </a:endParaRPr>
            </a:p>
          </p:txBody>
        </p:sp>
        <p:sp>
          <p:nvSpPr>
            <p:cNvPr id="1101" name="TextBox 1100">
              <a:extLst>
                <a:ext uri="{FF2B5EF4-FFF2-40B4-BE49-F238E27FC236}">
                  <a16:creationId xmlns:a16="http://schemas.microsoft.com/office/drawing/2014/main" id="{053FB95E-E629-7202-1E33-38B08432E86F}"/>
                </a:ext>
              </a:extLst>
            </p:cNvPr>
            <p:cNvSpPr txBox="1"/>
            <p:nvPr/>
          </p:nvSpPr>
          <p:spPr>
            <a:xfrm>
              <a:off x="10710850" y="2904265"/>
              <a:ext cx="1257442" cy="563833"/>
            </a:xfrm>
            <a:prstGeom prst="rect">
              <a:avLst/>
            </a:prstGeom>
            <a:noFill/>
          </p:spPr>
          <p:txBody>
            <a:bodyPr wrap="square" lIns="0" tIns="0" rIns="0" bIns="0" rtlCol="0">
              <a:spAutoFit/>
            </a:bodyPr>
            <a:lstStyle/>
            <a:p>
              <a:pPr algn="ctr"/>
              <a:r>
                <a:rPr lang="pt-BR" sz="1600" b="1" baseline="15000" dirty="0">
                  <a:solidFill>
                    <a:schemeClr val="tx2"/>
                  </a:solidFill>
                  <a:latin typeface="+mj-lt"/>
                  <a:ea typeface="Source Serif Pro Black" panose="02040903050405020204" pitchFamily="18" charset="0"/>
                </a:rPr>
                <a:t>+</a:t>
              </a:r>
              <a:r>
                <a:rPr lang="pt-BR" b="1" dirty="0">
                  <a:solidFill>
                    <a:schemeClr val="tx2"/>
                  </a:solidFill>
                  <a:latin typeface="+mj-lt"/>
                  <a:ea typeface="Source Serif Pro Black" panose="02040903050405020204" pitchFamily="18" charset="0"/>
                </a:rPr>
                <a:t>20</a:t>
              </a:r>
              <a:r>
                <a:rPr lang="pt-BR" sz="1200" b="1" dirty="0">
                  <a:solidFill>
                    <a:schemeClr val="tx2"/>
                  </a:solidFill>
                  <a:latin typeface="+mj-lt"/>
                  <a:ea typeface="Source Serif Pro Black" panose="02040903050405020204" pitchFamily="18" charset="0"/>
                </a:rPr>
                <a:t>k m²</a:t>
              </a:r>
              <a:endParaRPr lang="en-US" sz="12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Total Built Area                              for Storage</a:t>
              </a:r>
              <a:endParaRPr lang="pt-BR" sz="1100" dirty="0">
                <a:solidFill>
                  <a:schemeClr val="tx2"/>
                </a:solidFill>
                <a:latin typeface="+mj-lt"/>
                <a:ea typeface="Source Serif Pro" panose="02040603050405020204" pitchFamily="18" charset="0"/>
              </a:endParaRPr>
            </a:p>
          </p:txBody>
        </p:sp>
      </p:grpSp>
    </p:spTree>
    <p:extLst>
      <p:ext uri="{BB962C8B-B14F-4D97-AF65-F5344CB8AC3E}">
        <p14:creationId xmlns:p14="http://schemas.microsoft.com/office/powerpoint/2010/main" val="1565960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BC33E-FB74-7195-F41C-B4A7A170B3AB}"/>
            </a:ext>
          </a:extLst>
        </p:cNvPr>
        <p:cNvGrpSpPr/>
        <p:nvPr/>
      </p:nvGrpSpPr>
      <p:grpSpPr>
        <a:xfrm>
          <a:off x="0" y="0"/>
          <a:ext cx="0" cy="0"/>
          <a:chOff x="0" y="0"/>
          <a:chExt cx="0" cy="0"/>
        </a:xfrm>
      </p:grpSpPr>
      <p:sp>
        <p:nvSpPr>
          <p:cNvPr id="19" name="Rectángulo 1">
            <a:extLst>
              <a:ext uri="{FF2B5EF4-FFF2-40B4-BE49-F238E27FC236}">
                <a16:creationId xmlns:a16="http://schemas.microsoft.com/office/drawing/2014/main" id="{01092189-276B-9ED0-4734-70DE1CD6F0DC}"/>
              </a:ext>
            </a:extLst>
          </p:cNvPr>
          <p:cNvSpPr/>
          <p:nvPr/>
        </p:nvSpPr>
        <p:spPr>
          <a:xfrm>
            <a:off x="5992628" y="2208821"/>
            <a:ext cx="5386573" cy="106243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grpSp>
        <p:nvGrpSpPr>
          <p:cNvPr id="6" name="Group 5">
            <a:extLst>
              <a:ext uri="{FF2B5EF4-FFF2-40B4-BE49-F238E27FC236}">
                <a16:creationId xmlns:a16="http://schemas.microsoft.com/office/drawing/2014/main" id="{FBE313FA-9E68-77CB-485E-4DB6AF459D0D}"/>
              </a:ext>
            </a:extLst>
          </p:cNvPr>
          <p:cNvGrpSpPr/>
          <p:nvPr/>
        </p:nvGrpSpPr>
        <p:grpSpPr>
          <a:xfrm>
            <a:off x="7440991" y="1451263"/>
            <a:ext cx="447192" cy="447192"/>
            <a:chOff x="7056481" y="1451263"/>
            <a:chExt cx="447192" cy="447192"/>
          </a:xfrm>
        </p:grpSpPr>
        <p:sp>
          <p:nvSpPr>
            <p:cNvPr id="20" name="Google Shape;236;p23">
              <a:extLst>
                <a:ext uri="{FF2B5EF4-FFF2-40B4-BE49-F238E27FC236}">
                  <a16:creationId xmlns:a16="http://schemas.microsoft.com/office/drawing/2014/main" id="{35031B8B-EECF-05F6-93FA-A9A6A9E89096}"/>
                </a:ext>
              </a:extLst>
            </p:cNvPr>
            <p:cNvSpPr/>
            <p:nvPr/>
          </p:nvSpPr>
          <p:spPr>
            <a:xfrm rot="5400000">
              <a:off x="7056481" y="1451263"/>
              <a:ext cx="447192" cy="447192"/>
            </a:xfrm>
            <a:prstGeom prst="teardrop">
              <a:avLst>
                <a:gd name="adj" fmla="val 100000"/>
              </a:avLst>
            </a:prstGeom>
            <a:solidFill>
              <a:schemeClr val="accent1"/>
            </a:solidFill>
            <a:ln>
              <a:no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sp>
          <p:nvSpPr>
            <p:cNvPr id="21" name="CuadroTexto 10">
              <a:extLst>
                <a:ext uri="{FF2B5EF4-FFF2-40B4-BE49-F238E27FC236}">
                  <a16:creationId xmlns:a16="http://schemas.microsoft.com/office/drawing/2014/main" id="{722E0BD8-2BA6-CA4F-41A7-7D2768A41669}"/>
                </a:ext>
              </a:extLst>
            </p:cNvPr>
            <p:cNvSpPr txBox="1"/>
            <p:nvPr/>
          </p:nvSpPr>
          <p:spPr>
            <a:xfrm>
              <a:off x="7085152" y="1549212"/>
              <a:ext cx="389850" cy="276999"/>
            </a:xfrm>
            <a:prstGeom prst="rect">
              <a:avLst/>
            </a:prstGeom>
            <a:noFill/>
          </p:spPr>
          <p:txBody>
            <a:bodyPr wrap="none" rtlCol="0">
              <a:spAutoFit/>
            </a:bodyPr>
            <a:lstStyle/>
            <a:p>
              <a:r>
                <a:rPr lang="es-CO" sz="1200" b="1" dirty="0">
                  <a:solidFill>
                    <a:srgbClr val="07272D"/>
                  </a:solidFill>
                  <a:latin typeface="Poppins" panose="00000500000000000000" pitchFamily="2" charset="0"/>
                  <a:cs typeface="Poppins" panose="00000500000000000000" pitchFamily="2" charset="0"/>
                </a:rPr>
                <a:t>04</a:t>
              </a:r>
            </a:p>
          </p:txBody>
        </p:sp>
      </p:grpSp>
      <p:sp>
        <p:nvSpPr>
          <p:cNvPr id="24" name="TextBox 18">
            <a:extLst>
              <a:ext uri="{FF2B5EF4-FFF2-40B4-BE49-F238E27FC236}">
                <a16:creationId xmlns:a16="http://schemas.microsoft.com/office/drawing/2014/main" id="{A9011E6A-896F-D84B-A00A-B7DB942936E7}"/>
              </a:ext>
            </a:extLst>
          </p:cNvPr>
          <p:cNvSpPr txBox="1"/>
          <p:nvPr/>
        </p:nvSpPr>
        <p:spPr>
          <a:xfrm>
            <a:off x="8049002" y="1505790"/>
            <a:ext cx="2354061" cy="338138"/>
          </a:xfrm>
          <a:prstGeom prst="rect">
            <a:avLst/>
          </a:prstGeom>
          <a:noFill/>
        </p:spPr>
        <p:txBody>
          <a:bodyPr wrap="square">
            <a:spAutoFit/>
          </a:bodyPr>
          <a:lstStyle/>
          <a:p>
            <a:pPr eaLnBrk="1" fontAlgn="auto" hangingPunct="1">
              <a:spcBef>
                <a:spcPts val="0"/>
              </a:spcBef>
              <a:spcAft>
                <a:spcPts val="0"/>
              </a:spcAft>
              <a:defRPr/>
            </a:pPr>
            <a:r>
              <a:rPr lang="es-CO" sz="1600" b="1" dirty="0" err="1">
                <a:solidFill>
                  <a:schemeClr val="tx2"/>
                </a:solidFill>
                <a:latin typeface="Poppins" panose="00000500000000000000" pitchFamily="2" charset="0"/>
                <a:ea typeface="Inter" panose="02000503000000020004" pitchFamily="2" charset="0"/>
                <a:cs typeface="Poppins" panose="00000500000000000000" pitchFamily="2" charset="0"/>
              </a:rPr>
              <a:t>Introduction</a:t>
            </a:r>
            <a:endParaRPr lang="es-CO" sz="1600" b="1" dirty="0">
              <a:solidFill>
                <a:schemeClr val="tx2"/>
              </a:solidFill>
              <a:latin typeface="Poppins" panose="00000500000000000000" pitchFamily="2" charset="0"/>
              <a:ea typeface="Inter" panose="02000503000000020004" pitchFamily="2" charset="0"/>
              <a:cs typeface="Poppins" panose="00000500000000000000" pitchFamily="2" charset="0"/>
            </a:endParaRPr>
          </a:p>
        </p:txBody>
      </p:sp>
      <p:grpSp>
        <p:nvGrpSpPr>
          <p:cNvPr id="5" name="Group 4">
            <a:extLst>
              <a:ext uri="{FF2B5EF4-FFF2-40B4-BE49-F238E27FC236}">
                <a16:creationId xmlns:a16="http://schemas.microsoft.com/office/drawing/2014/main" id="{392BEDCA-F197-E15F-DA36-AF674345A5AE}"/>
              </a:ext>
            </a:extLst>
          </p:cNvPr>
          <p:cNvGrpSpPr/>
          <p:nvPr/>
        </p:nvGrpSpPr>
        <p:grpSpPr>
          <a:xfrm>
            <a:off x="7440991" y="2516441"/>
            <a:ext cx="447192" cy="447192"/>
            <a:chOff x="7056481" y="2516441"/>
            <a:chExt cx="447192" cy="447192"/>
          </a:xfrm>
        </p:grpSpPr>
        <p:sp>
          <p:nvSpPr>
            <p:cNvPr id="26" name="Google Shape;236;p23">
              <a:extLst>
                <a:ext uri="{FF2B5EF4-FFF2-40B4-BE49-F238E27FC236}">
                  <a16:creationId xmlns:a16="http://schemas.microsoft.com/office/drawing/2014/main" id="{1EC2D730-AF49-1D12-6463-1DE4FE34DDC4}"/>
                </a:ext>
              </a:extLst>
            </p:cNvPr>
            <p:cNvSpPr/>
            <p:nvPr/>
          </p:nvSpPr>
          <p:spPr>
            <a:xfrm rot="5400000">
              <a:off x="7056481" y="2516441"/>
              <a:ext cx="447192" cy="447192"/>
            </a:xfrm>
            <a:prstGeom prst="teardrop">
              <a:avLst>
                <a:gd name="adj" fmla="val 100000"/>
              </a:avLst>
            </a:prstGeom>
            <a:solidFill>
              <a:schemeClr val="accent1"/>
            </a:solidFill>
            <a:ln>
              <a:no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sp>
          <p:nvSpPr>
            <p:cNvPr id="27" name="CuadroTexto 17">
              <a:extLst>
                <a:ext uri="{FF2B5EF4-FFF2-40B4-BE49-F238E27FC236}">
                  <a16:creationId xmlns:a16="http://schemas.microsoft.com/office/drawing/2014/main" id="{368ACB2D-DD3B-4010-6EF1-28352F5E154B}"/>
                </a:ext>
              </a:extLst>
            </p:cNvPr>
            <p:cNvSpPr txBox="1"/>
            <p:nvPr/>
          </p:nvSpPr>
          <p:spPr>
            <a:xfrm>
              <a:off x="7088358" y="2614390"/>
              <a:ext cx="383438" cy="276999"/>
            </a:xfrm>
            <a:prstGeom prst="rect">
              <a:avLst/>
            </a:prstGeom>
            <a:noFill/>
          </p:spPr>
          <p:txBody>
            <a:bodyPr wrap="none" rtlCol="0">
              <a:spAutoFit/>
            </a:bodyPr>
            <a:lstStyle/>
            <a:p>
              <a:r>
                <a:rPr lang="es-CO" sz="1200" b="1" dirty="0">
                  <a:solidFill>
                    <a:srgbClr val="07272D"/>
                  </a:solidFill>
                  <a:latin typeface="Poppins" panose="00000500000000000000" pitchFamily="2" charset="0"/>
                  <a:cs typeface="Poppins" panose="00000500000000000000" pitchFamily="2" charset="0"/>
                </a:rPr>
                <a:t>06</a:t>
              </a:r>
            </a:p>
          </p:txBody>
        </p:sp>
      </p:grpSp>
      <p:sp>
        <p:nvSpPr>
          <p:cNvPr id="41" name="TextBox 23">
            <a:extLst>
              <a:ext uri="{FF2B5EF4-FFF2-40B4-BE49-F238E27FC236}">
                <a16:creationId xmlns:a16="http://schemas.microsoft.com/office/drawing/2014/main" id="{6EDAAD2D-BEC3-6CEA-DB24-711A5E41FCCF}"/>
              </a:ext>
            </a:extLst>
          </p:cNvPr>
          <p:cNvSpPr txBox="1"/>
          <p:nvPr/>
        </p:nvSpPr>
        <p:spPr>
          <a:xfrm>
            <a:off x="8049002" y="2570969"/>
            <a:ext cx="2340504" cy="338137"/>
          </a:xfrm>
          <a:prstGeom prst="rect">
            <a:avLst/>
          </a:prstGeom>
          <a:noFill/>
        </p:spPr>
        <p:txBody>
          <a:bodyPr wrap="square">
            <a:spAutoFit/>
          </a:bodyPr>
          <a:lstStyle/>
          <a:p>
            <a:pPr eaLnBrk="1" fontAlgn="auto" hangingPunct="1">
              <a:spcBef>
                <a:spcPts val="0"/>
              </a:spcBef>
              <a:spcAft>
                <a:spcPts val="0"/>
              </a:spcAft>
              <a:defRPr/>
            </a:pPr>
            <a:r>
              <a:rPr lang="es-CO" sz="1600" b="1" dirty="0" err="1">
                <a:solidFill>
                  <a:schemeClr val="tx2"/>
                </a:solidFill>
                <a:latin typeface="Poppins" panose="00000500000000000000" pitchFamily="2" charset="0"/>
                <a:ea typeface="Inter" panose="02000503000000020004" pitchFamily="2" charset="0"/>
                <a:cs typeface="Poppins" panose="00000500000000000000" pitchFamily="2" charset="0"/>
              </a:rPr>
              <a:t>Investment</a:t>
            </a:r>
            <a:r>
              <a:rPr lang="es-CO" sz="1600" b="1" dirty="0">
                <a:solidFill>
                  <a:schemeClr val="tx2"/>
                </a:solidFill>
                <a:latin typeface="Poppins" panose="00000500000000000000" pitchFamily="2" charset="0"/>
                <a:ea typeface="Inter" panose="02000503000000020004" pitchFamily="2" charset="0"/>
                <a:cs typeface="Poppins" panose="00000500000000000000" pitchFamily="2" charset="0"/>
              </a:rPr>
              <a:t> </a:t>
            </a:r>
            <a:r>
              <a:rPr lang="es-CO" sz="1600" b="1" dirty="0" err="1">
                <a:solidFill>
                  <a:schemeClr val="tx2"/>
                </a:solidFill>
                <a:latin typeface="Poppins" panose="00000500000000000000" pitchFamily="2" charset="0"/>
                <a:ea typeface="Inter" panose="02000503000000020004" pitchFamily="2" charset="0"/>
                <a:cs typeface="Poppins" panose="00000500000000000000" pitchFamily="2" charset="0"/>
              </a:rPr>
              <a:t>Thesis</a:t>
            </a:r>
            <a:endParaRPr lang="es-CO" sz="1600" b="1" dirty="0">
              <a:solidFill>
                <a:schemeClr val="tx2"/>
              </a:solidFill>
              <a:latin typeface="Poppins" panose="00000500000000000000" pitchFamily="2" charset="0"/>
              <a:ea typeface="Inter" panose="02000503000000020004" pitchFamily="2" charset="0"/>
              <a:cs typeface="Poppins" panose="00000500000000000000" pitchFamily="2" charset="0"/>
            </a:endParaRPr>
          </a:p>
        </p:txBody>
      </p:sp>
      <p:grpSp>
        <p:nvGrpSpPr>
          <p:cNvPr id="4" name="Group 3">
            <a:extLst>
              <a:ext uri="{FF2B5EF4-FFF2-40B4-BE49-F238E27FC236}">
                <a16:creationId xmlns:a16="http://schemas.microsoft.com/office/drawing/2014/main" id="{EFE28C82-363A-11C3-4E60-3F898221F40F}"/>
              </a:ext>
            </a:extLst>
          </p:cNvPr>
          <p:cNvGrpSpPr/>
          <p:nvPr/>
        </p:nvGrpSpPr>
        <p:grpSpPr>
          <a:xfrm>
            <a:off x="7440991" y="3581619"/>
            <a:ext cx="447192" cy="447192"/>
            <a:chOff x="7056481" y="3581619"/>
            <a:chExt cx="447192" cy="447192"/>
          </a:xfrm>
        </p:grpSpPr>
        <p:sp>
          <p:nvSpPr>
            <p:cNvPr id="30" name="Google Shape;236;p23">
              <a:extLst>
                <a:ext uri="{FF2B5EF4-FFF2-40B4-BE49-F238E27FC236}">
                  <a16:creationId xmlns:a16="http://schemas.microsoft.com/office/drawing/2014/main" id="{33CF9E24-7BBB-86B9-8DA4-719947E6EB9E}"/>
                </a:ext>
              </a:extLst>
            </p:cNvPr>
            <p:cNvSpPr/>
            <p:nvPr/>
          </p:nvSpPr>
          <p:spPr>
            <a:xfrm rot="5400000">
              <a:off x="7056481" y="3581619"/>
              <a:ext cx="447192" cy="447192"/>
            </a:xfrm>
            <a:prstGeom prst="teardrop">
              <a:avLst>
                <a:gd name="adj" fmla="val 100000"/>
              </a:avLst>
            </a:prstGeom>
            <a:solidFill>
              <a:schemeClr val="accent1"/>
            </a:solidFill>
            <a:ln>
              <a:no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sp>
          <p:nvSpPr>
            <p:cNvPr id="33" name="CuadroTexto 22">
              <a:extLst>
                <a:ext uri="{FF2B5EF4-FFF2-40B4-BE49-F238E27FC236}">
                  <a16:creationId xmlns:a16="http://schemas.microsoft.com/office/drawing/2014/main" id="{51F44984-ACF7-0C32-C009-87EE50BE9E60}"/>
                </a:ext>
              </a:extLst>
            </p:cNvPr>
            <p:cNvSpPr txBox="1"/>
            <p:nvPr/>
          </p:nvSpPr>
          <p:spPr>
            <a:xfrm>
              <a:off x="7109197" y="3679568"/>
              <a:ext cx="341760" cy="276999"/>
            </a:xfrm>
            <a:prstGeom prst="rect">
              <a:avLst/>
            </a:prstGeom>
            <a:noFill/>
          </p:spPr>
          <p:txBody>
            <a:bodyPr wrap="none" rtlCol="0">
              <a:spAutoFit/>
            </a:bodyPr>
            <a:lstStyle/>
            <a:p>
              <a:r>
                <a:rPr lang="es-CO" sz="1200" b="1" dirty="0">
                  <a:solidFill>
                    <a:srgbClr val="07272D"/>
                  </a:solidFill>
                  <a:latin typeface="Poppins" panose="00000500000000000000" pitchFamily="2" charset="0"/>
                  <a:cs typeface="Poppins" panose="00000500000000000000" pitchFamily="2" charset="0"/>
                </a:rPr>
                <a:t>18</a:t>
              </a:r>
            </a:p>
          </p:txBody>
        </p:sp>
      </p:grpSp>
      <p:sp>
        <p:nvSpPr>
          <p:cNvPr id="42" name="TextBox 55">
            <a:extLst>
              <a:ext uri="{FF2B5EF4-FFF2-40B4-BE49-F238E27FC236}">
                <a16:creationId xmlns:a16="http://schemas.microsoft.com/office/drawing/2014/main" id="{A41C2A27-935C-F265-7458-105A7A5F2086}"/>
              </a:ext>
            </a:extLst>
          </p:cNvPr>
          <p:cNvSpPr txBox="1"/>
          <p:nvPr/>
        </p:nvSpPr>
        <p:spPr>
          <a:xfrm>
            <a:off x="8049002" y="3636147"/>
            <a:ext cx="2350834" cy="338137"/>
          </a:xfrm>
          <a:prstGeom prst="rect">
            <a:avLst/>
          </a:prstGeom>
          <a:noFill/>
        </p:spPr>
        <p:txBody>
          <a:bodyPr wrap="square">
            <a:spAutoFit/>
          </a:bodyPr>
          <a:lstStyle/>
          <a:p>
            <a:pPr eaLnBrk="1" fontAlgn="auto" hangingPunct="1">
              <a:spcBef>
                <a:spcPts val="0"/>
              </a:spcBef>
              <a:spcAft>
                <a:spcPts val="0"/>
              </a:spcAft>
              <a:defRPr/>
            </a:pPr>
            <a:r>
              <a:rPr lang="es-CO" sz="1600" b="1" dirty="0">
                <a:solidFill>
                  <a:schemeClr val="tx2"/>
                </a:solidFill>
                <a:latin typeface="Poppins" panose="00000500000000000000" pitchFamily="2" charset="0"/>
                <a:ea typeface="Inter" panose="02000503000000020004" pitchFamily="2" charset="0"/>
                <a:cs typeface="Poppins" panose="00000500000000000000" pitchFamily="2" charset="0"/>
              </a:rPr>
              <a:t>Company </a:t>
            </a:r>
            <a:r>
              <a:rPr lang="es-CO" sz="1600" b="1" dirty="0" err="1">
                <a:solidFill>
                  <a:schemeClr val="tx2"/>
                </a:solidFill>
                <a:latin typeface="Poppins" panose="00000500000000000000" pitchFamily="2" charset="0"/>
                <a:ea typeface="Inter" panose="02000503000000020004" pitchFamily="2" charset="0"/>
                <a:cs typeface="Poppins" panose="00000500000000000000" pitchFamily="2" charset="0"/>
              </a:rPr>
              <a:t>Overview</a:t>
            </a:r>
            <a:endParaRPr lang="es-CO" sz="1600" b="1" dirty="0">
              <a:solidFill>
                <a:schemeClr val="tx2"/>
              </a:solidFill>
              <a:latin typeface="Poppins" panose="00000500000000000000" pitchFamily="2" charset="0"/>
              <a:ea typeface="Inter" panose="02000503000000020004" pitchFamily="2" charset="0"/>
              <a:cs typeface="Poppins" panose="00000500000000000000" pitchFamily="2" charset="0"/>
            </a:endParaRPr>
          </a:p>
        </p:txBody>
      </p:sp>
      <p:grpSp>
        <p:nvGrpSpPr>
          <p:cNvPr id="3" name="Group 2">
            <a:extLst>
              <a:ext uri="{FF2B5EF4-FFF2-40B4-BE49-F238E27FC236}">
                <a16:creationId xmlns:a16="http://schemas.microsoft.com/office/drawing/2014/main" id="{CCEB66D9-EC62-7427-CD29-4100C784B598}"/>
              </a:ext>
            </a:extLst>
          </p:cNvPr>
          <p:cNvGrpSpPr/>
          <p:nvPr/>
        </p:nvGrpSpPr>
        <p:grpSpPr>
          <a:xfrm>
            <a:off x="7440991" y="4646797"/>
            <a:ext cx="447192" cy="447192"/>
            <a:chOff x="7056481" y="4646797"/>
            <a:chExt cx="447192" cy="447192"/>
          </a:xfrm>
        </p:grpSpPr>
        <p:sp>
          <p:nvSpPr>
            <p:cNvPr id="38" name="Google Shape;236;p23">
              <a:extLst>
                <a:ext uri="{FF2B5EF4-FFF2-40B4-BE49-F238E27FC236}">
                  <a16:creationId xmlns:a16="http://schemas.microsoft.com/office/drawing/2014/main" id="{F1CA4D73-295D-C6EF-333A-641B6145DD5F}"/>
                </a:ext>
              </a:extLst>
            </p:cNvPr>
            <p:cNvSpPr/>
            <p:nvPr/>
          </p:nvSpPr>
          <p:spPr>
            <a:xfrm rot="5400000">
              <a:off x="7056481" y="4646797"/>
              <a:ext cx="447192" cy="447192"/>
            </a:xfrm>
            <a:prstGeom prst="teardrop">
              <a:avLst>
                <a:gd name="adj" fmla="val 100000"/>
              </a:avLst>
            </a:prstGeom>
            <a:solidFill>
              <a:schemeClr val="accent1"/>
            </a:solidFill>
            <a:ln>
              <a:no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sp>
          <p:nvSpPr>
            <p:cNvPr id="39" name="CuadroTexto 27">
              <a:extLst>
                <a:ext uri="{FF2B5EF4-FFF2-40B4-BE49-F238E27FC236}">
                  <a16:creationId xmlns:a16="http://schemas.microsoft.com/office/drawing/2014/main" id="{DA808FA7-3213-914E-459E-32F7848914D2}"/>
                </a:ext>
              </a:extLst>
            </p:cNvPr>
            <p:cNvSpPr txBox="1"/>
            <p:nvPr/>
          </p:nvSpPr>
          <p:spPr>
            <a:xfrm>
              <a:off x="7097174" y="4744746"/>
              <a:ext cx="365806" cy="276999"/>
            </a:xfrm>
            <a:prstGeom prst="rect">
              <a:avLst/>
            </a:prstGeom>
            <a:noFill/>
          </p:spPr>
          <p:txBody>
            <a:bodyPr wrap="none" rtlCol="0">
              <a:spAutoFit/>
            </a:bodyPr>
            <a:lstStyle/>
            <a:p>
              <a:r>
                <a:rPr lang="es-CO" sz="1200" b="1" dirty="0">
                  <a:solidFill>
                    <a:srgbClr val="07272D"/>
                  </a:solidFill>
                  <a:latin typeface="Poppins" panose="00000500000000000000" pitchFamily="2" charset="0"/>
                  <a:cs typeface="Poppins" panose="00000500000000000000" pitchFamily="2" charset="0"/>
                </a:rPr>
                <a:t>23</a:t>
              </a:r>
            </a:p>
          </p:txBody>
        </p:sp>
      </p:grpSp>
      <p:sp>
        <p:nvSpPr>
          <p:cNvPr id="44" name="TextBox 55">
            <a:extLst>
              <a:ext uri="{FF2B5EF4-FFF2-40B4-BE49-F238E27FC236}">
                <a16:creationId xmlns:a16="http://schemas.microsoft.com/office/drawing/2014/main" id="{F29EFBF2-7505-05DB-D77B-7D0BE5735F84}"/>
              </a:ext>
            </a:extLst>
          </p:cNvPr>
          <p:cNvSpPr txBox="1"/>
          <p:nvPr/>
        </p:nvSpPr>
        <p:spPr>
          <a:xfrm>
            <a:off x="8049002" y="4701325"/>
            <a:ext cx="2702391" cy="338137"/>
          </a:xfrm>
          <a:prstGeom prst="rect">
            <a:avLst/>
          </a:prstGeom>
          <a:noFill/>
        </p:spPr>
        <p:txBody>
          <a:bodyPr wrap="square">
            <a:spAutoFit/>
          </a:bodyPr>
          <a:lstStyle/>
          <a:p>
            <a:pPr eaLnBrk="1" fontAlgn="auto" hangingPunct="1">
              <a:spcBef>
                <a:spcPts val="0"/>
              </a:spcBef>
              <a:spcAft>
                <a:spcPts val="0"/>
              </a:spcAft>
              <a:defRPr/>
            </a:pPr>
            <a:r>
              <a:rPr lang="es-CO" sz="1600" b="1" dirty="0" err="1">
                <a:solidFill>
                  <a:schemeClr val="tx2"/>
                </a:solidFill>
                <a:latin typeface="Poppins" panose="00000500000000000000" pitchFamily="2" charset="0"/>
                <a:ea typeface="Inter" panose="02000503000000020004" pitchFamily="2" charset="0"/>
                <a:cs typeface="Poppins" panose="00000500000000000000" pitchFamily="2" charset="0"/>
              </a:rPr>
              <a:t>Financial</a:t>
            </a:r>
            <a:r>
              <a:rPr lang="es-CO" sz="1600" b="1" dirty="0">
                <a:solidFill>
                  <a:schemeClr val="tx2"/>
                </a:solidFill>
                <a:latin typeface="Poppins" panose="00000500000000000000" pitchFamily="2" charset="0"/>
                <a:ea typeface="Inter" panose="02000503000000020004" pitchFamily="2" charset="0"/>
                <a:cs typeface="Poppins" panose="00000500000000000000" pitchFamily="2" charset="0"/>
              </a:rPr>
              <a:t> </a:t>
            </a:r>
            <a:r>
              <a:rPr lang="es-CO" sz="1600" b="1" dirty="0" err="1">
                <a:solidFill>
                  <a:schemeClr val="tx2"/>
                </a:solidFill>
                <a:latin typeface="Poppins" panose="00000500000000000000" pitchFamily="2" charset="0"/>
                <a:ea typeface="Inter" panose="02000503000000020004" pitchFamily="2" charset="0"/>
                <a:cs typeface="Poppins" panose="00000500000000000000" pitchFamily="2" charset="0"/>
              </a:rPr>
              <a:t>Information</a:t>
            </a:r>
            <a:endParaRPr lang="es-CO" sz="1600" b="1" dirty="0">
              <a:solidFill>
                <a:schemeClr val="tx2"/>
              </a:solidFill>
              <a:latin typeface="Poppins" panose="00000500000000000000" pitchFamily="2" charset="0"/>
              <a:ea typeface="Inter" panose="02000503000000020004" pitchFamily="2" charset="0"/>
              <a:cs typeface="Poppins" panose="00000500000000000000" pitchFamily="2" charset="0"/>
            </a:endParaRPr>
          </a:p>
        </p:txBody>
      </p:sp>
      <p:grpSp>
        <p:nvGrpSpPr>
          <p:cNvPr id="2" name="Group 1">
            <a:extLst>
              <a:ext uri="{FF2B5EF4-FFF2-40B4-BE49-F238E27FC236}">
                <a16:creationId xmlns:a16="http://schemas.microsoft.com/office/drawing/2014/main" id="{8EF12FCA-1112-93C0-50D4-8B4C3615062F}"/>
              </a:ext>
            </a:extLst>
          </p:cNvPr>
          <p:cNvGrpSpPr/>
          <p:nvPr/>
        </p:nvGrpSpPr>
        <p:grpSpPr>
          <a:xfrm>
            <a:off x="6184900" y="2203694"/>
            <a:ext cx="5181601" cy="1072686"/>
            <a:chOff x="7208657" y="2203694"/>
            <a:chExt cx="4157844" cy="1072686"/>
          </a:xfrm>
        </p:grpSpPr>
        <p:cxnSp>
          <p:nvCxnSpPr>
            <p:cNvPr id="22" name="Conector recto 12">
              <a:extLst>
                <a:ext uri="{FF2B5EF4-FFF2-40B4-BE49-F238E27FC236}">
                  <a16:creationId xmlns:a16="http://schemas.microsoft.com/office/drawing/2014/main" id="{8159F139-9E46-A8BF-F409-19A885567FBD}"/>
                </a:ext>
              </a:extLst>
            </p:cNvPr>
            <p:cNvCxnSpPr>
              <a:cxnSpLocks/>
            </p:cNvCxnSpPr>
            <p:nvPr/>
          </p:nvCxnSpPr>
          <p:spPr>
            <a:xfrm flipV="1">
              <a:off x="7208657" y="2203694"/>
              <a:ext cx="4157844" cy="7508"/>
            </a:xfrm>
            <a:prstGeom prst="line">
              <a:avLst/>
            </a:prstGeom>
            <a:ln>
              <a:solidFill>
                <a:srgbClr val="EE5340"/>
              </a:solidFill>
            </a:ln>
          </p:spPr>
          <p:style>
            <a:lnRef idx="1">
              <a:schemeClr val="accent1"/>
            </a:lnRef>
            <a:fillRef idx="0">
              <a:schemeClr val="accent1"/>
            </a:fillRef>
            <a:effectRef idx="0">
              <a:schemeClr val="accent1"/>
            </a:effectRef>
            <a:fontRef idx="minor">
              <a:schemeClr val="tx1"/>
            </a:fontRef>
          </p:style>
        </p:cxnSp>
        <p:cxnSp>
          <p:nvCxnSpPr>
            <p:cNvPr id="53" name="Conector recto 12">
              <a:extLst>
                <a:ext uri="{FF2B5EF4-FFF2-40B4-BE49-F238E27FC236}">
                  <a16:creationId xmlns:a16="http://schemas.microsoft.com/office/drawing/2014/main" id="{7A028469-9B5C-C6CC-1679-A57401825B54}"/>
                </a:ext>
              </a:extLst>
            </p:cNvPr>
            <p:cNvCxnSpPr>
              <a:cxnSpLocks/>
            </p:cNvCxnSpPr>
            <p:nvPr/>
          </p:nvCxnSpPr>
          <p:spPr>
            <a:xfrm flipV="1">
              <a:off x="7208657" y="3268872"/>
              <a:ext cx="4157844" cy="7508"/>
            </a:xfrm>
            <a:prstGeom prst="line">
              <a:avLst/>
            </a:prstGeom>
            <a:ln>
              <a:solidFill>
                <a:srgbClr val="EE5340"/>
              </a:solidFill>
            </a:ln>
          </p:spPr>
          <p:style>
            <a:lnRef idx="1">
              <a:schemeClr val="accent1"/>
            </a:lnRef>
            <a:fillRef idx="0">
              <a:schemeClr val="accent1"/>
            </a:fillRef>
            <a:effectRef idx="0">
              <a:schemeClr val="accent1"/>
            </a:effectRef>
            <a:fontRef idx="minor">
              <a:schemeClr val="tx1"/>
            </a:fontRef>
          </p:style>
        </p:cxnSp>
      </p:grpSp>
      <p:cxnSp>
        <p:nvCxnSpPr>
          <p:cNvPr id="54" name="Conector recto 12">
            <a:extLst>
              <a:ext uri="{FF2B5EF4-FFF2-40B4-BE49-F238E27FC236}">
                <a16:creationId xmlns:a16="http://schemas.microsoft.com/office/drawing/2014/main" id="{144E8CC6-E37A-9A78-2997-0E3081DEF5B9}"/>
              </a:ext>
            </a:extLst>
          </p:cNvPr>
          <p:cNvCxnSpPr>
            <a:cxnSpLocks/>
          </p:cNvCxnSpPr>
          <p:nvPr/>
        </p:nvCxnSpPr>
        <p:spPr>
          <a:xfrm flipV="1">
            <a:off x="7208657" y="4334050"/>
            <a:ext cx="4157844" cy="7508"/>
          </a:xfrm>
          <a:prstGeom prst="line">
            <a:avLst/>
          </a:prstGeom>
          <a:ln>
            <a:solidFill>
              <a:srgbClr val="EE5340"/>
            </a:solidFill>
          </a:ln>
        </p:spPr>
        <p:style>
          <a:lnRef idx="1">
            <a:schemeClr val="accent1"/>
          </a:lnRef>
          <a:fillRef idx="0">
            <a:schemeClr val="accent1"/>
          </a:fillRef>
          <a:effectRef idx="0">
            <a:schemeClr val="accent1"/>
          </a:effectRef>
          <a:fontRef idx="minor">
            <a:schemeClr val="tx1"/>
          </a:fontRef>
        </p:style>
      </p:cxnSp>
      <p:cxnSp>
        <p:nvCxnSpPr>
          <p:cNvPr id="55" name="Conector recto 12">
            <a:extLst>
              <a:ext uri="{FF2B5EF4-FFF2-40B4-BE49-F238E27FC236}">
                <a16:creationId xmlns:a16="http://schemas.microsoft.com/office/drawing/2014/main" id="{20B99F61-A39C-A16F-7779-41B58EB270A4}"/>
              </a:ext>
            </a:extLst>
          </p:cNvPr>
          <p:cNvCxnSpPr>
            <a:cxnSpLocks/>
          </p:cNvCxnSpPr>
          <p:nvPr/>
        </p:nvCxnSpPr>
        <p:spPr>
          <a:xfrm flipV="1">
            <a:off x="7208657" y="5399230"/>
            <a:ext cx="4157844" cy="7508"/>
          </a:xfrm>
          <a:prstGeom prst="line">
            <a:avLst/>
          </a:prstGeom>
          <a:ln>
            <a:solidFill>
              <a:srgbClr val="EE534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32308337-D6E4-2B3B-58B2-BB5B800533B2}"/>
              </a:ext>
            </a:extLst>
          </p:cNvPr>
          <p:cNvSpPr>
            <a:spLocks noGrp="1" noRot="1" noMove="1" noResize="1" noEditPoints="1" noAdjustHandles="1" noChangeArrowheads="1" noChangeShapeType="1"/>
          </p:cNvSpPr>
          <p:nvPr/>
        </p:nvSpPr>
        <p:spPr>
          <a:xfrm>
            <a:off x="0" y="0"/>
            <a:ext cx="81279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8" name="Rectángulo: esquinas redondeadas 2">
            <a:extLst>
              <a:ext uri="{FF2B5EF4-FFF2-40B4-BE49-F238E27FC236}">
                <a16:creationId xmlns:a16="http://schemas.microsoft.com/office/drawing/2014/main" id="{490744B9-5F08-C558-1C9A-E4D8064646DD}"/>
              </a:ext>
            </a:extLst>
          </p:cNvPr>
          <p:cNvSpPr/>
          <p:nvPr/>
        </p:nvSpPr>
        <p:spPr>
          <a:xfrm>
            <a:off x="0" y="0"/>
            <a:ext cx="6360928" cy="6858000"/>
          </a:xfrm>
          <a:prstGeom prst="roundRect">
            <a:avLst>
              <a:gd name="adj" fmla="val 3011"/>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pic>
        <p:nvPicPr>
          <p:cNvPr id="9" name="Imagen 17">
            <a:extLst>
              <a:ext uri="{FF2B5EF4-FFF2-40B4-BE49-F238E27FC236}">
                <a16:creationId xmlns:a16="http://schemas.microsoft.com/office/drawing/2014/main" id="{72B9A341-2F28-8805-BC05-8FCDA8F1F7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1746" y="2119684"/>
            <a:ext cx="4127142" cy="4738316"/>
          </a:xfrm>
          <a:prstGeom prst="rect">
            <a:avLst/>
          </a:prstGeom>
        </p:spPr>
      </p:pic>
      <p:sp>
        <p:nvSpPr>
          <p:cNvPr id="10" name="CuadroTexto 4">
            <a:extLst>
              <a:ext uri="{FF2B5EF4-FFF2-40B4-BE49-F238E27FC236}">
                <a16:creationId xmlns:a16="http://schemas.microsoft.com/office/drawing/2014/main" id="{305F3DCF-7235-C0FF-257B-47B488017B41}"/>
              </a:ext>
            </a:extLst>
          </p:cNvPr>
          <p:cNvSpPr txBox="1"/>
          <p:nvPr/>
        </p:nvSpPr>
        <p:spPr>
          <a:xfrm>
            <a:off x="1579378" y="774878"/>
            <a:ext cx="3202172" cy="1077218"/>
          </a:xfrm>
          <a:prstGeom prst="rect">
            <a:avLst/>
          </a:prstGeom>
          <a:noFill/>
        </p:spPr>
        <p:txBody>
          <a:bodyPr wrap="square" rtlCol="0">
            <a:spAutoFit/>
          </a:bodyPr>
          <a:lstStyle/>
          <a:p>
            <a:pPr algn="ctr"/>
            <a:r>
              <a:rPr lang="es-CO" sz="3200" dirty="0">
                <a:solidFill>
                  <a:schemeClr val="bg1"/>
                </a:solidFill>
                <a:latin typeface="Poppins" panose="00000500000000000000" pitchFamily="2" charset="0"/>
                <a:cs typeface="Poppins" panose="00000500000000000000" pitchFamily="2" charset="0"/>
              </a:rPr>
              <a:t>Executive </a:t>
            </a:r>
            <a:r>
              <a:rPr lang="es-CO" sz="3200" dirty="0" err="1">
                <a:solidFill>
                  <a:schemeClr val="bg1"/>
                </a:solidFill>
                <a:latin typeface="Poppins" panose="00000500000000000000" pitchFamily="2" charset="0"/>
                <a:cs typeface="Poppins" panose="00000500000000000000" pitchFamily="2" charset="0"/>
              </a:rPr>
              <a:t>Summary</a:t>
            </a:r>
            <a:endParaRPr lang="es-CO" sz="3200" dirty="0">
              <a:solidFill>
                <a:schemeClr val="bg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8546695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1A98D-4303-8DC2-5F1E-505A25527F41}"/>
            </a:ext>
          </a:extLst>
        </p:cNvPr>
        <p:cNvGrpSpPr/>
        <p:nvPr/>
      </p:nvGrpSpPr>
      <p:grpSpPr>
        <a:xfrm>
          <a:off x="0" y="0"/>
          <a:ext cx="0" cy="0"/>
          <a:chOff x="0" y="0"/>
          <a:chExt cx="0" cy="0"/>
        </a:xfrm>
      </p:grpSpPr>
      <p:sp>
        <p:nvSpPr>
          <p:cNvPr id="14" name="Rectángulo: esquinas redondeadas 2">
            <a:extLst>
              <a:ext uri="{FF2B5EF4-FFF2-40B4-BE49-F238E27FC236}">
                <a16:creationId xmlns:a16="http://schemas.microsoft.com/office/drawing/2014/main" id="{E3E44C50-B0F7-EFC4-020E-9559275C2212}"/>
              </a:ext>
            </a:extLst>
          </p:cNvPr>
          <p:cNvSpPr/>
          <p:nvPr/>
        </p:nvSpPr>
        <p:spPr>
          <a:xfrm>
            <a:off x="0" y="5253891"/>
            <a:ext cx="12192000" cy="1604110"/>
          </a:xfrm>
          <a:prstGeom prst="round1Rect">
            <a:avLst>
              <a:gd name="adj" fmla="val 29571"/>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pic>
        <p:nvPicPr>
          <p:cNvPr id="28" name="Imagen 7">
            <a:extLst>
              <a:ext uri="{FF2B5EF4-FFF2-40B4-BE49-F238E27FC236}">
                <a16:creationId xmlns:a16="http://schemas.microsoft.com/office/drawing/2014/main" id="{67D00381-66EA-3964-1CE7-D0275E771C16}"/>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10165546" y="6196049"/>
            <a:ext cx="1669265" cy="166795"/>
          </a:xfrm>
          <a:prstGeom prst="rect">
            <a:avLst/>
          </a:prstGeom>
        </p:spPr>
      </p:pic>
      <p:sp>
        <p:nvSpPr>
          <p:cNvPr id="6" name="Rectángulo: esquinas redondeadas 2">
            <a:extLst>
              <a:ext uri="{FF2B5EF4-FFF2-40B4-BE49-F238E27FC236}">
                <a16:creationId xmlns:a16="http://schemas.microsoft.com/office/drawing/2014/main" id="{C1193125-A96F-57D5-8B66-9AD85D4A4634}"/>
              </a:ext>
            </a:extLst>
          </p:cNvPr>
          <p:cNvSpPr/>
          <p:nvPr/>
        </p:nvSpPr>
        <p:spPr>
          <a:xfrm flipH="1">
            <a:off x="5930019" y="1448146"/>
            <a:ext cx="5700373" cy="4551017"/>
          </a:xfrm>
          <a:prstGeom prst="round2SameRect">
            <a:avLst>
              <a:gd name="adj1" fmla="val 2543"/>
              <a:gd name="adj2" fmla="val 0"/>
            </a:avLst>
          </a:prstGeom>
          <a:solidFill>
            <a:schemeClr val="bg1"/>
          </a:solidFill>
          <a:ln w="19050">
            <a:noFill/>
          </a:ln>
          <a:effectLst>
            <a:outerShdw blurRad="127000" dist="63500" dir="42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s-CO" dirty="0"/>
          </a:p>
        </p:txBody>
      </p:sp>
      <p:sp>
        <p:nvSpPr>
          <p:cNvPr id="4" name="Title 1">
            <a:extLst>
              <a:ext uri="{FF2B5EF4-FFF2-40B4-BE49-F238E27FC236}">
                <a16:creationId xmlns:a16="http://schemas.microsoft.com/office/drawing/2014/main" id="{243F4638-3FA1-7E5E-A952-DEAABA7DA3B7}"/>
              </a:ext>
            </a:extLst>
          </p:cNvPr>
          <p:cNvSpPr>
            <a:spLocks noGrp="1"/>
          </p:cNvSpPr>
          <p:nvPr>
            <p:ph type="title"/>
          </p:nvPr>
        </p:nvSpPr>
        <p:spPr>
          <a:xfrm>
            <a:off x="731837" y="733846"/>
            <a:ext cx="11102975" cy="307520"/>
          </a:xfrm>
          <a:noFill/>
        </p:spPr>
        <p:txBody>
          <a:bodyPr vert="horz" wrap="square" lIns="0" tIns="0" rIns="0" bIns="0" rtlCol="0" anchor="ctr">
            <a:spAutoFit/>
          </a:bodyPr>
          <a:lstStyle/>
          <a:p>
            <a:r>
              <a:rPr lang="en-US" sz="2200" dirty="0"/>
              <a:t>The Chemical Distribution Market in </a:t>
            </a:r>
            <a:r>
              <a:rPr lang="en-US" sz="2200" dirty="0" err="1"/>
              <a:t>LatAm</a:t>
            </a:r>
            <a:r>
              <a:rPr lang="en-US" sz="2200" dirty="0"/>
              <a:t> is Pointing to a Consolidation…</a:t>
            </a:r>
          </a:p>
        </p:txBody>
      </p:sp>
      <p:sp>
        <p:nvSpPr>
          <p:cNvPr id="8" name="Content Placeholder 7">
            <a:extLst>
              <a:ext uri="{FF2B5EF4-FFF2-40B4-BE49-F238E27FC236}">
                <a16:creationId xmlns:a16="http://schemas.microsoft.com/office/drawing/2014/main" id="{34A9CE89-177D-65FF-0155-E38497D68E2A}"/>
              </a:ext>
            </a:extLst>
          </p:cNvPr>
          <p:cNvSpPr>
            <a:spLocks noGrp="1"/>
          </p:cNvSpPr>
          <p:nvPr>
            <p:ph sz="quarter" idx="13"/>
          </p:nvPr>
        </p:nvSpPr>
        <p:spPr/>
        <p:txBody>
          <a:bodyPr/>
          <a:lstStyle/>
          <a:p>
            <a:r>
              <a:rPr lang="en-US" dirty="0"/>
              <a:t>Latin America is still going through a consolidation process, but with the wave of acquisitions in recent years, there are limited acquisition opportunities</a:t>
            </a:r>
          </a:p>
        </p:txBody>
      </p:sp>
      <p:sp>
        <p:nvSpPr>
          <p:cNvPr id="9" name="Text Placeholder 3">
            <a:extLst>
              <a:ext uri="{FF2B5EF4-FFF2-40B4-BE49-F238E27FC236}">
                <a16:creationId xmlns:a16="http://schemas.microsoft.com/office/drawing/2014/main" id="{8BFBE671-DCC8-63AB-BCD6-575F23EBC3B7}"/>
              </a:ext>
            </a:extLst>
          </p:cNvPr>
          <p:cNvSpPr>
            <a:spLocks noGrp="1"/>
          </p:cNvSpPr>
          <p:nvPr>
            <p:ph type="body" sz="quarter" idx="36"/>
          </p:nvPr>
        </p:nvSpPr>
        <p:spPr>
          <a:xfrm>
            <a:off x="731838" y="6198700"/>
            <a:ext cx="9275946" cy="232500"/>
          </a:xfrm>
        </p:spPr>
        <p:txBody>
          <a:bodyPr/>
          <a:lstStyle/>
          <a:p>
            <a:r>
              <a:rPr lang="pt-BR" dirty="0" err="1">
                <a:solidFill>
                  <a:schemeClr val="bg1">
                    <a:lumMod val="85000"/>
                  </a:schemeClr>
                </a:solidFill>
              </a:rPr>
              <a:t>Source</a:t>
            </a:r>
            <a:r>
              <a:rPr lang="pt-BR" dirty="0">
                <a:solidFill>
                  <a:schemeClr val="bg1">
                    <a:lumMod val="85000"/>
                  </a:schemeClr>
                </a:solidFill>
              </a:rPr>
              <a:t>: ICIS, </a:t>
            </a:r>
            <a:r>
              <a:rPr lang="pt-BR" dirty="0" err="1">
                <a:solidFill>
                  <a:schemeClr val="bg1">
                    <a:lumMod val="85000"/>
                  </a:schemeClr>
                </a:solidFill>
              </a:rPr>
              <a:t>Merger</a:t>
            </a:r>
            <a:r>
              <a:rPr lang="pt-BR" dirty="0">
                <a:solidFill>
                  <a:schemeClr val="bg1">
                    <a:lumMod val="85000"/>
                  </a:schemeClr>
                </a:solidFill>
              </a:rPr>
              <a:t> Market and Capital IQ</a:t>
            </a:r>
            <a:br>
              <a:rPr lang="pt-BR" dirty="0">
                <a:solidFill>
                  <a:schemeClr val="bg1">
                    <a:lumMod val="85000"/>
                  </a:schemeClr>
                </a:solidFill>
              </a:rPr>
            </a:br>
            <a:r>
              <a:rPr lang="pt-BR" dirty="0">
                <a:solidFill>
                  <a:schemeClr val="bg1">
                    <a:lumMod val="85000"/>
                  </a:schemeClr>
                </a:solidFill>
              </a:rPr>
              <a:t>Notes: (1) Only includes M&amp;A </a:t>
            </a:r>
            <a:r>
              <a:rPr lang="pt-BR" dirty="0" err="1">
                <a:solidFill>
                  <a:schemeClr val="bg1">
                    <a:lumMod val="85000"/>
                  </a:schemeClr>
                </a:solidFill>
              </a:rPr>
              <a:t>Transactions</a:t>
            </a:r>
            <a:r>
              <a:rPr lang="pt-BR" dirty="0">
                <a:solidFill>
                  <a:schemeClr val="bg1">
                    <a:lumMod val="85000"/>
                  </a:schemeClr>
                </a:solidFill>
              </a:rPr>
              <a:t> for </a:t>
            </a:r>
            <a:r>
              <a:rPr lang="pt-BR" dirty="0" err="1">
                <a:solidFill>
                  <a:schemeClr val="bg1">
                    <a:lumMod val="85000"/>
                  </a:schemeClr>
                </a:solidFill>
              </a:rPr>
              <a:t>the</a:t>
            </a:r>
            <a:r>
              <a:rPr lang="pt-BR" dirty="0">
                <a:solidFill>
                  <a:schemeClr val="bg1">
                    <a:lumMod val="85000"/>
                  </a:schemeClr>
                </a:solidFill>
              </a:rPr>
              <a:t> </a:t>
            </a:r>
            <a:r>
              <a:rPr lang="pt-BR" dirty="0" err="1">
                <a:solidFill>
                  <a:schemeClr val="bg1">
                    <a:lumMod val="85000"/>
                  </a:schemeClr>
                </a:solidFill>
              </a:rPr>
              <a:t>selected</a:t>
            </a:r>
            <a:r>
              <a:rPr lang="pt-BR" dirty="0">
                <a:solidFill>
                  <a:schemeClr val="bg1">
                    <a:lumMod val="85000"/>
                  </a:schemeClr>
                </a:solidFill>
              </a:rPr>
              <a:t> players</a:t>
            </a:r>
          </a:p>
        </p:txBody>
      </p:sp>
      <p:grpSp>
        <p:nvGrpSpPr>
          <p:cNvPr id="25" name="Group 24">
            <a:extLst>
              <a:ext uri="{FF2B5EF4-FFF2-40B4-BE49-F238E27FC236}">
                <a16:creationId xmlns:a16="http://schemas.microsoft.com/office/drawing/2014/main" id="{DD046538-DA96-6742-85EC-7E8D690A0CC9}"/>
              </a:ext>
            </a:extLst>
          </p:cNvPr>
          <p:cNvGrpSpPr/>
          <p:nvPr/>
        </p:nvGrpSpPr>
        <p:grpSpPr>
          <a:xfrm>
            <a:off x="670188" y="1511462"/>
            <a:ext cx="4799673" cy="3116596"/>
            <a:chOff x="444559" y="1874242"/>
            <a:chExt cx="4456895" cy="3123719"/>
          </a:xfrm>
        </p:grpSpPr>
        <p:graphicFrame>
          <p:nvGraphicFramePr>
            <p:cNvPr id="2" name="Chart 29">
              <a:extLst>
                <a:ext uri="{FF2B5EF4-FFF2-40B4-BE49-F238E27FC236}">
                  <a16:creationId xmlns:a16="http://schemas.microsoft.com/office/drawing/2014/main" id="{17777F80-21CB-6769-CCB8-73705FC05226}"/>
                </a:ext>
              </a:extLst>
            </p:cNvPr>
            <p:cNvGraphicFramePr>
              <a:graphicFrameLocks/>
            </p:cNvGraphicFramePr>
            <p:nvPr>
              <p:extLst>
                <p:ext uri="{D42A27DB-BD31-4B8C-83A1-F6EECF244321}">
                  <p14:modId xmlns:p14="http://schemas.microsoft.com/office/powerpoint/2010/main" val="1121236945"/>
                </p:ext>
              </p:extLst>
            </p:nvPr>
          </p:nvGraphicFramePr>
          <p:xfrm>
            <a:off x="444559" y="1874242"/>
            <a:ext cx="4456895" cy="3123719"/>
          </p:xfrm>
          <a:graphic>
            <a:graphicData uri="http://schemas.openxmlformats.org/drawingml/2006/chart">
              <c:chart xmlns:c="http://schemas.openxmlformats.org/drawingml/2006/chart" xmlns:r="http://schemas.openxmlformats.org/officeDocument/2006/relationships" r:id="rId4"/>
            </a:graphicData>
          </a:graphic>
        </p:graphicFrame>
        <p:sp>
          <p:nvSpPr>
            <p:cNvPr id="11" name="Rectangle 10">
              <a:extLst>
                <a:ext uri="{FF2B5EF4-FFF2-40B4-BE49-F238E27FC236}">
                  <a16:creationId xmlns:a16="http://schemas.microsoft.com/office/drawing/2014/main" id="{FF3D8749-8B63-D1F5-6443-1B842B6CBEDC}"/>
                </a:ext>
              </a:extLst>
            </p:cNvPr>
            <p:cNvSpPr/>
            <p:nvPr/>
          </p:nvSpPr>
          <p:spPr>
            <a:xfrm>
              <a:off x="3595421" y="2839211"/>
              <a:ext cx="616993" cy="629750"/>
            </a:xfrm>
            <a:prstGeom prst="rect">
              <a:avLst/>
            </a:prstGeom>
            <a:noFill/>
            <a:ln w="15875">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mj-lt"/>
                <a:ea typeface="Source Serif Pro" panose="02040603050405020204" pitchFamily="18" charset="0"/>
              </a:endParaRPr>
            </a:p>
          </p:txBody>
        </p:sp>
        <p:sp>
          <p:nvSpPr>
            <p:cNvPr id="12" name="Rectangle 11">
              <a:extLst>
                <a:ext uri="{FF2B5EF4-FFF2-40B4-BE49-F238E27FC236}">
                  <a16:creationId xmlns:a16="http://schemas.microsoft.com/office/drawing/2014/main" id="{0BC66477-74BD-95C5-9EDF-9AFEFFBC09FE}"/>
                </a:ext>
              </a:extLst>
            </p:cNvPr>
            <p:cNvSpPr/>
            <p:nvPr/>
          </p:nvSpPr>
          <p:spPr>
            <a:xfrm>
              <a:off x="4108165" y="3762714"/>
              <a:ext cx="616993" cy="240153"/>
            </a:xfrm>
            <a:prstGeom prst="rect">
              <a:avLst/>
            </a:prstGeom>
            <a:noFill/>
            <a:ln w="15875">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mj-lt"/>
                <a:ea typeface="Source Serif Pro" panose="02040603050405020204" pitchFamily="18" charset="0"/>
              </a:endParaRPr>
            </a:p>
          </p:txBody>
        </p:sp>
      </p:grpSp>
      <p:sp>
        <p:nvSpPr>
          <p:cNvPr id="13" name="Content Placeholder 19">
            <a:extLst>
              <a:ext uri="{FF2B5EF4-FFF2-40B4-BE49-F238E27FC236}">
                <a16:creationId xmlns:a16="http://schemas.microsoft.com/office/drawing/2014/main" id="{E5A91E5C-9D46-513C-190E-32DBDD64B98C}"/>
              </a:ext>
            </a:extLst>
          </p:cNvPr>
          <p:cNvSpPr txBox="1">
            <a:spLocks/>
          </p:cNvSpPr>
          <p:nvPr/>
        </p:nvSpPr>
        <p:spPr>
          <a:xfrm>
            <a:off x="731837" y="1534846"/>
            <a:ext cx="2165271" cy="464999"/>
          </a:xfrm>
          <a:prstGeom prst="rect">
            <a:avLst/>
          </a:prstGeom>
        </p:spPr>
        <p:txBody>
          <a:bodyPr wrap="square" lIns="0" tIns="0" rIns="0" bIns="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solidFill>
                  <a:schemeClr val="bg2"/>
                </a:solidFill>
                <a:latin typeface="Poppins Medium" panose="00000600000000000000" pitchFamily="2" charset="0"/>
                <a:ea typeface="Source Serif Pro SemiBold" panose="02040703050405020204" pitchFamily="18" charset="0"/>
                <a:cs typeface="Poppins Medium" panose="00000600000000000000" pitchFamily="2" charset="0"/>
              </a:rPr>
              <a:t>Chemical Distribution Market Concentration</a:t>
            </a:r>
          </a:p>
        </p:txBody>
      </p:sp>
      <p:graphicFrame>
        <p:nvGraphicFramePr>
          <p:cNvPr id="37" name="Tabela 4351">
            <a:extLst>
              <a:ext uri="{FF2B5EF4-FFF2-40B4-BE49-F238E27FC236}">
                <a16:creationId xmlns:a16="http://schemas.microsoft.com/office/drawing/2014/main" id="{A24C7E86-C231-303D-E940-1F9F74AF2034}"/>
              </a:ext>
            </a:extLst>
          </p:cNvPr>
          <p:cNvGraphicFramePr>
            <a:graphicFrameLocks noGrp="1"/>
          </p:cNvGraphicFramePr>
          <p:nvPr>
            <p:extLst>
              <p:ext uri="{D42A27DB-BD31-4B8C-83A1-F6EECF244321}">
                <p14:modId xmlns:p14="http://schemas.microsoft.com/office/powerpoint/2010/main" val="2019633922"/>
              </p:ext>
            </p:extLst>
          </p:nvPr>
        </p:nvGraphicFramePr>
        <p:xfrm>
          <a:off x="6181970" y="1910454"/>
          <a:ext cx="5319376" cy="3999551"/>
        </p:xfrm>
        <a:graphic>
          <a:graphicData uri="http://schemas.openxmlformats.org/drawingml/2006/table">
            <a:tbl>
              <a:tblPr firstRow="1" bandRow="1"/>
              <a:tblGrid>
                <a:gridCol w="1250925">
                  <a:extLst>
                    <a:ext uri="{9D8B030D-6E8A-4147-A177-3AD203B41FA5}">
                      <a16:colId xmlns:a16="http://schemas.microsoft.com/office/drawing/2014/main" val="582680305"/>
                    </a:ext>
                  </a:extLst>
                </a:gridCol>
                <a:gridCol w="4068451">
                  <a:extLst>
                    <a:ext uri="{9D8B030D-6E8A-4147-A177-3AD203B41FA5}">
                      <a16:colId xmlns:a16="http://schemas.microsoft.com/office/drawing/2014/main" val="2085448835"/>
                    </a:ext>
                  </a:extLst>
                </a:gridCol>
              </a:tblGrid>
              <a:tr h="210434">
                <a:tc>
                  <a:txBody>
                    <a:bodyPr/>
                    <a:lstStyle>
                      <a:lvl1pPr marL="0" algn="l" defTabSz="914400" rtl="0" eaLnBrk="1" latinLnBrk="0" hangingPunct="1">
                        <a:defRPr sz="1800" kern="1200">
                          <a:solidFill>
                            <a:schemeClr val="dk1"/>
                          </a:solidFill>
                          <a:latin typeface="Source Serif Pro"/>
                        </a:defRPr>
                      </a:lvl1pPr>
                      <a:lvl2pPr marL="457200" algn="l" defTabSz="914400" rtl="0" eaLnBrk="1" latinLnBrk="0" hangingPunct="1">
                        <a:defRPr sz="1800" kern="1200">
                          <a:solidFill>
                            <a:schemeClr val="dk1"/>
                          </a:solidFill>
                          <a:latin typeface="Source Serif Pro"/>
                        </a:defRPr>
                      </a:lvl2pPr>
                      <a:lvl3pPr marL="914400" algn="l" defTabSz="914400" rtl="0" eaLnBrk="1" latinLnBrk="0" hangingPunct="1">
                        <a:defRPr sz="1800" kern="1200">
                          <a:solidFill>
                            <a:schemeClr val="dk1"/>
                          </a:solidFill>
                          <a:latin typeface="Source Serif Pro"/>
                        </a:defRPr>
                      </a:lvl3pPr>
                      <a:lvl4pPr marL="1371600" algn="l" defTabSz="914400" rtl="0" eaLnBrk="1" latinLnBrk="0" hangingPunct="1">
                        <a:defRPr sz="1800" kern="1200">
                          <a:solidFill>
                            <a:schemeClr val="dk1"/>
                          </a:solidFill>
                          <a:latin typeface="Source Serif Pro"/>
                        </a:defRPr>
                      </a:lvl4pPr>
                      <a:lvl5pPr marL="1828800" algn="l" defTabSz="914400" rtl="0" eaLnBrk="1" latinLnBrk="0" hangingPunct="1">
                        <a:defRPr sz="1800" kern="1200">
                          <a:solidFill>
                            <a:schemeClr val="dk1"/>
                          </a:solidFill>
                          <a:latin typeface="Source Serif Pro"/>
                        </a:defRPr>
                      </a:lvl5pPr>
                      <a:lvl6pPr marL="2286000" algn="l" defTabSz="914400" rtl="0" eaLnBrk="1" latinLnBrk="0" hangingPunct="1">
                        <a:defRPr sz="1800" kern="1200">
                          <a:solidFill>
                            <a:schemeClr val="dk1"/>
                          </a:solidFill>
                          <a:latin typeface="Source Serif Pro"/>
                        </a:defRPr>
                      </a:lvl6pPr>
                      <a:lvl7pPr marL="2743200" algn="l" defTabSz="914400" rtl="0" eaLnBrk="1" latinLnBrk="0" hangingPunct="1">
                        <a:defRPr sz="1800" kern="1200">
                          <a:solidFill>
                            <a:schemeClr val="dk1"/>
                          </a:solidFill>
                          <a:latin typeface="Source Serif Pro"/>
                        </a:defRPr>
                      </a:lvl7pPr>
                      <a:lvl8pPr marL="3200400" algn="l" defTabSz="914400" rtl="0" eaLnBrk="1" latinLnBrk="0" hangingPunct="1">
                        <a:defRPr sz="1800" kern="1200">
                          <a:solidFill>
                            <a:schemeClr val="dk1"/>
                          </a:solidFill>
                          <a:latin typeface="Source Serif Pro"/>
                        </a:defRPr>
                      </a:lvl8pPr>
                      <a:lvl9pPr marL="3657600" algn="l" defTabSz="914400" rtl="0" eaLnBrk="1" latinLnBrk="0" hangingPunct="1">
                        <a:defRPr sz="1800" kern="1200">
                          <a:solidFill>
                            <a:schemeClr val="dk1"/>
                          </a:solidFill>
                          <a:latin typeface="Source Serif Pro"/>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800" b="0" i="0" kern="1200" dirty="0" err="1">
                          <a:solidFill>
                            <a:schemeClr val="bg1"/>
                          </a:solidFill>
                          <a:latin typeface="Poppins Medium" panose="00000600000000000000" pitchFamily="2" charset="0"/>
                          <a:ea typeface="Source Serif Pro SemiBold" panose="02040703050405020204" pitchFamily="18" charset="0"/>
                          <a:cs typeface="Poppins Medium" panose="00000600000000000000" pitchFamily="2" charset="0"/>
                        </a:rPr>
                        <a:t>Buyer</a:t>
                      </a:r>
                      <a:endParaRPr lang="pt-BR" sz="800" b="0" i="0" kern="1200" dirty="0">
                        <a:solidFill>
                          <a:schemeClr val="bg1"/>
                        </a:solidFill>
                        <a:latin typeface="Poppins Medium" panose="00000600000000000000" pitchFamily="2" charset="0"/>
                        <a:ea typeface="Source Serif Pro SemiBold" panose="02040703050405020204" pitchFamily="18" charset="0"/>
                        <a:cs typeface="Poppins Medium" panose="00000600000000000000" pitchFamily="2" charset="0"/>
                      </a:endParaRPr>
                    </a:p>
                  </a:txBody>
                  <a:tcPr marL="108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Source Serif Pro"/>
                        </a:defRPr>
                      </a:lvl1pPr>
                      <a:lvl2pPr marL="457200" algn="l" defTabSz="914400" rtl="0" eaLnBrk="1" latinLnBrk="0" hangingPunct="1">
                        <a:defRPr sz="1800" kern="1200">
                          <a:solidFill>
                            <a:schemeClr val="dk1"/>
                          </a:solidFill>
                          <a:latin typeface="Source Serif Pro"/>
                        </a:defRPr>
                      </a:lvl2pPr>
                      <a:lvl3pPr marL="914400" algn="l" defTabSz="914400" rtl="0" eaLnBrk="1" latinLnBrk="0" hangingPunct="1">
                        <a:defRPr sz="1800" kern="1200">
                          <a:solidFill>
                            <a:schemeClr val="dk1"/>
                          </a:solidFill>
                          <a:latin typeface="Source Serif Pro"/>
                        </a:defRPr>
                      </a:lvl3pPr>
                      <a:lvl4pPr marL="1371600" algn="l" defTabSz="914400" rtl="0" eaLnBrk="1" latinLnBrk="0" hangingPunct="1">
                        <a:defRPr sz="1800" kern="1200">
                          <a:solidFill>
                            <a:schemeClr val="dk1"/>
                          </a:solidFill>
                          <a:latin typeface="Source Serif Pro"/>
                        </a:defRPr>
                      </a:lvl4pPr>
                      <a:lvl5pPr marL="1828800" algn="l" defTabSz="914400" rtl="0" eaLnBrk="1" latinLnBrk="0" hangingPunct="1">
                        <a:defRPr sz="1800" kern="1200">
                          <a:solidFill>
                            <a:schemeClr val="dk1"/>
                          </a:solidFill>
                          <a:latin typeface="Source Serif Pro"/>
                        </a:defRPr>
                      </a:lvl5pPr>
                      <a:lvl6pPr marL="2286000" algn="l" defTabSz="914400" rtl="0" eaLnBrk="1" latinLnBrk="0" hangingPunct="1">
                        <a:defRPr sz="1800" kern="1200">
                          <a:solidFill>
                            <a:schemeClr val="dk1"/>
                          </a:solidFill>
                          <a:latin typeface="Source Serif Pro"/>
                        </a:defRPr>
                      </a:lvl6pPr>
                      <a:lvl7pPr marL="2743200" algn="l" defTabSz="914400" rtl="0" eaLnBrk="1" latinLnBrk="0" hangingPunct="1">
                        <a:defRPr sz="1800" kern="1200">
                          <a:solidFill>
                            <a:schemeClr val="dk1"/>
                          </a:solidFill>
                          <a:latin typeface="Source Serif Pro"/>
                        </a:defRPr>
                      </a:lvl7pPr>
                      <a:lvl8pPr marL="3200400" algn="l" defTabSz="914400" rtl="0" eaLnBrk="1" latinLnBrk="0" hangingPunct="1">
                        <a:defRPr sz="1800" kern="1200">
                          <a:solidFill>
                            <a:schemeClr val="dk1"/>
                          </a:solidFill>
                          <a:latin typeface="Source Serif Pro"/>
                        </a:defRPr>
                      </a:lvl8pPr>
                      <a:lvl9pPr marL="3657600" algn="l" defTabSz="914400" rtl="0" eaLnBrk="1" latinLnBrk="0" hangingPunct="1">
                        <a:defRPr sz="1800" kern="1200">
                          <a:solidFill>
                            <a:schemeClr val="dk1"/>
                          </a:solidFill>
                          <a:latin typeface="Source Serif Pro"/>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dirty="0">
                          <a:ln>
                            <a:noFill/>
                          </a:ln>
                          <a:solidFill>
                            <a:schemeClr val="bg1"/>
                          </a:solidFill>
                          <a:effectLst/>
                          <a:uLnTx/>
                          <a:uFillTx/>
                          <a:latin typeface="Poppins Medium" panose="00000600000000000000" pitchFamily="2" charset="0"/>
                          <a:ea typeface="Source Serif Pro SemiBold" panose="02040703050405020204" pitchFamily="18" charset="0"/>
                          <a:cs typeface="Poppins Medium" panose="00000600000000000000" pitchFamily="2" charset="0"/>
                        </a:rPr>
                        <a:t>Targets</a:t>
                      </a:r>
                    </a:p>
                  </a:txBody>
                  <a:tcPr marL="108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194867886"/>
                  </a:ext>
                </a:extLst>
              </a:tr>
              <a:tr h="421013">
                <a:tc>
                  <a:txBody>
                    <a:bodyPr/>
                    <a:lstStyle>
                      <a:lvl1pPr marL="0" algn="l" defTabSz="914400" rtl="0" eaLnBrk="1" latinLnBrk="0" hangingPunct="1">
                        <a:defRPr sz="1800" kern="1200">
                          <a:solidFill>
                            <a:schemeClr val="dk1"/>
                          </a:solidFill>
                          <a:latin typeface="Source Serif Pro"/>
                        </a:defRPr>
                      </a:lvl1pPr>
                      <a:lvl2pPr marL="457200" algn="l" defTabSz="914400" rtl="0" eaLnBrk="1" latinLnBrk="0" hangingPunct="1">
                        <a:defRPr sz="1800" kern="1200">
                          <a:solidFill>
                            <a:schemeClr val="dk1"/>
                          </a:solidFill>
                          <a:latin typeface="Source Serif Pro"/>
                        </a:defRPr>
                      </a:lvl2pPr>
                      <a:lvl3pPr marL="914400" algn="l" defTabSz="914400" rtl="0" eaLnBrk="1" latinLnBrk="0" hangingPunct="1">
                        <a:defRPr sz="1800" kern="1200">
                          <a:solidFill>
                            <a:schemeClr val="dk1"/>
                          </a:solidFill>
                          <a:latin typeface="Source Serif Pro"/>
                        </a:defRPr>
                      </a:lvl3pPr>
                      <a:lvl4pPr marL="1371600" algn="l" defTabSz="914400" rtl="0" eaLnBrk="1" latinLnBrk="0" hangingPunct="1">
                        <a:defRPr sz="1800" kern="1200">
                          <a:solidFill>
                            <a:schemeClr val="dk1"/>
                          </a:solidFill>
                          <a:latin typeface="Source Serif Pro"/>
                        </a:defRPr>
                      </a:lvl4pPr>
                      <a:lvl5pPr marL="1828800" algn="l" defTabSz="914400" rtl="0" eaLnBrk="1" latinLnBrk="0" hangingPunct="1">
                        <a:defRPr sz="1800" kern="1200">
                          <a:solidFill>
                            <a:schemeClr val="dk1"/>
                          </a:solidFill>
                          <a:latin typeface="Source Serif Pro"/>
                        </a:defRPr>
                      </a:lvl5pPr>
                      <a:lvl6pPr marL="2286000" algn="l" defTabSz="914400" rtl="0" eaLnBrk="1" latinLnBrk="0" hangingPunct="1">
                        <a:defRPr sz="1800" kern="1200">
                          <a:solidFill>
                            <a:schemeClr val="dk1"/>
                          </a:solidFill>
                          <a:latin typeface="Source Serif Pro"/>
                        </a:defRPr>
                      </a:lvl6pPr>
                      <a:lvl7pPr marL="2743200" algn="l" defTabSz="914400" rtl="0" eaLnBrk="1" latinLnBrk="0" hangingPunct="1">
                        <a:defRPr sz="1800" kern="1200">
                          <a:solidFill>
                            <a:schemeClr val="dk1"/>
                          </a:solidFill>
                          <a:latin typeface="Source Serif Pro"/>
                        </a:defRPr>
                      </a:lvl7pPr>
                      <a:lvl8pPr marL="3200400" algn="l" defTabSz="914400" rtl="0" eaLnBrk="1" latinLnBrk="0" hangingPunct="1">
                        <a:defRPr sz="1800" kern="1200">
                          <a:solidFill>
                            <a:schemeClr val="dk1"/>
                          </a:solidFill>
                          <a:latin typeface="Source Serif Pro"/>
                        </a:defRPr>
                      </a:lvl8pPr>
                      <a:lvl9pPr marL="3657600" algn="l" defTabSz="914400" rtl="0" eaLnBrk="1" latinLnBrk="0" hangingPunct="1">
                        <a:defRPr sz="1800" kern="1200">
                          <a:solidFill>
                            <a:schemeClr val="dk1"/>
                          </a:solidFill>
                          <a:latin typeface="Source Serif Pro"/>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pt-BR" sz="800" kern="1200" dirty="0">
                        <a:solidFill>
                          <a:srgbClr val="222F44"/>
                        </a:solidFill>
                        <a:latin typeface="Source Serif Pro" panose="02040603050405020204" pitchFamily="18" charset="0"/>
                        <a:ea typeface="Source Serif Pro" panose="02040603050405020204" pitchFamily="18" charset="0"/>
                        <a:cs typeface="Arial" panose="020B0604020202020204" pitchFamily="34" charset="0"/>
                      </a:endParaRPr>
                    </a:p>
                  </a:txBody>
                  <a:tcPr marL="108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EEE7E7"/>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Source Serif Pro"/>
                        </a:defRPr>
                      </a:lvl1pPr>
                      <a:lvl2pPr marL="457200" algn="l" defTabSz="914400" rtl="0" eaLnBrk="1" latinLnBrk="0" hangingPunct="1">
                        <a:defRPr sz="1800" kern="1200">
                          <a:solidFill>
                            <a:schemeClr val="dk1"/>
                          </a:solidFill>
                          <a:latin typeface="Source Serif Pro"/>
                        </a:defRPr>
                      </a:lvl2pPr>
                      <a:lvl3pPr marL="914400" algn="l" defTabSz="914400" rtl="0" eaLnBrk="1" latinLnBrk="0" hangingPunct="1">
                        <a:defRPr sz="1800" kern="1200">
                          <a:solidFill>
                            <a:schemeClr val="dk1"/>
                          </a:solidFill>
                          <a:latin typeface="Source Serif Pro"/>
                        </a:defRPr>
                      </a:lvl3pPr>
                      <a:lvl4pPr marL="1371600" algn="l" defTabSz="914400" rtl="0" eaLnBrk="1" latinLnBrk="0" hangingPunct="1">
                        <a:defRPr sz="1800" kern="1200">
                          <a:solidFill>
                            <a:schemeClr val="dk1"/>
                          </a:solidFill>
                          <a:latin typeface="Source Serif Pro"/>
                        </a:defRPr>
                      </a:lvl4pPr>
                      <a:lvl5pPr marL="1828800" algn="l" defTabSz="914400" rtl="0" eaLnBrk="1" latinLnBrk="0" hangingPunct="1">
                        <a:defRPr sz="1800" kern="1200">
                          <a:solidFill>
                            <a:schemeClr val="dk1"/>
                          </a:solidFill>
                          <a:latin typeface="Source Serif Pro"/>
                        </a:defRPr>
                      </a:lvl5pPr>
                      <a:lvl6pPr marL="2286000" algn="l" defTabSz="914400" rtl="0" eaLnBrk="1" latinLnBrk="0" hangingPunct="1">
                        <a:defRPr sz="1800" kern="1200">
                          <a:solidFill>
                            <a:schemeClr val="dk1"/>
                          </a:solidFill>
                          <a:latin typeface="Source Serif Pro"/>
                        </a:defRPr>
                      </a:lvl6pPr>
                      <a:lvl7pPr marL="2743200" algn="l" defTabSz="914400" rtl="0" eaLnBrk="1" latinLnBrk="0" hangingPunct="1">
                        <a:defRPr sz="1800" kern="1200">
                          <a:solidFill>
                            <a:schemeClr val="dk1"/>
                          </a:solidFill>
                          <a:latin typeface="Source Serif Pro"/>
                        </a:defRPr>
                      </a:lvl7pPr>
                      <a:lvl8pPr marL="3200400" algn="l" defTabSz="914400" rtl="0" eaLnBrk="1" latinLnBrk="0" hangingPunct="1">
                        <a:defRPr sz="1800" kern="1200">
                          <a:solidFill>
                            <a:schemeClr val="dk1"/>
                          </a:solidFill>
                          <a:latin typeface="Source Serif Pro"/>
                        </a:defRPr>
                      </a:lvl8pPr>
                      <a:lvl9pPr marL="3657600" algn="l" defTabSz="914400" rtl="0" eaLnBrk="1" latinLnBrk="0" hangingPunct="1">
                        <a:defRPr sz="1800" kern="1200">
                          <a:solidFill>
                            <a:schemeClr val="dk1"/>
                          </a:solidFill>
                          <a:latin typeface="Source Serif Pro"/>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800" b="0" i="0" u="none" strike="noStrike" kern="1200" cap="none" spc="0" normalizeH="0" baseline="0" noProof="0" dirty="0">
                        <a:ln>
                          <a:noFill/>
                        </a:ln>
                        <a:solidFill>
                          <a:srgbClr val="222F44"/>
                        </a:solidFill>
                        <a:effectLst/>
                        <a:uLnTx/>
                        <a:uFillTx/>
                        <a:latin typeface="Source Serif Pro" panose="02040603050405020204" pitchFamily="18" charset="0"/>
                        <a:ea typeface="Source Serif Pro" panose="02040603050405020204" pitchFamily="18" charset="0"/>
                        <a:cs typeface="Arial" panose="020B0604020202020204" pitchFamily="34" charset="0"/>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EEE7E7"/>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9532908"/>
                  </a:ext>
                </a:extLst>
              </a:tr>
              <a:tr h="421013">
                <a:tc>
                  <a:txBody>
                    <a:bodyPr/>
                    <a:lstStyle>
                      <a:lvl1pPr marL="0" algn="l" defTabSz="914400" rtl="0" eaLnBrk="1" latinLnBrk="0" hangingPunct="1">
                        <a:defRPr sz="1800" kern="1200">
                          <a:solidFill>
                            <a:schemeClr val="dk1"/>
                          </a:solidFill>
                          <a:latin typeface="Source Serif Pro"/>
                        </a:defRPr>
                      </a:lvl1pPr>
                      <a:lvl2pPr marL="457200" algn="l" defTabSz="914400" rtl="0" eaLnBrk="1" latinLnBrk="0" hangingPunct="1">
                        <a:defRPr sz="1800" kern="1200">
                          <a:solidFill>
                            <a:schemeClr val="dk1"/>
                          </a:solidFill>
                          <a:latin typeface="Source Serif Pro"/>
                        </a:defRPr>
                      </a:lvl2pPr>
                      <a:lvl3pPr marL="914400" algn="l" defTabSz="914400" rtl="0" eaLnBrk="1" latinLnBrk="0" hangingPunct="1">
                        <a:defRPr sz="1800" kern="1200">
                          <a:solidFill>
                            <a:schemeClr val="dk1"/>
                          </a:solidFill>
                          <a:latin typeface="Source Serif Pro"/>
                        </a:defRPr>
                      </a:lvl3pPr>
                      <a:lvl4pPr marL="1371600" algn="l" defTabSz="914400" rtl="0" eaLnBrk="1" latinLnBrk="0" hangingPunct="1">
                        <a:defRPr sz="1800" kern="1200">
                          <a:solidFill>
                            <a:schemeClr val="dk1"/>
                          </a:solidFill>
                          <a:latin typeface="Source Serif Pro"/>
                        </a:defRPr>
                      </a:lvl4pPr>
                      <a:lvl5pPr marL="1828800" algn="l" defTabSz="914400" rtl="0" eaLnBrk="1" latinLnBrk="0" hangingPunct="1">
                        <a:defRPr sz="1800" kern="1200">
                          <a:solidFill>
                            <a:schemeClr val="dk1"/>
                          </a:solidFill>
                          <a:latin typeface="Source Serif Pro"/>
                        </a:defRPr>
                      </a:lvl5pPr>
                      <a:lvl6pPr marL="2286000" algn="l" defTabSz="914400" rtl="0" eaLnBrk="1" latinLnBrk="0" hangingPunct="1">
                        <a:defRPr sz="1800" kern="1200">
                          <a:solidFill>
                            <a:schemeClr val="dk1"/>
                          </a:solidFill>
                          <a:latin typeface="Source Serif Pro"/>
                        </a:defRPr>
                      </a:lvl6pPr>
                      <a:lvl7pPr marL="2743200" algn="l" defTabSz="914400" rtl="0" eaLnBrk="1" latinLnBrk="0" hangingPunct="1">
                        <a:defRPr sz="1800" kern="1200">
                          <a:solidFill>
                            <a:schemeClr val="dk1"/>
                          </a:solidFill>
                          <a:latin typeface="Source Serif Pro"/>
                        </a:defRPr>
                      </a:lvl7pPr>
                      <a:lvl8pPr marL="3200400" algn="l" defTabSz="914400" rtl="0" eaLnBrk="1" latinLnBrk="0" hangingPunct="1">
                        <a:defRPr sz="1800" kern="1200">
                          <a:solidFill>
                            <a:schemeClr val="dk1"/>
                          </a:solidFill>
                          <a:latin typeface="Source Serif Pro"/>
                        </a:defRPr>
                      </a:lvl8pPr>
                      <a:lvl9pPr marL="3657600" algn="l" defTabSz="914400" rtl="0" eaLnBrk="1" latinLnBrk="0" hangingPunct="1">
                        <a:defRPr sz="1800" kern="1200">
                          <a:solidFill>
                            <a:schemeClr val="dk1"/>
                          </a:solidFill>
                          <a:latin typeface="Source Serif Pro"/>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800" b="0" i="0" u="none" strike="noStrike" kern="1200" cap="none" spc="0" normalizeH="0" baseline="0" noProof="0" dirty="0">
                        <a:ln>
                          <a:noFill/>
                        </a:ln>
                        <a:solidFill>
                          <a:srgbClr val="222F44"/>
                        </a:solidFill>
                        <a:effectLst/>
                        <a:uLnTx/>
                        <a:uFillTx/>
                        <a:latin typeface="Source Serif Pro" panose="02040603050405020204" pitchFamily="18" charset="0"/>
                        <a:ea typeface="Source Serif Pro" panose="02040603050405020204" pitchFamily="18" charset="0"/>
                        <a:cs typeface="Arial" panose="020B0604020202020204" pitchFamily="34" charset="0"/>
                      </a:endParaRPr>
                    </a:p>
                  </a:txBody>
                  <a:tcPr marL="108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EEE7E7"/>
                      </a:solidFill>
                      <a:prstDash val="solid"/>
                      <a:round/>
                      <a:headEnd type="none" w="med" len="med"/>
                      <a:tailEnd type="none" w="med" len="med"/>
                    </a:lnT>
                    <a:lnB w="6350" cap="flat" cmpd="sng" algn="ctr">
                      <a:solidFill>
                        <a:srgbClr val="EEE7E7"/>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Source Serif Pro"/>
                        </a:defRPr>
                      </a:lvl1pPr>
                      <a:lvl2pPr marL="457200" algn="l" defTabSz="914400" rtl="0" eaLnBrk="1" latinLnBrk="0" hangingPunct="1">
                        <a:defRPr sz="1800" kern="1200">
                          <a:solidFill>
                            <a:schemeClr val="dk1"/>
                          </a:solidFill>
                          <a:latin typeface="Source Serif Pro"/>
                        </a:defRPr>
                      </a:lvl2pPr>
                      <a:lvl3pPr marL="914400" algn="l" defTabSz="914400" rtl="0" eaLnBrk="1" latinLnBrk="0" hangingPunct="1">
                        <a:defRPr sz="1800" kern="1200">
                          <a:solidFill>
                            <a:schemeClr val="dk1"/>
                          </a:solidFill>
                          <a:latin typeface="Source Serif Pro"/>
                        </a:defRPr>
                      </a:lvl3pPr>
                      <a:lvl4pPr marL="1371600" algn="l" defTabSz="914400" rtl="0" eaLnBrk="1" latinLnBrk="0" hangingPunct="1">
                        <a:defRPr sz="1800" kern="1200">
                          <a:solidFill>
                            <a:schemeClr val="dk1"/>
                          </a:solidFill>
                          <a:latin typeface="Source Serif Pro"/>
                        </a:defRPr>
                      </a:lvl4pPr>
                      <a:lvl5pPr marL="1828800" algn="l" defTabSz="914400" rtl="0" eaLnBrk="1" latinLnBrk="0" hangingPunct="1">
                        <a:defRPr sz="1800" kern="1200">
                          <a:solidFill>
                            <a:schemeClr val="dk1"/>
                          </a:solidFill>
                          <a:latin typeface="Source Serif Pro"/>
                        </a:defRPr>
                      </a:lvl5pPr>
                      <a:lvl6pPr marL="2286000" algn="l" defTabSz="914400" rtl="0" eaLnBrk="1" latinLnBrk="0" hangingPunct="1">
                        <a:defRPr sz="1800" kern="1200">
                          <a:solidFill>
                            <a:schemeClr val="dk1"/>
                          </a:solidFill>
                          <a:latin typeface="Source Serif Pro"/>
                        </a:defRPr>
                      </a:lvl6pPr>
                      <a:lvl7pPr marL="2743200" algn="l" defTabSz="914400" rtl="0" eaLnBrk="1" latinLnBrk="0" hangingPunct="1">
                        <a:defRPr sz="1800" kern="1200">
                          <a:solidFill>
                            <a:schemeClr val="dk1"/>
                          </a:solidFill>
                          <a:latin typeface="Source Serif Pro"/>
                        </a:defRPr>
                      </a:lvl7pPr>
                      <a:lvl8pPr marL="3200400" algn="l" defTabSz="914400" rtl="0" eaLnBrk="1" latinLnBrk="0" hangingPunct="1">
                        <a:defRPr sz="1800" kern="1200">
                          <a:solidFill>
                            <a:schemeClr val="dk1"/>
                          </a:solidFill>
                          <a:latin typeface="Source Serif Pro"/>
                        </a:defRPr>
                      </a:lvl8pPr>
                      <a:lvl9pPr marL="3657600" algn="l" defTabSz="914400" rtl="0" eaLnBrk="1" latinLnBrk="0" hangingPunct="1">
                        <a:defRPr sz="1800" kern="1200">
                          <a:solidFill>
                            <a:schemeClr val="dk1"/>
                          </a:solidFill>
                          <a:latin typeface="Source Serif Pro"/>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800" b="0" i="0" u="none" strike="noStrike" kern="1200" cap="none" spc="0" normalizeH="0" baseline="0" noProof="0" dirty="0">
                        <a:ln>
                          <a:noFill/>
                        </a:ln>
                        <a:solidFill>
                          <a:srgbClr val="222F44"/>
                        </a:solidFill>
                        <a:effectLst/>
                        <a:uLnTx/>
                        <a:uFillTx/>
                        <a:latin typeface="Source Serif Pro" panose="02040603050405020204" pitchFamily="18" charset="0"/>
                        <a:ea typeface="Source Serif Pro" panose="02040603050405020204" pitchFamily="18" charset="0"/>
                        <a:cs typeface="Arial" panose="020B0604020202020204" pitchFamily="34" charset="0"/>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EEE7E7"/>
                      </a:solidFill>
                      <a:prstDash val="solid"/>
                      <a:round/>
                      <a:headEnd type="none" w="med" len="med"/>
                      <a:tailEnd type="none" w="med" len="med"/>
                    </a:lnT>
                    <a:lnB w="6350" cap="flat" cmpd="sng" algn="ctr">
                      <a:solidFill>
                        <a:srgbClr val="EEE7E7"/>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56066001"/>
                  </a:ext>
                </a:extLst>
              </a:tr>
              <a:tr h="4210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800" b="0" i="0" u="none" strike="noStrike" kern="1200" cap="none" spc="0" normalizeH="0" baseline="0" noProof="0" dirty="0">
                        <a:ln>
                          <a:noFill/>
                        </a:ln>
                        <a:solidFill>
                          <a:srgbClr val="222F44"/>
                        </a:solidFill>
                        <a:effectLst/>
                        <a:uLnTx/>
                        <a:uFillTx/>
                        <a:latin typeface="Source Serif Pro" panose="02040603050405020204" pitchFamily="18" charset="0"/>
                        <a:ea typeface="Source Serif Pro" panose="02040603050405020204" pitchFamily="18" charset="0"/>
                        <a:cs typeface="Arial" panose="020B0604020202020204" pitchFamily="34" charset="0"/>
                      </a:endParaRPr>
                    </a:p>
                  </a:txBody>
                  <a:tcPr marL="108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EEE7E7"/>
                      </a:solidFill>
                      <a:prstDash val="solid"/>
                      <a:round/>
                      <a:headEnd type="none" w="med" len="med"/>
                      <a:tailEnd type="none" w="med" len="med"/>
                    </a:lnT>
                    <a:lnB w="6350" cap="flat" cmpd="sng" algn="ctr">
                      <a:solidFill>
                        <a:srgbClr val="EEE7E7"/>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800" b="0" i="0" u="none" strike="noStrike" kern="1200" cap="none" spc="0" normalizeH="0" baseline="0" noProof="0" dirty="0">
                        <a:ln>
                          <a:noFill/>
                        </a:ln>
                        <a:solidFill>
                          <a:srgbClr val="222F44"/>
                        </a:solidFill>
                        <a:effectLst/>
                        <a:uLnTx/>
                        <a:uFillTx/>
                        <a:latin typeface="Source Serif Pro" panose="02040603050405020204" pitchFamily="18" charset="0"/>
                        <a:ea typeface="Source Serif Pro" panose="02040603050405020204" pitchFamily="18" charset="0"/>
                        <a:cs typeface="Arial" panose="020B0604020202020204" pitchFamily="34" charset="0"/>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EEE7E7"/>
                      </a:solidFill>
                      <a:prstDash val="solid"/>
                      <a:round/>
                      <a:headEnd type="none" w="med" len="med"/>
                      <a:tailEnd type="none" w="med" len="med"/>
                    </a:lnT>
                    <a:lnB w="6350" cap="flat" cmpd="sng" algn="ctr">
                      <a:solidFill>
                        <a:srgbClr val="EEE7E7"/>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5698634"/>
                  </a:ext>
                </a:extLst>
              </a:tr>
              <a:tr h="4210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800" b="0" i="0" u="none" strike="noStrike" kern="1200" cap="none" spc="0" normalizeH="0" baseline="0" noProof="0" dirty="0">
                        <a:ln>
                          <a:noFill/>
                        </a:ln>
                        <a:solidFill>
                          <a:srgbClr val="222F44"/>
                        </a:solidFill>
                        <a:effectLst/>
                        <a:uLnTx/>
                        <a:uFillTx/>
                        <a:latin typeface="Source Serif Pro" panose="02040603050405020204" pitchFamily="18" charset="0"/>
                        <a:ea typeface="Source Serif Pro" panose="02040603050405020204" pitchFamily="18" charset="0"/>
                        <a:cs typeface="Arial" panose="020B0604020202020204" pitchFamily="34" charset="0"/>
                      </a:endParaRPr>
                    </a:p>
                  </a:txBody>
                  <a:tcPr marL="108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EEE7E7"/>
                      </a:solidFill>
                      <a:prstDash val="solid"/>
                      <a:round/>
                      <a:headEnd type="none" w="med" len="med"/>
                      <a:tailEnd type="none" w="med" len="med"/>
                    </a:lnT>
                    <a:lnB w="6350" cap="flat" cmpd="sng" algn="ctr">
                      <a:solidFill>
                        <a:srgbClr val="EEE7E7"/>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800" b="0" i="0" u="none" strike="noStrike" kern="1200" cap="none" spc="0" normalizeH="0" baseline="0" noProof="0" dirty="0">
                        <a:ln>
                          <a:noFill/>
                        </a:ln>
                        <a:solidFill>
                          <a:srgbClr val="222F44"/>
                        </a:solidFill>
                        <a:effectLst/>
                        <a:uLnTx/>
                        <a:uFillTx/>
                        <a:latin typeface="Source Serif Pro" panose="02040603050405020204" pitchFamily="18" charset="0"/>
                        <a:ea typeface="Source Serif Pro" panose="02040603050405020204" pitchFamily="18" charset="0"/>
                        <a:cs typeface="Arial" panose="020B0604020202020204" pitchFamily="34" charset="0"/>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EEE7E7"/>
                      </a:solidFill>
                      <a:prstDash val="solid"/>
                      <a:round/>
                      <a:headEnd type="none" w="med" len="med"/>
                      <a:tailEnd type="none" w="med" len="med"/>
                    </a:lnT>
                    <a:lnB w="6350" cap="flat" cmpd="sng" algn="ctr">
                      <a:solidFill>
                        <a:srgbClr val="EEE7E7"/>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22902889"/>
                  </a:ext>
                </a:extLst>
              </a:tr>
              <a:tr h="421013">
                <a:tc>
                  <a:txBody>
                    <a:bodyPr/>
                    <a:lstStyle>
                      <a:lvl1pPr marL="0" algn="l" defTabSz="914400" rtl="0" eaLnBrk="1" latinLnBrk="0" hangingPunct="1">
                        <a:defRPr sz="1800" kern="1200">
                          <a:solidFill>
                            <a:schemeClr val="dk1"/>
                          </a:solidFill>
                          <a:latin typeface="Source Serif Pro"/>
                        </a:defRPr>
                      </a:lvl1pPr>
                      <a:lvl2pPr marL="457200" algn="l" defTabSz="914400" rtl="0" eaLnBrk="1" latinLnBrk="0" hangingPunct="1">
                        <a:defRPr sz="1800" kern="1200">
                          <a:solidFill>
                            <a:schemeClr val="dk1"/>
                          </a:solidFill>
                          <a:latin typeface="Source Serif Pro"/>
                        </a:defRPr>
                      </a:lvl2pPr>
                      <a:lvl3pPr marL="914400" algn="l" defTabSz="914400" rtl="0" eaLnBrk="1" latinLnBrk="0" hangingPunct="1">
                        <a:defRPr sz="1800" kern="1200">
                          <a:solidFill>
                            <a:schemeClr val="dk1"/>
                          </a:solidFill>
                          <a:latin typeface="Source Serif Pro"/>
                        </a:defRPr>
                      </a:lvl3pPr>
                      <a:lvl4pPr marL="1371600" algn="l" defTabSz="914400" rtl="0" eaLnBrk="1" latinLnBrk="0" hangingPunct="1">
                        <a:defRPr sz="1800" kern="1200">
                          <a:solidFill>
                            <a:schemeClr val="dk1"/>
                          </a:solidFill>
                          <a:latin typeface="Source Serif Pro"/>
                        </a:defRPr>
                      </a:lvl4pPr>
                      <a:lvl5pPr marL="1828800" algn="l" defTabSz="914400" rtl="0" eaLnBrk="1" latinLnBrk="0" hangingPunct="1">
                        <a:defRPr sz="1800" kern="1200">
                          <a:solidFill>
                            <a:schemeClr val="dk1"/>
                          </a:solidFill>
                          <a:latin typeface="Source Serif Pro"/>
                        </a:defRPr>
                      </a:lvl5pPr>
                      <a:lvl6pPr marL="2286000" algn="l" defTabSz="914400" rtl="0" eaLnBrk="1" latinLnBrk="0" hangingPunct="1">
                        <a:defRPr sz="1800" kern="1200">
                          <a:solidFill>
                            <a:schemeClr val="dk1"/>
                          </a:solidFill>
                          <a:latin typeface="Source Serif Pro"/>
                        </a:defRPr>
                      </a:lvl6pPr>
                      <a:lvl7pPr marL="2743200" algn="l" defTabSz="914400" rtl="0" eaLnBrk="1" latinLnBrk="0" hangingPunct="1">
                        <a:defRPr sz="1800" kern="1200">
                          <a:solidFill>
                            <a:schemeClr val="dk1"/>
                          </a:solidFill>
                          <a:latin typeface="Source Serif Pro"/>
                        </a:defRPr>
                      </a:lvl7pPr>
                      <a:lvl8pPr marL="3200400" algn="l" defTabSz="914400" rtl="0" eaLnBrk="1" latinLnBrk="0" hangingPunct="1">
                        <a:defRPr sz="1800" kern="1200">
                          <a:solidFill>
                            <a:schemeClr val="dk1"/>
                          </a:solidFill>
                          <a:latin typeface="Source Serif Pro"/>
                        </a:defRPr>
                      </a:lvl8pPr>
                      <a:lvl9pPr marL="3657600" algn="l" defTabSz="914400" rtl="0" eaLnBrk="1" latinLnBrk="0" hangingPunct="1">
                        <a:defRPr sz="1800" kern="1200">
                          <a:solidFill>
                            <a:schemeClr val="dk1"/>
                          </a:solidFill>
                          <a:latin typeface="Source Serif Pro"/>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800" b="0" i="1" u="none" strike="noStrike" kern="1200" cap="none" spc="0" normalizeH="0" baseline="0" noProof="0" dirty="0">
                        <a:ln>
                          <a:noFill/>
                        </a:ln>
                        <a:solidFill>
                          <a:srgbClr val="D3A93D"/>
                        </a:solidFill>
                        <a:effectLst/>
                        <a:uLnTx/>
                        <a:uFillTx/>
                        <a:latin typeface="Source Serif Pro" panose="02040603050405020204" pitchFamily="18" charset="0"/>
                        <a:ea typeface="Source Serif Pro" panose="02040603050405020204" pitchFamily="18" charset="0"/>
                        <a:cs typeface="Arial" panose="020B0604020202020204" pitchFamily="34" charset="0"/>
                      </a:endParaRPr>
                    </a:p>
                  </a:txBody>
                  <a:tcPr marL="108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EEE7E7"/>
                      </a:solidFill>
                      <a:prstDash val="solid"/>
                      <a:round/>
                      <a:headEnd type="none" w="med" len="med"/>
                      <a:tailEnd type="none" w="med" len="med"/>
                    </a:lnT>
                    <a:lnB w="6350" cap="flat" cmpd="sng" algn="ctr">
                      <a:solidFill>
                        <a:srgbClr val="EEE7E7"/>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Source Serif Pro"/>
                        </a:defRPr>
                      </a:lvl1pPr>
                      <a:lvl2pPr marL="457200" algn="l" defTabSz="914400" rtl="0" eaLnBrk="1" latinLnBrk="0" hangingPunct="1">
                        <a:defRPr sz="1800" kern="1200">
                          <a:solidFill>
                            <a:schemeClr val="dk1"/>
                          </a:solidFill>
                          <a:latin typeface="Source Serif Pro"/>
                        </a:defRPr>
                      </a:lvl2pPr>
                      <a:lvl3pPr marL="914400" algn="l" defTabSz="914400" rtl="0" eaLnBrk="1" latinLnBrk="0" hangingPunct="1">
                        <a:defRPr sz="1800" kern="1200">
                          <a:solidFill>
                            <a:schemeClr val="dk1"/>
                          </a:solidFill>
                          <a:latin typeface="Source Serif Pro"/>
                        </a:defRPr>
                      </a:lvl3pPr>
                      <a:lvl4pPr marL="1371600" algn="l" defTabSz="914400" rtl="0" eaLnBrk="1" latinLnBrk="0" hangingPunct="1">
                        <a:defRPr sz="1800" kern="1200">
                          <a:solidFill>
                            <a:schemeClr val="dk1"/>
                          </a:solidFill>
                          <a:latin typeface="Source Serif Pro"/>
                        </a:defRPr>
                      </a:lvl4pPr>
                      <a:lvl5pPr marL="1828800" algn="l" defTabSz="914400" rtl="0" eaLnBrk="1" latinLnBrk="0" hangingPunct="1">
                        <a:defRPr sz="1800" kern="1200">
                          <a:solidFill>
                            <a:schemeClr val="dk1"/>
                          </a:solidFill>
                          <a:latin typeface="Source Serif Pro"/>
                        </a:defRPr>
                      </a:lvl5pPr>
                      <a:lvl6pPr marL="2286000" algn="l" defTabSz="914400" rtl="0" eaLnBrk="1" latinLnBrk="0" hangingPunct="1">
                        <a:defRPr sz="1800" kern="1200">
                          <a:solidFill>
                            <a:schemeClr val="dk1"/>
                          </a:solidFill>
                          <a:latin typeface="Source Serif Pro"/>
                        </a:defRPr>
                      </a:lvl6pPr>
                      <a:lvl7pPr marL="2743200" algn="l" defTabSz="914400" rtl="0" eaLnBrk="1" latinLnBrk="0" hangingPunct="1">
                        <a:defRPr sz="1800" kern="1200">
                          <a:solidFill>
                            <a:schemeClr val="dk1"/>
                          </a:solidFill>
                          <a:latin typeface="Source Serif Pro"/>
                        </a:defRPr>
                      </a:lvl7pPr>
                      <a:lvl8pPr marL="3200400" algn="l" defTabSz="914400" rtl="0" eaLnBrk="1" latinLnBrk="0" hangingPunct="1">
                        <a:defRPr sz="1800" kern="1200">
                          <a:solidFill>
                            <a:schemeClr val="dk1"/>
                          </a:solidFill>
                          <a:latin typeface="Source Serif Pro"/>
                        </a:defRPr>
                      </a:lvl8pPr>
                      <a:lvl9pPr marL="3657600" algn="l" defTabSz="914400" rtl="0" eaLnBrk="1" latinLnBrk="0" hangingPunct="1">
                        <a:defRPr sz="1800" kern="1200">
                          <a:solidFill>
                            <a:schemeClr val="dk1"/>
                          </a:solidFill>
                          <a:latin typeface="Source Serif Pro"/>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800" b="0" i="0" u="none" strike="noStrike" kern="1200" cap="none" spc="0" normalizeH="0" baseline="0" noProof="0" dirty="0">
                        <a:ln>
                          <a:noFill/>
                        </a:ln>
                        <a:solidFill>
                          <a:srgbClr val="D3A93D"/>
                        </a:solidFill>
                        <a:effectLst/>
                        <a:uLnTx/>
                        <a:uFillTx/>
                        <a:latin typeface="Source Serif Pro" panose="02040603050405020204" pitchFamily="18" charset="0"/>
                        <a:ea typeface="Source Serif Pro" panose="02040603050405020204" pitchFamily="18" charset="0"/>
                        <a:cs typeface="Arial" panose="020B0604020202020204" pitchFamily="34" charset="0"/>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EEE7E7"/>
                      </a:solidFill>
                      <a:prstDash val="solid"/>
                      <a:round/>
                      <a:headEnd type="none" w="med" len="med"/>
                      <a:tailEnd type="none" w="med" len="med"/>
                    </a:lnT>
                    <a:lnB w="6350" cap="flat" cmpd="sng" algn="ctr">
                      <a:solidFill>
                        <a:srgbClr val="EEE7E7"/>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8543230"/>
                  </a:ext>
                </a:extLst>
              </a:tr>
              <a:tr h="421013">
                <a:tc>
                  <a:txBody>
                    <a:bodyPr/>
                    <a:lstStyle>
                      <a:lvl1pPr marL="0" algn="l" defTabSz="914400" rtl="0" eaLnBrk="1" latinLnBrk="0" hangingPunct="1">
                        <a:defRPr sz="1800" kern="1200">
                          <a:solidFill>
                            <a:schemeClr val="dk1"/>
                          </a:solidFill>
                          <a:latin typeface="Source Serif Pro"/>
                        </a:defRPr>
                      </a:lvl1pPr>
                      <a:lvl2pPr marL="457200" algn="l" defTabSz="914400" rtl="0" eaLnBrk="1" latinLnBrk="0" hangingPunct="1">
                        <a:defRPr sz="1800" kern="1200">
                          <a:solidFill>
                            <a:schemeClr val="dk1"/>
                          </a:solidFill>
                          <a:latin typeface="Source Serif Pro"/>
                        </a:defRPr>
                      </a:lvl2pPr>
                      <a:lvl3pPr marL="914400" algn="l" defTabSz="914400" rtl="0" eaLnBrk="1" latinLnBrk="0" hangingPunct="1">
                        <a:defRPr sz="1800" kern="1200">
                          <a:solidFill>
                            <a:schemeClr val="dk1"/>
                          </a:solidFill>
                          <a:latin typeface="Source Serif Pro"/>
                        </a:defRPr>
                      </a:lvl3pPr>
                      <a:lvl4pPr marL="1371600" algn="l" defTabSz="914400" rtl="0" eaLnBrk="1" latinLnBrk="0" hangingPunct="1">
                        <a:defRPr sz="1800" kern="1200">
                          <a:solidFill>
                            <a:schemeClr val="dk1"/>
                          </a:solidFill>
                          <a:latin typeface="Source Serif Pro"/>
                        </a:defRPr>
                      </a:lvl4pPr>
                      <a:lvl5pPr marL="1828800" algn="l" defTabSz="914400" rtl="0" eaLnBrk="1" latinLnBrk="0" hangingPunct="1">
                        <a:defRPr sz="1800" kern="1200">
                          <a:solidFill>
                            <a:schemeClr val="dk1"/>
                          </a:solidFill>
                          <a:latin typeface="Source Serif Pro"/>
                        </a:defRPr>
                      </a:lvl5pPr>
                      <a:lvl6pPr marL="2286000" algn="l" defTabSz="914400" rtl="0" eaLnBrk="1" latinLnBrk="0" hangingPunct="1">
                        <a:defRPr sz="1800" kern="1200">
                          <a:solidFill>
                            <a:schemeClr val="dk1"/>
                          </a:solidFill>
                          <a:latin typeface="Source Serif Pro"/>
                        </a:defRPr>
                      </a:lvl6pPr>
                      <a:lvl7pPr marL="2743200" algn="l" defTabSz="914400" rtl="0" eaLnBrk="1" latinLnBrk="0" hangingPunct="1">
                        <a:defRPr sz="1800" kern="1200">
                          <a:solidFill>
                            <a:schemeClr val="dk1"/>
                          </a:solidFill>
                          <a:latin typeface="Source Serif Pro"/>
                        </a:defRPr>
                      </a:lvl7pPr>
                      <a:lvl8pPr marL="3200400" algn="l" defTabSz="914400" rtl="0" eaLnBrk="1" latinLnBrk="0" hangingPunct="1">
                        <a:defRPr sz="1800" kern="1200">
                          <a:solidFill>
                            <a:schemeClr val="dk1"/>
                          </a:solidFill>
                          <a:latin typeface="Source Serif Pro"/>
                        </a:defRPr>
                      </a:lvl8pPr>
                      <a:lvl9pPr marL="3657600" algn="l" defTabSz="914400" rtl="0" eaLnBrk="1" latinLnBrk="0" hangingPunct="1">
                        <a:defRPr sz="1800" kern="1200">
                          <a:solidFill>
                            <a:schemeClr val="dk1"/>
                          </a:solidFill>
                          <a:latin typeface="Source Serif Pro"/>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800" b="0" i="0" u="none" strike="noStrike" kern="1200" cap="none" spc="0" normalizeH="0" baseline="0" noProof="0" dirty="0">
                        <a:ln>
                          <a:noFill/>
                        </a:ln>
                        <a:solidFill>
                          <a:srgbClr val="222F44"/>
                        </a:solidFill>
                        <a:effectLst/>
                        <a:uLnTx/>
                        <a:uFillTx/>
                        <a:latin typeface="Source Serif Pro" panose="02040603050405020204" pitchFamily="18" charset="0"/>
                        <a:ea typeface="Source Serif Pro" panose="02040603050405020204" pitchFamily="18" charset="0"/>
                        <a:cs typeface="Arial" panose="020B0604020202020204" pitchFamily="34" charset="0"/>
                      </a:endParaRPr>
                    </a:p>
                  </a:txBody>
                  <a:tcPr marL="108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EEE7E7"/>
                      </a:solidFill>
                      <a:prstDash val="solid"/>
                      <a:round/>
                      <a:headEnd type="none" w="med" len="med"/>
                      <a:tailEnd type="none" w="med" len="med"/>
                    </a:lnT>
                    <a:lnB w="6350" cap="flat" cmpd="sng" algn="ctr">
                      <a:solidFill>
                        <a:srgbClr val="EEE7E7"/>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Source Serif Pro"/>
                        </a:defRPr>
                      </a:lvl1pPr>
                      <a:lvl2pPr marL="457200" algn="l" defTabSz="914400" rtl="0" eaLnBrk="1" latinLnBrk="0" hangingPunct="1">
                        <a:defRPr sz="1800" kern="1200">
                          <a:solidFill>
                            <a:schemeClr val="dk1"/>
                          </a:solidFill>
                          <a:latin typeface="Source Serif Pro"/>
                        </a:defRPr>
                      </a:lvl2pPr>
                      <a:lvl3pPr marL="914400" algn="l" defTabSz="914400" rtl="0" eaLnBrk="1" latinLnBrk="0" hangingPunct="1">
                        <a:defRPr sz="1800" kern="1200">
                          <a:solidFill>
                            <a:schemeClr val="dk1"/>
                          </a:solidFill>
                          <a:latin typeface="Source Serif Pro"/>
                        </a:defRPr>
                      </a:lvl3pPr>
                      <a:lvl4pPr marL="1371600" algn="l" defTabSz="914400" rtl="0" eaLnBrk="1" latinLnBrk="0" hangingPunct="1">
                        <a:defRPr sz="1800" kern="1200">
                          <a:solidFill>
                            <a:schemeClr val="dk1"/>
                          </a:solidFill>
                          <a:latin typeface="Source Serif Pro"/>
                        </a:defRPr>
                      </a:lvl4pPr>
                      <a:lvl5pPr marL="1828800" algn="l" defTabSz="914400" rtl="0" eaLnBrk="1" latinLnBrk="0" hangingPunct="1">
                        <a:defRPr sz="1800" kern="1200">
                          <a:solidFill>
                            <a:schemeClr val="dk1"/>
                          </a:solidFill>
                          <a:latin typeface="Source Serif Pro"/>
                        </a:defRPr>
                      </a:lvl5pPr>
                      <a:lvl6pPr marL="2286000" algn="l" defTabSz="914400" rtl="0" eaLnBrk="1" latinLnBrk="0" hangingPunct="1">
                        <a:defRPr sz="1800" kern="1200">
                          <a:solidFill>
                            <a:schemeClr val="dk1"/>
                          </a:solidFill>
                          <a:latin typeface="Source Serif Pro"/>
                        </a:defRPr>
                      </a:lvl6pPr>
                      <a:lvl7pPr marL="2743200" algn="l" defTabSz="914400" rtl="0" eaLnBrk="1" latinLnBrk="0" hangingPunct="1">
                        <a:defRPr sz="1800" kern="1200">
                          <a:solidFill>
                            <a:schemeClr val="dk1"/>
                          </a:solidFill>
                          <a:latin typeface="Source Serif Pro"/>
                        </a:defRPr>
                      </a:lvl7pPr>
                      <a:lvl8pPr marL="3200400" algn="l" defTabSz="914400" rtl="0" eaLnBrk="1" latinLnBrk="0" hangingPunct="1">
                        <a:defRPr sz="1800" kern="1200">
                          <a:solidFill>
                            <a:schemeClr val="dk1"/>
                          </a:solidFill>
                          <a:latin typeface="Source Serif Pro"/>
                        </a:defRPr>
                      </a:lvl8pPr>
                      <a:lvl9pPr marL="3657600" algn="l" defTabSz="914400" rtl="0" eaLnBrk="1" latinLnBrk="0" hangingPunct="1">
                        <a:defRPr sz="1800" kern="1200">
                          <a:solidFill>
                            <a:schemeClr val="dk1"/>
                          </a:solidFill>
                          <a:latin typeface="Source Serif Pro"/>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800" b="0" i="0" u="none" strike="noStrike" kern="1200" cap="none" spc="0" normalizeH="0" baseline="0" noProof="0" dirty="0">
                        <a:ln>
                          <a:noFill/>
                        </a:ln>
                        <a:solidFill>
                          <a:srgbClr val="222F44"/>
                        </a:solidFill>
                        <a:effectLst/>
                        <a:uLnTx/>
                        <a:uFillTx/>
                        <a:latin typeface="Source Serif Pro" panose="02040603050405020204" pitchFamily="18" charset="0"/>
                        <a:ea typeface="Source Serif Pro" panose="02040603050405020204" pitchFamily="18" charset="0"/>
                        <a:cs typeface="Arial" panose="020B0604020202020204" pitchFamily="34" charset="0"/>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EEE7E7"/>
                      </a:solidFill>
                      <a:prstDash val="solid"/>
                      <a:round/>
                      <a:headEnd type="none" w="med" len="med"/>
                      <a:tailEnd type="none" w="med" len="med"/>
                    </a:lnT>
                    <a:lnB w="6350" cap="flat" cmpd="sng" algn="ctr">
                      <a:solidFill>
                        <a:srgbClr val="EEE7E7"/>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0674365"/>
                  </a:ext>
                </a:extLst>
              </a:tr>
              <a:tr h="4210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800" b="0" i="0" u="none" strike="noStrike" kern="1200" cap="none" spc="0" normalizeH="0" baseline="0" noProof="0" dirty="0">
                        <a:ln>
                          <a:noFill/>
                        </a:ln>
                        <a:solidFill>
                          <a:srgbClr val="222F44"/>
                        </a:solidFill>
                        <a:effectLst/>
                        <a:uLnTx/>
                        <a:uFillTx/>
                        <a:latin typeface="Source Serif Pro" panose="02040603050405020204" pitchFamily="18" charset="0"/>
                        <a:ea typeface="Source Serif Pro" panose="02040603050405020204" pitchFamily="18" charset="0"/>
                        <a:cs typeface="Arial" panose="020B0604020202020204" pitchFamily="34" charset="0"/>
                      </a:endParaRPr>
                    </a:p>
                  </a:txBody>
                  <a:tcPr marL="108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EEE7E7"/>
                      </a:solidFill>
                      <a:prstDash val="solid"/>
                      <a:round/>
                      <a:headEnd type="none" w="med" len="med"/>
                      <a:tailEnd type="none" w="med" len="med"/>
                    </a:lnT>
                    <a:lnB w="6350" cap="flat" cmpd="sng" algn="ctr">
                      <a:solidFill>
                        <a:srgbClr val="EEE7E7"/>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800" b="0" i="0" u="none" strike="noStrike" kern="1200" cap="none" spc="0" normalizeH="0" baseline="0" noProof="0" dirty="0">
                        <a:ln>
                          <a:noFill/>
                        </a:ln>
                        <a:solidFill>
                          <a:srgbClr val="222F44"/>
                        </a:solidFill>
                        <a:effectLst/>
                        <a:uLnTx/>
                        <a:uFillTx/>
                        <a:latin typeface="Source Serif Pro" panose="02040603050405020204" pitchFamily="18" charset="0"/>
                        <a:ea typeface="Source Serif Pro" panose="02040603050405020204" pitchFamily="18" charset="0"/>
                        <a:cs typeface="Arial" panose="020B0604020202020204" pitchFamily="34" charset="0"/>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EEE7E7"/>
                      </a:solidFill>
                      <a:prstDash val="solid"/>
                      <a:round/>
                      <a:headEnd type="none" w="med" len="med"/>
                      <a:tailEnd type="none" w="med" len="med"/>
                    </a:lnT>
                    <a:lnB w="6350" cap="flat" cmpd="sng" algn="ctr">
                      <a:solidFill>
                        <a:srgbClr val="EEE7E7"/>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8002008"/>
                  </a:ext>
                </a:extLst>
              </a:tr>
              <a:tr h="4210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800" b="0" i="0" u="none" strike="noStrike" kern="1200" cap="none" spc="0" normalizeH="0" baseline="0" noProof="0" dirty="0">
                        <a:ln>
                          <a:noFill/>
                        </a:ln>
                        <a:solidFill>
                          <a:srgbClr val="222F44"/>
                        </a:solidFill>
                        <a:effectLst/>
                        <a:uLnTx/>
                        <a:uFillTx/>
                        <a:latin typeface="Source Serif Pro" panose="02040603050405020204" pitchFamily="18" charset="0"/>
                        <a:ea typeface="Source Serif Pro" panose="02040603050405020204" pitchFamily="18" charset="0"/>
                        <a:cs typeface="Arial" panose="020B0604020202020204" pitchFamily="34" charset="0"/>
                      </a:endParaRPr>
                    </a:p>
                  </a:txBody>
                  <a:tcPr marL="108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EEE7E7"/>
                      </a:solidFill>
                      <a:prstDash val="solid"/>
                      <a:round/>
                      <a:headEnd type="none" w="med" len="med"/>
                      <a:tailEnd type="none" w="med" len="med"/>
                    </a:lnT>
                    <a:lnB w="6350" cap="flat" cmpd="sng" algn="ctr">
                      <a:solidFill>
                        <a:srgbClr val="EEE7E7"/>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800" b="0" i="0" u="none" strike="noStrike" kern="1200" cap="none" spc="0" normalizeH="0" baseline="0" noProof="0" dirty="0">
                        <a:ln>
                          <a:noFill/>
                        </a:ln>
                        <a:solidFill>
                          <a:srgbClr val="222F44"/>
                        </a:solidFill>
                        <a:effectLst/>
                        <a:uLnTx/>
                        <a:uFillTx/>
                        <a:latin typeface="Source Serif Pro" panose="02040603050405020204" pitchFamily="18" charset="0"/>
                        <a:ea typeface="Source Serif Pro" panose="02040603050405020204" pitchFamily="18" charset="0"/>
                        <a:cs typeface="Arial" panose="020B0604020202020204" pitchFamily="34" charset="0"/>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EEE7E7"/>
                      </a:solidFill>
                      <a:prstDash val="solid"/>
                      <a:round/>
                      <a:headEnd type="none" w="med" len="med"/>
                      <a:tailEnd type="none" w="med" len="med"/>
                    </a:lnT>
                    <a:lnB w="6350" cap="flat" cmpd="sng" algn="ctr">
                      <a:solidFill>
                        <a:srgbClr val="EEE7E7"/>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3079532"/>
                  </a:ext>
                </a:extLst>
              </a:tr>
              <a:tr h="4210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800" b="0" i="0" u="none" strike="noStrike" kern="1200" cap="none" spc="0" normalizeH="0" baseline="0" noProof="0" dirty="0">
                        <a:ln>
                          <a:noFill/>
                        </a:ln>
                        <a:solidFill>
                          <a:srgbClr val="222F44"/>
                        </a:solidFill>
                        <a:effectLst/>
                        <a:uLnTx/>
                        <a:uFillTx/>
                        <a:latin typeface="Source Serif Pro" panose="02040603050405020204" pitchFamily="18" charset="0"/>
                        <a:ea typeface="Source Serif Pro" panose="02040603050405020204" pitchFamily="18" charset="0"/>
                        <a:cs typeface="Arial" panose="020B0604020202020204" pitchFamily="34" charset="0"/>
                      </a:endParaRPr>
                    </a:p>
                  </a:txBody>
                  <a:tcPr marL="108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EEE7E7"/>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800" b="0" i="0" u="none" strike="noStrike" kern="1200" cap="none" spc="0" normalizeH="0" baseline="0" noProof="0" dirty="0">
                        <a:ln>
                          <a:noFill/>
                        </a:ln>
                        <a:solidFill>
                          <a:srgbClr val="222F44"/>
                        </a:solidFill>
                        <a:effectLst/>
                        <a:uLnTx/>
                        <a:uFillTx/>
                        <a:latin typeface="Source Serif Pro" panose="02040603050405020204" pitchFamily="18" charset="0"/>
                        <a:ea typeface="Source Serif Pro" panose="02040603050405020204" pitchFamily="18" charset="0"/>
                        <a:cs typeface="Arial" panose="020B0604020202020204" pitchFamily="34" charset="0"/>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EEE7E7"/>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2547530"/>
                  </a:ext>
                </a:extLst>
              </a:tr>
            </a:tbl>
          </a:graphicData>
        </a:graphic>
      </p:graphicFrame>
      <p:pic>
        <p:nvPicPr>
          <p:cNvPr id="38" name="Picture 40">
            <a:extLst>
              <a:ext uri="{FF2B5EF4-FFF2-40B4-BE49-F238E27FC236}">
                <a16:creationId xmlns:a16="http://schemas.microsoft.com/office/drawing/2014/main" id="{3D71566F-EF4B-8416-8CE1-CCA54F2430E6}"/>
              </a:ext>
            </a:extLst>
          </p:cNvPr>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6286436" y="3080461"/>
            <a:ext cx="694418" cy="2237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8" name="Picture 47" descr="Leading Specialty Chemical &amp; Ingredient Distributor | Univar Solutions">
            <a:extLst>
              <a:ext uri="{FF2B5EF4-FFF2-40B4-BE49-F238E27FC236}">
                <a16:creationId xmlns:a16="http://schemas.microsoft.com/office/drawing/2014/main" id="{785949B4-F1C8-A5BE-EB87-EB8AF514F5E2}"/>
              </a:ext>
            </a:extLst>
          </p:cNvPr>
          <p:cNvPicPr>
            <a:picLocks noChangeAspect="1" noChangeArrowheads="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6286436" y="2663856"/>
            <a:ext cx="1003616" cy="163660"/>
          </a:xfrm>
          <a:prstGeom prst="rect">
            <a:avLst/>
          </a:prstGeom>
          <a:noFill/>
          <a:extLst>
            <a:ext uri="{909E8E84-426E-40DD-AFC4-6F175D3DCCD1}">
              <a14:hiddenFill xmlns:a14="http://schemas.microsoft.com/office/drawing/2010/main">
                <a:solidFill>
                  <a:srgbClr val="FFFFFF"/>
                </a:solidFill>
              </a14:hiddenFill>
            </a:ext>
          </a:extLst>
        </p:spPr>
      </p:pic>
      <p:sp>
        <p:nvSpPr>
          <p:cNvPr id="49" name="Content Placeholder 19">
            <a:extLst>
              <a:ext uri="{FF2B5EF4-FFF2-40B4-BE49-F238E27FC236}">
                <a16:creationId xmlns:a16="http://schemas.microsoft.com/office/drawing/2014/main" id="{6FB3709B-9F53-4234-FCB8-A447A8E7F7D5}"/>
              </a:ext>
            </a:extLst>
          </p:cNvPr>
          <p:cNvSpPr txBox="1">
            <a:spLocks/>
          </p:cNvSpPr>
          <p:nvPr/>
        </p:nvSpPr>
        <p:spPr>
          <a:xfrm>
            <a:off x="6175642" y="1601112"/>
            <a:ext cx="4707723" cy="195438"/>
          </a:xfrm>
          <a:prstGeom prst="rect">
            <a:avLst/>
          </a:prstGeom>
        </p:spPr>
        <p:txBody>
          <a:bodyPr wrap="square" lIns="0" tIns="0" rIns="0" bIns="0">
            <a:spAutoFit/>
          </a:bodyPr>
          <a:lstStyle>
            <a:defPPr>
              <a:defRPr lang="pt-BR"/>
            </a:defPPr>
            <a:lvl1pPr indent="0">
              <a:lnSpc>
                <a:spcPct val="110000"/>
              </a:lnSpc>
              <a:spcBef>
                <a:spcPts val="0"/>
              </a:spcBef>
              <a:spcAft>
                <a:spcPts val="800"/>
              </a:spcAft>
              <a:buFont typeface="Arial" panose="020B0604020202020204" pitchFamily="34" charset="0"/>
              <a:buNone/>
              <a:defRPr sz="1200">
                <a:solidFill>
                  <a:schemeClr val="tx2"/>
                </a:solidFill>
                <a:latin typeface="+mj-lt"/>
                <a:ea typeface="Source Serif Pro SemiBold" panose="02040703050405020204" pitchFamily="18" charset="0"/>
                <a:cs typeface="Poppins SemiBold" panose="00000700000000000000" pitchFamily="2" charset="0"/>
              </a:defRPr>
            </a:lvl1pPr>
            <a:lvl2pPr marL="108000" indent="-108000">
              <a:lnSpc>
                <a:spcPct val="110000"/>
              </a:lnSpc>
              <a:spcBef>
                <a:spcPts val="0"/>
              </a:spcBef>
              <a:spcAft>
                <a:spcPts val="800"/>
              </a:spcAft>
              <a:buClr>
                <a:schemeClr val="bg2"/>
              </a:buClr>
              <a:buFont typeface="Arial" panose="020B0604020202020204" pitchFamily="34" charset="0"/>
              <a:buChar char="•"/>
              <a:defRPr sz="1200">
                <a:latin typeface="Source Serif Pro" panose="02040603050405020204" pitchFamily="18" charset="0"/>
                <a:ea typeface="Source Serif Pro" panose="02040603050405020204" pitchFamily="18" charset="0"/>
              </a:defRPr>
            </a:lvl2pPr>
            <a:lvl3pPr marL="108000" indent="-108000">
              <a:lnSpc>
                <a:spcPct val="110000"/>
              </a:lnSpc>
              <a:spcBef>
                <a:spcPts val="0"/>
              </a:spcBef>
              <a:spcAft>
                <a:spcPts val="800"/>
              </a:spcAft>
              <a:buClr>
                <a:schemeClr val="bg2"/>
              </a:buClr>
              <a:buFont typeface="Source Sans Pro" panose="020B0503030403020204" pitchFamily="34" charset="0"/>
              <a:buChar char="−"/>
              <a:defRPr sz="1200">
                <a:latin typeface="Source Serif Pro Light" panose="02040303050405020204" pitchFamily="18" charset="0"/>
                <a:ea typeface="Source Serif Pro Light" panose="02040303050405020204" pitchFamily="18" charset="0"/>
              </a:defRPr>
            </a:lvl3pPr>
            <a:lvl4pPr marL="0" indent="0">
              <a:lnSpc>
                <a:spcPct val="110000"/>
              </a:lnSpc>
              <a:spcBef>
                <a:spcPts val="0"/>
              </a:spcBef>
              <a:spcAft>
                <a:spcPts val="800"/>
              </a:spcAft>
              <a:buFont typeface="Arial" panose="020B0604020202020204" pitchFamily="34" charset="0"/>
              <a:buNone/>
              <a:defRPr sz="1200" b="1">
                <a:latin typeface="Source Serif Pro" panose="02040603050405020204" pitchFamily="18" charset="0"/>
                <a:ea typeface="Source Serif Pro" panose="02040603050405020204" pitchFamily="18" charset="0"/>
              </a:defRPr>
            </a:lvl4pPr>
            <a:lvl5pPr marL="0" indent="0">
              <a:lnSpc>
                <a:spcPct val="110000"/>
              </a:lnSpc>
              <a:spcBef>
                <a:spcPts val="0"/>
              </a:spcBef>
              <a:spcAft>
                <a:spcPts val="800"/>
              </a:spcAft>
              <a:buFont typeface="Arial" panose="020B0604020202020204" pitchFamily="34" charset="0"/>
              <a:buNone/>
              <a:defRPr sz="1200">
                <a:solidFill>
                  <a:schemeClr val="accent1"/>
                </a:solidFill>
                <a:latin typeface="Source Serif Pro Black" panose="02040903050405020204" pitchFamily="18" charset="0"/>
                <a:ea typeface="Source Serif Pro Black" panose="02040903050405020204" pitchFamily="18"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latin typeface="Poppins Medium" panose="00000600000000000000" pitchFamily="2" charset="0"/>
                <a:cs typeface="Poppins Medium" panose="00000600000000000000" pitchFamily="2" charset="0"/>
              </a:rPr>
              <a:t>Recent Acquisitions in the Sector in Latin America</a:t>
            </a:r>
          </a:p>
        </p:txBody>
      </p:sp>
      <p:pic>
        <p:nvPicPr>
          <p:cNvPr id="51" name="Picture 2" descr="Polímeros | Manuchar">
            <a:extLst>
              <a:ext uri="{FF2B5EF4-FFF2-40B4-BE49-F238E27FC236}">
                <a16:creationId xmlns:a16="http://schemas.microsoft.com/office/drawing/2014/main" id="{77A817CD-008B-7363-35A3-005B48C59616}"/>
              </a:ext>
            </a:extLst>
          </p:cNvPr>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286436" y="4360784"/>
            <a:ext cx="760830" cy="147982"/>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4" descr="Plury Química – Guia de Produtos Químicos, Equipamentos Industriais,  Equipamentos Laboratoriais e Matérias-primas para a Indústria. Guia de  Produtos Químicos, Equipamentos Industriais, Equipamentos Laboratoriais e  Matérias-primas para a Indústria.">
            <a:extLst>
              <a:ext uri="{FF2B5EF4-FFF2-40B4-BE49-F238E27FC236}">
                <a16:creationId xmlns:a16="http://schemas.microsoft.com/office/drawing/2014/main" id="{FC68D24F-6B51-539F-6EC7-39627A4FB94D}"/>
              </a:ext>
            </a:extLst>
          </p:cNvPr>
          <p:cNvPicPr>
            <a:picLocks noChangeAspect="1" noChangeArrowheads="1"/>
          </p:cNvPicPr>
          <p:nvPr/>
        </p:nvPicPr>
        <p:blipFill>
          <a:blip r:embed="rId8">
            <a:clrChange>
              <a:clrFrom>
                <a:srgbClr val="FFFFFF"/>
              </a:clrFrom>
              <a:clrTo>
                <a:srgbClr val="FFFFFF">
                  <a:alpha val="0"/>
                </a:srgbClr>
              </a:clrTo>
            </a:clrChange>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8774436" y="4195072"/>
            <a:ext cx="682703" cy="514707"/>
          </a:xfrm>
          <a:prstGeom prst="rect">
            <a:avLst/>
          </a:prstGeom>
          <a:noFill/>
          <a:extLst>
            <a:ext uri="{909E8E84-426E-40DD-AFC4-6F175D3DCCD1}">
              <a14:hiddenFill xmlns:a14="http://schemas.microsoft.com/office/drawing/2010/main">
                <a:solidFill>
                  <a:srgbClr val="FFFFFF"/>
                </a:solidFill>
              </a14:hiddenFill>
            </a:ext>
          </a:extLst>
        </p:spPr>
      </p:pic>
      <p:grpSp>
        <p:nvGrpSpPr>
          <p:cNvPr id="29" name="Group 28">
            <a:extLst>
              <a:ext uri="{FF2B5EF4-FFF2-40B4-BE49-F238E27FC236}">
                <a16:creationId xmlns:a16="http://schemas.microsoft.com/office/drawing/2014/main" id="{B116A0F2-5C5B-D38C-4023-687498FEA467}"/>
              </a:ext>
            </a:extLst>
          </p:cNvPr>
          <p:cNvGrpSpPr/>
          <p:nvPr/>
        </p:nvGrpSpPr>
        <p:grpSpPr>
          <a:xfrm>
            <a:off x="7486909" y="4240580"/>
            <a:ext cx="978632" cy="423690"/>
            <a:chOff x="7537775" y="4204368"/>
            <a:chExt cx="978632" cy="423690"/>
          </a:xfrm>
        </p:grpSpPr>
        <p:pic>
          <p:nvPicPr>
            <p:cNvPr id="54" name="Picture 4" descr="parceiros — Instituto Fazendo História">
              <a:extLst>
                <a:ext uri="{FF2B5EF4-FFF2-40B4-BE49-F238E27FC236}">
                  <a16:creationId xmlns:a16="http://schemas.microsoft.com/office/drawing/2014/main" id="{33C50660-F412-51B4-834D-CFD15D8D5D97}"/>
                </a:ext>
              </a:extLst>
            </p:cNvPr>
            <p:cNvPicPr>
              <a:picLocks noChangeAspect="1" noChangeArrowheads="1"/>
            </p:cNvPicPr>
            <p:nvPr/>
          </p:nvPicPr>
          <p:blipFill>
            <a:blip r:embed="rId9">
              <a:clrChange>
                <a:clrFrom>
                  <a:srgbClr val="FFFFFF"/>
                </a:clrFrom>
                <a:clrTo>
                  <a:srgbClr val="FFFFFF">
                    <a:alpha val="0"/>
                  </a:srgbClr>
                </a:clrTo>
              </a:clrChange>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7537775" y="4204368"/>
              <a:ext cx="978632" cy="423690"/>
            </a:xfrm>
            <a:prstGeom prst="rect">
              <a:avLst/>
            </a:prstGeom>
            <a:noFill/>
            <a:extLst>
              <a:ext uri="{909E8E84-426E-40DD-AFC4-6F175D3DCCD1}">
                <a14:hiddenFill xmlns:a14="http://schemas.microsoft.com/office/drawing/2010/main">
                  <a:solidFill>
                    <a:srgbClr val="FFFFFF"/>
                  </a:solidFill>
                </a14:hiddenFill>
              </a:ext>
            </a:extLst>
          </p:spPr>
        </p:pic>
        <p:sp>
          <p:nvSpPr>
            <p:cNvPr id="55" name="Rectangle 54">
              <a:extLst>
                <a:ext uri="{FF2B5EF4-FFF2-40B4-BE49-F238E27FC236}">
                  <a16:creationId xmlns:a16="http://schemas.microsoft.com/office/drawing/2014/main" id="{ED29139A-AB6C-B3F4-B4F5-740CDB64F3BD}"/>
                </a:ext>
              </a:extLst>
            </p:cNvPr>
            <p:cNvSpPr/>
            <p:nvPr/>
          </p:nvSpPr>
          <p:spPr>
            <a:xfrm>
              <a:off x="7754500" y="4472882"/>
              <a:ext cx="761409" cy="776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mj-lt"/>
                <a:ea typeface="Source Serif Pro" panose="02040603050405020204" pitchFamily="18" charset="0"/>
              </a:endParaRPr>
            </a:p>
          </p:txBody>
        </p:sp>
      </p:grpSp>
      <p:pic>
        <p:nvPicPr>
          <p:cNvPr id="42" name="Picture 41">
            <a:extLst>
              <a:ext uri="{FF2B5EF4-FFF2-40B4-BE49-F238E27FC236}">
                <a16:creationId xmlns:a16="http://schemas.microsoft.com/office/drawing/2014/main" id="{053CD832-00D2-4FF5-F732-08BBE0EBAA23}"/>
              </a:ext>
            </a:extLst>
          </p:cNvPr>
          <p:cNvPicPr>
            <a:picLocks noChangeAspect="1" noChangeArrowheads="1"/>
          </p:cNvPicPr>
          <p:nvPr/>
        </p:nvPicPr>
        <p:blipFill>
          <a:blip r:embed="rId10" cstate="print">
            <a:clrChange>
              <a:clrFrom>
                <a:srgbClr val="FEFFFC"/>
              </a:clrFrom>
              <a:clrTo>
                <a:srgbClr val="FEFFFC">
                  <a:alpha val="0"/>
                </a:srgbClr>
              </a:clrTo>
            </a:clrChange>
            <a:duotone>
              <a:prstClr val="black"/>
              <a:schemeClr val="tx2">
                <a:tint val="45000"/>
                <a:satMod val="400000"/>
              </a:schemeClr>
            </a:duotone>
            <a:extLst>
              <a:ext uri="{28A0092B-C50C-407E-A947-70E740481C1C}">
                <a14:useLocalDpi xmlns:a14="http://schemas.microsoft.com/office/drawing/2010/main"/>
              </a:ext>
            </a:extLst>
          </a:blip>
          <a:srcRect/>
          <a:stretch>
            <a:fillRect/>
          </a:stretch>
        </p:blipFill>
        <p:spPr bwMode="auto">
          <a:xfrm>
            <a:off x="7524981" y="2678998"/>
            <a:ext cx="719108" cy="133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 name="Picture 6">
            <a:extLst>
              <a:ext uri="{FF2B5EF4-FFF2-40B4-BE49-F238E27FC236}">
                <a16:creationId xmlns:a16="http://schemas.microsoft.com/office/drawing/2014/main" id="{021C5EA4-F3E8-75D2-10E3-6186D22E1ECA}"/>
              </a:ext>
            </a:extLst>
          </p:cNvPr>
          <p:cNvPicPr>
            <a:picLocks noChangeAspect="1" noChangeArrowheads="1"/>
          </p:cNvPicPr>
          <p:nvPr/>
        </p:nvPicPr>
        <p:blipFill>
          <a:blip r:embed="rId11" cstate="print">
            <a:clrChange>
              <a:clrFrom>
                <a:srgbClr val="FEFFFC"/>
              </a:clrFrom>
              <a:clrTo>
                <a:srgbClr val="FEFFFC">
                  <a:alpha val="0"/>
                </a:srgbClr>
              </a:clrTo>
            </a:clrChange>
            <a:duotone>
              <a:prstClr val="black"/>
              <a:schemeClr val="tx2">
                <a:tint val="45000"/>
                <a:satMod val="400000"/>
              </a:schemeClr>
            </a:duotone>
            <a:extLst>
              <a:ext uri="{28A0092B-C50C-407E-A947-70E740481C1C}">
                <a14:useLocalDpi xmlns:a14="http://schemas.microsoft.com/office/drawing/2010/main"/>
              </a:ext>
            </a:extLst>
          </a:blip>
          <a:srcRect/>
          <a:stretch>
            <a:fillRect/>
          </a:stretch>
        </p:blipFill>
        <p:spPr bwMode="auto">
          <a:xfrm>
            <a:off x="9925115" y="2605521"/>
            <a:ext cx="329044" cy="280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 name="Picture 84" descr="Image result for tagma quimicos logo">
            <a:extLst>
              <a:ext uri="{FF2B5EF4-FFF2-40B4-BE49-F238E27FC236}">
                <a16:creationId xmlns:a16="http://schemas.microsoft.com/office/drawing/2014/main" id="{17F21E2B-4104-0FA0-CE27-130C102041CA}"/>
              </a:ext>
            </a:extLst>
          </p:cNvPr>
          <p:cNvPicPr>
            <a:picLocks noChangeAspect="1" noChangeArrowheads="1"/>
          </p:cNvPicPr>
          <p:nvPr/>
        </p:nvPicPr>
        <p:blipFill rotWithShape="1">
          <a:blip r:embed="rId12" cstate="print">
            <a:clrChange>
              <a:clrFrom>
                <a:srgbClr val="FFFFFF"/>
              </a:clrFrom>
              <a:clrTo>
                <a:srgbClr val="FFFFFF">
                  <a:alpha val="0"/>
                </a:srgbClr>
              </a:clrTo>
            </a:clrChange>
            <a:duotone>
              <a:prstClr val="black"/>
              <a:schemeClr val="tx2">
                <a:tint val="45000"/>
                <a:satMod val="400000"/>
              </a:schemeClr>
            </a:duotone>
            <a:extLst>
              <a:ext uri="{28A0092B-C50C-407E-A947-70E740481C1C}">
                <a14:useLocalDpi xmlns:a14="http://schemas.microsoft.com/office/drawing/2010/main"/>
              </a:ext>
            </a:extLst>
          </a:blip>
          <a:srcRect/>
          <a:stretch/>
        </p:blipFill>
        <p:spPr bwMode="auto">
          <a:xfrm>
            <a:off x="8842662" y="2667304"/>
            <a:ext cx="483880" cy="156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 name="Picture 2" descr="SweetMix">
            <a:extLst>
              <a:ext uri="{FF2B5EF4-FFF2-40B4-BE49-F238E27FC236}">
                <a16:creationId xmlns:a16="http://schemas.microsoft.com/office/drawing/2014/main" id="{E2F9D815-B809-F44F-170A-B6F7EE58480B}"/>
              </a:ext>
            </a:extLst>
          </p:cNvPr>
          <p:cNvPicPr>
            <a:picLocks noChangeAspect="1" noChangeArrowheads="1"/>
          </p:cNvPicPr>
          <p:nvPr/>
        </p:nvPicPr>
        <p:blipFill>
          <a:blip r:embed="rId13">
            <a:clrChange>
              <a:clrFrom>
                <a:srgbClr val="FFFFFF"/>
              </a:clrFrom>
              <a:clrTo>
                <a:srgbClr val="FFFFFF">
                  <a:alpha val="0"/>
                </a:srgbClr>
              </a:clrTo>
            </a:clrChange>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10852733" y="2611383"/>
            <a:ext cx="493762" cy="268606"/>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10" descr="Ixom logo - teal on white - Welcome to Life Saving Victoria">
            <a:extLst>
              <a:ext uri="{FF2B5EF4-FFF2-40B4-BE49-F238E27FC236}">
                <a16:creationId xmlns:a16="http://schemas.microsoft.com/office/drawing/2014/main" id="{F340EC98-4E20-B255-EF2A-2EA70ACFCB22}"/>
              </a:ext>
            </a:extLst>
          </p:cNvPr>
          <p:cNvPicPr>
            <a:picLocks noChangeAspect="1" noChangeArrowheads="1"/>
          </p:cNvPicPr>
          <p:nvPr/>
        </p:nvPicPr>
        <p:blipFill>
          <a:blip r:embed="rId14">
            <a:clrChange>
              <a:clrFrom>
                <a:srgbClr val="FFFFFF"/>
              </a:clrFrom>
              <a:clrTo>
                <a:srgbClr val="FFFFFF">
                  <a:alpha val="0"/>
                </a:srgbClr>
              </a:clrTo>
            </a:clrChange>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7524981" y="5179017"/>
            <a:ext cx="458855" cy="214714"/>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12" descr="Pochteca Papel S.a. De C.v's Competitors, Revenue, Number of Employees,  Funding, Acquisitions &amp; News - Owler Company Profile">
            <a:extLst>
              <a:ext uri="{FF2B5EF4-FFF2-40B4-BE49-F238E27FC236}">
                <a16:creationId xmlns:a16="http://schemas.microsoft.com/office/drawing/2014/main" id="{F71A4199-26CF-4152-7639-A5B8A9856608}"/>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286436" y="5166653"/>
            <a:ext cx="694418" cy="266874"/>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14" descr="Trabalhar na empresa Coremal | Glassdoor">
            <a:extLst>
              <a:ext uri="{FF2B5EF4-FFF2-40B4-BE49-F238E27FC236}">
                <a16:creationId xmlns:a16="http://schemas.microsoft.com/office/drawing/2014/main" id="{B565220C-7B1D-4E1C-73A5-761978E8263C}"/>
              </a:ext>
            </a:extLst>
          </p:cNvPr>
          <p:cNvPicPr>
            <a:picLocks noChangeAspect="1" noChangeArrowheads="1"/>
          </p:cNvPicPr>
          <p:nvPr/>
        </p:nvPicPr>
        <p:blipFill>
          <a:blip r:embed="rId16">
            <a:clrChange>
              <a:clrFrom>
                <a:srgbClr val="FFFFFF"/>
              </a:clrFrom>
              <a:clrTo>
                <a:srgbClr val="FFFFFF">
                  <a:alpha val="0"/>
                </a:srgbClr>
              </a:clrTo>
            </a:clrChange>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8336174" y="4964491"/>
            <a:ext cx="629093" cy="62909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4" descr="Safic Alcan UK Ltd - BASA">
            <a:extLst>
              <a:ext uri="{FF2B5EF4-FFF2-40B4-BE49-F238E27FC236}">
                <a16:creationId xmlns:a16="http://schemas.microsoft.com/office/drawing/2014/main" id="{96EEB2A3-A4E3-7858-BC26-A2145DEDCA89}"/>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286436" y="4739688"/>
            <a:ext cx="759928" cy="262610"/>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6">
            <a:extLst>
              <a:ext uri="{FF2B5EF4-FFF2-40B4-BE49-F238E27FC236}">
                <a16:creationId xmlns:a16="http://schemas.microsoft.com/office/drawing/2014/main" id="{0D104AB1-FEB2-CCC6-3D14-D8154D318B96}"/>
              </a:ext>
            </a:extLst>
          </p:cNvPr>
          <p:cNvPicPr>
            <a:picLocks noChangeAspect="1" noChangeArrowheads="1"/>
          </p:cNvPicPr>
          <p:nvPr/>
        </p:nvPicPr>
        <p:blipFill>
          <a:blip r:embed="rId18">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7524981" y="4829017"/>
            <a:ext cx="559685" cy="83952"/>
          </a:xfrm>
          <a:prstGeom prst="rect">
            <a:avLst/>
          </a:prstGeom>
          <a:noFill/>
          <a:extLst>
            <a:ext uri="{909E8E84-426E-40DD-AFC4-6F175D3DCCD1}">
              <a14:hiddenFill xmlns:a14="http://schemas.microsoft.com/office/drawing/2010/main">
                <a:solidFill>
                  <a:srgbClr val="FFFFFF"/>
                </a:solidFill>
              </a14:hiddenFill>
            </a:ext>
          </a:extLst>
        </p:spPr>
      </p:pic>
      <p:grpSp>
        <p:nvGrpSpPr>
          <p:cNvPr id="67" name="Group 66">
            <a:extLst>
              <a:ext uri="{FF2B5EF4-FFF2-40B4-BE49-F238E27FC236}">
                <a16:creationId xmlns:a16="http://schemas.microsoft.com/office/drawing/2014/main" id="{D9E6C8E4-EC23-3BBC-E2F4-AA762865B57B}"/>
              </a:ext>
            </a:extLst>
          </p:cNvPr>
          <p:cNvGrpSpPr/>
          <p:nvPr/>
        </p:nvGrpSpPr>
        <p:grpSpPr>
          <a:xfrm>
            <a:off x="8340129" y="4799020"/>
            <a:ext cx="805851" cy="143947"/>
            <a:chOff x="9447261" y="5635616"/>
            <a:chExt cx="1253434" cy="223898"/>
          </a:xfrm>
        </p:grpSpPr>
        <p:pic>
          <p:nvPicPr>
            <p:cNvPr id="68" name="Picture 8" descr="Proquimil Produtos Químicos">
              <a:extLst>
                <a:ext uri="{FF2B5EF4-FFF2-40B4-BE49-F238E27FC236}">
                  <a16:creationId xmlns:a16="http://schemas.microsoft.com/office/drawing/2014/main" id="{D7C89AAA-0B35-01A6-540F-E75BB438C2C3}"/>
                </a:ext>
              </a:extLst>
            </p:cNvPr>
            <p:cNvPicPr>
              <a:picLocks noChangeAspect="1" noChangeArrowheads="1"/>
            </p:cNvPicPr>
            <p:nvPr/>
          </p:nvPicPr>
          <p:blipFill rotWithShape="1">
            <a:blip r:embed="rId19">
              <a:duotone>
                <a:prstClr val="black"/>
                <a:schemeClr val="tx2">
                  <a:tint val="45000"/>
                  <a:satMod val="400000"/>
                </a:schemeClr>
              </a:duotone>
              <a:extLst>
                <a:ext uri="{28A0092B-C50C-407E-A947-70E740481C1C}">
                  <a14:useLocalDpi xmlns:a14="http://schemas.microsoft.com/office/drawing/2010/main" val="0"/>
                </a:ext>
              </a:extLst>
            </a:blip>
            <a:srcRect b="23312"/>
            <a:stretch/>
          </p:blipFill>
          <p:spPr bwMode="auto">
            <a:xfrm>
              <a:off x="9447261" y="5635616"/>
              <a:ext cx="390138" cy="223898"/>
            </a:xfrm>
            <a:prstGeom prst="rect">
              <a:avLst/>
            </a:prstGeom>
            <a:noFill/>
            <a:extLst>
              <a:ext uri="{909E8E84-426E-40DD-AFC4-6F175D3DCCD1}">
                <a14:hiddenFill xmlns:a14="http://schemas.microsoft.com/office/drawing/2010/main">
                  <a:solidFill>
                    <a:srgbClr val="FFFFFF"/>
                  </a:solidFill>
                </a14:hiddenFill>
              </a:ext>
            </a:extLst>
          </p:spPr>
        </p:pic>
        <p:pic>
          <p:nvPicPr>
            <p:cNvPr id="69" name="Picture 8" descr="Proquimil Produtos Químicos">
              <a:extLst>
                <a:ext uri="{FF2B5EF4-FFF2-40B4-BE49-F238E27FC236}">
                  <a16:creationId xmlns:a16="http://schemas.microsoft.com/office/drawing/2014/main" id="{8C25316E-ECD5-DE68-385A-08B91071FFC1}"/>
                </a:ext>
              </a:extLst>
            </p:cNvPr>
            <p:cNvPicPr>
              <a:picLocks noChangeAspect="1" noChangeArrowheads="1"/>
            </p:cNvPicPr>
            <p:nvPr/>
          </p:nvPicPr>
          <p:blipFill rotWithShape="1">
            <a:blip r:embed="rId19">
              <a:duotone>
                <a:prstClr val="black"/>
                <a:schemeClr val="tx2">
                  <a:tint val="45000"/>
                  <a:satMod val="400000"/>
                </a:schemeClr>
              </a:duotone>
              <a:extLst>
                <a:ext uri="{28A0092B-C50C-407E-A947-70E740481C1C}">
                  <a14:useLocalDpi xmlns:a14="http://schemas.microsoft.com/office/drawing/2010/main" val="0"/>
                </a:ext>
              </a:extLst>
            </a:blip>
            <a:srcRect t="78719"/>
            <a:stretch/>
          </p:blipFill>
          <p:spPr bwMode="auto">
            <a:xfrm>
              <a:off x="9869356" y="5681367"/>
              <a:ext cx="831339" cy="132396"/>
            </a:xfrm>
            <a:prstGeom prst="rect">
              <a:avLst/>
            </a:prstGeom>
            <a:noFill/>
            <a:extLst>
              <a:ext uri="{909E8E84-426E-40DD-AFC4-6F175D3DCCD1}">
                <a14:hiddenFill xmlns:a14="http://schemas.microsoft.com/office/drawing/2010/main">
                  <a:solidFill>
                    <a:srgbClr val="FFFFFF"/>
                  </a:solidFill>
                </a14:hiddenFill>
              </a:ext>
            </a:extLst>
          </p:spPr>
        </p:pic>
      </p:grpSp>
      <p:pic>
        <p:nvPicPr>
          <p:cNvPr id="73" name="Picture 2" descr="Caldic - Brasil">
            <a:extLst>
              <a:ext uri="{FF2B5EF4-FFF2-40B4-BE49-F238E27FC236}">
                <a16:creationId xmlns:a16="http://schemas.microsoft.com/office/drawing/2014/main" id="{F6D3801E-7F15-4B36-E054-6CEE0B02D598}"/>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286436" y="3492704"/>
            <a:ext cx="744142" cy="229196"/>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4" descr="Image result for GTM holdings sa">
            <a:extLst>
              <a:ext uri="{FF2B5EF4-FFF2-40B4-BE49-F238E27FC236}">
                <a16:creationId xmlns:a16="http://schemas.microsoft.com/office/drawing/2014/main" id="{ED474B2C-51C6-A64F-8975-851C73EB2896}"/>
              </a:ext>
            </a:extLst>
          </p:cNvPr>
          <p:cNvPicPr>
            <a:picLocks noChangeAspect="1" noChangeArrowheads="1"/>
          </p:cNvPicPr>
          <p:nvPr/>
        </p:nvPicPr>
        <p:blipFill>
          <a:blip r:embed="rId21">
            <a:clrChange>
              <a:clrFrom>
                <a:srgbClr val="FEFFFC"/>
              </a:clrFrom>
              <a:clrTo>
                <a:srgbClr val="FEFFFC">
                  <a:alpha val="0"/>
                </a:srgbClr>
              </a:clrTo>
            </a:clrChange>
            <a:duotone>
              <a:prstClr val="black"/>
              <a:schemeClr val="tx2">
                <a:tint val="45000"/>
                <a:satMod val="400000"/>
              </a:schemeClr>
            </a:duotone>
            <a:extLst>
              <a:ext uri="{28A0092B-C50C-407E-A947-70E740481C1C}">
                <a14:useLocalDpi xmlns:a14="http://schemas.microsoft.com/office/drawing/2010/main"/>
              </a:ext>
            </a:extLst>
          </a:blip>
          <a:srcRect/>
          <a:stretch>
            <a:fillRect/>
          </a:stretch>
        </p:blipFill>
        <p:spPr bwMode="auto">
          <a:xfrm>
            <a:off x="7498578" y="3482557"/>
            <a:ext cx="526838" cy="242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 name="Picture 2" descr="Goaltech Produtos Quimicos Ltda | Dunsguide">
            <a:extLst>
              <a:ext uri="{FF2B5EF4-FFF2-40B4-BE49-F238E27FC236}">
                <a16:creationId xmlns:a16="http://schemas.microsoft.com/office/drawing/2014/main" id="{71E16C2A-E044-414E-AE3E-FE084FC6F117}"/>
              </a:ext>
            </a:extLst>
          </p:cNvPr>
          <p:cNvPicPr>
            <a:picLocks noChangeAspect="1" noChangeArrowheads="1"/>
          </p:cNvPicPr>
          <p:nvPr/>
        </p:nvPicPr>
        <p:blipFill>
          <a:blip r:embed="rId22">
            <a:clrChange>
              <a:clrFrom>
                <a:srgbClr val="FFFFFF"/>
              </a:clrFrom>
              <a:clrTo>
                <a:srgbClr val="FFFFFF">
                  <a:alpha val="0"/>
                </a:srgbClr>
              </a:clrTo>
            </a:clrChange>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8456369" y="3252357"/>
            <a:ext cx="703258" cy="703258"/>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6" descr="Bring Solutions">
            <a:extLst>
              <a:ext uri="{FF2B5EF4-FFF2-40B4-BE49-F238E27FC236}">
                <a16:creationId xmlns:a16="http://schemas.microsoft.com/office/drawing/2014/main" id="{8CEF3EC6-6ACA-EA68-087C-C469E38F438E}"/>
              </a:ext>
            </a:extLst>
          </p:cNvPr>
          <p:cNvPicPr>
            <a:picLocks noChangeAspect="1" noChangeArrowheads="1"/>
          </p:cNvPicPr>
          <p:nvPr/>
        </p:nvPicPr>
        <p:blipFill>
          <a:blip r:embed="rId23">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9564177" y="3517675"/>
            <a:ext cx="451510" cy="180268"/>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8" descr="Active Pharmaceutica - Products, Competitors, Financials, Employees,  Headquarters Locations">
            <a:extLst>
              <a:ext uri="{FF2B5EF4-FFF2-40B4-BE49-F238E27FC236}">
                <a16:creationId xmlns:a16="http://schemas.microsoft.com/office/drawing/2014/main" id="{E95B93FC-8F42-AB34-DE02-9AFA96136749}"/>
              </a:ext>
            </a:extLst>
          </p:cNvPr>
          <p:cNvPicPr>
            <a:picLocks noChangeAspect="1" noChangeArrowheads="1"/>
          </p:cNvPicPr>
          <p:nvPr/>
        </p:nvPicPr>
        <p:blipFill>
          <a:blip r:embed="rId24">
            <a:clrChange>
              <a:clrFrom>
                <a:srgbClr val="FFFFFF"/>
              </a:clrFrom>
              <a:clrTo>
                <a:srgbClr val="FFFFFF">
                  <a:alpha val="0"/>
                </a:srgbClr>
              </a:clrTo>
            </a:clrChange>
            <a:duotone>
              <a:prstClr val="black"/>
              <a:schemeClr val="tx2">
                <a:tint val="45000"/>
                <a:satMod val="400000"/>
              </a:schemeClr>
            </a:duotone>
            <a:extLst>
              <a:ext uri="{BEBA8EAE-BF5A-486C-A8C5-ECC9F3942E4B}">
                <a14:imgProps xmlns:a14="http://schemas.microsoft.com/office/drawing/2010/main">
                  <a14:imgLayer r:embed="rId25">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10420236" y="3500647"/>
            <a:ext cx="926259" cy="190800"/>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4" descr="Image result for barentz logo">
            <a:extLst>
              <a:ext uri="{FF2B5EF4-FFF2-40B4-BE49-F238E27FC236}">
                <a16:creationId xmlns:a16="http://schemas.microsoft.com/office/drawing/2014/main" id="{1518309E-BAFB-67A5-DB47-8541CC979260}"/>
              </a:ext>
            </a:extLst>
          </p:cNvPr>
          <p:cNvPicPr>
            <a:picLocks noChangeAspect="1" noChangeArrowheads="1"/>
          </p:cNvPicPr>
          <p:nvPr/>
        </p:nvPicPr>
        <p:blipFill>
          <a:blip r:embed="rId26"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6286436" y="3935349"/>
            <a:ext cx="721466" cy="157494"/>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78" name="Picture 2" descr="Image result for tovani quimicos">
            <a:extLst>
              <a:ext uri="{FF2B5EF4-FFF2-40B4-BE49-F238E27FC236}">
                <a16:creationId xmlns:a16="http://schemas.microsoft.com/office/drawing/2014/main" id="{BF8EF977-B03F-78FA-3822-F54164688630}"/>
              </a:ext>
            </a:extLst>
          </p:cNvPr>
          <p:cNvPicPr>
            <a:picLocks noChangeAspect="1" noChangeArrowheads="1"/>
          </p:cNvPicPr>
          <p:nvPr/>
        </p:nvPicPr>
        <p:blipFill>
          <a:blip r:embed="rId27" cstate="print">
            <a:clrChange>
              <a:clrFrom>
                <a:srgbClr val="FFFFFF"/>
              </a:clrFrom>
              <a:clrTo>
                <a:srgbClr val="FFFFFF">
                  <a:alpha val="0"/>
                </a:srgbClr>
              </a:clrTo>
            </a:clrChange>
            <a:duotone>
              <a:prstClr val="black"/>
              <a:schemeClr val="tx2">
                <a:tint val="45000"/>
                <a:satMod val="400000"/>
              </a:schemeClr>
            </a:duotone>
            <a:extLst>
              <a:ext uri="{28A0092B-C50C-407E-A947-70E740481C1C}">
                <a14:useLocalDpi xmlns:a14="http://schemas.microsoft.com/office/drawing/2010/main"/>
              </a:ext>
            </a:extLst>
          </a:blip>
          <a:srcRect/>
          <a:stretch>
            <a:fillRect/>
          </a:stretch>
        </p:blipFill>
        <p:spPr bwMode="auto">
          <a:xfrm>
            <a:off x="7445685" y="3821662"/>
            <a:ext cx="615791" cy="384868"/>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0" name="Picture 79">
            <a:extLst>
              <a:ext uri="{FF2B5EF4-FFF2-40B4-BE49-F238E27FC236}">
                <a16:creationId xmlns:a16="http://schemas.microsoft.com/office/drawing/2014/main" id="{C7DD7801-2C9F-7853-F871-D34E6BE543E0}"/>
              </a:ext>
            </a:extLst>
          </p:cNvPr>
          <p:cNvPicPr>
            <a:picLocks noChangeAspect="1"/>
          </p:cNvPicPr>
          <p:nvPr/>
        </p:nvPicPr>
        <p:blipFill rotWithShape="1">
          <a:blip r:embed="rId28">
            <a:duotone>
              <a:prstClr val="black"/>
              <a:schemeClr val="tx2">
                <a:tint val="45000"/>
                <a:satMod val="400000"/>
              </a:schemeClr>
            </a:duotone>
            <a:extLst>
              <a:ext uri="{BEBA8EAE-BF5A-486C-A8C5-ECC9F3942E4B}">
                <a14:imgProps xmlns:a14="http://schemas.microsoft.com/office/drawing/2010/main">
                  <a14:imgLayer r:embed="rId29">
                    <a14:imgEffect>
                      <a14:saturation sat="0"/>
                    </a14:imgEffect>
                  </a14:imgLayer>
                </a14:imgProps>
              </a:ext>
            </a:extLst>
          </a:blip>
          <a:srcRect r="61421"/>
          <a:stretch/>
        </p:blipFill>
        <p:spPr>
          <a:xfrm>
            <a:off x="9240425" y="3939605"/>
            <a:ext cx="508635" cy="148982"/>
          </a:xfrm>
          <a:prstGeom prst="rect">
            <a:avLst/>
          </a:prstGeom>
        </p:spPr>
      </p:pic>
      <p:pic>
        <p:nvPicPr>
          <p:cNvPr id="82" name="Picture 2" descr="Azelis - Food Matters Live">
            <a:extLst>
              <a:ext uri="{FF2B5EF4-FFF2-40B4-BE49-F238E27FC236}">
                <a16:creationId xmlns:a16="http://schemas.microsoft.com/office/drawing/2014/main" id="{DE508180-4DF5-B4AF-5004-B77CC308C0BE}"/>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6312020" y="5489325"/>
            <a:ext cx="475970" cy="475970"/>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4" descr="Home - Vogler">
            <a:extLst>
              <a:ext uri="{FF2B5EF4-FFF2-40B4-BE49-F238E27FC236}">
                <a16:creationId xmlns:a16="http://schemas.microsoft.com/office/drawing/2014/main" id="{E9C7D70F-7FF6-A4C0-EC94-8F81E4D5D05A}"/>
              </a:ext>
            </a:extLst>
          </p:cNvPr>
          <p:cNvPicPr>
            <a:picLocks noChangeAspect="1" noChangeArrowheads="1"/>
          </p:cNvPicPr>
          <p:nvPr/>
        </p:nvPicPr>
        <p:blipFill>
          <a:blip r:embed="rId31">
            <a:duotone>
              <a:prstClr val="black"/>
              <a:schemeClr val="tx2">
                <a:tint val="45000"/>
                <a:satMod val="400000"/>
              </a:schemeClr>
            </a:duotone>
            <a:extLst>
              <a:ext uri="{BEBA8EAE-BF5A-486C-A8C5-ECC9F3942E4B}">
                <a14:imgProps xmlns:a14="http://schemas.microsoft.com/office/drawing/2010/main">
                  <a14:imgLayer r:embed="rId32">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524981" y="5604354"/>
            <a:ext cx="500585" cy="245913"/>
          </a:xfrm>
          <a:prstGeom prst="rect">
            <a:avLst/>
          </a:prstGeom>
          <a:solidFill>
            <a:schemeClr val="bg1"/>
          </a:solidFill>
        </p:spPr>
      </p:pic>
      <p:sp>
        <p:nvSpPr>
          <p:cNvPr id="85" name="Rectangle 84">
            <a:extLst>
              <a:ext uri="{FF2B5EF4-FFF2-40B4-BE49-F238E27FC236}">
                <a16:creationId xmlns:a16="http://schemas.microsoft.com/office/drawing/2014/main" id="{7008B91A-00F5-7F14-9BDE-423DAE680190}"/>
              </a:ext>
            </a:extLst>
          </p:cNvPr>
          <p:cNvSpPr/>
          <p:nvPr/>
        </p:nvSpPr>
        <p:spPr>
          <a:xfrm>
            <a:off x="7840848" y="5787658"/>
            <a:ext cx="153622" cy="21886"/>
          </a:xfrm>
          <a:prstGeom prst="rect">
            <a:avLst/>
          </a:prstGeom>
          <a:solidFill>
            <a:srgbClr val="ABC7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mj-lt"/>
              <a:ea typeface="Source Serif Pro" panose="02040603050405020204" pitchFamily="18" charset="0"/>
            </a:endParaRPr>
          </a:p>
        </p:txBody>
      </p:sp>
      <p:pic>
        <p:nvPicPr>
          <p:cNvPr id="86" name="Picture 2" descr="Metachem – Guia de Produtos Químicos, Equipamentos Industriais,  Equipamentos Laboratoriais e Matérias-primas para a Indústria. Guia de  Produtos Químicos, Equipamentos Industriais, Equipamentos Laboratoriais e  Matérias-primas para a Indústria.">
            <a:extLst>
              <a:ext uri="{FF2B5EF4-FFF2-40B4-BE49-F238E27FC236}">
                <a16:creationId xmlns:a16="http://schemas.microsoft.com/office/drawing/2014/main" id="{D16D5C09-F715-2A50-26DA-08F411BECEA0}"/>
              </a:ext>
            </a:extLst>
          </p:cNvPr>
          <p:cNvPicPr>
            <a:picLocks noChangeAspect="1" noChangeArrowheads="1"/>
          </p:cNvPicPr>
          <p:nvPr/>
        </p:nvPicPr>
        <p:blipFill>
          <a:blip r:embed="rId33">
            <a:clrChange>
              <a:clrFrom>
                <a:srgbClr val="FFFFFF"/>
              </a:clrFrom>
              <a:clrTo>
                <a:srgbClr val="FFFFFF">
                  <a:alpha val="0"/>
                </a:srgbClr>
              </a:clrTo>
            </a:clrChange>
            <a:duotone>
              <a:prstClr val="black"/>
              <a:schemeClr val="tx2">
                <a:tint val="45000"/>
                <a:satMod val="400000"/>
              </a:schemeClr>
            </a:duotone>
            <a:extLst>
              <a:ext uri="{BEBA8EAE-BF5A-486C-A8C5-ECC9F3942E4B}">
                <a14:imgProps xmlns:a14="http://schemas.microsoft.com/office/drawing/2010/main">
                  <a14:imgLayer r:embed="rId34">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10048064" y="3850089"/>
            <a:ext cx="435076" cy="328015"/>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86" descr="A black and purple text&#10;&#10;Description automatically generated">
            <a:extLst>
              <a:ext uri="{FF2B5EF4-FFF2-40B4-BE49-F238E27FC236}">
                <a16:creationId xmlns:a16="http://schemas.microsoft.com/office/drawing/2014/main" id="{352CBE28-C3C8-4195-F3D3-7342B2F705F1}"/>
              </a:ext>
            </a:extLst>
          </p:cNvPr>
          <p:cNvPicPr>
            <a:picLocks noChangeAspect="1"/>
          </p:cNvPicPr>
          <p:nvPr/>
        </p:nvPicPr>
        <p:blipFill>
          <a:blip r:embed="rId35">
            <a:extLst>
              <a:ext uri="{28A0092B-C50C-407E-A947-70E740481C1C}">
                <a14:useLocalDpi xmlns:a14="http://schemas.microsoft.com/office/drawing/2010/main" val="0"/>
              </a:ext>
            </a:extLst>
          </a:blip>
          <a:stretch>
            <a:fillRect/>
          </a:stretch>
        </p:blipFill>
        <p:spPr>
          <a:xfrm>
            <a:off x="6286436" y="2250202"/>
            <a:ext cx="831168" cy="158387"/>
          </a:xfrm>
          <a:prstGeom prst="rect">
            <a:avLst/>
          </a:prstGeom>
        </p:spPr>
      </p:pic>
      <p:sp>
        <p:nvSpPr>
          <p:cNvPr id="88" name="Content Placeholder 19">
            <a:extLst>
              <a:ext uri="{FF2B5EF4-FFF2-40B4-BE49-F238E27FC236}">
                <a16:creationId xmlns:a16="http://schemas.microsoft.com/office/drawing/2014/main" id="{02DA0238-0ECF-68D1-7F60-F03682B2A2E1}"/>
              </a:ext>
            </a:extLst>
          </p:cNvPr>
          <p:cNvSpPr txBox="1">
            <a:spLocks/>
          </p:cNvSpPr>
          <p:nvPr/>
        </p:nvSpPr>
        <p:spPr>
          <a:xfrm>
            <a:off x="1032399" y="5454493"/>
            <a:ext cx="4437462" cy="521168"/>
          </a:xfrm>
          <a:prstGeom prst="rect">
            <a:avLst/>
          </a:prstGeom>
        </p:spPr>
        <p:txBody>
          <a:bodyPr wrap="square" lIns="0" tIns="0" rIns="0" bIns="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000" b="1" baseline="25000" dirty="0">
                <a:solidFill>
                  <a:schemeClr val="bg1"/>
                </a:solidFill>
                <a:latin typeface="+mj-lt"/>
                <a:ea typeface="Source Serif Pro Black" panose="02040903050405020204" pitchFamily="18" charset="0"/>
              </a:rPr>
              <a:t>+</a:t>
            </a:r>
            <a:r>
              <a:rPr lang="en-US" sz="3200" b="1" dirty="0">
                <a:solidFill>
                  <a:schemeClr val="bg1"/>
                </a:solidFill>
                <a:latin typeface="+mj-lt"/>
                <a:ea typeface="Source Serif Pro Black" panose="02040903050405020204" pitchFamily="18" charset="0"/>
              </a:rPr>
              <a:t>30 </a:t>
            </a:r>
            <a:r>
              <a:rPr lang="en-US" sz="1100" dirty="0">
                <a:solidFill>
                  <a:schemeClr val="bg1"/>
                </a:solidFill>
                <a:latin typeface="+mj-lt"/>
                <a:ea typeface="Source Serif Pro Light" panose="02040303050405020204" pitchFamily="18" charset="0"/>
              </a:rPr>
              <a:t>M&amp;A Transactions in </a:t>
            </a:r>
            <a:r>
              <a:rPr lang="en-US" sz="1100" dirty="0" err="1">
                <a:solidFill>
                  <a:schemeClr val="bg1"/>
                </a:solidFill>
                <a:latin typeface="+mj-lt"/>
                <a:ea typeface="Source Serif Pro Light" panose="02040303050405020204" pitchFamily="18" charset="0"/>
              </a:rPr>
              <a:t>LatAm</a:t>
            </a:r>
            <a:r>
              <a:rPr lang="en-US" sz="1100" dirty="0">
                <a:solidFill>
                  <a:schemeClr val="bg1"/>
                </a:solidFill>
                <a:latin typeface="+mj-lt"/>
                <a:ea typeface="Source Serif Pro Light" panose="02040303050405020204" pitchFamily="18" charset="0"/>
              </a:rPr>
              <a:t> over the </a:t>
            </a:r>
            <a:r>
              <a:rPr lang="en-US" sz="1100" b="1" dirty="0">
                <a:solidFill>
                  <a:schemeClr val="bg1"/>
                </a:solidFill>
                <a:latin typeface="+mj-lt"/>
                <a:ea typeface="Source Serif Pro SemiBold" panose="02040703050405020204" pitchFamily="18" charset="0"/>
              </a:rPr>
              <a:t>last 5 years</a:t>
            </a:r>
            <a:r>
              <a:rPr lang="en-US" sz="1100" b="1" baseline="30000" dirty="0">
                <a:solidFill>
                  <a:schemeClr val="bg1"/>
                </a:solidFill>
                <a:latin typeface="+mj-lt"/>
                <a:ea typeface="Source Serif Pro SemiBold" panose="02040703050405020204" pitchFamily="18" charset="0"/>
              </a:rPr>
              <a:t>1</a:t>
            </a:r>
            <a:endParaRPr lang="en-US" b="1" baseline="30000" dirty="0">
              <a:solidFill>
                <a:schemeClr val="bg1"/>
              </a:solidFill>
              <a:latin typeface="+mj-lt"/>
              <a:ea typeface="Source Serif Pro SemiBold" panose="02040703050405020204" pitchFamily="18" charset="0"/>
            </a:endParaRPr>
          </a:p>
        </p:txBody>
      </p:sp>
      <p:pic>
        <p:nvPicPr>
          <p:cNvPr id="39" name="Picture 8">
            <a:extLst>
              <a:ext uri="{FF2B5EF4-FFF2-40B4-BE49-F238E27FC236}">
                <a16:creationId xmlns:a16="http://schemas.microsoft.com/office/drawing/2014/main" id="{CA51FA94-94CA-03FC-1A8E-C3F1C152AE11}"/>
              </a:ext>
            </a:extLst>
          </p:cNvPr>
          <p:cNvPicPr>
            <a:picLocks noChangeAspect="1" noChangeArrowheads="1"/>
          </p:cNvPicPr>
          <p:nvPr/>
        </p:nvPicPr>
        <p:blipFill>
          <a:blip r:embed="rId36" cstate="print">
            <a:clrChange>
              <a:clrFrom>
                <a:srgbClr val="FFFEFF"/>
              </a:clrFrom>
              <a:clrTo>
                <a:srgbClr val="FFFEFF">
                  <a:alpha val="0"/>
                </a:srgbClr>
              </a:clrTo>
            </a:clrChange>
            <a:duotone>
              <a:prstClr val="black"/>
              <a:schemeClr val="tx2">
                <a:tint val="45000"/>
                <a:satMod val="400000"/>
              </a:schemeClr>
            </a:duotone>
            <a:extLst>
              <a:ext uri="{28A0092B-C50C-407E-A947-70E740481C1C}">
                <a14:useLocalDpi xmlns:a14="http://schemas.microsoft.com/office/drawing/2010/main"/>
              </a:ext>
            </a:extLst>
          </a:blip>
          <a:srcRect/>
          <a:stretch>
            <a:fillRect/>
          </a:stretch>
        </p:blipFill>
        <p:spPr bwMode="auto">
          <a:xfrm>
            <a:off x="7524981" y="2201299"/>
            <a:ext cx="503432" cy="256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 name="Picture 4" descr="QUIMISA - Fotos e Imagens | Infojobs">
            <a:extLst>
              <a:ext uri="{FF2B5EF4-FFF2-40B4-BE49-F238E27FC236}">
                <a16:creationId xmlns:a16="http://schemas.microsoft.com/office/drawing/2014/main" id="{3E44163F-18D7-00B1-9764-22E14EAE22AC}"/>
              </a:ext>
            </a:extLst>
          </p:cNvPr>
          <p:cNvPicPr>
            <a:picLocks noChangeAspect="1" noChangeArrowheads="1"/>
          </p:cNvPicPr>
          <p:nvPr/>
        </p:nvPicPr>
        <p:blipFill>
          <a:blip r:embed="rId37">
            <a:clrChange>
              <a:clrFrom>
                <a:srgbClr val="FFFFFF"/>
              </a:clrFrom>
              <a:clrTo>
                <a:srgbClr val="FFFFFF">
                  <a:alpha val="0"/>
                </a:srgbClr>
              </a:clrTo>
            </a:clrChange>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8381679" y="2168108"/>
            <a:ext cx="602139" cy="322574"/>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Química Delta | LinkedIn">
            <a:extLst>
              <a:ext uri="{FF2B5EF4-FFF2-40B4-BE49-F238E27FC236}">
                <a16:creationId xmlns:a16="http://schemas.microsoft.com/office/drawing/2014/main" id="{B3F36C6B-FBF1-74D2-FA8D-E8A5C31C5473}"/>
              </a:ext>
            </a:extLst>
          </p:cNvPr>
          <p:cNvPicPr>
            <a:picLocks noChangeAspect="1" noChangeArrowheads="1"/>
          </p:cNvPicPr>
          <p:nvPr/>
        </p:nvPicPr>
        <p:blipFill>
          <a:blip r:embed="rId38">
            <a:clrChange>
              <a:clrFrom>
                <a:srgbClr val="FFFFFF"/>
              </a:clrFrom>
              <a:clrTo>
                <a:srgbClr val="FFFFFF">
                  <a:alpha val="0"/>
                </a:srgbClr>
              </a:clrTo>
            </a:clrChange>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9337084" y="2187812"/>
            <a:ext cx="283166" cy="28316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PIC Química e Farmacêutica Ltda | LinkedIn">
            <a:extLst>
              <a:ext uri="{FF2B5EF4-FFF2-40B4-BE49-F238E27FC236}">
                <a16:creationId xmlns:a16="http://schemas.microsoft.com/office/drawing/2014/main" id="{321E3641-9178-0C62-7731-DD920B995DB6}"/>
              </a:ext>
            </a:extLst>
          </p:cNvPr>
          <p:cNvPicPr>
            <a:picLocks noChangeAspect="1" noChangeArrowheads="1"/>
          </p:cNvPicPr>
          <p:nvPr/>
        </p:nvPicPr>
        <p:blipFill rotWithShape="1">
          <a:blip r:embed="rId39">
            <a:clrChange>
              <a:clrFrom>
                <a:srgbClr val="FEFEFE"/>
              </a:clrFrom>
              <a:clrTo>
                <a:srgbClr val="FEFEFE">
                  <a:alpha val="0"/>
                </a:srgbClr>
              </a:clrTo>
            </a:clrChange>
            <a:duotone>
              <a:prstClr val="black"/>
              <a:schemeClr val="tx2">
                <a:tint val="45000"/>
                <a:satMod val="400000"/>
              </a:schemeClr>
            </a:duotone>
            <a:extLst>
              <a:ext uri="{28A0092B-C50C-407E-A947-70E740481C1C}">
                <a14:useLocalDpi xmlns:a14="http://schemas.microsoft.com/office/drawing/2010/main" val="0"/>
              </a:ext>
            </a:extLst>
          </a:blip>
          <a:srcRect l="2917" t="23626" r="4334" b="25400"/>
          <a:stretch/>
        </p:blipFill>
        <p:spPr bwMode="auto">
          <a:xfrm>
            <a:off x="9973516" y="2223730"/>
            <a:ext cx="384525" cy="21133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harmaSpecial – Distribuidora de matérias-primas de insumos farmacêuticos">
            <a:extLst>
              <a:ext uri="{FF2B5EF4-FFF2-40B4-BE49-F238E27FC236}">
                <a16:creationId xmlns:a16="http://schemas.microsoft.com/office/drawing/2014/main" id="{56A71F9E-0671-5CF4-C330-25F70CB4DDFC}"/>
              </a:ext>
            </a:extLst>
          </p:cNvPr>
          <p:cNvPicPr>
            <a:picLocks noChangeAspect="1" noChangeArrowheads="1"/>
          </p:cNvPicPr>
          <p:nvPr/>
        </p:nvPicPr>
        <p:blipFill>
          <a:blip r:embed="rId4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10711308" y="2235565"/>
            <a:ext cx="635187" cy="187661"/>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Insuquim">
            <a:extLst>
              <a:ext uri="{FF2B5EF4-FFF2-40B4-BE49-F238E27FC236}">
                <a16:creationId xmlns:a16="http://schemas.microsoft.com/office/drawing/2014/main" id="{8A6D034D-5288-A978-779D-AD693F375499}"/>
              </a:ext>
            </a:extLst>
          </p:cNvPr>
          <p:cNvPicPr>
            <a:picLocks noChangeAspect="1" noChangeArrowheads="1"/>
          </p:cNvPicPr>
          <p:nvPr/>
        </p:nvPicPr>
        <p:blipFill rotWithShape="1">
          <a:blip r:embed="rId41">
            <a:clrChange>
              <a:clrFrom>
                <a:srgbClr val="FFFFFF"/>
              </a:clrFrom>
              <a:clrTo>
                <a:srgbClr val="FFFFFF">
                  <a:alpha val="0"/>
                </a:srgbClr>
              </a:clrTo>
            </a:clrChange>
            <a:duotone>
              <a:prstClr val="black"/>
              <a:schemeClr val="tx2">
                <a:tint val="45000"/>
                <a:satMod val="400000"/>
              </a:schemeClr>
            </a:duotone>
            <a:extLst>
              <a:ext uri="{28A0092B-C50C-407E-A947-70E740481C1C}">
                <a14:useLocalDpi xmlns:a14="http://schemas.microsoft.com/office/drawing/2010/main" val="0"/>
              </a:ext>
            </a:extLst>
          </a:blip>
          <a:srcRect t="30517" b="31585"/>
          <a:stretch/>
        </p:blipFill>
        <p:spPr bwMode="auto">
          <a:xfrm>
            <a:off x="10782143" y="3907157"/>
            <a:ext cx="564352" cy="213879"/>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Divsa Company Profile 2024: Valuation, Investors, Acquisition | PitchBook">
            <a:extLst>
              <a:ext uri="{FF2B5EF4-FFF2-40B4-BE49-F238E27FC236}">
                <a16:creationId xmlns:a16="http://schemas.microsoft.com/office/drawing/2014/main" id="{C3E896DF-1EF6-5E18-2D71-6B6C3310C2A1}"/>
              </a:ext>
            </a:extLst>
          </p:cNvPr>
          <p:cNvPicPr>
            <a:picLocks noChangeAspect="1" noChangeArrowheads="1"/>
          </p:cNvPicPr>
          <p:nvPr/>
        </p:nvPicPr>
        <p:blipFill rotWithShape="1">
          <a:blip r:embed="rId42">
            <a:clrChange>
              <a:clrFrom>
                <a:srgbClr val="FFFFFF"/>
              </a:clrFrom>
              <a:clrTo>
                <a:srgbClr val="FFFFFF">
                  <a:alpha val="0"/>
                </a:srgbClr>
              </a:clrTo>
            </a:clrChange>
            <a:duotone>
              <a:prstClr val="black"/>
              <a:schemeClr val="tx2">
                <a:tint val="45000"/>
                <a:satMod val="400000"/>
              </a:schemeClr>
            </a:duotone>
            <a:extLst>
              <a:ext uri="{28A0092B-C50C-407E-A947-70E740481C1C}">
                <a14:useLocalDpi xmlns:a14="http://schemas.microsoft.com/office/drawing/2010/main" val="0"/>
              </a:ext>
            </a:extLst>
          </a:blip>
          <a:srcRect t="34186" b="35505"/>
          <a:stretch/>
        </p:blipFill>
        <p:spPr bwMode="auto">
          <a:xfrm>
            <a:off x="8439776" y="3938074"/>
            <a:ext cx="501645" cy="152045"/>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descr="Inicio | Proquiel">
            <a:extLst>
              <a:ext uri="{FF2B5EF4-FFF2-40B4-BE49-F238E27FC236}">
                <a16:creationId xmlns:a16="http://schemas.microsoft.com/office/drawing/2014/main" id="{745684D2-CAEA-FDEB-D016-52B6F9394FA9}"/>
              </a:ext>
            </a:extLst>
          </p:cNvPr>
          <p:cNvPicPr>
            <a:picLocks noChangeAspect="1" noChangeArrowheads="1"/>
          </p:cNvPicPr>
          <p:nvPr/>
        </p:nvPicPr>
        <p:blipFill>
          <a:blip r:embed="rId43">
            <a:clrChange>
              <a:clrFrom>
                <a:srgbClr val="FFFFFF"/>
              </a:clrFrom>
              <a:clrTo>
                <a:srgbClr val="FFFFFF">
                  <a:alpha val="0"/>
                </a:srgbClr>
              </a:clrTo>
            </a:clrChange>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9727962" y="4353062"/>
            <a:ext cx="741795" cy="198726"/>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descr="Azelis - Localpack">
            <a:extLst>
              <a:ext uri="{FF2B5EF4-FFF2-40B4-BE49-F238E27FC236}">
                <a16:creationId xmlns:a16="http://schemas.microsoft.com/office/drawing/2014/main" id="{159FEB8C-A44B-1418-1989-EE3E43083841}"/>
              </a:ext>
            </a:extLst>
          </p:cNvPr>
          <p:cNvPicPr>
            <a:picLocks noChangeAspect="1" noChangeArrowheads="1"/>
          </p:cNvPicPr>
          <p:nvPr/>
        </p:nvPicPr>
        <p:blipFill rotWithShape="1">
          <a:blip r:embed="rId44">
            <a:clrChange>
              <a:clrFrom>
                <a:srgbClr val="FFFFFF"/>
              </a:clrFrom>
              <a:clrTo>
                <a:srgbClr val="FFFFFF">
                  <a:alpha val="0"/>
                </a:srgbClr>
              </a:clrTo>
            </a:clrChange>
            <a:duotone>
              <a:prstClr val="black"/>
              <a:schemeClr val="tx2">
                <a:tint val="45000"/>
                <a:satMod val="400000"/>
              </a:schemeClr>
            </a:duotone>
            <a:extLst>
              <a:ext uri="{28A0092B-C50C-407E-A947-70E740481C1C}">
                <a14:useLocalDpi xmlns:a14="http://schemas.microsoft.com/office/drawing/2010/main" val="0"/>
              </a:ext>
            </a:extLst>
          </a:blip>
          <a:srcRect l="66659" r="4792" b="26882"/>
          <a:stretch/>
        </p:blipFill>
        <p:spPr bwMode="auto">
          <a:xfrm>
            <a:off x="9315695" y="5583070"/>
            <a:ext cx="336180" cy="288481"/>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descr="Rocsa Colombia S. A. - Bogotá, Cundinamarca">
            <a:extLst>
              <a:ext uri="{FF2B5EF4-FFF2-40B4-BE49-F238E27FC236}">
                <a16:creationId xmlns:a16="http://schemas.microsoft.com/office/drawing/2014/main" id="{8E304301-514E-879A-D161-C5B610844D47}"/>
              </a:ext>
            </a:extLst>
          </p:cNvPr>
          <p:cNvPicPr>
            <a:picLocks noChangeAspect="1" noChangeArrowheads="1"/>
          </p:cNvPicPr>
          <p:nvPr/>
        </p:nvPicPr>
        <p:blipFill rotWithShape="1">
          <a:blip r:embed="rId45">
            <a:clrChange>
              <a:clrFrom>
                <a:srgbClr val="FFFFFF"/>
              </a:clrFrom>
              <a:clrTo>
                <a:srgbClr val="FFFFFF">
                  <a:alpha val="0"/>
                </a:srgbClr>
              </a:clrTo>
            </a:clrChange>
            <a:duotone>
              <a:prstClr val="black"/>
              <a:schemeClr val="tx2">
                <a:tint val="45000"/>
                <a:satMod val="400000"/>
              </a:schemeClr>
            </a:duotone>
            <a:extLst>
              <a:ext uri="{28A0092B-C50C-407E-A947-70E740481C1C}">
                <a14:useLocalDpi xmlns:a14="http://schemas.microsoft.com/office/drawing/2010/main" val="0"/>
              </a:ext>
            </a:extLst>
          </a:blip>
          <a:srcRect l="5793" t="34893" r="4518" b="29423"/>
          <a:stretch/>
        </p:blipFill>
        <p:spPr bwMode="auto">
          <a:xfrm>
            <a:off x="8417552" y="5626621"/>
            <a:ext cx="506157" cy="201378"/>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31">
            <a:extLst>
              <a:ext uri="{FF2B5EF4-FFF2-40B4-BE49-F238E27FC236}">
                <a16:creationId xmlns:a16="http://schemas.microsoft.com/office/drawing/2014/main" id="{7EBB6800-96D8-8F10-4638-A0522BC9DCC1}"/>
              </a:ext>
            </a:extLst>
          </p:cNvPr>
          <p:cNvPicPr>
            <a:picLocks noChangeAspect="1" noChangeArrowheads="1"/>
          </p:cNvPicPr>
          <p:nvPr/>
        </p:nvPicPr>
        <p:blipFill>
          <a:blip r:embed="rId46" cstate="print">
            <a:clrChange>
              <a:clrFrom>
                <a:srgbClr val="FEFFFC"/>
              </a:clrFrom>
              <a:clrTo>
                <a:srgbClr val="FEFFFC">
                  <a:alpha val="0"/>
                </a:srgbClr>
              </a:clrTo>
            </a:clrChange>
            <a:duotone>
              <a:prstClr val="black"/>
              <a:schemeClr val="tx2">
                <a:tint val="45000"/>
                <a:satMod val="400000"/>
              </a:schemeClr>
            </a:duotone>
            <a:extLst>
              <a:ext uri="{28A0092B-C50C-407E-A947-70E740481C1C}">
                <a14:useLocalDpi xmlns:a14="http://schemas.microsoft.com/office/drawing/2010/main"/>
              </a:ext>
            </a:extLst>
          </a:blip>
          <a:srcRect/>
          <a:stretch>
            <a:fillRect/>
          </a:stretch>
        </p:blipFill>
        <p:spPr bwMode="auto">
          <a:xfrm>
            <a:off x="7524981" y="3110067"/>
            <a:ext cx="626970" cy="1645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0" name="Picture 6" descr="Grupo Blumos – Senselogistics">
            <a:extLst>
              <a:ext uri="{FF2B5EF4-FFF2-40B4-BE49-F238E27FC236}">
                <a16:creationId xmlns:a16="http://schemas.microsoft.com/office/drawing/2014/main" id="{0CCEC080-D7EC-C4DF-3F2E-1CC93759DE6A}"/>
              </a:ext>
            </a:extLst>
          </p:cNvPr>
          <p:cNvPicPr>
            <a:picLocks noChangeAspect="1" noChangeArrowheads="1"/>
          </p:cNvPicPr>
          <p:nvPr/>
        </p:nvPicPr>
        <p:blipFill rotWithShape="1">
          <a:blip r:embed="rId47">
            <a:clrChange>
              <a:clrFrom>
                <a:srgbClr val="FFFFFF"/>
              </a:clrFrom>
              <a:clrTo>
                <a:srgbClr val="FFFFFF">
                  <a:alpha val="0"/>
                </a:srgbClr>
              </a:clrTo>
            </a:clrChange>
            <a:duotone>
              <a:prstClr val="black"/>
              <a:schemeClr val="tx2">
                <a:tint val="45000"/>
                <a:satMod val="400000"/>
              </a:schemeClr>
            </a:duotone>
            <a:extLst>
              <a:ext uri="{28A0092B-C50C-407E-A947-70E740481C1C}">
                <a14:useLocalDpi xmlns:a14="http://schemas.microsoft.com/office/drawing/2010/main" val="0"/>
              </a:ext>
            </a:extLst>
          </a:blip>
          <a:srcRect l="18597" t="35765" r="18299" b="37101"/>
          <a:stretch/>
        </p:blipFill>
        <p:spPr bwMode="auto">
          <a:xfrm>
            <a:off x="10909279" y="3129597"/>
            <a:ext cx="437216" cy="12545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nicio - Bretano">
            <a:extLst>
              <a:ext uri="{FF2B5EF4-FFF2-40B4-BE49-F238E27FC236}">
                <a16:creationId xmlns:a16="http://schemas.microsoft.com/office/drawing/2014/main" id="{8139E439-63F0-181A-8824-2C3E43B55382}"/>
              </a:ext>
            </a:extLst>
          </p:cNvPr>
          <p:cNvPicPr>
            <a:picLocks noChangeAspect="1" noChangeArrowheads="1"/>
          </p:cNvPicPr>
          <p:nvPr/>
        </p:nvPicPr>
        <p:blipFill>
          <a:blip r:embed="rId48">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9997950" y="3123286"/>
            <a:ext cx="516017" cy="138073"/>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Joli Foods | LinkedIn">
            <a:extLst>
              <a:ext uri="{FF2B5EF4-FFF2-40B4-BE49-F238E27FC236}">
                <a16:creationId xmlns:a16="http://schemas.microsoft.com/office/drawing/2014/main" id="{9C26E0DB-523E-7374-F15C-D347E7AB5A3A}"/>
              </a:ext>
            </a:extLst>
          </p:cNvPr>
          <p:cNvPicPr>
            <a:picLocks noChangeAspect="1" noChangeArrowheads="1"/>
          </p:cNvPicPr>
          <p:nvPr/>
        </p:nvPicPr>
        <p:blipFill rotWithShape="1">
          <a:blip r:embed="rId49">
            <a:clrChange>
              <a:clrFrom>
                <a:srgbClr val="FFFFFF"/>
              </a:clrFrom>
              <a:clrTo>
                <a:srgbClr val="FFFFFF">
                  <a:alpha val="0"/>
                </a:srgbClr>
              </a:clrTo>
            </a:clrChange>
            <a:duotone>
              <a:prstClr val="black"/>
              <a:schemeClr val="tx2">
                <a:tint val="45000"/>
                <a:satMod val="400000"/>
              </a:schemeClr>
            </a:duotone>
            <a:extLst>
              <a:ext uri="{28A0092B-C50C-407E-A947-70E740481C1C}">
                <a14:useLocalDpi xmlns:a14="http://schemas.microsoft.com/office/drawing/2010/main" val="0"/>
              </a:ext>
            </a:extLst>
          </a:blip>
          <a:srcRect t="19867" b="20395"/>
          <a:stretch/>
        </p:blipFill>
        <p:spPr bwMode="auto">
          <a:xfrm>
            <a:off x="9319471" y="3107744"/>
            <a:ext cx="283166" cy="16915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logo with a black background&#10;&#10;Description automatically generated">
            <a:extLst>
              <a:ext uri="{FF2B5EF4-FFF2-40B4-BE49-F238E27FC236}">
                <a16:creationId xmlns:a16="http://schemas.microsoft.com/office/drawing/2014/main" id="{69286823-B63A-228B-D498-392B602E16EF}"/>
              </a:ext>
            </a:extLst>
          </p:cNvPr>
          <p:cNvPicPr>
            <a:picLocks noChangeAspect="1"/>
          </p:cNvPicPr>
          <p:nvPr/>
        </p:nvPicPr>
        <p:blipFill>
          <a:blip r:embed="rId50">
            <a:duotone>
              <a:prstClr val="black"/>
              <a:schemeClr val="tx2">
                <a:tint val="45000"/>
                <a:satMod val="400000"/>
              </a:schemeClr>
            </a:duotone>
            <a:extLst>
              <a:ext uri="{BEBA8EAE-BF5A-486C-A8C5-ECC9F3942E4B}">
                <a14:imgProps xmlns:a14="http://schemas.microsoft.com/office/drawing/2010/main">
                  <a14:imgLayer r:embed="rId51">
                    <a14:imgEffect>
                      <a14:sharpenSoften amount="-100000"/>
                    </a14:imgEffect>
                    <a14:imgEffect>
                      <a14:brightnessContrast bright="-46000"/>
                    </a14:imgEffect>
                  </a14:imgLayer>
                </a14:imgProps>
              </a:ext>
              <a:ext uri="{28A0092B-C50C-407E-A947-70E740481C1C}">
                <a14:useLocalDpi xmlns:a14="http://schemas.microsoft.com/office/drawing/2010/main" val="0"/>
              </a:ext>
            </a:extLst>
          </a:blip>
          <a:srcRect b="18295"/>
          <a:stretch/>
        </p:blipFill>
        <p:spPr>
          <a:xfrm>
            <a:off x="8547264" y="3038352"/>
            <a:ext cx="376894" cy="307940"/>
          </a:xfrm>
          <a:prstGeom prst="rect">
            <a:avLst/>
          </a:prstGeom>
        </p:spPr>
      </p:pic>
      <p:sp>
        <p:nvSpPr>
          <p:cNvPr id="15" name="TextBox 14">
            <a:extLst>
              <a:ext uri="{FF2B5EF4-FFF2-40B4-BE49-F238E27FC236}">
                <a16:creationId xmlns:a16="http://schemas.microsoft.com/office/drawing/2014/main" id="{BAE981D0-5069-3BA4-C4F5-41D07D7CFE16}"/>
              </a:ext>
            </a:extLst>
          </p:cNvPr>
          <p:cNvSpPr txBox="1"/>
          <p:nvPr/>
        </p:nvSpPr>
        <p:spPr>
          <a:xfrm>
            <a:off x="841576" y="4725843"/>
            <a:ext cx="4456896" cy="441083"/>
          </a:xfrm>
          <a:prstGeom prst="rect">
            <a:avLst/>
          </a:prstGeom>
          <a:noFill/>
        </p:spPr>
        <p:txBody>
          <a:bodyPr wrap="square">
            <a:spAutoFit/>
          </a:bodyPr>
          <a:lstStyle/>
          <a:p>
            <a:pPr>
              <a:lnSpc>
                <a:spcPct val="110000"/>
              </a:lnSpc>
              <a:spcAft>
                <a:spcPts val="800"/>
              </a:spcAft>
            </a:pPr>
            <a:r>
              <a:rPr lang="en-US" sz="1050" dirty="0">
                <a:latin typeface="+mj-lt"/>
                <a:ea typeface="Source Serif Pro" panose="02040603050405020204" pitchFamily="18" charset="0"/>
              </a:rPr>
              <a:t>Compared to other regions, Latin American players have more room to </a:t>
            </a:r>
            <a:r>
              <a:rPr lang="en-US" sz="1050" b="1" dirty="0">
                <a:latin typeface="+mj-lt"/>
                <a:ea typeface="Source Serif Pro" panose="02040603050405020204" pitchFamily="18" charset="0"/>
              </a:rPr>
              <a:t>make acquisitions </a:t>
            </a:r>
            <a:r>
              <a:rPr lang="en-US" sz="1050" dirty="0">
                <a:latin typeface="+mj-lt"/>
                <a:ea typeface="Source Serif Pro" panose="02040603050405020204" pitchFamily="18" charset="0"/>
              </a:rPr>
              <a:t>and </a:t>
            </a:r>
            <a:r>
              <a:rPr lang="en-US" sz="1050" b="1" dirty="0">
                <a:latin typeface="+mj-lt"/>
                <a:ea typeface="Source Serif Pro" panose="02040603050405020204" pitchFamily="18" charset="0"/>
              </a:rPr>
              <a:t>increase their market share</a:t>
            </a:r>
          </a:p>
        </p:txBody>
      </p:sp>
      <p:sp>
        <p:nvSpPr>
          <p:cNvPr id="16" name="Espaço Reservado para Número de Slide 3">
            <a:extLst>
              <a:ext uri="{FF2B5EF4-FFF2-40B4-BE49-F238E27FC236}">
                <a16:creationId xmlns:a16="http://schemas.microsoft.com/office/drawing/2014/main" id="{50BC7CCF-F13F-62F2-211A-A2495387A291}"/>
              </a:ext>
            </a:extLst>
          </p:cNvPr>
          <p:cNvSpPr txBox="1">
            <a:spLocks/>
          </p:cNvSpPr>
          <p:nvPr/>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solidFill>
                <a:latin typeface="Source Serif Pro" panose="02040603050405020204" pitchFamily="18" charset="0"/>
                <a:ea typeface="Source Serif Pro" panose="02040603050405020204" pitchFamily="18" charset="0"/>
                <a:cs typeface="+mn-cs"/>
              </a:rPr>
              <a:pPr algn="ctr"/>
              <a:t>6</a:t>
            </a:fld>
            <a:endParaRPr lang="en-US" sz="800" b="0" kern="1200" dirty="0">
              <a:solidFill>
                <a:schemeClr val="accent1"/>
              </a:solidFill>
              <a:latin typeface="Source Serif Pro" panose="02040603050405020204" pitchFamily="18" charset="0"/>
              <a:ea typeface="Source Serif Pro" panose="02040603050405020204" pitchFamily="18" charset="0"/>
              <a:cs typeface="+mn-cs"/>
            </a:endParaRPr>
          </a:p>
        </p:txBody>
      </p:sp>
      <p:sp>
        <p:nvSpPr>
          <p:cNvPr id="26" name="Google Shape;236;p23">
            <a:extLst>
              <a:ext uri="{FF2B5EF4-FFF2-40B4-BE49-F238E27FC236}">
                <a16:creationId xmlns:a16="http://schemas.microsoft.com/office/drawing/2014/main" id="{197E2CB3-F75D-276D-BE6D-42938AF15BE0}"/>
              </a:ext>
            </a:extLst>
          </p:cNvPr>
          <p:cNvSpPr/>
          <p:nvPr/>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grpSp>
        <p:nvGrpSpPr>
          <p:cNvPr id="30" name="Agrupar 888">
            <a:extLst>
              <a:ext uri="{FF2B5EF4-FFF2-40B4-BE49-F238E27FC236}">
                <a16:creationId xmlns:a16="http://schemas.microsoft.com/office/drawing/2014/main" id="{10DA4B79-7871-D0FB-02EC-4246200F559A}"/>
              </a:ext>
            </a:extLst>
          </p:cNvPr>
          <p:cNvGrpSpPr/>
          <p:nvPr/>
        </p:nvGrpSpPr>
        <p:grpSpPr>
          <a:xfrm>
            <a:off x="731837" y="5522749"/>
            <a:ext cx="355780" cy="373814"/>
            <a:chOff x="4321175" y="4210051"/>
            <a:chExt cx="344488" cy="361950"/>
          </a:xfrm>
        </p:grpSpPr>
        <p:sp>
          <p:nvSpPr>
            <p:cNvPr id="31" name="Freeform 694">
              <a:extLst>
                <a:ext uri="{FF2B5EF4-FFF2-40B4-BE49-F238E27FC236}">
                  <a16:creationId xmlns:a16="http://schemas.microsoft.com/office/drawing/2014/main" id="{0E8CD255-21BB-84D5-730A-4D13B09C13F3}"/>
                </a:ext>
              </a:extLst>
            </p:cNvPr>
            <p:cNvSpPr>
              <a:spLocks/>
            </p:cNvSpPr>
            <p:nvPr/>
          </p:nvSpPr>
          <p:spPr bwMode="auto">
            <a:xfrm>
              <a:off x="4371975" y="4281488"/>
              <a:ext cx="57150" cy="66675"/>
            </a:xfrm>
            <a:custGeom>
              <a:avLst/>
              <a:gdLst>
                <a:gd name="T0" fmla="*/ 6 w 17"/>
                <a:gd name="T1" fmla="*/ 20 h 20"/>
                <a:gd name="T2" fmla="*/ 6 w 17"/>
                <a:gd name="T3" fmla="*/ 16 h 20"/>
                <a:gd name="T4" fmla="*/ 10 w 17"/>
                <a:gd name="T5" fmla="*/ 11 h 20"/>
                <a:gd name="T6" fmla="*/ 17 w 17"/>
                <a:gd name="T7" fmla="*/ 11 h 20"/>
                <a:gd name="T8" fmla="*/ 17 w 17"/>
                <a:gd name="T9" fmla="*/ 6 h 20"/>
                <a:gd name="T10" fmla="*/ 10 w 17"/>
                <a:gd name="T11" fmla="*/ 0 h 20"/>
                <a:gd name="T12" fmla="*/ 0 w 17"/>
                <a:gd name="T13" fmla="*/ 0 h 20"/>
              </a:gdLst>
              <a:ahLst/>
              <a:cxnLst>
                <a:cxn ang="0">
                  <a:pos x="T0" y="T1"/>
                </a:cxn>
                <a:cxn ang="0">
                  <a:pos x="T2" y="T3"/>
                </a:cxn>
                <a:cxn ang="0">
                  <a:pos x="T4" y="T5"/>
                </a:cxn>
                <a:cxn ang="0">
                  <a:pos x="T6" y="T7"/>
                </a:cxn>
                <a:cxn ang="0">
                  <a:pos x="T8" y="T9"/>
                </a:cxn>
                <a:cxn ang="0">
                  <a:pos x="T10" y="T11"/>
                </a:cxn>
                <a:cxn ang="0">
                  <a:pos x="T12" y="T13"/>
                </a:cxn>
              </a:cxnLst>
              <a:rect l="0" t="0" r="r" b="b"/>
              <a:pathLst>
                <a:path w="17" h="20">
                  <a:moveTo>
                    <a:pt x="6" y="20"/>
                  </a:moveTo>
                  <a:cubicBezTo>
                    <a:pt x="6" y="16"/>
                    <a:pt x="6" y="16"/>
                    <a:pt x="6" y="16"/>
                  </a:cubicBezTo>
                  <a:cubicBezTo>
                    <a:pt x="10" y="11"/>
                    <a:pt x="10" y="11"/>
                    <a:pt x="10" y="11"/>
                  </a:cubicBezTo>
                  <a:cubicBezTo>
                    <a:pt x="17" y="11"/>
                    <a:pt x="17" y="11"/>
                    <a:pt x="17" y="11"/>
                  </a:cubicBezTo>
                  <a:cubicBezTo>
                    <a:pt x="17" y="6"/>
                    <a:pt x="17" y="6"/>
                    <a:pt x="17" y="6"/>
                  </a:cubicBezTo>
                  <a:cubicBezTo>
                    <a:pt x="17" y="3"/>
                    <a:pt x="14" y="0"/>
                    <a:pt x="10" y="0"/>
                  </a:cubicBezTo>
                  <a:cubicBezTo>
                    <a:pt x="0" y="0"/>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32" name="Freeform 695">
              <a:extLst>
                <a:ext uri="{FF2B5EF4-FFF2-40B4-BE49-F238E27FC236}">
                  <a16:creationId xmlns:a16="http://schemas.microsoft.com/office/drawing/2014/main" id="{725959BA-2A58-BCA4-FE31-9926DB410102}"/>
                </a:ext>
              </a:extLst>
            </p:cNvPr>
            <p:cNvSpPr>
              <a:spLocks/>
            </p:cNvSpPr>
            <p:nvPr/>
          </p:nvSpPr>
          <p:spPr bwMode="auto">
            <a:xfrm>
              <a:off x="4468813" y="4240213"/>
              <a:ext cx="165100" cy="101600"/>
            </a:xfrm>
            <a:custGeom>
              <a:avLst/>
              <a:gdLst>
                <a:gd name="T0" fmla="*/ 33 w 49"/>
                <a:gd name="T1" fmla="*/ 0 h 30"/>
                <a:gd name="T2" fmla="*/ 28 w 49"/>
                <a:gd name="T3" fmla="*/ 5 h 30"/>
                <a:gd name="T4" fmla="*/ 14 w 49"/>
                <a:gd name="T5" fmla="*/ 5 h 30"/>
                <a:gd name="T6" fmla="*/ 9 w 49"/>
                <a:gd name="T7" fmla="*/ 9 h 30"/>
                <a:gd name="T8" fmla="*/ 7 w 49"/>
                <a:gd name="T9" fmla="*/ 9 h 30"/>
                <a:gd name="T10" fmla="*/ 0 w 49"/>
                <a:gd name="T11" fmla="*/ 16 h 30"/>
                <a:gd name="T12" fmla="*/ 0 w 49"/>
                <a:gd name="T13" fmla="*/ 18 h 30"/>
                <a:gd name="T14" fmla="*/ 11 w 49"/>
                <a:gd name="T15" fmla="*/ 18 h 30"/>
                <a:gd name="T16" fmla="*/ 21 w 49"/>
                <a:gd name="T17" fmla="*/ 28 h 30"/>
                <a:gd name="T18" fmla="*/ 21 w 49"/>
                <a:gd name="T19" fmla="*/ 28 h 30"/>
                <a:gd name="T20" fmla="*/ 25 w 49"/>
                <a:gd name="T21" fmla="*/ 28 h 30"/>
                <a:gd name="T22" fmla="*/ 28 w 49"/>
                <a:gd name="T23" fmla="*/ 25 h 30"/>
                <a:gd name="T24" fmla="*/ 30 w 49"/>
                <a:gd name="T25" fmla="*/ 25 h 30"/>
                <a:gd name="T26" fmla="*/ 35 w 49"/>
                <a:gd name="T27" fmla="*/ 30 h 30"/>
                <a:gd name="T28" fmla="*/ 35 w 49"/>
                <a:gd name="T29" fmla="*/ 30 h 30"/>
                <a:gd name="T30" fmla="*/ 49 w 49"/>
                <a:gd name="T31"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9" h="30">
                  <a:moveTo>
                    <a:pt x="33" y="0"/>
                  </a:moveTo>
                  <a:cubicBezTo>
                    <a:pt x="28" y="5"/>
                    <a:pt x="28" y="5"/>
                    <a:pt x="28" y="5"/>
                  </a:cubicBezTo>
                  <a:cubicBezTo>
                    <a:pt x="14" y="5"/>
                    <a:pt x="14" y="5"/>
                    <a:pt x="14" y="5"/>
                  </a:cubicBezTo>
                  <a:cubicBezTo>
                    <a:pt x="9" y="9"/>
                    <a:pt x="9" y="9"/>
                    <a:pt x="9" y="9"/>
                  </a:cubicBezTo>
                  <a:cubicBezTo>
                    <a:pt x="7" y="9"/>
                    <a:pt x="7" y="9"/>
                    <a:pt x="7" y="9"/>
                  </a:cubicBezTo>
                  <a:cubicBezTo>
                    <a:pt x="3" y="9"/>
                    <a:pt x="0" y="12"/>
                    <a:pt x="0" y="16"/>
                  </a:cubicBezTo>
                  <a:cubicBezTo>
                    <a:pt x="0" y="18"/>
                    <a:pt x="0" y="18"/>
                    <a:pt x="0" y="18"/>
                  </a:cubicBezTo>
                  <a:cubicBezTo>
                    <a:pt x="11" y="18"/>
                    <a:pt x="11" y="18"/>
                    <a:pt x="11" y="18"/>
                  </a:cubicBezTo>
                  <a:cubicBezTo>
                    <a:pt x="21" y="28"/>
                    <a:pt x="21" y="28"/>
                    <a:pt x="21" y="28"/>
                  </a:cubicBezTo>
                  <a:cubicBezTo>
                    <a:pt x="21" y="28"/>
                    <a:pt x="21" y="28"/>
                    <a:pt x="21" y="28"/>
                  </a:cubicBezTo>
                  <a:cubicBezTo>
                    <a:pt x="25" y="28"/>
                    <a:pt x="25" y="28"/>
                    <a:pt x="25" y="28"/>
                  </a:cubicBezTo>
                  <a:cubicBezTo>
                    <a:pt x="28" y="25"/>
                    <a:pt x="28" y="25"/>
                    <a:pt x="28" y="25"/>
                  </a:cubicBezTo>
                  <a:cubicBezTo>
                    <a:pt x="30" y="25"/>
                    <a:pt x="30" y="25"/>
                    <a:pt x="30" y="25"/>
                  </a:cubicBezTo>
                  <a:cubicBezTo>
                    <a:pt x="35" y="30"/>
                    <a:pt x="35" y="30"/>
                    <a:pt x="35" y="30"/>
                  </a:cubicBezTo>
                  <a:cubicBezTo>
                    <a:pt x="35" y="30"/>
                    <a:pt x="35" y="30"/>
                    <a:pt x="35" y="30"/>
                  </a:cubicBezTo>
                  <a:cubicBezTo>
                    <a:pt x="49" y="30"/>
                    <a:pt x="49" y="30"/>
                    <a:pt x="49" y="3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33" name="Freeform 696">
              <a:extLst>
                <a:ext uri="{FF2B5EF4-FFF2-40B4-BE49-F238E27FC236}">
                  <a16:creationId xmlns:a16="http://schemas.microsoft.com/office/drawing/2014/main" id="{A2474913-E567-67AD-1665-D9C04AE83B14}"/>
                </a:ext>
              </a:extLst>
            </p:cNvPr>
            <p:cNvSpPr>
              <a:spLocks/>
            </p:cNvSpPr>
            <p:nvPr/>
          </p:nvSpPr>
          <p:spPr bwMode="auto">
            <a:xfrm>
              <a:off x="4351338" y="4210051"/>
              <a:ext cx="282575" cy="138113"/>
            </a:xfrm>
            <a:custGeom>
              <a:avLst/>
              <a:gdLst>
                <a:gd name="T0" fmla="*/ 0 w 84"/>
                <a:gd name="T1" fmla="*/ 41 h 41"/>
                <a:gd name="T2" fmla="*/ 42 w 84"/>
                <a:gd name="T3" fmla="*/ 0 h 41"/>
                <a:gd name="T4" fmla="*/ 84 w 84"/>
                <a:gd name="T5" fmla="*/ 41 h 41"/>
              </a:gdLst>
              <a:ahLst/>
              <a:cxnLst>
                <a:cxn ang="0">
                  <a:pos x="T0" y="T1"/>
                </a:cxn>
                <a:cxn ang="0">
                  <a:pos x="T2" y="T3"/>
                </a:cxn>
                <a:cxn ang="0">
                  <a:pos x="T4" y="T5"/>
                </a:cxn>
              </a:cxnLst>
              <a:rect l="0" t="0" r="r" b="b"/>
              <a:pathLst>
                <a:path w="84" h="41">
                  <a:moveTo>
                    <a:pt x="0" y="41"/>
                  </a:moveTo>
                  <a:cubicBezTo>
                    <a:pt x="0" y="18"/>
                    <a:pt x="19" y="0"/>
                    <a:pt x="42" y="0"/>
                  </a:cubicBezTo>
                  <a:cubicBezTo>
                    <a:pt x="65" y="0"/>
                    <a:pt x="84" y="18"/>
                    <a:pt x="84" y="41"/>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34" name="Freeform 697">
              <a:extLst>
                <a:ext uri="{FF2B5EF4-FFF2-40B4-BE49-F238E27FC236}">
                  <a16:creationId xmlns:a16="http://schemas.microsoft.com/office/drawing/2014/main" id="{1D915407-1AB1-A127-8775-BD2EFC53C535}"/>
                </a:ext>
              </a:extLst>
            </p:cNvPr>
            <p:cNvSpPr>
              <a:spLocks/>
            </p:cNvSpPr>
            <p:nvPr/>
          </p:nvSpPr>
          <p:spPr bwMode="auto">
            <a:xfrm>
              <a:off x="4441825" y="4365626"/>
              <a:ext cx="223838" cy="74613"/>
            </a:xfrm>
            <a:custGeom>
              <a:avLst/>
              <a:gdLst>
                <a:gd name="T0" fmla="*/ 66 w 66"/>
                <a:gd name="T1" fmla="*/ 5 h 22"/>
                <a:gd name="T2" fmla="*/ 50 w 66"/>
                <a:gd name="T3" fmla="*/ 5 h 22"/>
                <a:gd name="T4" fmla="*/ 43 w 66"/>
                <a:gd name="T5" fmla="*/ 3 h 22"/>
                <a:gd name="T6" fmla="*/ 42 w 66"/>
                <a:gd name="T7" fmla="*/ 2 h 22"/>
                <a:gd name="T8" fmla="*/ 36 w 66"/>
                <a:gd name="T9" fmla="*/ 0 h 22"/>
                <a:gd name="T10" fmla="*/ 18 w 66"/>
                <a:gd name="T11" fmla="*/ 0 h 22"/>
                <a:gd name="T12" fmla="*/ 14 w 66"/>
                <a:gd name="T13" fmla="*/ 2 h 22"/>
                <a:gd name="T14" fmla="*/ 7 w 66"/>
                <a:gd name="T15" fmla="*/ 8 h 22"/>
                <a:gd name="T16" fmla="*/ 0 w 66"/>
                <a:gd name="T17" fmla="*/ 16 h 22"/>
                <a:gd name="T18" fmla="*/ 11 w 66"/>
                <a:gd name="T19" fmla="*/ 18 h 22"/>
                <a:gd name="T20" fmla="*/ 18 w 66"/>
                <a:gd name="T21" fmla="*/ 14 h 22"/>
                <a:gd name="T22" fmla="*/ 24 w 66"/>
                <a:gd name="T23" fmla="*/ 14 h 22"/>
                <a:gd name="T24" fmla="*/ 33 w 66"/>
                <a:gd name="T2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22">
                  <a:moveTo>
                    <a:pt x="66" y="5"/>
                  </a:moveTo>
                  <a:cubicBezTo>
                    <a:pt x="50" y="5"/>
                    <a:pt x="50" y="5"/>
                    <a:pt x="50" y="5"/>
                  </a:cubicBezTo>
                  <a:cubicBezTo>
                    <a:pt x="47" y="5"/>
                    <a:pt x="45" y="4"/>
                    <a:pt x="43" y="3"/>
                  </a:cubicBezTo>
                  <a:cubicBezTo>
                    <a:pt x="42" y="2"/>
                    <a:pt x="42" y="2"/>
                    <a:pt x="42" y="2"/>
                  </a:cubicBezTo>
                  <a:cubicBezTo>
                    <a:pt x="40" y="1"/>
                    <a:pt x="38" y="0"/>
                    <a:pt x="36" y="0"/>
                  </a:cubicBezTo>
                  <a:cubicBezTo>
                    <a:pt x="18" y="0"/>
                    <a:pt x="18" y="0"/>
                    <a:pt x="18" y="0"/>
                  </a:cubicBezTo>
                  <a:cubicBezTo>
                    <a:pt x="16" y="0"/>
                    <a:pt x="15" y="1"/>
                    <a:pt x="14" y="2"/>
                  </a:cubicBezTo>
                  <a:cubicBezTo>
                    <a:pt x="7" y="8"/>
                    <a:pt x="7" y="8"/>
                    <a:pt x="7" y="8"/>
                  </a:cubicBezTo>
                  <a:cubicBezTo>
                    <a:pt x="7" y="8"/>
                    <a:pt x="3" y="12"/>
                    <a:pt x="0" y="16"/>
                  </a:cubicBezTo>
                  <a:cubicBezTo>
                    <a:pt x="4" y="19"/>
                    <a:pt x="7" y="19"/>
                    <a:pt x="11" y="18"/>
                  </a:cubicBezTo>
                  <a:cubicBezTo>
                    <a:pt x="14" y="17"/>
                    <a:pt x="18" y="14"/>
                    <a:pt x="18" y="14"/>
                  </a:cubicBezTo>
                  <a:cubicBezTo>
                    <a:pt x="24" y="14"/>
                    <a:pt x="24" y="14"/>
                    <a:pt x="24" y="14"/>
                  </a:cubicBezTo>
                  <a:cubicBezTo>
                    <a:pt x="33" y="22"/>
                    <a:pt x="33" y="22"/>
                    <a:pt x="33" y="22"/>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35" name="Freeform 698">
              <a:extLst>
                <a:ext uri="{FF2B5EF4-FFF2-40B4-BE49-F238E27FC236}">
                  <a16:creationId xmlns:a16="http://schemas.microsoft.com/office/drawing/2014/main" id="{375A5ECE-0402-7D40-A0EA-67C1E6CF389F}"/>
                </a:ext>
              </a:extLst>
            </p:cNvPr>
            <p:cNvSpPr>
              <a:spLocks/>
            </p:cNvSpPr>
            <p:nvPr/>
          </p:nvSpPr>
          <p:spPr bwMode="auto">
            <a:xfrm>
              <a:off x="4603750" y="4483101"/>
              <a:ext cx="30163" cy="11113"/>
            </a:xfrm>
            <a:custGeom>
              <a:avLst/>
              <a:gdLst>
                <a:gd name="T0" fmla="*/ 0 w 9"/>
                <a:gd name="T1" fmla="*/ 3 h 3"/>
                <a:gd name="T2" fmla="*/ 9 w 9"/>
                <a:gd name="T3" fmla="*/ 0 h 3"/>
              </a:gdLst>
              <a:ahLst/>
              <a:cxnLst>
                <a:cxn ang="0">
                  <a:pos x="T0" y="T1"/>
                </a:cxn>
                <a:cxn ang="0">
                  <a:pos x="T2" y="T3"/>
                </a:cxn>
              </a:cxnLst>
              <a:rect l="0" t="0" r="r" b="b"/>
              <a:pathLst>
                <a:path w="9" h="3">
                  <a:moveTo>
                    <a:pt x="0" y="3"/>
                  </a:moveTo>
                  <a:cubicBezTo>
                    <a:pt x="2" y="0"/>
                    <a:pt x="5" y="0"/>
                    <a:pt x="9"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36" name="Freeform 699">
              <a:extLst>
                <a:ext uri="{FF2B5EF4-FFF2-40B4-BE49-F238E27FC236}">
                  <a16:creationId xmlns:a16="http://schemas.microsoft.com/office/drawing/2014/main" id="{47979174-25F7-791B-28D9-4D2F5E27EDAD}"/>
                </a:ext>
              </a:extLst>
            </p:cNvPr>
            <p:cNvSpPr>
              <a:spLocks/>
            </p:cNvSpPr>
            <p:nvPr/>
          </p:nvSpPr>
          <p:spPr bwMode="auto">
            <a:xfrm>
              <a:off x="4533900" y="4440238"/>
              <a:ext cx="84138" cy="90488"/>
            </a:xfrm>
            <a:custGeom>
              <a:avLst/>
              <a:gdLst>
                <a:gd name="T0" fmla="*/ 6 w 25"/>
                <a:gd name="T1" fmla="*/ 0 h 27"/>
                <a:gd name="T2" fmla="*/ 21 w 25"/>
                <a:gd name="T3" fmla="*/ 16 h 27"/>
                <a:gd name="T4" fmla="*/ 14 w 25"/>
                <a:gd name="T5" fmla="*/ 22 h 27"/>
                <a:gd name="T6" fmla="*/ 0 w 25"/>
                <a:gd name="T7" fmla="*/ 9 h 27"/>
              </a:gdLst>
              <a:ahLst/>
              <a:cxnLst>
                <a:cxn ang="0">
                  <a:pos x="T0" y="T1"/>
                </a:cxn>
                <a:cxn ang="0">
                  <a:pos x="T2" y="T3"/>
                </a:cxn>
                <a:cxn ang="0">
                  <a:pos x="T4" y="T5"/>
                </a:cxn>
                <a:cxn ang="0">
                  <a:pos x="T6" y="T7"/>
                </a:cxn>
              </a:cxnLst>
              <a:rect l="0" t="0" r="r" b="b"/>
              <a:pathLst>
                <a:path w="25" h="27">
                  <a:moveTo>
                    <a:pt x="6" y="0"/>
                  </a:moveTo>
                  <a:cubicBezTo>
                    <a:pt x="6" y="0"/>
                    <a:pt x="18" y="13"/>
                    <a:pt x="21" y="16"/>
                  </a:cubicBezTo>
                  <a:cubicBezTo>
                    <a:pt x="25" y="19"/>
                    <a:pt x="20" y="27"/>
                    <a:pt x="14" y="22"/>
                  </a:cubicBezTo>
                  <a:cubicBezTo>
                    <a:pt x="11" y="19"/>
                    <a:pt x="0" y="9"/>
                    <a:pt x="0" y="9"/>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40" name="Freeform 700">
              <a:extLst>
                <a:ext uri="{FF2B5EF4-FFF2-40B4-BE49-F238E27FC236}">
                  <a16:creationId xmlns:a16="http://schemas.microsoft.com/office/drawing/2014/main" id="{91A759CD-F5AB-50E4-DC0F-3A17250DFD97}"/>
                </a:ext>
              </a:extLst>
            </p:cNvPr>
            <p:cNvSpPr>
              <a:spLocks/>
            </p:cNvSpPr>
            <p:nvPr/>
          </p:nvSpPr>
          <p:spPr bwMode="auto">
            <a:xfrm>
              <a:off x="4516438" y="4500563"/>
              <a:ext cx="71438" cy="44450"/>
            </a:xfrm>
            <a:custGeom>
              <a:avLst/>
              <a:gdLst>
                <a:gd name="T0" fmla="*/ 21 w 21"/>
                <a:gd name="T1" fmla="*/ 5 h 13"/>
                <a:gd name="T2" fmla="*/ 11 w 21"/>
                <a:gd name="T3" fmla="*/ 9 h 13"/>
                <a:gd name="T4" fmla="*/ 0 w 21"/>
                <a:gd name="T5" fmla="*/ 0 h 13"/>
              </a:gdLst>
              <a:ahLst/>
              <a:cxnLst>
                <a:cxn ang="0">
                  <a:pos x="T0" y="T1"/>
                </a:cxn>
                <a:cxn ang="0">
                  <a:pos x="T2" y="T3"/>
                </a:cxn>
                <a:cxn ang="0">
                  <a:pos x="T4" y="T5"/>
                </a:cxn>
              </a:cxnLst>
              <a:rect l="0" t="0" r="r" b="b"/>
              <a:pathLst>
                <a:path w="21" h="13">
                  <a:moveTo>
                    <a:pt x="21" y="5"/>
                  </a:moveTo>
                  <a:cubicBezTo>
                    <a:pt x="20" y="7"/>
                    <a:pt x="16" y="13"/>
                    <a:pt x="11" y="9"/>
                  </a:cubicBezTo>
                  <a:cubicBezTo>
                    <a:pt x="7" y="6"/>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41" name="Freeform 701">
              <a:extLst>
                <a:ext uri="{FF2B5EF4-FFF2-40B4-BE49-F238E27FC236}">
                  <a16:creationId xmlns:a16="http://schemas.microsoft.com/office/drawing/2014/main" id="{EF063AB3-EE13-C9DD-C8E0-938205EABE2B}"/>
                </a:ext>
              </a:extLst>
            </p:cNvPr>
            <p:cNvSpPr>
              <a:spLocks/>
            </p:cNvSpPr>
            <p:nvPr/>
          </p:nvSpPr>
          <p:spPr bwMode="auto">
            <a:xfrm>
              <a:off x="4498975" y="4527551"/>
              <a:ext cx="57150" cy="30163"/>
            </a:xfrm>
            <a:custGeom>
              <a:avLst/>
              <a:gdLst>
                <a:gd name="T0" fmla="*/ 17 w 17"/>
                <a:gd name="T1" fmla="*/ 2 h 9"/>
                <a:gd name="T2" fmla="*/ 7 w 17"/>
                <a:gd name="T3" fmla="*/ 6 h 9"/>
                <a:gd name="T4" fmla="*/ 0 w 17"/>
                <a:gd name="T5" fmla="*/ 0 h 9"/>
              </a:gdLst>
              <a:ahLst/>
              <a:cxnLst>
                <a:cxn ang="0">
                  <a:pos x="T0" y="T1"/>
                </a:cxn>
                <a:cxn ang="0">
                  <a:pos x="T2" y="T3"/>
                </a:cxn>
                <a:cxn ang="0">
                  <a:pos x="T4" y="T5"/>
                </a:cxn>
              </a:cxnLst>
              <a:rect l="0" t="0" r="r" b="b"/>
              <a:pathLst>
                <a:path w="17" h="9">
                  <a:moveTo>
                    <a:pt x="17" y="2"/>
                  </a:moveTo>
                  <a:cubicBezTo>
                    <a:pt x="15" y="7"/>
                    <a:pt x="11" y="9"/>
                    <a:pt x="7" y="6"/>
                  </a:cubicBezTo>
                  <a:cubicBezTo>
                    <a:pt x="4" y="4"/>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46" name="Freeform 702">
              <a:extLst>
                <a:ext uri="{FF2B5EF4-FFF2-40B4-BE49-F238E27FC236}">
                  <a16:creationId xmlns:a16="http://schemas.microsoft.com/office/drawing/2014/main" id="{DDA3F7DD-099E-9532-A0AF-C4385FC84457}"/>
                </a:ext>
              </a:extLst>
            </p:cNvPr>
            <p:cNvSpPr>
              <a:spLocks/>
            </p:cNvSpPr>
            <p:nvPr/>
          </p:nvSpPr>
          <p:spPr bwMode="auto">
            <a:xfrm>
              <a:off x="4479925" y="4551363"/>
              <a:ext cx="46038" cy="20638"/>
            </a:xfrm>
            <a:custGeom>
              <a:avLst/>
              <a:gdLst>
                <a:gd name="T0" fmla="*/ 14 w 14"/>
                <a:gd name="T1" fmla="*/ 0 h 6"/>
                <a:gd name="T2" fmla="*/ 5 w 14"/>
                <a:gd name="T3" fmla="*/ 4 h 6"/>
                <a:gd name="T4" fmla="*/ 0 w 14"/>
                <a:gd name="T5" fmla="*/ 0 h 6"/>
              </a:gdLst>
              <a:ahLst/>
              <a:cxnLst>
                <a:cxn ang="0">
                  <a:pos x="T0" y="T1"/>
                </a:cxn>
                <a:cxn ang="0">
                  <a:pos x="T2" y="T3"/>
                </a:cxn>
                <a:cxn ang="0">
                  <a:pos x="T4" y="T5"/>
                </a:cxn>
              </a:cxnLst>
              <a:rect l="0" t="0" r="r" b="b"/>
              <a:pathLst>
                <a:path w="14" h="6">
                  <a:moveTo>
                    <a:pt x="14" y="0"/>
                  </a:moveTo>
                  <a:cubicBezTo>
                    <a:pt x="13" y="3"/>
                    <a:pt x="9" y="6"/>
                    <a:pt x="5" y="4"/>
                  </a:cubicBezTo>
                  <a:cubicBezTo>
                    <a:pt x="4" y="3"/>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47" name="Freeform 703">
              <a:extLst>
                <a:ext uri="{FF2B5EF4-FFF2-40B4-BE49-F238E27FC236}">
                  <a16:creationId xmlns:a16="http://schemas.microsoft.com/office/drawing/2014/main" id="{2AD5834A-3D65-5A07-876C-98569F204A61}"/>
                </a:ext>
              </a:extLst>
            </p:cNvPr>
            <p:cNvSpPr>
              <a:spLocks/>
            </p:cNvSpPr>
            <p:nvPr/>
          </p:nvSpPr>
          <p:spPr bwMode="auto">
            <a:xfrm>
              <a:off x="4321175" y="4365626"/>
              <a:ext cx="165100" cy="15875"/>
            </a:xfrm>
            <a:custGeom>
              <a:avLst/>
              <a:gdLst>
                <a:gd name="T0" fmla="*/ 0 w 49"/>
                <a:gd name="T1" fmla="*/ 5 h 5"/>
                <a:gd name="T2" fmla="*/ 20 w 49"/>
                <a:gd name="T3" fmla="*/ 5 h 5"/>
                <a:gd name="T4" fmla="*/ 25 w 49"/>
                <a:gd name="T5" fmla="*/ 3 h 5"/>
                <a:gd name="T6" fmla="*/ 28 w 49"/>
                <a:gd name="T7" fmla="*/ 2 h 5"/>
                <a:gd name="T8" fmla="*/ 33 w 49"/>
                <a:gd name="T9" fmla="*/ 0 h 5"/>
                <a:gd name="T10" fmla="*/ 44 w 49"/>
                <a:gd name="T11" fmla="*/ 0 h 5"/>
                <a:gd name="T12" fmla="*/ 47 w 49"/>
                <a:gd name="T13" fmla="*/ 1 h 5"/>
                <a:gd name="T14" fmla="*/ 49 w 49"/>
                <a:gd name="T15" fmla="*/ 2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5">
                  <a:moveTo>
                    <a:pt x="0" y="5"/>
                  </a:moveTo>
                  <a:cubicBezTo>
                    <a:pt x="20" y="5"/>
                    <a:pt x="20" y="5"/>
                    <a:pt x="20" y="5"/>
                  </a:cubicBezTo>
                  <a:cubicBezTo>
                    <a:pt x="22" y="5"/>
                    <a:pt x="24" y="4"/>
                    <a:pt x="25" y="3"/>
                  </a:cubicBezTo>
                  <a:cubicBezTo>
                    <a:pt x="28" y="2"/>
                    <a:pt x="28" y="2"/>
                    <a:pt x="28" y="2"/>
                  </a:cubicBezTo>
                  <a:cubicBezTo>
                    <a:pt x="29" y="1"/>
                    <a:pt x="31" y="0"/>
                    <a:pt x="33" y="0"/>
                  </a:cubicBezTo>
                  <a:cubicBezTo>
                    <a:pt x="44" y="0"/>
                    <a:pt x="44" y="0"/>
                    <a:pt x="44" y="0"/>
                  </a:cubicBezTo>
                  <a:cubicBezTo>
                    <a:pt x="45" y="0"/>
                    <a:pt x="46" y="0"/>
                    <a:pt x="47" y="1"/>
                  </a:cubicBezTo>
                  <a:cubicBezTo>
                    <a:pt x="49" y="2"/>
                    <a:pt x="49" y="2"/>
                    <a:pt x="49" y="2"/>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50" name="Freeform 704">
              <a:extLst>
                <a:ext uri="{FF2B5EF4-FFF2-40B4-BE49-F238E27FC236}">
                  <a16:creationId xmlns:a16="http://schemas.microsoft.com/office/drawing/2014/main" id="{001C4578-E033-EC12-877F-30AA2FF8BCEF}"/>
                </a:ext>
              </a:extLst>
            </p:cNvPr>
            <p:cNvSpPr>
              <a:spLocks/>
            </p:cNvSpPr>
            <p:nvPr/>
          </p:nvSpPr>
          <p:spPr bwMode="auto">
            <a:xfrm>
              <a:off x="4375150" y="4479926"/>
              <a:ext cx="39688" cy="38100"/>
            </a:xfrm>
            <a:custGeom>
              <a:avLst/>
              <a:gdLst>
                <a:gd name="T0" fmla="*/ 10 w 12"/>
                <a:gd name="T1" fmla="*/ 7 h 11"/>
                <a:gd name="T2" fmla="*/ 10 w 12"/>
                <a:gd name="T3" fmla="*/ 1 h 11"/>
                <a:gd name="T4" fmla="*/ 10 w 12"/>
                <a:gd name="T5" fmla="*/ 1 h 11"/>
                <a:gd name="T6" fmla="*/ 4 w 12"/>
                <a:gd name="T7" fmla="*/ 1 h 11"/>
                <a:gd name="T8" fmla="*/ 1 w 12"/>
                <a:gd name="T9" fmla="*/ 3 h 11"/>
                <a:gd name="T10" fmla="*/ 1 w 12"/>
                <a:gd name="T11" fmla="*/ 9 h 11"/>
                <a:gd name="T12" fmla="*/ 7 w 12"/>
                <a:gd name="T13" fmla="*/ 9 h 11"/>
              </a:gdLst>
              <a:ahLst/>
              <a:cxnLst>
                <a:cxn ang="0">
                  <a:pos x="T0" y="T1"/>
                </a:cxn>
                <a:cxn ang="0">
                  <a:pos x="T2" y="T3"/>
                </a:cxn>
                <a:cxn ang="0">
                  <a:pos x="T4" y="T5"/>
                </a:cxn>
                <a:cxn ang="0">
                  <a:pos x="T6" y="T7"/>
                </a:cxn>
                <a:cxn ang="0">
                  <a:pos x="T8" y="T9"/>
                </a:cxn>
                <a:cxn ang="0">
                  <a:pos x="T10" y="T11"/>
                </a:cxn>
                <a:cxn ang="0">
                  <a:pos x="T12" y="T13"/>
                </a:cxn>
              </a:cxnLst>
              <a:rect l="0" t="0" r="r" b="b"/>
              <a:pathLst>
                <a:path w="12" h="11">
                  <a:moveTo>
                    <a:pt x="10" y="7"/>
                  </a:moveTo>
                  <a:cubicBezTo>
                    <a:pt x="12" y="5"/>
                    <a:pt x="11" y="3"/>
                    <a:pt x="10" y="1"/>
                  </a:cubicBezTo>
                  <a:cubicBezTo>
                    <a:pt x="10" y="1"/>
                    <a:pt x="10" y="1"/>
                    <a:pt x="10" y="1"/>
                  </a:cubicBezTo>
                  <a:cubicBezTo>
                    <a:pt x="8" y="0"/>
                    <a:pt x="5" y="0"/>
                    <a:pt x="4" y="1"/>
                  </a:cubicBezTo>
                  <a:cubicBezTo>
                    <a:pt x="1" y="3"/>
                    <a:pt x="1" y="3"/>
                    <a:pt x="1" y="3"/>
                  </a:cubicBezTo>
                  <a:cubicBezTo>
                    <a:pt x="0" y="5"/>
                    <a:pt x="0" y="8"/>
                    <a:pt x="1" y="9"/>
                  </a:cubicBezTo>
                  <a:cubicBezTo>
                    <a:pt x="3" y="11"/>
                    <a:pt x="6" y="11"/>
                    <a:pt x="7" y="9"/>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53" name="Freeform 705">
              <a:extLst>
                <a:ext uri="{FF2B5EF4-FFF2-40B4-BE49-F238E27FC236}">
                  <a16:creationId xmlns:a16="http://schemas.microsoft.com/office/drawing/2014/main" id="{20F9BD17-F56A-CCAC-BEA5-74E7502DD1F2}"/>
                </a:ext>
              </a:extLst>
            </p:cNvPr>
            <p:cNvSpPr>
              <a:spLocks/>
            </p:cNvSpPr>
            <p:nvPr/>
          </p:nvSpPr>
          <p:spPr bwMode="auto">
            <a:xfrm>
              <a:off x="4391025" y="4486276"/>
              <a:ext cx="53975" cy="55563"/>
            </a:xfrm>
            <a:custGeom>
              <a:avLst/>
              <a:gdLst>
                <a:gd name="T0" fmla="*/ 15 w 16"/>
                <a:gd name="T1" fmla="*/ 1 h 16"/>
                <a:gd name="T2" fmla="*/ 15 w 16"/>
                <a:gd name="T3" fmla="*/ 1 h 16"/>
                <a:gd name="T4" fmla="*/ 9 w 16"/>
                <a:gd name="T5" fmla="*/ 1 h 16"/>
                <a:gd name="T6" fmla="*/ 2 w 16"/>
                <a:gd name="T7" fmla="*/ 8 h 16"/>
                <a:gd name="T8" fmla="*/ 2 w 16"/>
                <a:gd name="T9" fmla="*/ 14 h 16"/>
                <a:gd name="T10" fmla="*/ 8 w 16"/>
                <a:gd name="T11" fmla="*/ 14 h 16"/>
                <a:gd name="T12" fmla="*/ 15 w 16"/>
                <a:gd name="T13" fmla="*/ 7 h 16"/>
                <a:gd name="T14" fmla="*/ 15 w 16"/>
                <a:gd name="T15" fmla="*/ 1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16">
                  <a:moveTo>
                    <a:pt x="15" y="1"/>
                  </a:moveTo>
                  <a:cubicBezTo>
                    <a:pt x="15" y="1"/>
                    <a:pt x="15" y="1"/>
                    <a:pt x="15" y="1"/>
                  </a:cubicBezTo>
                  <a:cubicBezTo>
                    <a:pt x="13" y="0"/>
                    <a:pt x="10" y="0"/>
                    <a:pt x="9" y="1"/>
                  </a:cubicBezTo>
                  <a:cubicBezTo>
                    <a:pt x="2" y="8"/>
                    <a:pt x="2" y="8"/>
                    <a:pt x="2" y="8"/>
                  </a:cubicBezTo>
                  <a:cubicBezTo>
                    <a:pt x="0" y="10"/>
                    <a:pt x="0" y="12"/>
                    <a:pt x="2" y="14"/>
                  </a:cubicBezTo>
                  <a:cubicBezTo>
                    <a:pt x="3" y="16"/>
                    <a:pt x="6" y="16"/>
                    <a:pt x="8" y="14"/>
                  </a:cubicBezTo>
                  <a:cubicBezTo>
                    <a:pt x="15" y="7"/>
                    <a:pt x="15" y="7"/>
                    <a:pt x="15" y="7"/>
                  </a:cubicBezTo>
                  <a:cubicBezTo>
                    <a:pt x="16" y="6"/>
                    <a:pt x="16" y="3"/>
                    <a:pt x="15" y="1"/>
                  </a:cubicBezTo>
                  <a:close/>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58" name="Freeform 706">
              <a:extLst>
                <a:ext uri="{FF2B5EF4-FFF2-40B4-BE49-F238E27FC236}">
                  <a16:creationId xmlns:a16="http://schemas.microsoft.com/office/drawing/2014/main" id="{F8396588-96DA-E8D6-F19D-2BBF25232E23}"/>
                </a:ext>
              </a:extLst>
            </p:cNvPr>
            <p:cNvSpPr>
              <a:spLocks/>
            </p:cNvSpPr>
            <p:nvPr/>
          </p:nvSpPr>
          <p:spPr bwMode="auto">
            <a:xfrm>
              <a:off x="4414838" y="4503738"/>
              <a:ext cx="53975" cy="53975"/>
            </a:xfrm>
            <a:custGeom>
              <a:avLst/>
              <a:gdLst>
                <a:gd name="T0" fmla="*/ 2 w 16"/>
                <a:gd name="T1" fmla="*/ 8 h 16"/>
                <a:gd name="T2" fmla="*/ 2 w 16"/>
                <a:gd name="T3" fmla="*/ 14 h 16"/>
                <a:gd name="T4" fmla="*/ 8 w 16"/>
                <a:gd name="T5" fmla="*/ 14 h 16"/>
                <a:gd name="T6" fmla="*/ 14 w 16"/>
                <a:gd name="T7" fmla="*/ 8 h 16"/>
                <a:gd name="T8" fmla="*/ 14 w 16"/>
                <a:gd name="T9" fmla="*/ 2 h 16"/>
                <a:gd name="T10" fmla="*/ 14 w 16"/>
                <a:gd name="T11" fmla="*/ 2 h 16"/>
                <a:gd name="T12" fmla="*/ 8 w 16"/>
                <a:gd name="T13" fmla="*/ 2 h 16"/>
              </a:gdLst>
              <a:ahLst/>
              <a:cxnLst>
                <a:cxn ang="0">
                  <a:pos x="T0" y="T1"/>
                </a:cxn>
                <a:cxn ang="0">
                  <a:pos x="T2" y="T3"/>
                </a:cxn>
                <a:cxn ang="0">
                  <a:pos x="T4" y="T5"/>
                </a:cxn>
                <a:cxn ang="0">
                  <a:pos x="T6" y="T7"/>
                </a:cxn>
                <a:cxn ang="0">
                  <a:pos x="T8" y="T9"/>
                </a:cxn>
                <a:cxn ang="0">
                  <a:pos x="T10" y="T11"/>
                </a:cxn>
                <a:cxn ang="0">
                  <a:pos x="T12" y="T13"/>
                </a:cxn>
              </a:cxnLst>
              <a:rect l="0" t="0" r="r" b="b"/>
              <a:pathLst>
                <a:path w="16" h="16">
                  <a:moveTo>
                    <a:pt x="2" y="8"/>
                  </a:moveTo>
                  <a:cubicBezTo>
                    <a:pt x="0" y="9"/>
                    <a:pt x="0" y="12"/>
                    <a:pt x="2" y="14"/>
                  </a:cubicBezTo>
                  <a:cubicBezTo>
                    <a:pt x="3" y="16"/>
                    <a:pt x="6" y="16"/>
                    <a:pt x="8" y="14"/>
                  </a:cubicBezTo>
                  <a:cubicBezTo>
                    <a:pt x="14" y="8"/>
                    <a:pt x="14" y="8"/>
                    <a:pt x="14" y="8"/>
                  </a:cubicBezTo>
                  <a:cubicBezTo>
                    <a:pt x="16" y="6"/>
                    <a:pt x="16" y="4"/>
                    <a:pt x="14" y="2"/>
                  </a:cubicBezTo>
                  <a:cubicBezTo>
                    <a:pt x="14" y="2"/>
                    <a:pt x="14" y="2"/>
                    <a:pt x="14" y="2"/>
                  </a:cubicBezTo>
                  <a:cubicBezTo>
                    <a:pt x="12" y="0"/>
                    <a:pt x="10" y="0"/>
                    <a:pt x="8" y="2"/>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59" name="Freeform 707">
              <a:extLst>
                <a:ext uri="{FF2B5EF4-FFF2-40B4-BE49-F238E27FC236}">
                  <a16:creationId xmlns:a16="http://schemas.microsoft.com/office/drawing/2014/main" id="{F7556000-8F73-149D-19FE-3367B227257E}"/>
                </a:ext>
              </a:extLst>
            </p:cNvPr>
            <p:cNvSpPr>
              <a:spLocks/>
            </p:cNvSpPr>
            <p:nvPr/>
          </p:nvSpPr>
          <p:spPr bwMode="auto">
            <a:xfrm>
              <a:off x="4445000" y="4530726"/>
              <a:ext cx="38100" cy="38100"/>
            </a:xfrm>
            <a:custGeom>
              <a:avLst/>
              <a:gdLst>
                <a:gd name="T0" fmla="*/ 2 w 11"/>
                <a:gd name="T1" fmla="*/ 3 h 11"/>
                <a:gd name="T2" fmla="*/ 2 w 11"/>
                <a:gd name="T3" fmla="*/ 9 h 11"/>
                <a:gd name="T4" fmla="*/ 8 w 11"/>
                <a:gd name="T5" fmla="*/ 9 h 11"/>
                <a:gd name="T6" fmla="*/ 9 w 11"/>
                <a:gd name="T7" fmla="*/ 8 h 11"/>
                <a:gd name="T8" fmla="*/ 9 w 11"/>
                <a:gd name="T9" fmla="*/ 2 h 11"/>
                <a:gd name="T10" fmla="*/ 9 w 11"/>
                <a:gd name="T11" fmla="*/ 2 h 11"/>
                <a:gd name="T12" fmla="*/ 3 w 11"/>
                <a:gd name="T13" fmla="*/ 1 h 11"/>
              </a:gdLst>
              <a:ahLst/>
              <a:cxnLst>
                <a:cxn ang="0">
                  <a:pos x="T0" y="T1"/>
                </a:cxn>
                <a:cxn ang="0">
                  <a:pos x="T2" y="T3"/>
                </a:cxn>
                <a:cxn ang="0">
                  <a:pos x="T4" y="T5"/>
                </a:cxn>
                <a:cxn ang="0">
                  <a:pos x="T6" y="T7"/>
                </a:cxn>
                <a:cxn ang="0">
                  <a:pos x="T8" y="T9"/>
                </a:cxn>
                <a:cxn ang="0">
                  <a:pos x="T10" y="T11"/>
                </a:cxn>
                <a:cxn ang="0">
                  <a:pos x="T12" y="T13"/>
                </a:cxn>
              </a:cxnLst>
              <a:rect l="0" t="0" r="r" b="b"/>
              <a:pathLst>
                <a:path w="11" h="11">
                  <a:moveTo>
                    <a:pt x="2" y="3"/>
                  </a:moveTo>
                  <a:cubicBezTo>
                    <a:pt x="0" y="5"/>
                    <a:pt x="0" y="7"/>
                    <a:pt x="2" y="9"/>
                  </a:cubicBezTo>
                  <a:cubicBezTo>
                    <a:pt x="3" y="11"/>
                    <a:pt x="6" y="11"/>
                    <a:pt x="8" y="9"/>
                  </a:cubicBezTo>
                  <a:cubicBezTo>
                    <a:pt x="9" y="8"/>
                    <a:pt x="9" y="8"/>
                    <a:pt x="9" y="8"/>
                  </a:cubicBezTo>
                  <a:cubicBezTo>
                    <a:pt x="11" y="6"/>
                    <a:pt x="11" y="3"/>
                    <a:pt x="9" y="2"/>
                  </a:cubicBezTo>
                  <a:cubicBezTo>
                    <a:pt x="9" y="2"/>
                    <a:pt x="9" y="2"/>
                    <a:pt x="9" y="2"/>
                  </a:cubicBezTo>
                  <a:cubicBezTo>
                    <a:pt x="8" y="0"/>
                    <a:pt x="5" y="0"/>
                    <a:pt x="3" y="1"/>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60" name="Freeform 708">
              <a:extLst>
                <a:ext uri="{FF2B5EF4-FFF2-40B4-BE49-F238E27FC236}">
                  <a16:creationId xmlns:a16="http://schemas.microsoft.com/office/drawing/2014/main" id="{BF6554CC-35B5-32BC-BF67-12E9A7D3E4EB}"/>
                </a:ext>
              </a:extLst>
            </p:cNvPr>
            <p:cNvSpPr>
              <a:spLocks/>
            </p:cNvSpPr>
            <p:nvPr/>
          </p:nvSpPr>
          <p:spPr bwMode="auto">
            <a:xfrm>
              <a:off x="4552950" y="4440238"/>
              <a:ext cx="34925" cy="9525"/>
            </a:xfrm>
            <a:custGeom>
              <a:avLst/>
              <a:gdLst>
                <a:gd name="T0" fmla="*/ 10 w 10"/>
                <a:gd name="T1" fmla="*/ 2 h 3"/>
                <a:gd name="T2" fmla="*/ 0 w 10"/>
                <a:gd name="T3" fmla="*/ 0 h 3"/>
              </a:gdLst>
              <a:ahLst/>
              <a:cxnLst>
                <a:cxn ang="0">
                  <a:pos x="T0" y="T1"/>
                </a:cxn>
                <a:cxn ang="0">
                  <a:pos x="T2" y="T3"/>
                </a:cxn>
              </a:cxnLst>
              <a:rect l="0" t="0" r="r" b="b"/>
              <a:pathLst>
                <a:path w="10" h="3">
                  <a:moveTo>
                    <a:pt x="10" y="2"/>
                  </a:moveTo>
                  <a:cubicBezTo>
                    <a:pt x="4" y="3"/>
                    <a:pt x="3" y="2"/>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64" name="Freeform 709">
              <a:extLst>
                <a:ext uri="{FF2B5EF4-FFF2-40B4-BE49-F238E27FC236}">
                  <a16:creationId xmlns:a16="http://schemas.microsoft.com/office/drawing/2014/main" id="{3B13E403-AF24-A3D4-DD85-8761009F0714}"/>
                </a:ext>
              </a:extLst>
            </p:cNvPr>
            <p:cNvSpPr>
              <a:spLocks/>
            </p:cNvSpPr>
            <p:nvPr/>
          </p:nvSpPr>
          <p:spPr bwMode="auto">
            <a:xfrm>
              <a:off x="4351338" y="4483101"/>
              <a:ext cx="26988" cy="11113"/>
            </a:xfrm>
            <a:custGeom>
              <a:avLst/>
              <a:gdLst>
                <a:gd name="T0" fmla="*/ 8 w 8"/>
                <a:gd name="T1" fmla="*/ 3 h 3"/>
                <a:gd name="T2" fmla="*/ 0 w 8"/>
                <a:gd name="T3" fmla="*/ 0 h 3"/>
              </a:gdLst>
              <a:ahLst/>
              <a:cxnLst>
                <a:cxn ang="0">
                  <a:pos x="T0" y="T1"/>
                </a:cxn>
                <a:cxn ang="0">
                  <a:pos x="T2" y="T3"/>
                </a:cxn>
              </a:cxnLst>
              <a:rect l="0" t="0" r="r" b="b"/>
              <a:pathLst>
                <a:path w="8" h="3">
                  <a:moveTo>
                    <a:pt x="8" y="3"/>
                  </a:moveTo>
                  <a:cubicBezTo>
                    <a:pt x="7" y="1"/>
                    <a:pt x="4"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grpSp>
    </p:spTree>
    <p:extLst>
      <p:ext uri="{BB962C8B-B14F-4D97-AF65-F5344CB8AC3E}">
        <p14:creationId xmlns:p14="http://schemas.microsoft.com/office/powerpoint/2010/main" val="19147035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5AC2D-4FBF-3491-2D16-87ACF5115269}"/>
            </a:ext>
          </a:extLst>
        </p:cNvPr>
        <p:cNvGrpSpPr/>
        <p:nvPr/>
      </p:nvGrpSpPr>
      <p:grpSpPr>
        <a:xfrm>
          <a:off x="0" y="0"/>
          <a:ext cx="0" cy="0"/>
          <a:chOff x="0" y="0"/>
          <a:chExt cx="0" cy="0"/>
        </a:xfrm>
      </p:grpSpPr>
      <p:sp>
        <p:nvSpPr>
          <p:cNvPr id="22" name="Rectángulo: esquinas redondeadas 2">
            <a:extLst>
              <a:ext uri="{FF2B5EF4-FFF2-40B4-BE49-F238E27FC236}">
                <a16:creationId xmlns:a16="http://schemas.microsoft.com/office/drawing/2014/main" id="{36F20F5D-F60F-DCF2-E58C-31A10B7EDC44}"/>
              </a:ext>
            </a:extLst>
          </p:cNvPr>
          <p:cNvSpPr/>
          <p:nvPr/>
        </p:nvSpPr>
        <p:spPr>
          <a:xfrm rot="5400000" flipV="1">
            <a:off x="6311107" y="118269"/>
            <a:ext cx="4532311" cy="7229476"/>
          </a:xfrm>
          <a:prstGeom prst="round2SameRect">
            <a:avLst>
              <a:gd name="adj1" fmla="val 6805"/>
              <a:gd name="adj2"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grpSp>
        <p:nvGrpSpPr>
          <p:cNvPr id="39" name="Group 38">
            <a:extLst>
              <a:ext uri="{FF2B5EF4-FFF2-40B4-BE49-F238E27FC236}">
                <a16:creationId xmlns:a16="http://schemas.microsoft.com/office/drawing/2014/main" id="{FCC2F13C-1D57-FB0B-EBDE-35A46FEFE127}"/>
              </a:ext>
            </a:extLst>
          </p:cNvPr>
          <p:cNvGrpSpPr/>
          <p:nvPr/>
        </p:nvGrpSpPr>
        <p:grpSpPr>
          <a:xfrm>
            <a:off x="731296" y="1827869"/>
            <a:ext cx="5616000" cy="1836000"/>
            <a:chOff x="731296" y="1936843"/>
            <a:chExt cx="5624237" cy="1767044"/>
          </a:xfrm>
        </p:grpSpPr>
        <p:sp>
          <p:nvSpPr>
            <p:cNvPr id="2" name="Rectángulo: esquinas redondeadas 30">
              <a:extLst>
                <a:ext uri="{FF2B5EF4-FFF2-40B4-BE49-F238E27FC236}">
                  <a16:creationId xmlns:a16="http://schemas.microsoft.com/office/drawing/2014/main" id="{4272B90B-8253-A5E0-E0C0-D2904DEB4363}"/>
                </a:ext>
              </a:extLst>
            </p:cNvPr>
            <p:cNvSpPr/>
            <p:nvPr/>
          </p:nvSpPr>
          <p:spPr>
            <a:xfrm>
              <a:off x="731296" y="1936843"/>
              <a:ext cx="5624237" cy="1767044"/>
            </a:xfrm>
            <a:prstGeom prst="roundRect">
              <a:avLst>
                <a:gd name="adj" fmla="val 4240"/>
              </a:avLst>
            </a:prstGeom>
            <a:solidFill>
              <a:schemeClr val="bg1"/>
            </a:solidFill>
            <a:ln>
              <a:noFill/>
            </a:ln>
            <a:effectLst>
              <a:outerShdw blurRad="50800" dist="25400" dir="8400000" algn="bl" rotWithShape="0">
                <a:schemeClr val="tx1">
                  <a:alpha val="25000"/>
                </a:schemeClr>
              </a:outerShdw>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3" name="Content Placeholder 5173">
              <a:extLst>
                <a:ext uri="{FF2B5EF4-FFF2-40B4-BE49-F238E27FC236}">
                  <a16:creationId xmlns:a16="http://schemas.microsoft.com/office/drawing/2014/main" id="{DA3B7690-2E32-60CF-62D4-4DBEF9D6077C}"/>
                </a:ext>
              </a:extLst>
            </p:cNvPr>
            <p:cNvSpPr txBox="1">
              <a:spLocks/>
            </p:cNvSpPr>
            <p:nvPr/>
          </p:nvSpPr>
          <p:spPr>
            <a:xfrm>
              <a:off x="909889" y="2193988"/>
              <a:ext cx="1719012" cy="398571"/>
            </a:xfrm>
            <a:prstGeom prst="rect">
              <a:avLst/>
            </a:prstGeom>
          </p:spPr>
          <p:txBody>
            <a:bodyPr vert="horz" wrap="square" lIns="0" tIns="0" rIns="0" bIns="0" rtlCol="0" anchor="ctr">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600" b="1" kern="1200">
                  <a:solidFill>
                    <a:schemeClr val="bg2"/>
                  </a:solidFill>
                  <a:latin typeface="Source Serif Pro SemiBold" panose="02040703050405020204" pitchFamily="18" charset="0"/>
                  <a:ea typeface="Source Serif Pro SemiBold" panose="020407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b="0" dirty="0">
                  <a:latin typeface="Poppins Medium" panose="00000600000000000000" pitchFamily="2" charset="0"/>
                  <a:ea typeface="Source Serif Pro" panose="02040603050405020204" pitchFamily="18" charset="0"/>
                  <a:cs typeface="Poppins Medium" panose="00000600000000000000" pitchFamily="2" charset="0"/>
                </a:rPr>
                <a:t>The Global Cosmetics Market is Growing …</a:t>
              </a:r>
            </a:p>
          </p:txBody>
        </p:sp>
        <p:sp>
          <p:nvSpPr>
            <p:cNvPr id="6" name="Content Placeholder 7">
              <a:extLst>
                <a:ext uri="{FF2B5EF4-FFF2-40B4-BE49-F238E27FC236}">
                  <a16:creationId xmlns:a16="http://schemas.microsoft.com/office/drawing/2014/main" id="{62F33AE9-60BD-5D20-5588-088C82DA8649}"/>
                </a:ext>
              </a:extLst>
            </p:cNvPr>
            <p:cNvSpPr txBox="1">
              <a:spLocks/>
            </p:cNvSpPr>
            <p:nvPr/>
          </p:nvSpPr>
          <p:spPr>
            <a:xfrm>
              <a:off x="909889" y="2640498"/>
              <a:ext cx="1071312" cy="437487"/>
            </a:xfrm>
            <a:prstGeom prst="rect">
              <a:avLst/>
            </a:prstGeom>
          </p:spPr>
          <p:txBody>
            <a:bodyPr vert="horz" wrap="square" lIns="0" tIns="36000" rIns="0" bIns="0" rtlCol="0" anchor="t">
              <a:spAutoFit/>
            </a:bodyPr>
            <a:lstStyle>
              <a:defPPr>
                <a:defRPr lang="pt-BR"/>
              </a:defPPr>
              <a:lvl1pPr indent="0">
                <a:lnSpc>
                  <a:spcPct val="100000"/>
                </a:lnSpc>
                <a:spcBef>
                  <a:spcPts val="0"/>
                </a:spcBef>
                <a:spcAft>
                  <a:spcPts val="0"/>
                </a:spcAft>
                <a:buFont typeface="Arial" panose="020B0604020202020204" pitchFamily="34" charset="0"/>
                <a:buNone/>
                <a:defRPr sz="800" b="0">
                  <a:latin typeface="+mj-lt"/>
                  <a:ea typeface="Source Serif Pro Light" panose="02040303050405020204" pitchFamily="18" charset="0"/>
                  <a:cs typeface="Roboto" panose="02000000000000000000" pitchFamily="2" charset="0"/>
                </a:defRPr>
              </a:lvl1pPr>
              <a:lvl2pPr marL="108000" indent="-108000">
                <a:lnSpc>
                  <a:spcPct val="110000"/>
                </a:lnSpc>
                <a:spcBef>
                  <a:spcPts val="0"/>
                </a:spcBef>
                <a:spcAft>
                  <a:spcPts val="800"/>
                </a:spcAft>
                <a:buClr>
                  <a:schemeClr val="bg2"/>
                </a:buClr>
                <a:buFont typeface="Arial" panose="020B0604020202020204" pitchFamily="34" charset="0"/>
                <a:buChar char="•"/>
                <a:defRPr sz="1200">
                  <a:latin typeface="Source Serif Pro" panose="02040603050405020204" pitchFamily="18" charset="0"/>
                  <a:ea typeface="Source Serif Pro" panose="02040603050405020204" pitchFamily="18" charset="0"/>
                </a:defRPr>
              </a:lvl2pPr>
              <a:lvl3pPr marL="108000" indent="-108000">
                <a:lnSpc>
                  <a:spcPct val="110000"/>
                </a:lnSpc>
                <a:spcBef>
                  <a:spcPts val="0"/>
                </a:spcBef>
                <a:spcAft>
                  <a:spcPts val="800"/>
                </a:spcAft>
                <a:buClr>
                  <a:schemeClr val="bg2"/>
                </a:buClr>
                <a:buFont typeface="Source Sans Pro" panose="020B0503030403020204" pitchFamily="34" charset="0"/>
                <a:buChar char="−"/>
                <a:defRPr sz="1200">
                  <a:latin typeface="Source Serif Pro Light" panose="02040303050405020204" pitchFamily="18" charset="0"/>
                  <a:ea typeface="Source Serif Pro Light" panose="02040303050405020204" pitchFamily="18" charset="0"/>
                </a:defRPr>
              </a:lvl3pPr>
              <a:lvl4pPr marL="0" indent="0">
                <a:lnSpc>
                  <a:spcPct val="110000"/>
                </a:lnSpc>
                <a:spcBef>
                  <a:spcPts val="0"/>
                </a:spcBef>
                <a:spcAft>
                  <a:spcPts val="800"/>
                </a:spcAft>
                <a:buFont typeface="Arial" panose="020B0604020202020204" pitchFamily="34" charset="0"/>
                <a:buNone/>
                <a:defRPr sz="1200" b="1">
                  <a:latin typeface="Source Serif Pro" panose="02040603050405020204" pitchFamily="18" charset="0"/>
                  <a:ea typeface="Source Serif Pro" panose="02040603050405020204" pitchFamily="18" charset="0"/>
                </a:defRPr>
              </a:lvl4pPr>
              <a:lvl5pPr marL="0" indent="0">
                <a:lnSpc>
                  <a:spcPct val="110000"/>
                </a:lnSpc>
                <a:spcBef>
                  <a:spcPts val="0"/>
                </a:spcBef>
                <a:spcAft>
                  <a:spcPts val="800"/>
                </a:spcAft>
                <a:buFont typeface="Arial" panose="020B0604020202020204" pitchFamily="34" charset="0"/>
                <a:buNone/>
                <a:defRPr sz="1200">
                  <a:solidFill>
                    <a:schemeClr val="accent1"/>
                  </a:solidFill>
                  <a:latin typeface="Source Serif Pro Black" panose="02040903050405020204" pitchFamily="18" charset="0"/>
                  <a:ea typeface="Source Serif Pro Black" panose="02040903050405020204" pitchFamily="18"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10000"/>
                </a:lnSpc>
              </a:pPr>
              <a:r>
                <a:rPr lang="en-US" dirty="0"/>
                <a:t>Global Revenue of Cosmetics Industry (in billion USD)</a:t>
              </a:r>
            </a:p>
          </p:txBody>
        </p:sp>
      </p:grpSp>
      <p:grpSp>
        <p:nvGrpSpPr>
          <p:cNvPr id="40" name="Group 39">
            <a:extLst>
              <a:ext uri="{FF2B5EF4-FFF2-40B4-BE49-F238E27FC236}">
                <a16:creationId xmlns:a16="http://schemas.microsoft.com/office/drawing/2014/main" id="{AAB451AA-6933-D9C6-9C24-515A12F3DD50}"/>
              </a:ext>
            </a:extLst>
          </p:cNvPr>
          <p:cNvGrpSpPr/>
          <p:nvPr/>
        </p:nvGrpSpPr>
        <p:grpSpPr>
          <a:xfrm>
            <a:off x="731296" y="3802145"/>
            <a:ext cx="5616000" cy="1836000"/>
            <a:chOff x="731296" y="3901456"/>
            <a:chExt cx="5624237" cy="1767044"/>
          </a:xfrm>
        </p:grpSpPr>
        <p:sp>
          <p:nvSpPr>
            <p:cNvPr id="4" name="Rectángulo: esquinas redondeadas 30">
              <a:extLst>
                <a:ext uri="{FF2B5EF4-FFF2-40B4-BE49-F238E27FC236}">
                  <a16:creationId xmlns:a16="http://schemas.microsoft.com/office/drawing/2014/main" id="{691163B2-7AEA-4863-525C-10BDEC998B9F}"/>
                </a:ext>
              </a:extLst>
            </p:cNvPr>
            <p:cNvSpPr/>
            <p:nvPr/>
          </p:nvSpPr>
          <p:spPr>
            <a:xfrm>
              <a:off x="731296" y="3901456"/>
              <a:ext cx="5624237" cy="1767044"/>
            </a:xfrm>
            <a:prstGeom prst="roundRect">
              <a:avLst>
                <a:gd name="adj" fmla="val 5154"/>
              </a:avLst>
            </a:prstGeom>
            <a:solidFill>
              <a:schemeClr val="bg1"/>
            </a:solidFill>
            <a:ln>
              <a:noFill/>
            </a:ln>
            <a:effectLst>
              <a:outerShdw blurRad="50800" dist="25400" dir="8400000" algn="bl" rotWithShape="0">
                <a:schemeClr val="tx1">
                  <a:alpha val="25000"/>
                </a:schemeClr>
              </a:outerShdw>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7" name="Content Placeholder 10">
              <a:extLst>
                <a:ext uri="{FF2B5EF4-FFF2-40B4-BE49-F238E27FC236}">
                  <a16:creationId xmlns:a16="http://schemas.microsoft.com/office/drawing/2014/main" id="{26C90231-B5D9-71BA-BDBE-09BAA5F9EC19}"/>
                </a:ext>
              </a:extLst>
            </p:cNvPr>
            <p:cNvSpPr txBox="1">
              <a:spLocks/>
            </p:cNvSpPr>
            <p:nvPr/>
          </p:nvSpPr>
          <p:spPr>
            <a:xfrm>
              <a:off x="909888" y="4056301"/>
              <a:ext cx="1719013" cy="536742"/>
            </a:xfrm>
            <a:prstGeom prst="rect">
              <a:avLst/>
            </a:prstGeom>
          </p:spPr>
          <p:txBody>
            <a:bodyPr vert="horz" wrap="square" lIns="0" tIns="0" rIns="0" bIns="0" rtlCol="0" anchor="ctr">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600" b="1" kern="1200">
                  <a:solidFill>
                    <a:schemeClr val="bg2"/>
                  </a:solidFill>
                  <a:latin typeface="Source Serif Pro SemiBold" panose="02040703050405020204" pitchFamily="18" charset="0"/>
                  <a:ea typeface="Source Serif Pro SemiBold" panose="020407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b="0" dirty="0">
                  <a:latin typeface="Poppins Medium" panose="00000600000000000000" pitchFamily="2" charset="0"/>
                  <a:ea typeface="Source Serif Pro" panose="02040603050405020204" pitchFamily="18" charset="0"/>
                  <a:cs typeface="Poppins Medium" panose="00000600000000000000" pitchFamily="2" charset="0"/>
                </a:rPr>
                <a:t>… With the LatAm Market Having Ample Room for Growth …</a:t>
              </a:r>
            </a:p>
          </p:txBody>
        </p:sp>
        <p:sp>
          <p:nvSpPr>
            <p:cNvPr id="12" name="Content Placeholder 7">
              <a:extLst>
                <a:ext uri="{FF2B5EF4-FFF2-40B4-BE49-F238E27FC236}">
                  <a16:creationId xmlns:a16="http://schemas.microsoft.com/office/drawing/2014/main" id="{A358C23E-64BE-F884-06FD-3C8FDEEF1844}"/>
                </a:ext>
              </a:extLst>
            </p:cNvPr>
            <p:cNvSpPr txBox="1">
              <a:spLocks/>
            </p:cNvSpPr>
            <p:nvPr/>
          </p:nvSpPr>
          <p:spPr>
            <a:xfrm>
              <a:off x="909888" y="4687950"/>
              <a:ext cx="1330391" cy="390255"/>
            </a:xfrm>
            <a:prstGeom prst="rect">
              <a:avLst/>
            </a:prstGeom>
          </p:spPr>
          <p:txBody>
            <a:bodyPr vert="horz" wrap="square" lIns="0" tIns="36000" rIns="0" bIns="0" rtlCol="0" anchor="t">
              <a:spAutoFit/>
            </a:bodyPr>
            <a:lstStyle>
              <a:defPPr>
                <a:defRPr lang="pt-BR"/>
              </a:defPPr>
              <a:lvl1pPr indent="0">
                <a:lnSpc>
                  <a:spcPct val="100000"/>
                </a:lnSpc>
                <a:spcBef>
                  <a:spcPts val="0"/>
                </a:spcBef>
                <a:spcAft>
                  <a:spcPts val="0"/>
                </a:spcAft>
                <a:buFont typeface="Arial" panose="020B0604020202020204" pitchFamily="34" charset="0"/>
                <a:buNone/>
                <a:defRPr sz="800" b="0">
                  <a:latin typeface="+mj-lt"/>
                  <a:ea typeface="Source Serif Pro Light" panose="02040303050405020204" pitchFamily="18" charset="0"/>
                  <a:cs typeface="Roboto" panose="02000000000000000000" pitchFamily="2" charset="0"/>
                </a:defRPr>
              </a:lvl1pPr>
              <a:lvl2pPr marL="108000" indent="-108000">
                <a:lnSpc>
                  <a:spcPct val="110000"/>
                </a:lnSpc>
                <a:spcBef>
                  <a:spcPts val="0"/>
                </a:spcBef>
                <a:spcAft>
                  <a:spcPts val="800"/>
                </a:spcAft>
                <a:buClr>
                  <a:schemeClr val="bg2"/>
                </a:buClr>
                <a:buFont typeface="Arial" panose="020B0604020202020204" pitchFamily="34" charset="0"/>
                <a:buChar char="•"/>
                <a:defRPr sz="1200">
                  <a:latin typeface="Source Serif Pro" panose="02040603050405020204" pitchFamily="18" charset="0"/>
                  <a:ea typeface="Source Serif Pro" panose="02040603050405020204" pitchFamily="18" charset="0"/>
                </a:defRPr>
              </a:lvl2pPr>
              <a:lvl3pPr marL="108000" indent="-108000">
                <a:lnSpc>
                  <a:spcPct val="110000"/>
                </a:lnSpc>
                <a:spcBef>
                  <a:spcPts val="0"/>
                </a:spcBef>
                <a:spcAft>
                  <a:spcPts val="800"/>
                </a:spcAft>
                <a:buClr>
                  <a:schemeClr val="bg2"/>
                </a:buClr>
                <a:buFont typeface="Source Sans Pro" panose="020B0503030403020204" pitchFamily="34" charset="0"/>
                <a:buChar char="−"/>
                <a:defRPr sz="1200">
                  <a:latin typeface="Source Serif Pro Light" panose="02040303050405020204" pitchFamily="18" charset="0"/>
                  <a:ea typeface="Source Serif Pro Light" panose="02040303050405020204" pitchFamily="18" charset="0"/>
                </a:defRPr>
              </a:lvl3pPr>
              <a:lvl4pPr marL="0" indent="0">
                <a:lnSpc>
                  <a:spcPct val="110000"/>
                </a:lnSpc>
                <a:spcBef>
                  <a:spcPts val="0"/>
                </a:spcBef>
                <a:spcAft>
                  <a:spcPts val="800"/>
                </a:spcAft>
                <a:buFont typeface="Arial" panose="020B0604020202020204" pitchFamily="34" charset="0"/>
                <a:buNone/>
                <a:defRPr sz="1200" b="1">
                  <a:latin typeface="Source Serif Pro" panose="02040603050405020204" pitchFamily="18" charset="0"/>
                  <a:ea typeface="Source Serif Pro" panose="02040603050405020204" pitchFamily="18" charset="0"/>
                </a:defRPr>
              </a:lvl4pPr>
              <a:lvl5pPr marL="0" indent="0">
                <a:lnSpc>
                  <a:spcPct val="110000"/>
                </a:lnSpc>
                <a:spcBef>
                  <a:spcPts val="0"/>
                </a:spcBef>
                <a:spcAft>
                  <a:spcPts val="800"/>
                </a:spcAft>
                <a:buFont typeface="Arial" panose="020B0604020202020204" pitchFamily="34" charset="0"/>
                <a:buNone/>
                <a:defRPr sz="1200">
                  <a:solidFill>
                    <a:schemeClr val="accent1"/>
                  </a:solidFill>
                  <a:latin typeface="Source Serif Pro Black" panose="02040903050405020204" pitchFamily="18" charset="0"/>
                  <a:ea typeface="Source Serif Pro Black" panose="02040903050405020204" pitchFamily="18"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10000"/>
                </a:lnSpc>
              </a:pPr>
              <a:r>
                <a:rPr lang="en-US" dirty="0"/>
                <a:t>Global Regions by Cosmetic Revenue Share (%)</a:t>
              </a:r>
            </a:p>
          </p:txBody>
        </p:sp>
      </p:grpSp>
      <p:graphicFrame>
        <p:nvGraphicFramePr>
          <p:cNvPr id="20" name="Content Placeholder 5195">
            <a:extLst>
              <a:ext uri="{FF2B5EF4-FFF2-40B4-BE49-F238E27FC236}">
                <a16:creationId xmlns:a16="http://schemas.microsoft.com/office/drawing/2014/main" id="{56D7F1B0-2262-1DC8-6CD4-8E6153D035A0}"/>
              </a:ext>
            </a:extLst>
          </p:cNvPr>
          <p:cNvGraphicFramePr>
            <a:graphicFrameLocks/>
          </p:cNvGraphicFramePr>
          <p:nvPr>
            <p:extLst>
              <p:ext uri="{D42A27DB-BD31-4B8C-83A1-F6EECF244321}">
                <p14:modId xmlns:p14="http://schemas.microsoft.com/office/powerpoint/2010/main" val="4065887212"/>
              </p:ext>
            </p:extLst>
          </p:nvPr>
        </p:nvGraphicFramePr>
        <p:xfrm>
          <a:off x="6773938" y="2240293"/>
          <a:ext cx="4865612" cy="3428207"/>
        </p:xfrm>
        <a:graphic>
          <a:graphicData uri="http://schemas.openxmlformats.org/drawingml/2006/chart">
            <c:chart xmlns:c="http://schemas.openxmlformats.org/drawingml/2006/chart" xmlns:r="http://schemas.openxmlformats.org/officeDocument/2006/relationships" r:id="rId2"/>
          </a:graphicData>
        </a:graphic>
      </p:graphicFrame>
      <p:sp>
        <p:nvSpPr>
          <p:cNvPr id="15" name="Text Placeholder 14">
            <a:extLst>
              <a:ext uri="{FF2B5EF4-FFF2-40B4-BE49-F238E27FC236}">
                <a16:creationId xmlns:a16="http://schemas.microsoft.com/office/drawing/2014/main" id="{53F3CF90-B97C-BEC2-3E85-CF8363C47242}"/>
              </a:ext>
            </a:extLst>
          </p:cNvPr>
          <p:cNvSpPr>
            <a:spLocks noGrp="1"/>
          </p:cNvSpPr>
          <p:nvPr>
            <p:ph type="body" sz="quarter" idx="36"/>
          </p:nvPr>
        </p:nvSpPr>
        <p:spPr>
          <a:xfrm>
            <a:off x="731838" y="6198700"/>
            <a:ext cx="9275946" cy="132344"/>
          </a:xfrm>
        </p:spPr>
        <p:txBody>
          <a:bodyPr/>
          <a:lstStyle/>
          <a:p>
            <a:pPr>
              <a:spcAft>
                <a:spcPts val="0"/>
              </a:spcAft>
            </a:pPr>
            <a:r>
              <a:rPr lang="en-US" dirty="0"/>
              <a:t>Source: Statista 2023</a:t>
            </a:r>
          </a:p>
        </p:txBody>
      </p:sp>
      <p:sp>
        <p:nvSpPr>
          <p:cNvPr id="23" name="Title 22">
            <a:extLst>
              <a:ext uri="{FF2B5EF4-FFF2-40B4-BE49-F238E27FC236}">
                <a16:creationId xmlns:a16="http://schemas.microsoft.com/office/drawing/2014/main" id="{E1476287-A401-AE9D-A2F4-8B19EF96B370}"/>
              </a:ext>
            </a:extLst>
          </p:cNvPr>
          <p:cNvSpPr>
            <a:spLocks noGrp="1"/>
          </p:cNvSpPr>
          <p:nvPr>
            <p:ph type="title"/>
          </p:nvPr>
        </p:nvSpPr>
        <p:spPr/>
        <p:txBody>
          <a:bodyPr/>
          <a:lstStyle/>
          <a:p>
            <a:r>
              <a:rPr lang="en-US" dirty="0"/>
              <a:t>The Beauty and Personal Care Market in Latin America is Thriving</a:t>
            </a:r>
          </a:p>
        </p:txBody>
      </p:sp>
      <p:sp>
        <p:nvSpPr>
          <p:cNvPr id="21" name="Content Placeholder 20">
            <a:extLst>
              <a:ext uri="{FF2B5EF4-FFF2-40B4-BE49-F238E27FC236}">
                <a16:creationId xmlns:a16="http://schemas.microsoft.com/office/drawing/2014/main" id="{BF94FEFC-35AF-76C3-896C-4EE6CF68921D}"/>
              </a:ext>
            </a:extLst>
          </p:cNvPr>
          <p:cNvSpPr>
            <a:spLocks noGrp="1"/>
          </p:cNvSpPr>
          <p:nvPr>
            <p:ph sz="half" idx="13"/>
          </p:nvPr>
        </p:nvSpPr>
        <p:spPr>
          <a:xfrm>
            <a:off x="731838" y="1052961"/>
            <a:ext cx="11102975" cy="234867"/>
          </a:xfrm>
        </p:spPr>
        <p:txBody>
          <a:bodyPr/>
          <a:lstStyle/>
          <a:p>
            <a:r>
              <a:rPr lang="en-US" dirty="0"/>
              <a:t>The global beauty market is growing, with LatAm featuring accelerated growth due to cultural and economic trends</a:t>
            </a:r>
          </a:p>
        </p:txBody>
      </p:sp>
      <p:graphicFrame>
        <p:nvGraphicFramePr>
          <p:cNvPr id="8" name="Content Placeholder 5195">
            <a:extLst>
              <a:ext uri="{FF2B5EF4-FFF2-40B4-BE49-F238E27FC236}">
                <a16:creationId xmlns:a16="http://schemas.microsoft.com/office/drawing/2014/main" id="{23E569DC-3615-9746-26BB-A6306247AB4B}"/>
              </a:ext>
            </a:extLst>
          </p:cNvPr>
          <p:cNvGraphicFramePr>
            <a:graphicFrameLocks noGrp="1"/>
          </p:cNvGraphicFramePr>
          <p:nvPr>
            <p:ph sz="half" idx="1"/>
            <p:extLst>
              <p:ext uri="{D42A27DB-BD31-4B8C-83A1-F6EECF244321}">
                <p14:modId xmlns:p14="http://schemas.microsoft.com/office/powerpoint/2010/main" val="822445966"/>
              </p:ext>
            </p:extLst>
          </p:nvPr>
        </p:nvGraphicFramePr>
        <p:xfrm>
          <a:off x="2807493" y="2028136"/>
          <a:ext cx="3337560" cy="1435467"/>
        </p:xfrm>
        <a:graphic>
          <a:graphicData uri="http://schemas.openxmlformats.org/drawingml/2006/chart">
            <c:chart xmlns:c="http://schemas.openxmlformats.org/drawingml/2006/chart" xmlns:r="http://schemas.openxmlformats.org/officeDocument/2006/relationships" r:id="rId3"/>
          </a:graphicData>
        </a:graphic>
      </p:graphicFrame>
      <p:sp>
        <p:nvSpPr>
          <p:cNvPr id="10" name="Content Placeholder 5173">
            <a:extLst>
              <a:ext uri="{FF2B5EF4-FFF2-40B4-BE49-F238E27FC236}">
                <a16:creationId xmlns:a16="http://schemas.microsoft.com/office/drawing/2014/main" id="{1C8C294D-A2D1-A7D8-9AD9-F31562589D1F}"/>
              </a:ext>
            </a:extLst>
          </p:cNvPr>
          <p:cNvSpPr txBox="1">
            <a:spLocks/>
          </p:cNvSpPr>
          <p:nvPr/>
        </p:nvSpPr>
        <p:spPr>
          <a:xfrm>
            <a:off x="6773938" y="1858224"/>
            <a:ext cx="5364163" cy="198516"/>
          </a:xfrm>
          <a:prstGeom prst="rect">
            <a:avLst/>
          </a:prstGeom>
        </p:spPr>
        <p:txBody>
          <a:bodyPr vert="horz" wrap="square" lIns="0" tIns="0" rIns="0" bIns="0" rtlCol="0" anchor="ctr">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600" b="1" kern="1200">
                <a:solidFill>
                  <a:schemeClr val="bg2"/>
                </a:solidFill>
                <a:latin typeface="Source Serif Pro SemiBold" panose="02040703050405020204" pitchFamily="18" charset="0"/>
                <a:ea typeface="Source Serif Pro SemiBold" panose="020407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b="0" dirty="0">
                <a:solidFill>
                  <a:schemeClr val="bg1"/>
                </a:solidFill>
                <a:latin typeface="Poppins Medium" panose="00000600000000000000" pitchFamily="2" charset="0"/>
                <a:ea typeface="Source Serif Pro" panose="02040603050405020204" pitchFamily="18" charset="0"/>
                <a:cs typeface="Poppins Medium" panose="00000600000000000000" pitchFamily="2" charset="0"/>
              </a:rPr>
              <a:t>… And Colombia Having High Projected Growth in the Segment</a:t>
            </a:r>
          </a:p>
        </p:txBody>
      </p:sp>
      <p:sp>
        <p:nvSpPr>
          <p:cNvPr id="11" name="Content Placeholder 7">
            <a:extLst>
              <a:ext uri="{FF2B5EF4-FFF2-40B4-BE49-F238E27FC236}">
                <a16:creationId xmlns:a16="http://schemas.microsoft.com/office/drawing/2014/main" id="{81F664F0-A0DC-AEE2-6438-274AF6042661}"/>
              </a:ext>
            </a:extLst>
          </p:cNvPr>
          <p:cNvSpPr txBox="1">
            <a:spLocks/>
          </p:cNvSpPr>
          <p:nvPr/>
        </p:nvSpPr>
        <p:spPr>
          <a:xfrm>
            <a:off x="6773938" y="2080831"/>
            <a:ext cx="5364163" cy="159462"/>
          </a:xfrm>
          <a:prstGeom prst="rect">
            <a:avLst/>
          </a:prstGeom>
        </p:spPr>
        <p:txBody>
          <a:bodyPr vert="horz" wrap="square" lIns="0" tIns="36000" rIns="0" bIns="0" rtlCol="0" anchor="t">
            <a:spAutoFit/>
          </a:bodyPr>
          <a:lstStyle>
            <a:defPPr>
              <a:defRPr lang="pt-BR"/>
            </a:defPPr>
            <a:lvl1pPr indent="0">
              <a:lnSpc>
                <a:spcPct val="100000"/>
              </a:lnSpc>
              <a:spcBef>
                <a:spcPts val="0"/>
              </a:spcBef>
              <a:spcAft>
                <a:spcPts val="0"/>
              </a:spcAft>
              <a:buFont typeface="Arial" panose="020B0604020202020204" pitchFamily="34" charset="0"/>
              <a:buNone/>
              <a:defRPr sz="800" b="0">
                <a:latin typeface="+mj-lt"/>
                <a:ea typeface="Source Serif Pro Light" panose="02040303050405020204" pitchFamily="18" charset="0"/>
                <a:cs typeface="Roboto" panose="02000000000000000000" pitchFamily="2" charset="0"/>
              </a:defRPr>
            </a:lvl1pPr>
            <a:lvl2pPr marL="108000" indent="-108000">
              <a:lnSpc>
                <a:spcPct val="110000"/>
              </a:lnSpc>
              <a:spcBef>
                <a:spcPts val="0"/>
              </a:spcBef>
              <a:spcAft>
                <a:spcPts val="800"/>
              </a:spcAft>
              <a:buClr>
                <a:schemeClr val="bg2"/>
              </a:buClr>
              <a:buFont typeface="Arial" panose="020B0604020202020204" pitchFamily="34" charset="0"/>
              <a:buChar char="•"/>
              <a:defRPr sz="1200">
                <a:latin typeface="Source Serif Pro" panose="02040603050405020204" pitchFamily="18" charset="0"/>
                <a:ea typeface="Source Serif Pro" panose="02040603050405020204" pitchFamily="18" charset="0"/>
              </a:defRPr>
            </a:lvl2pPr>
            <a:lvl3pPr marL="108000" indent="-108000">
              <a:lnSpc>
                <a:spcPct val="110000"/>
              </a:lnSpc>
              <a:spcBef>
                <a:spcPts val="0"/>
              </a:spcBef>
              <a:spcAft>
                <a:spcPts val="800"/>
              </a:spcAft>
              <a:buClr>
                <a:schemeClr val="bg2"/>
              </a:buClr>
              <a:buFont typeface="Source Sans Pro" panose="020B0503030403020204" pitchFamily="34" charset="0"/>
              <a:buChar char="−"/>
              <a:defRPr sz="1200">
                <a:latin typeface="Source Serif Pro Light" panose="02040303050405020204" pitchFamily="18" charset="0"/>
                <a:ea typeface="Source Serif Pro Light" panose="02040303050405020204" pitchFamily="18" charset="0"/>
              </a:defRPr>
            </a:lvl3pPr>
            <a:lvl4pPr marL="0" indent="0">
              <a:lnSpc>
                <a:spcPct val="110000"/>
              </a:lnSpc>
              <a:spcBef>
                <a:spcPts val="0"/>
              </a:spcBef>
              <a:spcAft>
                <a:spcPts val="800"/>
              </a:spcAft>
              <a:buFont typeface="Arial" panose="020B0604020202020204" pitchFamily="34" charset="0"/>
              <a:buNone/>
              <a:defRPr sz="1200" b="1">
                <a:latin typeface="Source Serif Pro" panose="02040603050405020204" pitchFamily="18" charset="0"/>
                <a:ea typeface="Source Serif Pro" panose="02040603050405020204" pitchFamily="18" charset="0"/>
              </a:defRPr>
            </a:lvl4pPr>
            <a:lvl5pPr marL="0" indent="0">
              <a:lnSpc>
                <a:spcPct val="110000"/>
              </a:lnSpc>
              <a:spcBef>
                <a:spcPts val="0"/>
              </a:spcBef>
              <a:spcAft>
                <a:spcPts val="800"/>
              </a:spcAft>
              <a:buFont typeface="Arial" panose="020B0604020202020204" pitchFamily="34" charset="0"/>
              <a:buNone/>
              <a:defRPr sz="1200">
                <a:solidFill>
                  <a:schemeClr val="accent1"/>
                </a:solidFill>
                <a:latin typeface="Source Serif Pro Black" panose="02040903050405020204" pitchFamily="18" charset="0"/>
                <a:ea typeface="Source Serif Pro Black" panose="02040903050405020204" pitchFamily="18"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solidFill>
                  <a:schemeClr val="bg1"/>
                </a:solidFill>
              </a:rPr>
              <a:t>Revenue of  Colombian Cosmetics Industry (in billion USD)</a:t>
            </a:r>
          </a:p>
        </p:txBody>
      </p:sp>
      <p:grpSp>
        <p:nvGrpSpPr>
          <p:cNvPr id="24" name="Group 23">
            <a:extLst>
              <a:ext uri="{FF2B5EF4-FFF2-40B4-BE49-F238E27FC236}">
                <a16:creationId xmlns:a16="http://schemas.microsoft.com/office/drawing/2014/main" id="{399A9B00-82F1-170D-E3C7-01F775AABC65}"/>
              </a:ext>
            </a:extLst>
          </p:cNvPr>
          <p:cNvGrpSpPr/>
          <p:nvPr/>
        </p:nvGrpSpPr>
        <p:grpSpPr>
          <a:xfrm>
            <a:off x="3240491" y="2085595"/>
            <a:ext cx="2288772" cy="540000"/>
            <a:chOff x="9575800" y="2110877"/>
            <a:chExt cx="1831299" cy="361965"/>
          </a:xfrm>
        </p:grpSpPr>
        <p:cxnSp>
          <p:nvCxnSpPr>
            <p:cNvPr id="25" name="Connector: Elbow 24">
              <a:extLst>
                <a:ext uri="{FF2B5EF4-FFF2-40B4-BE49-F238E27FC236}">
                  <a16:creationId xmlns:a16="http://schemas.microsoft.com/office/drawing/2014/main" id="{F1D8AC3C-DF64-7A19-18E6-1EBA4EB2BA93}"/>
                </a:ext>
              </a:extLst>
            </p:cNvPr>
            <p:cNvCxnSpPr>
              <a:cxnSpLocks/>
            </p:cNvCxnSpPr>
            <p:nvPr/>
          </p:nvCxnSpPr>
          <p:spPr>
            <a:xfrm flipV="1">
              <a:off x="9575800" y="2142945"/>
              <a:ext cx="1831299" cy="329897"/>
            </a:xfrm>
            <a:prstGeom prst="bentConnector3">
              <a:avLst>
                <a:gd name="adj1" fmla="val -47"/>
              </a:avLst>
            </a:prstGeom>
            <a:ln w="6350">
              <a:solidFill>
                <a:schemeClr val="accent2"/>
              </a:solidFill>
              <a:headEnd w="sm" len="sm"/>
              <a:tailEnd type="arrow" w="sm" len="sm"/>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ABD7638B-9E34-ED1C-3FCC-2F1489DDA333}"/>
                </a:ext>
              </a:extLst>
            </p:cNvPr>
            <p:cNvSpPr txBox="1"/>
            <p:nvPr/>
          </p:nvSpPr>
          <p:spPr>
            <a:xfrm>
              <a:off x="10261241" y="2110877"/>
              <a:ext cx="435819" cy="65813"/>
            </a:xfrm>
            <a:prstGeom prst="rect">
              <a:avLst/>
            </a:prstGeom>
            <a:solidFill>
              <a:srgbClr val="FFFFFF"/>
            </a:solidFill>
          </p:spPr>
          <p:txBody>
            <a:bodyPr wrap="square" lIns="0" tIns="0" rIns="0" bIns="0" rtlCol="0">
              <a:spAutoFit/>
            </a:bodyPr>
            <a:lstStyle/>
            <a:p>
              <a:pPr algn="ctr">
                <a:lnSpc>
                  <a:spcPct val="110000"/>
                </a:lnSpc>
              </a:pPr>
              <a:r>
                <a:rPr lang="en-US" sz="700" b="1" dirty="0">
                  <a:solidFill>
                    <a:schemeClr val="accent2"/>
                  </a:solidFill>
                  <a:latin typeface="+mj-lt"/>
                  <a:ea typeface="Source Serif Pro" panose="02040603050405020204" pitchFamily="18" charset="0"/>
                </a:rPr>
                <a:t>CAGR: 3% </a:t>
              </a:r>
            </a:p>
          </p:txBody>
        </p:sp>
      </p:grpSp>
      <p:grpSp>
        <p:nvGrpSpPr>
          <p:cNvPr id="27" name="Group 26">
            <a:extLst>
              <a:ext uri="{FF2B5EF4-FFF2-40B4-BE49-F238E27FC236}">
                <a16:creationId xmlns:a16="http://schemas.microsoft.com/office/drawing/2014/main" id="{ADAD1E56-E5FC-5226-2091-CF25B3A3558D}"/>
              </a:ext>
            </a:extLst>
          </p:cNvPr>
          <p:cNvGrpSpPr/>
          <p:nvPr/>
        </p:nvGrpSpPr>
        <p:grpSpPr>
          <a:xfrm>
            <a:off x="7388278" y="2554152"/>
            <a:ext cx="3289247" cy="431949"/>
            <a:chOff x="9575800" y="2160564"/>
            <a:chExt cx="1831299" cy="399525"/>
          </a:xfrm>
        </p:grpSpPr>
        <p:cxnSp>
          <p:nvCxnSpPr>
            <p:cNvPr id="28" name="Connector: Elbow 27">
              <a:extLst>
                <a:ext uri="{FF2B5EF4-FFF2-40B4-BE49-F238E27FC236}">
                  <a16:creationId xmlns:a16="http://schemas.microsoft.com/office/drawing/2014/main" id="{70BB38F2-D981-9783-C41C-7559AFE70B68}"/>
                </a:ext>
              </a:extLst>
            </p:cNvPr>
            <p:cNvCxnSpPr>
              <a:cxnSpLocks/>
            </p:cNvCxnSpPr>
            <p:nvPr/>
          </p:nvCxnSpPr>
          <p:spPr>
            <a:xfrm flipV="1">
              <a:off x="9575800" y="2230192"/>
              <a:ext cx="1831299" cy="329897"/>
            </a:xfrm>
            <a:prstGeom prst="bentConnector3">
              <a:avLst>
                <a:gd name="adj1" fmla="val -47"/>
              </a:avLst>
            </a:prstGeom>
            <a:ln w="6350">
              <a:solidFill>
                <a:schemeClr val="accent2"/>
              </a:solidFill>
              <a:headEnd w="sm" len="sm"/>
              <a:tailEnd type="arrow" w="sm" len="sm"/>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69961F35-09CA-317C-8F86-369FF8587FB8}"/>
                </a:ext>
              </a:extLst>
            </p:cNvPr>
            <p:cNvSpPr txBox="1"/>
            <p:nvPr/>
          </p:nvSpPr>
          <p:spPr>
            <a:xfrm>
              <a:off x="10293631" y="2160564"/>
              <a:ext cx="371038" cy="135577"/>
            </a:xfrm>
            <a:prstGeom prst="rect">
              <a:avLst/>
            </a:prstGeom>
            <a:solidFill>
              <a:schemeClr val="bg2"/>
            </a:solidFill>
          </p:spPr>
          <p:txBody>
            <a:bodyPr wrap="square" lIns="0" tIns="0" rIns="0" bIns="0" rtlCol="0">
              <a:spAutoFit/>
            </a:bodyPr>
            <a:lstStyle/>
            <a:p>
              <a:pPr algn="ctr">
                <a:lnSpc>
                  <a:spcPct val="110000"/>
                </a:lnSpc>
              </a:pPr>
              <a:r>
                <a:rPr lang="en-US" sz="900" b="1" dirty="0">
                  <a:solidFill>
                    <a:schemeClr val="accent2"/>
                  </a:solidFill>
                  <a:latin typeface="+mj-lt"/>
                  <a:ea typeface="Source Serif Pro" panose="02040603050405020204" pitchFamily="18" charset="0"/>
                </a:rPr>
                <a:t>CAGR: 5%</a:t>
              </a:r>
            </a:p>
          </p:txBody>
        </p:sp>
      </p:grpSp>
      <p:grpSp>
        <p:nvGrpSpPr>
          <p:cNvPr id="37" name="Group 36">
            <a:extLst>
              <a:ext uri="{FF2B5EF4-FFF2-40B4-BE49-F238E27FC236}">
                <a16:creationId xmlns:a16="http://schemas.microsoft.com/office/drawing/2014/main" id="{8AC27DA6-5E21-5CB4-A2E0-0EB9EE0A8F13}"/>
              </a:ext>
            </a:extLst>
          </p:cNvPr>
          <p:cNvGrpSpPr/>
          <p:nvPr/>
        </p:nvGrpSpPr>
        <p:grpSpPr>
          <a:xfrm>
            <a:off x="2807494" y="3951821"/>
            <a:ext cx="3337560" cy="1536648"/>
            <a:chOff x="2807494" y="3976875"/>
            <a:chExt cx="3337560" cy="1722627"/>
          </a:xfrm>
        </p:grpSpPr>
        <p:graphicFrame>
          <p:nvGraphicFramePr>
            <p:cNvPr id="9" name="Content Placeholder 5195">
              <a:extLst>
                <a:ext uri="{FF2B5EF4-FFF2-40B4-BE49-F238E27FC236}">
                  <a16:creationId xmlns:a16="http://schemas.microsoft.com/office/drawing/2014/main" id="{6CBDD492-6F0E-1831-BB9F-960E42A869D3}"/>
                </a:ext>
              </a:extLst>
            </p:cNvPr>
            <p:cNvGraphicFramePr>
              <a:graphicFrameLocks/>
            </p:cNvGraphicFramePr>
            <p:nvPr>
              <p:extLst>
                <p:ext uri="{D42A27DB-BD31-4B8C-83A1-F6EECF244321}">
                  <p14:modId xmlns:p14="http://schemas.microsoft.com/office/powerpoint/2010/main" val="4116892946"/>
                </p:ext>
              </p:extLst>
            </p:nvPr>
          </p:nvGraphicFramePr>
          <p:xfrm>
            <a:off x="2807494" y="3976875"/>
            <a:ext cx="3337560" cy="1608585"/>
          </p:xfrm>
          <a:graphic>
            <a:graphicData uri="http://schemas.openxmlformats.org/drawingml/2006/chart">
              <c:chart xmlns:c="http://schemas.openxmlformats.org/drawingml/2006/chart" xmlns:r="http://schemas.openxmlformats.org/officeDocument/2006/relationships" r:id="rId4"/>
            </a:graphicData>
          </a:graphic>
        </p:graphicFrame>
        <p:sp>
          <p:nvSpPr>
            <p:cNvPr id="32" name="Content Placeholder 7">
              <a:extLst>
                <a:ext uri="{FF2B5EF4-FFF2-40B4-BE49-F238E27FC236}">
                  <a16:creationId xmlns:a16="http://schemas.microsoft.com/office/drawing/2014/main" id="{54F520A2-B6C6-C116-AD82-DFBD782C53D5}"/>
                </a:ext>
              </a:extLst>
            </p:cNvPr>
            <p:cNvSpPr txBox="1">
              <a:spLocks/>
            </p:cNvSpPr>
            <p:nvPr/>
          </p:nvSpPr>
          <p:spPr>
            <a:xfrm>
              <a:off x="2937660" y="5463865"/>
              <a:ext cx="419904" cy="235637"/>
            </a:xfrm>
            <a:prstGeom prst="rect">
              <a:avLst/>
            </a:prstGeom>
            <a:solidFill>
              <a:schemeClr val="bg1"/>
            </a:solidFill>
          </p:spPr>
          <p:txBody>
            <a:bodyPr vert="horz" wrap="square" lIns="0" tIns="36000" rIns="0" bIns="0" rtlCol="0" anchor="t">
              <a:spAutoFit/>
            </a:bodyPr>
            <a:lstStyle>
              <a:defPPr>
                <a:defRPr lang="pt-BR"/>
              </a:defPPr>
              <a:lvl1pPr indent="0">
                <a:lnSpc>
                  <a:spcPct val="100000"/>
                </a:lnSpc>
                <a:spcBef>
                  <a:spcPts val="0"/>
                </a:spcBef>
                <a:spcAft>
                  <a:spcPts val="0"/>
                </a:spcAft>
                <a:buFont typeface="Arial" panose="020B0604020202020204" pitchFamily="34" charset="0"/>
                <a:buNone/>
                <a:defRPr sz="800" b="0">
                  <a:latin typeface="+mj-lt"/>
                  <a:ea typeface="Source Serif Pro Light" panose="02040303050405020204" pitchFamily="18" charset="0"/>
                  <a:cs typeface="Roboto" panose="02000000000000000000" pitchFamily="2" charset="0"/>
                </a:defRPr>
              </a:lvl1pPr>
              <a:lvl2pPr marL="108000" indent="-108000">
                <a:lnSpc>
                  <a:spcPct val="110000"/>
                </a:lnSpc>
                <a:spcBef>
                  <a:spcPts val="0"/>
                </a:spcBef>
                <a:spcAft>
                  <a:spcPts val="800"/>
                </a:spcAft>
                <a:buClr>
                  <a:schemeClr val="bg2"/>
                </a:buClr>
                <a:buFont typeface="Arial" panose="020B0604020202020204" pitchFamily="34" charset="0"/>
                <a:buChar char="•"/>
                <a:defRPr sz="1200">
                  <a:latin typeface="Source Serif Pro" panose="02040603050405020204" pitchFamily="18" charset="0"/>
                  <a:ea typeface="Source Serif Pro" panose="02040603050405020204" pitchFamily="18" charset="0"/>
                </a:defRPr>
              </a:lvl2pPr>
              <a:lvl3pPr marL="108000" indent="-108000">
                <a:lnSpc>
                  <a:spcPct val="110000"/>
                </a:lnSpc>
                <a:spcBef>
                  <a:spcPts val="0"/>
                </a:spcBef>
                <a:spcAft>
                  <a:spcPts val="800"/>
                </a:spcAft>
                <a:buClr>
                  <a:schemeClr val="bg2"/>
                </a:buClr>
                <a:buFont typeface="Source Sans Pro" panose="020B0503030403020204" pitchFamily="34" charset="0"/>
                <a:buChar char="−"/>
                <a:defRPr sz="1200">
                  <a:latin typeface="Source Serif Pro Light" panose="02040303050405020204" pitchFamily="18" charset="0"/>
                  <a:ea typeface="Source Serif Pro Light" panose="02040303050405020204" pitchFamily="18" charset="0"/>
                </a:defRPr>
              </a:lvl3pPr>
              <a:lvl4pPr marL="0" indent="0">
                <a:lnSpc>
                  <a:spcPct val="110000"/>
                </a:lnSpc>
                <a:spcBef>
                  <a:spcPts val="0"/>
                </a:spcBef>
                <a:spcAft>
                  <a:spcPts val="800"/>
                </a:spcAft>
                <a:buFont typeface="Arial" panose="020B0604020202020204" pitchFamily="34" charset="0"/>
                <a:buNone/>
                <a:defRPr sz="1200" b="1">
                  <a:latin typeface="Source Serif Pro" panose="02040603050405020204" pitchFamily="18" charset="0"/>
                  <a:ea typeface="Source Serif Pro" panose="02040603050405020204" pitchFamily="18" charset="0"/>
                </a:defRPr>
              </a:lvl4pPr>
              <a:lvl5pPr marL="0" indent="0">
                <a:lnSpc>
                  <a:spcPct val="110000"/>
                </a:lnSpc>
                <a:spcBef>
                  <a:spcPts val="0"/>
                </a:spcBef>
                <a:spcAft>
                  <a:spcPts val="800"/>
                </a:spcAft>
                <a:buFont typeface="Arial" panose="020B0604020202020204" pitchFamily="34" charset="0"/>
                <a:buNone/>
                <a:defRPr sz="1200">
                  <a:solidFill>
                    <a:schemeClr val="accent1"/>
                  </a:solidFill>
                  <a:latin typeface="Source Serif Pro Black" panose="02040903050405020204" pitchFamily="18" charset="0"/>
                  <a:ea typeface="Source Serif Pro Black" panose="02040903050405020204" pitchFamily="18"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10000"/>
                </a:lnSpc>
                <a:defRPr lang="en-US" sz="700" b="0" i="0" u="none" strike="noStrike" kern="1200" baseline="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pPr>
              <a:r>
                <a:rPr lang="en-US" sz="600" dirty="0">
                  <a:latin typeface="Poppins Light" panose="00000400000000000000" pitchFamily="2" charset="0"/>
                  <a:ea typeface="Source Serif Pro" panose="02040603050405020204" pitchFamily="18" charset="0"/>
                  <a:cs typeface="Poppins Light" panose="00000400000000000000" pitchFamily="2" charset="0"/>
                </a:rPr>
                <a:t>North America</a:t>
              </a:r>
            </a:p>
          </p:txBody>
        </p:sp>
        <p:sp>
          <p:nvSpPr>
            <p:cNvPr id="33" name="Content Placeholder 7">
              <a:extLst>
                <a:ext uri="{FF2B5EF4-FFF2-40B4-BE49-F238E27FC236}">
                  <a16:creationId xmlns:a16="http://schemas.microsoft.com/office/drawing/2014/main" id="{035F2BBD-B9DE-3A11-F0F9-23AC818C4F79}"/>
                </a:ext>
              </a:extLst>
            </p:cNvPr>
            <p:cNvSpPr txBox="1">
              <a:spLocks/>
            </p:cNvSpPr>
            <p:nvPr/>
          </p:nvSpPr>
          <p:spPr>
            <a:xfrm>
              <a:off x="3604098" y="5463865"/>
              <a:ext cx="419904" cy="235637"/>
            </a:xfrm>
            <a:prstGeom prst="rect">
              <a:avLst/>
            </a:prstGeom>
            <a:solidFill>
              <a:schemeClr val="bg1"/>
            </a:solidFill>
          </p:spPr>
          <p:txBody>
            <a:bodyPr vert="horz" wrap="square" lIns="0" tIns="36000" rIns="0" bIns="0" rtlCol="0" anchor="t">
              <a:spAutoFit/>
            </a:bodyPr>
            <a:lstStyle>
              <a:defPPr>
                <a:defRPr lang="pt-BR"/>
              </a:defPPr>
              <a:lvl1pPr indent="0">
                <a:lnSpc>
                  <a:spcPct val="100000"/>
                </a:lnSpc>
                <a:spcBef>
                  <a:spcPts val="0"/>
                </a:spcBef>
                <a:spcAft>
                  <a:spcPts val="0"/>
                </a:spcAft>
                <a:buFont typeface="Arial" panose="020B0604020202020204" pitchFamily="34" charset="0"/>
                <a:buNone/>
                <a:defRPr sz="800" b="0">
                  <a:latin typeface="+mj-lt"/>
                  <a:ea typeface="Source Serif Pro Light" panose="02040303050405020204" pitchFamily="18" charset="0"/>
                  <a:cs typeface="Roboto" panose="02000000000000000000" pitchFamily="2" charset="0"/>
                </a:defRPr>
              </a:lvl1pPr>
              <a:lvl2pPr marL="108000" indent="-108000">
                <a:lnSpc>
                  <a:spcPct val="110000"/>
                </a:lnSpc>
                <a:spcBef>
                  <a:spcPts val="0"/>
                </a:spcBef>
                <a:spcAft>
                  <a:spcPts val="800"/>
                </a:spcAft>
                <a:buClr>
                  <a:schemeClr val="bg2"/>
                </a:buClr>
                <a:buFont typeface="Arial" panose="020B0604020202020204" pitchFamily="34" charset="0"/>
                <a:buChar char="•"/>
                <a:defRPr sz="1200">
                  <a:latin typeface="Source Serif Pro" panose="02040603050405020204" pitchFamily="18" charset="0"/>
                  <a:ea typeface="Source Serif Pro" panose="02040603050405020204" pitchFamily="18" charset="0"/>
                </a:defRPr>
              </a:lvl2pPr>
              <a:lvl3pPr marL="108000" indent="-108000">
                <a:lnSpc>
                  <a:spcPct val="110000"/>
                </a:lnSpc>
                <a:spcBef>
                  <a:spcPts val="0"/>
                </a:spcBef>
                <a:spcAft>
                  <a:spcPts val="800"/>
                </a:spcAft>
                <a:buClr>
                  <a:schemeClr val="bg2"/>
                </a:buClr>
                <a:buFont typeface="Source Sans Pro" panose="020B0503030403020204" pitchFamily="34" charset="0"/>
                <a:buChar char="−"/>
                <a:defRPr sz="1200">
                  <a:latin typeface="Source Serif Pro Light" panose="02040303050405020204" pitchFamily="18" charset="0"/>
                  <a:ea typeface="Source Serif Pro Light" panose="02040303050405020204" pitchFamily="18" charset="0"/>
                </a:defRPr>
              </a:lvl3pPr>
              <a:lvl4pPr marL="0" indent="0">
                <a:lnSpc>
                  <a:spcPct val="110000"/>
                </a:lnSpc>
                <a:spcBef>
                  <a:spcPts val="0"/>
                </a:spcBef>
                <a:spcAft>
                  <a:spcPts val="800"/>
                </a:spcAft>
                <a:buFont typeface="Arial" panose="020B0604020202020204" pitchFamily="34" charset="0"/>
                <a:buNone/>
                <a:defRPr sz="1200" b="1">
                  <a:latin typeface="Source Serif Pro" panose="02040603050405020204" pitchFamily="18" charset="0"/>
                  <a:ea typeface="Source Serif Pro" panose="02040603050405020204" pitchFamily="18" charset="0"/>
                </a:defRPr>
              </a:lvl4pPr>
              <a:lvl5pPr marL="0" indent="0">
                <a:lnSpc>
                  <a:spcPct val="110000"/>
                </a:lnSpc>
                <a:spcBef>
                  <a:spcPts val="0"/>
                </a:spcBef>
                <a:spcAft>
                  <a:spcPts val="800"/>
                </a:spcAft>
                <a:buFont typeface="Arial" panose="020B0604020202020204" pitchFamily="34" charset="0"/>
                <a:buNone/>
                <a:defRPr sz="1200">
                  <a:solidFill>
                    <a:schemeClr val="accent1"/>
                  </a:solidFill>
                  <a:latin typeface="Source Serif Pro Black" panose="02040903050405020204" pitchFamily="18" charset="0"/>
                  <a:ea typeface="Source Serif Pro Black" panose="02040903050405020204" pitchFamily="18"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10000"/>
                </a:lnSpc>
                <a:defRPr lang="en-US" sz="700" b="0" i="0" u="none" strike="noStrike" kern="1200" baseline="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pPr>
              <a:r>
                <a:rPr lang="en-US" sz="600" dirty="0">
                  <a:latin typeface="Poppins Light" panose="00000400000000000000" pitchFamily="2" charset="0"/>
                  <a:ea typeface="Source Serif Pro" panose="02040603050405020204" pitchFamily="18" charset="0"/>
                  <a:cs typeface="Poppins Light" panose="00000400000000000000" pitchFamily="2" charset="0"/>
                </a:rPr>
                <a:t>North </a:t>
              </a:r>
            </a:p>
            <a:p>
              <a:pPr algn="ctr">
                <a:lnSpc>
                  <a:spcPct val="110000"/>
                </a:lnSpc>
                <a:defRPr lang="en-US" sz="700" b="0" i="0" u="none" strike="noStrike" kern="1200" baseline="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pPr>
              <a:r>
                <a:rPr lang="en-US" sz="600" dirty="0">
                  <a:latin typeface="Poppins Light" panose="00000400000000000000" pitchFamily="2" charset="0"/>
                  <a:ea typeface="Source Serif Pro" panose="02040603050405020204" pitchFamily="18" charset="0"/>
                  <a:cs typeface="Poppins Light" panose="00000400000000000000" pitchFamily="2" charset="0"/>
                </a:rPr>
                <a:t>Asia</a:t>
              </a:r>
            </a:p>
          </p:txBody>
        </p:sp>
        <p:sp>
          <p:nvSpPr>
            <p:cNvPr id="34" name="Content Placeholder 7">
              <a:extLst>
                <a:ext uri="{FF2B5EF4-FFF2-40B4-BE49-F238E27FC236}">
                  <a16:creationId xmlns:a16="http://schemas.microsoft.com/office/drawing/2014/main" id="{F3C37CE7-832D-43DB-9EA2-E4A1774041F4}"/>
                </a:ext>
              </a:extLst>
            </p:cNvPr>
            <p:cNvSpPr txBox="1">
              <a:spLocks/>
            </p:cNvSpPr>
            <p:nvPr/>
          </p:nvSpPr>
          <p:spPr>
            <a:xfrm>
              <a:off x="4270536" y="5463865"/>
              <a:ext cx="421200" cy="134071"/>
            </a:xfrm>
            <a:prstGeom prst="rect">
              <a:avLst/>
            </a:prstGeom>
            <a:solidFill>
              <a:schemeClr val="bg1"/>
            </a:solidFill>
          </p:spPr>
          <p:txBody>
            <a:bodyPr vert="horz" wrap="square" lIns="0" tIns="36000" rIns="0" bIns="0" rtlCol="0" anchor="t">
              <a:spAutoFit/>
            </a:bodyPr>
            <a:lstStyle>
              <a:defPPr>
                <a:defRPr lang="pt-BR"/>
              </a:defPPr>
              <a:lvl1pPr indent="0">
                <a:lnSpc>
                  <a:spcPct val="100000"/>
                </a:lnSpc>
                <a:spcBef>
                  <a:spcPts val="0"/>
                </a:spcBef>
                <a:spcAft>
                  <a:spcPts val="0"/>
                </a:spcAft>
                <a:buFont typeface="Arial" panose="020B0604020202020204" pitchFamily="34" charset="0"/>
                <a:buNone/>
                <a:defRPr sz="800" b="0">
                  <a:latin typeface="+mj-lt"/>
                  <a:ea typeface="Source Serif Pro Light" panose="02040303050405020204" pitchFamily="18" charset="0"/>
                  <a:cs typeface="Roboto" panose="02000000000000000000" pitchFamily="2" charset="0"/>
                </a:defRPr>
              </a:lvl1pPr>
              <a:lvl2pPr marL="108000" indent="-108000">
                <a:lnSpc>
                  <a:spcPct val="110000"/>
                </a:lnSpc>
                <a:spcBef>
                  <a:spcPts val="0"/>
                </a:spcBef>
                <a:spcAft>
                  <a:spcPts val="800"/>
                </a:spcAft>
                <a:buClr>
                  <a:schemeClr val="bg2"/>
                </a:buClr>
                <a:buFont typeface="Arial" panose="020B0604020202020204" pitchFamily="34" charset="0"/>
                <a:buChar char="•"/>
                <a:defRPr sz="1200">
                  <a:latin typeface="Source Serif Pro" panose="02040603050405020204" pitchFamily="18" charset="0"/>
                  <a:ea typeface="Source Serif Pro" panose="02040603050405020204" pitchFamily="18" charset="0"/>
                </a:defRPr>
              </a:lvl2pPr>
              <a:lvl3pPr marL="108000" indent="-108000">
                <a:lnSpc>
                  <a:spcPct val="110000"/>
                </a:lnSpc>
                <a:spcBef>
                  <a:spcPts val="0"/>
                </a:spcBef>
                <a:spcAft>
                  <a:spcPts val="800"/>
                </a:spcAft>
                <a:buClr>
                  <a:schemeClr val="bg2"/>
                </a:buClr>
                <a:buFont typeface="Source Sans Pro" panose="020B0503030403020204" pitchFamily="34" charset="0"/>
                <a:buChar char="−"/>
                <a:defRPr sz="1200">
                  <a:latin typeface="Source Serif Pro Light" panose="02040303050405020204" pitchFamily="18" charset="0"/>
                  <a:ea typeface="Source Serif Pro Light" panose="02040303050405020204" pitchFamily="18" charset="0"/>
                </a:defRPr>
              </a:lvl3pPr>
              <a:lvl4pPr marL="0" indent="0">
                <a:lnSpc>
                  <a:spcPct val="110000"/>
                </a:lnSpc>
                <a:spcBef>
                  <a:spcPts val="0"/>
                </a:spcBef>
                <a:spcAft>
                  <a:spcPts val="800"/>
                </a:spcAft>
                <a:buFont typeface="Arial" panose="020B0604020202020204" pitchFamily="34" charset="0"/>
                <a:buNone/>
                <a:defRPr sz="1200" b="1">
                  <a:latin typeface="Source Serif Pro" panose="02040603050405020204" pitchFamily="18" charset="0"/>
                  <a:ea typeface="Source Serif Pro" panose="02040603050405020204" pitchFamily="18" charset="0"/>
                </a:defRPr>
              </a:lvl4pPr>
              <a:lvl5pPr marL="0" indent="0">
                <a:lnSpc>
                  <a:spcPct val="110000"/>
                </a:lnSpc>
                <a:spcBef>
                  <a:spcPts val="0"/>
                </a:spcBef>
                <a:spcAft>
                  <a:spcPts val="800"/>
                </a:spcAft>
                <a:buFont typeface="Arial" panose="020B0604020202020204" pitchFamily="34" charset="0"/>
                <a:buNone/>
                <a:defRPr sz="1200">
                  <a:solidFill>
                    <a:schemeClr val="accent1"/>
                  </a:solidFill>
                  <a:latin typeface="Source Serif Pro Black" panose="02040903050405020204" pitchFamily="18" charset="0"/>
                  <a:ea typeface="Source Serif Pro Black" panose="02040903050405020204" pitchFamily="18"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10000"/>
                </a:lnSpc>
                <a:defRPr lang="en-US" sz="700" b="0" i="0" u="none" strike="noStrike" kern="1200" baseline="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pPr>
              <a:r>
                <a:rPr lang="en-US" sz="600" dirty="0">
                  <a:latin typeface="Poppins Light" panose="00000400000000000000" pitchFamily="2" charset="0"/>
                  <a:ea typeface="Source Serif Pro" panose="02040603050405020204" pitchFamily="18" charset="0"/>
                  <a:cs typeface="Poppins Light" panose="00000400000000000000" pitchFamily="2" charset="0"/>
                </a:rPr>
                <a:t>Europe</a:t>
              </a:r>
            </a:p>
          </p:txBody>
        </p:sp>
        <p:sp>
          <p:nvSpPr>
            <p:cNvPr id="35" name="Content Placeholder 7">
              <a:extLst>
                <a:ext uri="{FF2B5EF4-FFF2-40B4-BE49-F238E27FC236}">
                  <a16:creationId xmlns:a16="http://schemas.microsoft.com/office/drawing/2014/main" id="{06129E7C-0018-F714-8423-78F8E8A75D37}"/>
                </a:ext>
              </a:extLst>
            </p:cNvPr>
            <p:cNvSpPr txBox="1">
              <a:spLocks/>
            </p:cNvSpPr>
            <p:nvPr/>
          </p:nvSpPr>
          <p:spPr>
            <a:xfrm>
              <a:off x="4902214" y="5463865"/>
              <a:ext cx="493312" cy="235637"/>
            </a:xfrm>
            <a:prstGeom prst="rect">
              <a:avLst/>
            </a:prstGeom>
            <a:solidFill>
              <a:schemeClr val="bg1"/>
            </a:solidFill>
          </p:spPr>
          <p:txBody>
            <a:bodyPr vert="horz" wrap="square" lIns="0" tIns="36000" rIns="0" bIns="0" rtlCol="0" anchor="t">
              <a:spAutoFit/>
            </a:bodyPr>
            <a:lstStyle>
              <a:defPPr>
                <a:defRPr lang="pt-BR"/>
              </a:defPPr>
              <a:lvl1pPr indent="0">
                <a:lnSpc>
                  <a:spcPct val="100000"/>
                </a:lnSpc>
                <a:spcBef>
                  <a:spcPts val="0"/>
                </a:spcBef>
                <a:spcAft>
                  <a:spcPts val="0"/>
                </a:spcAft>
                <a:buFont typeface="Arial" panose="020B0604020202020204" pitchFamily="34" charset="0"/>
                <a:buNone/>
                <a:defRPr sz="800" b="0">
                  <a:latin typeface="+mj-lt"/>
                  <a:ea typeface="Source Serif Pro Light" panose="02040303050405020204" pitchFamily="18" charset="0"/>
                  <a:cs typeface="Roboto" panose="02000000000000000000" pitchFamily="2" charset="0"/>
                </a:defRPr>
              </a:lvl1pPr>
              <a:lvl2pPr marL="108000" indent="-108000">
                <a:lnSpc>
                  <a:spcPct val="110000"/>
                </a:lnSpc>
                <a:spcBef>
                  <a:spcPts val="0"/>
                </a:spcBef>
                <a:spcAft>
                  <a:spcPts val="800"/>
                </a:spcAft>
                <a:buClr>
                  <a:schemeClr val="bg2"/>
                </a:buClr>
                <a:buFont typeface="Arial" panose="020B0604020202020204" pitchFamily="34" charset="0"/>
                <a:buChar char="•"/>
                <a:defRPr sz="1200">
                  <a:latin typeface="Source Serif Pro" panose="02040603050405020204" pitchFamily="18" charset="0"/>
                  <a:ea typeface="Source Serif Pro" panose="02040603050405020204" pitchFamily="18" charset="0"/>
                </a:defRPr>
              </a:lvl2pPr>
              <a:lvl3pPr marL="108000" indent="-108000">
                <a:lnSpc>
                  <a:spcPct val="110000"/>
                </a:lnSpc>
                <a:spcBef>
                  <a:spcPts val="0"/>
                </a:spcBef>
                <a:spcAft>
                  <a:spcPts val="800"/>
                </a:spcAft>
                <a:buClr>
                  <a:schemeClr val="bg2"/>
                </a:buClr>
                <a:buFont typeface="Source Sans Pro" panose="020B0503030403020204" pitchFamily="34" charset="0"/>
                <a:buChar char="−"/>
                <a:defRPr sz="1200">
                  <a:latin typeface="Source Serif Pro Light" panose="02040303050405020204" pitchFamily="18" charset="0"/>
                  <a:ea typeface="Source Serif Pro Light" panose="02040303050405020204" pitchFamily="18" charset="0"/>
                </a:defRPr>
              </a:lvl3pPr>
              <a:lvl4pPr marL="0" indent="0">
                <a:lnSpc>
                  <a:spcPct val="110000"/>
                </a:lnSpc>
                <a:spcBef>
                  <a:spcPts val="0"/>
                </a:spcBef>
                <a:spcAft>
                  <a:spcPts val="800"/>
                </a:spcAft>
                <a:buFont typeface="Arial" panose="020B0604020202020204" pitchFamily="34" charset="0"/>
                <a:buNone/>
                <a:defRPr sz="1200" b="1">
                  <a:latin typeface="Source Serif Pro" panose="02040603050405020204" pitchFamily="18" charset="0"/>
                  <a:ea typeface="Source Serif Pro" panose="02040603050405020204" pitchFamily="18" charset="0"/>
                </a:defRPr>
              </a:lvl4pPr>
              <a:lvl5pPr marL="0" indent="0">
                <a:lnSpc>
                  <a:spcPct val="110000"/>
                </a:lnSpc>
                <a:spcBef>
                  <a:spcPts val="0"/>
                </a:spcBef>
                <a:spcAft>
                  <a:spcPts val="800"/>
                </a:spcAft>
                <a:buFont typeface="Arial" panose="020B0604020202020204" pitchFamily="34" charset="0"/>
                <a:buNone/>
                <a:defRPr sz="1200">
                  <a:solidFill>
                    <a:schemeClr val="accent1"/>
                  </a:solidFill>
                  <a:latin typeface="Source Serif Pro Black" panose="02040903050405020204" pitchFamily="18" charset="0"/>
                  <a:ea typeface="Source Serif Pro Black" panose="02040903050405020204" pitchFamily="18"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10000"/>
                </a:lnSpc>
                <a:defRPr lang="en-US" sz="700" b="0" i="0" u="none" strike="noStrike" kern="1200" baseline="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pPr>
              <a:r>
                <a:rPr lang="en-US" sz="600" dirty="0">
                  <a:latin typeface="Poppins Light" panose="00000400000000000000" pitchFamily="2" charset="0"/>
                  <a:ea typeface="Source Serif Pro" panose="02040603050405020204" pitchFamily="18" charset="0"/>
                  <a:cs typeface="Poppins Light" panose="00000400000000000000" pitchFamily="2" charset="0"/>
                </a:rPr>
                <a:t>South Asia </a:t>
              </a:r>
            </a:p>
            <a:p>
              <a:pPr algn="ctr">
                <a:lnSpc>
                  <a:spcPct val="110000"/>
                </a:lnSpc>
                <a:defRPr lang="en-US" sz="700" b="0" i="0" u="none" strike="noStrike" kern="1200" baseline="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pPr>
              <a:r>
                <a:rPr lang="en-US" sz="600" dirty="0">
                  <a:latin typeface="Poppins Light" panose="00000400000000000000" pitchFamily="2" charset="0"/>
                  <a:ea typeface="Source Serif Pro" panose="02040603050405020204" pitchFamily="18" charset="0"/>
                  <a:cs typeface="Poppins Light" panose="00000400000000000000" pitchFamily="2" charset="0"/>
                </a:rPr>
                <a:t>&amp; MENA</a:t>
              </a:r>
            </a:p>
          </p:txBody>
        </p:sp>
        <p:sp>
          <p:nvSpPr>
            <p:cNvPr id="36" name="Content Placeholder 7">
              <a:extLst>
                <a:ext uri="{FF2B5EF4-FFF2-40B4-BE49-F238E27FC236}">
                  <a16:creationId xmlns:a16="http://schemas.microsoft.com/office/drawing/2014/main" id="{6659E6C7-5615-5E46-EE79-03C3EF96704B}"/>
                </a:ext>
              </a:extLst>
            </p:cNvPr>
            <p:cNvSpPr txBox="1">
              <a:spLocks/>
            </p:cNvSpPr>
            <p:nvPr/>
          </p:nvSpPr>
          <p:spPr>
            <a:xfrm>
              <a:off x="5606005" y="5463865"/>
              <a:ext cx="421200" cy="235637"/>
            </a:xfrm>
            <a:prstGeom prst="rect">
              <a:avLst/>
            </a:prstGeom>
            <a:solidFill>
              <a:schemeClr val="bg1"/>
            </a:solidFill>
          </p:spPr>
          <p:txBody>
            <a:bodyPr vert="horz" wrap="square" lIns="0" tIns="36000" rIns="0" bIns="0" rtlCol="0" anchor="t">
              <a:spAutoFit/>
            </a:bodyPr>
            <a:lstStyle>
              <a:defPPr>
                <a:defRPr lang="pt-BR"/>
              </a:defPPr>
              <a:lvl1pPr indent="0">
                <a:lnSpc>
                  <a:spcPct val="100000"/>
                </a:lnSpc>
                <a:spcBef>
                  <a:spcPts val="0"/>
                </a:spcBef>
                <a:spcAft>
                  <a:spcPts val="0"/>
                </a:spcAft>
                <a:buFont typeface="Arial" panose="020B0604020202020204" pitchFamily="34" charset="0"/>
                <a:buNone/>
                <a:defRPr sz="800" b="0">
                  <a:latin typeface="+mj-lt"/>
                  <a:ea typeface="Source Serif Pro Light" panose="02040303050405020204" pitchFamily="18" charset="0"/>
                  <a:cs typeface="Roboto" panose="02000000000000000000" pitchFamily="2" charset="0"/>
                </a:defRPr>
              </a:lvl1pPr>
              <a:lvl2pPr marL="108000" indent="-108000">
                <a:lnSpc>
                  <a:spcPct val="110000"/>
                </a:lnSpc>
                <a:spcBef>
                  <a:spcPts val="0"/>
                </a:spcBef>
                <a:spcAft>
                  <a:spcPts val="800"/>
                </a:spcAft>
                <a:buClr>
                  <a:schemeClr val="bg2"/>
                </a:buClr>
                <a:buFont typeface="Arial" panose="020B0604020202020204" pitchFamily="34" charset="0"/>
                <a:buChar char="•"/>
                <a:defRPr sz="1200">
                  <a:latin typeface="Source Serif Pro" panose="02040603050405020204" pitchFamily="18" charset="0"/>
                  <a:ea typeface="Source Serif Pro" panose="02040603050405020204" pitchFamily="18" charset="0"/>
                </a:defRPr>
              </a:lvl2pPr>
              <a:lvl3pPr marL="108000" indent="-108000">
                <a:lnSpc>
                  <a:spcPct val="110000"/>
                </a:lnSpc>
                <a:spcBef>
                  <a:spcPts val="0"/>
                </a:spcBef>
                <a:spcAft>
                  <a:spcPts val="800"/>
                </a:spcAft>
                <a:buClr>
                  <a:schemeClr val="bg2"/>
                </a:buClr>
                <a:buFont typeface="Source Sans Pro" panose="020B0503030403020204" pitchFamily="34" charset="0"/>
                <a:buChar char="−"/>
                <a:defRPr sz="1200">
                  <a:latin typeface="Source Serif Pro Light" panose="02040303050405020204" pitchFamily="18" charset="0"/>
                  <a:ea typeface="Source Serif Pro Light" panose="02040303050405020204" pitchFamily="18" charset="0"/>
                </a:defRPr>
              </a:lvl3pPr>
              <a:lvl4pPr marL="0" indent="0">
                <a:lnSpc>
                  <a:spcPct val="110000"/>
                </a:lnSpc>
                <a:spcBef>
                  <a:spcPts val="0"/>
                </a:spcBef>
                <a:spcAft>
                  <a:spcPts val="800"/>
                </a:spcAft>
                <a:buFont typeface="Arial" panose="020B0604020202020204" pitchFamily="34" charset="0"/>
                <a:buNone/>
                <a:defRPr sz="1200" b="1">
                  <a:latin typeface="Source Serif Pro" panose="02040603050405020204" pitchFamily="18" charset="0"/>
                  <a:ea typeface="Source Serif Pro" panose="02040603050405020204" pitchFamily="18" charset="0"/>
                </a:defRPr>
              </a:lvl4pPr>
              <a:lvl5pPr marL="0" indent="0">
                <a:lnSpc>
                  <a:spcPct val="110000"/>
                </a:lnSpc>
                <a:spcBef>
                  <a:spcPts val="0"/>
                </a:spcBef>
                <a:spcAft>
                  <a:spcPts val="800"/>
                </a:spcAft>
                <a:buFont typeface="Arial" panose="020B0604020202020204" pitchFamily="34" charset="0"/>
                <a:buNone/>
                <a:defRPr sz="1200">
                  <a:solidFill>
                    <a:schemeClr val="accent1"/>
                  </a:solidFill>
                  <a:latin typeface="Source Serif Pro Black" panose="02040903050405020204" pitchFamily="18" charset="0"/>
                  <a:ea typeface="Source Serif Pro Black" panose="02040903050405020204" pitchFamily="18"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10000"/>
                </a:lnSpc>
                <a:defRPr lang="en-US" sz="700" b="0" i="0" u="none" strike="noStrike" kern="1200" baseline="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pPr>
              <a:r>
                <a:rPr lang="en-US" sz="600" dirty="0">
                  <a:latin typeface="Poppins Light" panose="00000400000000000000" pitchFamily="2" charset="0"/>
                  <a:ea typeface="Source Serif Pro" panose="02040603050405020204" pitchFamily="18" charset="0"/>
                  <a:cs typeface="Poppins Light" panose="00000400000000000000" pitchFamily="2" charset="0"/>
                </a:rPr>
                <a:t>Latin </a:t>
              </a:r>
            </a:p>
            <a:p>
              <a:pPr algn="ctr">
                <a:lnSpc>
                  <a:spcPct val="110000"/>
                </a:lnSpc>
                <a:defRPr lang="en-US" sz="700" b="0" i="0" u="none" strike="noStrike" kern="1200" baseline="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pPr>
              <a:r>
                <a:rPr lang="en-US" sz="600" dirty="0">
                  <a:latin typeface="Poppins Light" panose="00000400000000000000" pitchFamily="2" charset="0"/>
                  <a:ea typeface="Source Serif Pro" panose="02040603050405020204" pitchFamily="18" charset="0"/>
                  <a:cs typeface="Poppins Light" panose="00000400000000000000" pitchFamily="2" charset="0"/>
                </a:rPr>
                <a:t>America</a:t>
              </a:r>
            </a:p>
          </p:txBody>
        </p:sp>
      </p:grpSp>
    </p:spTree>
    <p:extLst>
      <p:ext uri="{BB962C8B-B14F-4D97-AF65-F5344CB8AC3E}">
        <p14:creationId xmlns:p14="http://schemas.microsoft.com/office/powerpoint/2010/main" val="3724172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7CF57-AE14-E27C-D7F0-35343932358B}"/>
              </a:ext>
            </a:extLst>
          </p:cNvPr>
          <p:cNvSpPr>
            <a:spLocks noGrp="1"/>
          </p:cNvSpPr>
          <p:nvPr>
            <p:ph type="title"/>
          </p:nvPr>
        </p:nvSpPr>
        <p:spPr/>
        <p:txBody>
          <a:bodyPr/>
          <a:lstStyle/>
          <a:p>
            <a:r>
              <a:rPr lang="en-US" dirty="0" err="1"/>
              <a:t>Almatia</a:t>
            </a:r>
            <a:r>
              <a:rPr lang="en-US" dirty="0"/>
              <a:t> is a Leader in The Plastics and Coatings Market in the Region…</a:t>
            </a:r>
          </a:p>
        </p:txBody>
      </p:sp>
      <p:sp>
        <p:nvSpPr>
          <p:cNvPr id="5" name="Content Placeholder 4">
            <a:extLst>
              <a:ext uri="{FF2B5EF4-FFF2-40B4-BE49-F238E27FC236}">
                <a16:creationId xmlns:a16="http://schemas.microsoft.com/office/drawing/2014/main" id="{F2BCFE08-A8B4-66A9-FEF4-2308BF95A4B4}"/>
              </a:ext>
            </a:extLst>
          </p:cNvPr>
          <p:cNvSpPr>
            <a:spLocks noGrp="1"/>
          </p:cNvSpPr>
          <p:nvPr>
            <p:ph sz="quarter" idx="13"/>
          </p:nvPr>
        </p:nvSpPr>
        <p:spPr>
          <a:xfrm>
            <a:off x="731838" y="1052961"/>
            <a:ext cx="11102975" cy="234867"/>
          </a:xfrm>
        </p:spPr>
        <p:txBody>
          <a:bodyPr/>
          <a:lstStyle/>
          <a:p>
            <a:r>
              <a:rPr lang="en-US" dirty="0" err="1"/>
              <a:t>Almatia</a:t>
            </a:r>
            <a:r>
              <a:rPr lang="en-US" dirty="0"/>
              <a:t> has built a complete portfolio for various segments, including plastics and coatings</a:t>
            </a:r>
          </a:p>
        </p:txBody>
      </p:sp>
      <p:sp>
        <p:nvSpPr>
          <p:cNvPr id="10" name="Text Placeholder 9">
            <a:extLst>
              <a:ext uri="{FF2B5EF4-FFF2-40B4-BE49-F238E27FC236}">
                <a16:creationId xmlns:a16="http://schemas.microsoft.com/office/drawing/2014/main" id="{2C88C476-BF7C-72B4-71A2-7DC16F4D63F4}"/>
              </a:ext>
            </a:extLst>
          </p:cNvPr>
          <p:cNvSpPr>
            <a:spLocks noGrp="1"/>
          </p:cNvSpPr>
          <p:nvPr>
            <p:ph type="body" sz="quarter" idx="36"/>
          </p:nvPr>
        </p:nvSpPr>
        <p:spPr/>
        <p:txBody>
          <a:bodyPr/>
          <a:lstStyle/>
          <a:p>
            <a:endParaRPr lang="en-US" dirty="0"/>
          </a:p>
        </p:txBody>
      </p:sp>
      <p:sp>
        <p:nvSpPr>
          <p:cNvPr id="6" name="Google Shape;234;p23">
            <a:extLst>
              <a:ext uri="{FF2B5EF4-FFF2-40B4-BE49-F238E27FC236}">
                <a16:creationId xmlns:a16="http://schemas.microsoft.com/office/drawing/2014/main" id="{4939494B-0C6F-6DDE-3972-E279DD2B3FC8}"/>
              </a:ext>
            </a:extLst>
          </p:cNvPr>
          <p:cNvSpPr>
            <a:spLocks noChangeAspect="1"/>
          </p:cNvSpPr>
          <p:nvPr/>
        </p:nvSpPr>
        <p:spPr>
          <a:xfrm rot="5400000">
            <a:off x="-509850" y="1602317"/>
            <a:ext cx="4115032" cy="4104982"/>
          </a:xfrm>
          <a:prstGeom prst="teardrop">
            <a:avLst>
              <a:gd name="adj" fmla="val 100000"/>
            </a:avLst>
          </a:prstGeom>
          <a:solidFill>
            <a:srgbClr val="ABC7CA"/>
          </a:solidFill>
          <a:ln>
            <a:noFill/>
          </a:ln>
          <a:effectLst>
            <a:outerShdw blurRad="628650" dist="133350" dir="8400000" algn="bl" rotWithShape="0">
              <a:srgbClr val="2E4D58">
                <a:alpha val="25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s-CO" dirty="0"/>
              <a:t> </a:t>
            </a:r>
          </a:p>
        </p:txBody>
      </p:sp>
      <p:sp>
        <p:nvSpPr>
          <p:cNvPr id="9" name="CuadroTexto 33">
            <a:extLst>
              <a:ext uri="{FF2B5EF4-FFF2-40B4-BE49-F238E27FC236}">
                <a16:creationId xmlns:a16="http://schemas.microsoft.com/office/drawing/2014/main" id="{1CCD332F-D9B8-B428-99EA-6D8D13ECD010}"/>
              </a:ext>
            </a:extLst>
          </p:cNvPr>
          <p:cNvSpPr txBox="1"/>
          <p:nvPr/>
        </p:nvSpPr>
        <p:spPr>
          <a:xfrm>
            <a:off x="680627" y="2430114"/>
            <a:ext cx="2216793" cy="2449388"/>
          </a:xfrm>
          <a:prstGeom prst="rect">
            <a:avLst/>
          </a:prstGeom>
          <a:noFill/>
        </p:spPr>
        <p:txBody>
          <a:bodyPr wrap="square">
            <a:spAutoFit/>
          </a:bodyPr>
          <a:lstStyle/>
          <a:p>
            <a:pPr>
              <a:lnSpc>
                <a:spcPct val="110000"/>
              </a:lnSpc>
            </a:pPr>
            <a:r>
              <a:rPr lang="en-US" altLang="en-US" sz="2000" dirty="0" err="1">
                <a:solidFill>
                  <a:schemeClr val="tx2"/>
                </a:solidFill>
                <a:latin typeface="Poppins SemiBold" panose="00000700000000000000" pitchFamily="2" charset="0"/>
                <a:cs typeface="Poppins SemiBold" panose="00000700000000000000" pitchFamily="2" charset="0"/>
                <a:sym typeface="Arial"/>
              </a:rPr>
              <a:t>Almatia</a:t>
            </a:r>
            <a:r>
              <a:rPr lang="en-US" altLang="en-US" sz="2000" dirty="0">
                <a:solidFill>
                  <a:schemeClr val="tx2"/>
                </a:solidFill>
                <a:latin typeface="Poppins SemiBold" panose="00000700000000000000" pitchFamily="2" charset="0"/>
                <a:cs typeface="Poppins SemiBold" panose="00000700000000000000" pitchFamily="2" charset="0"/>
                <a:sym typeface="Arial"/>
              </a:rPr>
              <a:t>    serves as a one stop shop for the plastics and coatings markets in Colombia</a:t>
            </a:r>
          </a:p>
        </p:txBody>
      </p:sp>
      <p:pic>
        <p:nvPicPr>
          <p:cNvPr id="12" name="Imagen 8">
            <a:extLst>
              <a:ext uri="{FF2B5EF4-FFF2-40B4-BE49-F238E27FC236}">
                <a16:creationId xmlns:a16="http://schemas.microsoft.com/office/drawing/2014/main" id="{E538B658-3951-6157-27F1-DDA9911D9086}"/>
              </a:ext>
            </a:extLst>
          </p:cNvPr>
          <p:cNvPicPr>
            <a:picLocks noChangeAspect="1"/>
          </p:cNvPicPr>
          <p:nvPr/>
        </p:nvPicPr>
        <p:blipFill>
          <a:blip r:embed="rId2">
            <a:extLst>
              <a:ext uri="{28A0092B-C50C-407E-A947-70E740481C1C}">
                <a14:useLocalDpi xmlns:a14="http://schemas.microsoft.com/office/drawing/2010/main" val="0"/>
              </a:ext>
            </a:extLst>
          </a:blip>
          <a:srcRect l="14004" t="40012" r="70888" b="40540"/>
          <a:stretch/>
        </p:blipFill>
        <p:spPr>
          <a:xfrm>
            <a:off x="2427532" y="4647002"/>
            <a:ext cx="544946" cy="526109"/>
          </a:xfrm>
          <a:prstGeom prst="rect">
            <a:avLst/>
          </a:prstGeom>
        </p:spPr>
      </p:pic>
      <p:pic>
        <p:nvPicPr>
          <p:cNvPr id="2443" name="Picture 2442">
            <a:extLst>
              <a:ext uri="{FF2B5EF4-FFF2-40B4-BE49-F238E27FC236}">
                <a16:creationId xmlns:a16="http://schemas.microsoft.com/office/drawing/2014/main" id="{5F746EEC-1E85-5715-846C-8E69FEF2FE75}"/>
              </a:ext>
            </a:extLst>
          </p:cNvPr>
          <p:cNvPicPr>
            <a:picLocks/>
          </p:cNvPicPr>
          <p:nvPr/>
        </p:nvPicPr>
        <p:blipFill>
          <a:blip r:embed="rId3">
            <a:extLst>
              <a:ext uri="{28A0092B-C50C-407E-A947-70E740481C1C}">
                <a14:useLocalDpi xmlns:a14="http://schemas.microsoft.com/office/drawing/2010/main" val="0"/>
              </a:ext>
            </a:extLst>
          </a:blip>
          <a:srcRect l="12329" r="12329"/>
          <a:stretch/>
        </p:blipFill>
        <p:spPr>
          <a:xfrm>
            <a:off x="3935572" y="1565901"/>
            <a:ext cx="1284128" cy="1284128"/>
          </a:xfrm>
          <a:prstGeom prst="flowChartConnector">
            <a:avLst/>
          </a:prstGeom>
          <a:solidFill>
            <a:schemeClr val="bg1">
              <a:alpha val="55000"/>
            </a:schemeClr>
          </a:solidFill>
          <a:ln w="19050">
            <a:noFill/>
          </a:ln>
        </p:spPr>
      </p:pic>
      <p:pic>
        <p:nvPicPr>
          <p:cNvPr id="2446" name="Picture 2445">
            <a:extLst>
              <a:ext uri="{FF2B5EF4-FFF2-40B4-BE49-F238E27FC236}">
                <a16:creationId xmlns:a16="http://schemas.microsoft.com/office/drawing/2014/main" id="{B213E3DD-94A1-AAA1-6F0C-35E9EFFFA56A}"/>
              </a:ext>
            </a:extLst>
          </p:cNvPr>
          <p:cNvPicPr>
            <a:picLocks/>
          </p:cNvPicPr>
          <p:nvPr/>
        </p:nvPicPr>
        <p:blipFill>
          <a:blip r:embed="rId4">
            <a:extLst>
              <a:ext uri="{28A0092B-C50C-407E-A947-70E740481C1C}">
                <a14:useLocalDpi xmlns:a14="http://schemas.microsoft.com/office/drawing/2010/main" val="0"/>
              </a:ext>
            </a:extLst>
          </a:blip>
          <a:srcRect l="3527" r="22141"/>
          <a:stretch/>
        </p:blipFill>
        <p:spPr>
          <a:xfrm>
            <a:off x="3935572" y="3080665"/>
            <a:ext cx="1284128" cy="1284128"/>
          </a:xfrm>
          <a:prstGeom prst="flowChartConnector">
            <a:avLst/>
          </a:prstGeom>
          <a:ln w="19050">
            <a:noFill/>
          </a:ln>
        </p:spPr>
      </p:pic>
      <p:pic>
        <p:nvPicPr>
          <p:cNvPr id="2448" name="Picture 2447">
            <a:extLst>
              <a:ext uri="{FF2B5EF4-FFF2-40B4-BE49-F238E27FC236}">
                <a16:creationId xmlns:a16="http://schemas.microsoft.com/office/drawing/2014/main" id="{DD312CA4-4479-82FC-D83B-9C1E5A1944EA}"/>
              </a:ext>
            </a:extLst>
          </p:cNvPr>
          <p:cNvPicPr>
            <a:picLocks/>
          </p:cNvPicPr>
          <p:nvPr/>
        </p:nvPicPr>
        <p:blipFill>
          <a:blip r:embed="rId5">
            <a:extLst>
              <a:ext uri="{28A0092B-C50C-407E-A947-70E740481C1C}">
                <a14:useLocalDpi xmlns:a14="http://schemas.microsoft.com/office/drawing/2010/main" val="0"/>
              </a:ext>
            </a:extLst>
          </a:blip>
          <a:srcRect l="19655" r="19655"/>
          <a:stretch/>
        </p:blipFill>
        <p:spPr>
          <a:xfrm>
            <a:off x="3958981" y="4595429"/>
            <a:ext cx="1284128" cy="1284128"/>
          </a:xfrm>
          <a:prstGeom prst="flowChartConnector">
            <a:avLst/>
          </a:prstGeom>
          <a:ln w="19050">
            <a:noFill/>
          </a:ln>
        </p:spPr>
      </p:pic>
      <p:grpSp>
        <p:nvGrpSpPr>
          <p:cNvPr id="2246" name="Group 2245">
            <a:extLst>
              <a:ext uri="{FF2B5EF4-FFF2-40B4-BE49-F238E27FC236}">
                <a16:creationId xmlns:a16="http://schemas.microsoft.com/office/drawing/2014/main" id="{5BFB2775-33E8-1E06-0342-8840E5338685}"/>
              </a:ext>
            </a:extLst>
          </p:cNvPr>
          <p:cNvGrpSpPr/>
          <p:nvPr/>
        </p:nvGrpSpPr>
        <p:grpSpPr>
          <a:xfrm>
            <a:off x="10311602" y="1712448"/>
            <a:ext cx="1990085" cy="1002395"/>
            <a:chOff x="10311602" y="1712448"/>
            <a:chExt cx="1990085" cy="1002395"/>
          </a:xfrm>
        </p:grpSpPr>
        <p:sp>
          <p:nvSpPr>
            <p:cNvPr id="8" name="TextBox 7">
              <a:extLst>
                <a:ext uri="{FF2B5EF4-FFF2-40B4-BE49-F238E27FC236}">
                  <a16:creationId xmlns:a16="http://schemas.microsoft.com/office/drawing/2014/main" id="{C523583D-13EF-29D0-4533-588DD11FCFD8}"/>
                </a:ext>
              </a:extLst>
            </p:cNvPr>
            <p:cNvSpPr txBox="1"/>
            <p:nvPr/>
          </p:nvSpPr>
          <p:spPr>
            <a:xfrm>
              <a:off x="10311602" y="2484011"/>
              <a:ext cx="1990085" cy="230832"/>
            </a:xfrm>
            <a:prstGeom prst="rect">
              <a:avLst/>
            </a:prstGeom>
            <a:noFill/>
          </p:spPr>
          <p:txBody>
            <a:bodyPr wrap="square">
              <a:spAutoFit/>
            </a:bodyPr>
            <a:lstStyle/>
            <a:p>
              <a:pPr marL="171450" indent="-171450" eaLnBrk="0" fontAlgn="base" hangingPunct="0">
                <a:spcBef>
                  <a:spcPct val="0"/>
                </a:spcBef>
                <a:spcAft>
                  <a:spcPct val="0"/>
                </a:spcAft>
                <a:buClr>
                  <a:schemeClr val="accent1"/>
                </a:buClr>
                <a:buFont typeface="Arial" panose="020B0604020202020204" pitchFamily="34" charset="0"/>
                <a:buChar char="•"/>
              </a:pPr>
              <a:r>
                <a:rPr lang="en-US" sz="900" dirty="0">
                  <a:latin typeface="+mj-lt"/>
                  <a:ea typeface="Source Serif Pro" panose="02040603050405020204" pitchFamily="18" charset="0"/>
                </a:rPr>
                <a:t>Masterbatch Additives</a:t>
              </a:r>
            </a:p>
          </p:txBody>
        </p:sp>
        <p:sp>
          <p:nvSpPr>
            <p:cNvPr id="2365" name="TextBox 2364">
              <a:extLst>
                <a:ext uri="{FF2B5EF4-FFF2-40B4-BE49-F238E27FC236}">
                  <a16:creationId xmlns:a16="http://schemas.microsoft.com/office/drawing/2014/main" id="{69CFC4BE-40FA-4894-993E-808F3C2A93F8}"/>
                </a:ext>
              </a:extLst>
            </p:cNvPr>
            <p:cNvSpPr txBox="1"/>
            <p:nvPr/>
          </p:nvSpPr>
          <p:spPr>
            <a:xfrm>
              <a:off x="10311602" y="1712448"/>
              <a:ext cx="1133625" cy="230832"/>
            </a:xfrm>
            <a:prstGeom prst="rect">
              <a:avLst/>
            </a:prstGeom>
            <a:noFill/>
          </p:spPr>
          <p:txBody>
            <a:bodyPr wrap="square">
              <a:spAutoFit/>
            </a:bodyPr>
            <a:lstStyle/>
            <a:p>
              <a:pPr eaLnBrk="0" fontAlgn="base" hangingPunct="0">
                <a:spcBef>
                  <a:spcPct val="0"/>
                </a:spcBef>
                <a:spcAft>
                  <a:spcPct val="0"/>
                </a:spcAft>
              </a:pPr>
              <a:r>
                <a:rPr lang="en-US" sz="900" b="1" dirty="0">
                  <a:solidFill>
                    <a:schemeClr val="accent2"/>
                  </a:solidFill>
                  <a:latin typeface="+mj-lt"/>
                  <a:ea typeface="Source Serif Pro" panose="02040603050405020204" pitchFamily="18" charset="0"/>
                </a:rPr>
                <a:t>Main  Products</a:t>
              </a:r>
            </a:p>
          </p:txBody>
        </p:sp>
        <p:sp>
          <p:nvSpPr>
            <p:cNvPr id="2385" name="TextBox 2384">
              <a:extLst>
                <a:ext uri="{FF2B5EF4-FFF2-40B4-BE49-F238E27FC236}">
                  <a16:creationId xmlns:a16="http://schemas.microsoft.com/office/drawing/2014/main" id="{B79A7737-37E6-74A9-D90C-216221D8011B}"/>
                </a:ext>
              </a:extLst>
            </p:cNvPr>
            <p:cNvSpPr txBox="1"/>
            <p:nvPr/>
          </p:nvSpPr>
          <p:spPr>
            <a:xfrm>
              <a:off x="10311602" y="1976496"/>
              <a:ext cx="1971057" cy="230832"/>
            </a:xfrm>
            <a:prstGeom prst="rect">
              <a:avLst/>
            </a:prstGeom>
            <a:noFill/>
          </p:spPr>
          <p:txBody>
            <a:bodyPr wrap="square">
              <a:spAutoFit/>
            </a:bodyPr>
            <a:lstStyle/>
            <a:p>
              <a:pPr marL="171450" indent="-171450" eaLnBrk="0" fontAlgn="base" hangingPunct="0">
                <a:spcBef>
                  <a:spcPct val="0"/>
                </a:spcBef>
                <a:spcAft>
                  <a:spcPct val="0"/>
                </a:spcAft>
                <a:buClr>
                  <a:schemeClr val="accent1"/>
                </a:buClr>
                <a:buFont typeface="Arial" panose="020B0604020202020204" pitchFamily="34" charset="0"/>
                <a:buChar char="•"/>
              </a:pPr>
              <a:r>
                <a:rPr lang="en-US" sz="900" dirty="0">
                  <a:latin typeface="+mj-lt"/>
                  <a:ea typeface="Source Serif Pro" panose="02040603050405020204" pitchFamily="18" charset="0"/>
                </a:rPr>
                <a:t>PET</a:t>
              </a:r>
            </a:p>
          </p:txBody>
        </p:sp>
        <p:sp>
          <p:nvSpPr>
            <p:cNvPr id="7" name="TextBox 6">
              <a:extLst>
                <a:ext uri="{FF2B5EF4-FFF2-40B4-BE49-F238E27FC236}">
                  <a16:creationId xmlns:a16="http://schemas.microsoft.com/office/drawing/2014/main" id="{CA7D49B2-9003-3BB9-CE1E-5ACAE3841ABB}"/>
                </a:ext>
              </a:extLst>
            </p:cNvPr>
            <p:cNvSpPr txBox="1"/>
            <p:nvPr/>
          </p:nvSpPr>
          <p:spPr>
            <a:xfrm>
              <a:off x="10311602" y="2224573"/>
              <a:ext cx="1543410" cy="230832"/>
            </a:xfrm>
            <a:prstGeom prst="rect">
              <a:avLst/>
            </a:prstGeom>
            <a:noFill/>
          </p:spPr>
          <p:txBody>
            <a:bodyPr wrap="square">
              <a:spAutoFit/>
            </a:bodyPr>
            <a:lstStyle/>
            <a:p>
              <a:pPr marL="171450" indent="-171450" eaLnBrk="0" fontAlgn="base" hangingPunct="0">
                <a:spcBef>
                  <a:spcPct val="0"/>
                </a:spcBef>
                <a:spcAft>
                  <a:spcPct val="0"/>
                </a:spcAft>
                <a:buClr>
                  <a:schemeClr val="accent1"/>
                </a:buClr>
                <a:buFont typeface="Arial" panose="020B0604020202020204" pitchFamily="34" charset="0"/>
                <a:buChar char="•"/>
              </a:pPr>
              <a:r>
                <a:rPr lang="en-US" sz="900" dirty="0">
                  <a:latin typeface="+mj-lt"/>
                  <a:ea typeface="Source Serif Pro" panose="02040603050405020204" pitchFamily="18" charset="0"/>
                </a:rPr>
                <a:t>Additives</a:t>
              </a:r>
            </a:p>
          </p:txBody>
        </p:sp>
      </p:grpSp>
      <p:grpSp>
        <p:nvGrpSpPr>
          <p:cNvPr id="57" name="Group 56">
            <a:extLst>
              <a:ext uri="{FF2B5EF4-FFF2-40B4-BE49-F238E27FC236}">
                <a16:creationId xmlns:a16="http://schemas.microsoft.com/office/drawing/2014/main" id="{A12B8F4C-8C87-C00F-CA16-69B8BEC23BE4}"/>
              </a:ext>
            </a:extLst>
          </p:cNvPr>
          <p:cNvGrpSpPr/>
          <p:nvPr/>
        </p:nvGrpSpPr>
        <p:grpSpPr>
          <a:xfrm>
            <a:off x="10311602" y="3233190"/>
            <a:ext cx="1780062" cy="979079"/>
            <a:chOff x="10000006" y="3401551"/>
            <a:chExt cx="1780062" cy="979079"/>
          </a:xfrm>
        </p:grpSpPr>
        <p:sp>
          <p:nvSpPr>
            <p:cNvPr id="2393" name="TextBox 2392">
              <a:extLst>
                <a:ext uri="{FF2B5EF4-FFF2-40B4-BE49-F238E27FC236}">
                  <a16:creationId xmlns:a16="http://schemas.microsoft.com/office/drawing/2014/main" id="{979D0977-2923-9B22-5299-237CA1ACDB0E}"/>
                </a:ext>
              </a:extLst>
            </p:cNvPr>
            <p:cNvSpPr txBox="1"/>
            <p:nvPr/>
          </p:nvSpPr>
          <p:spPr>
            <a:xfrm>
              <a:off x="10000006" y="3401551"/>
              <a:ext cx="1053708" cy="230832"/>
            </a:xfrm>
            <a:prstGeom prst="rect">
              <a:avLst/>
            </a:prstGeom>
            <a:noFill/>
          </p:spPr>
          <p:txBody>
            <a:bodyPr wrap="square">
              <a:spAutoFit/>
            </a:bodyPr>
            <a:lstStyle/>
            <a:p>
              <a:pPr eaLnBrk="0" fontAlgn="base" hangingPunct="0">
                <a:spcBef>
                  <a:spcPct val="0"/>
                </a:spcBef>
                <a:spcAft>
                  <a:spcPct val="0"/>
                </a:spcAft>
              </a:pPr>
              <a:r>
                <a:rPr lang="en-US" sz="900" b="1" dirty="0">
                  <a:solidFill>
                    <a:schemeClr val="accent2"/>
                  </a:solidFill>
                  <a:latin typeface="+mj-lt"/>
                  <a:ea typeface="Source Serif Pro" panose="02040603050405020204" pitchFamily="18" charset="0"/>
                </a:rPr>
                <a:t>Main Products</a:t>
              </a:r>
            </a:p>
          </p:txBody>
        </p:sp>
        <p:sp>
          <p:nvSpPr>
            <p:cNvPr id="15" name="TextBox 14">
              <a:extLst>
                <a:ext uri="{FF2B5EF4-FFF2-40B4-BE49-F238E27FC236}">
                  <a16:creationId xmlns:a16="http://schemas.microsoft.com/office/drawing/2014/main" id="{937FB999-0F61-654C-06A3-853F3E3927B7}"/>
                </a:ext>
              </a:extLst>
            </p:cNvPr>
            <p:cNvSpPr txBox="1"/>
            <p:nvPr/>
          </p:nvSpPr>
          <p:spPr>
            <a:xfrm>
              <a:off x="10000006" y="3653643"/>
              <a:ext cx="1780062" cy="230832"/>
            </a:xfrm>
            <a:prstGeom prst="rect">
              <a:avLst/>
            </a:prstGeom>
            <a:noFill/>
          </p:spPr>
          <p:txBody>
            <a:bodyPr wrap="square">
              <a:spAutoFit/>
            </a:bodyPr>
            <a:lstStyle/>
            <a:p>
              <a:pPr marL="171450" indent="-171450" eaLnBrk="0" fontAlgn="base" hangingPunct="0">
                <a:spcBef>
                  <a:spcPct val="0"/>
                </a:spcBef>
                <a:spcAft>
                  <a:spcPct val="0"/>
                </a:spcAft>
                <a:buClr>
                  <a:schemeClr val="accent1"/>
                </a:buClr>
                <a:buFont typeface="Arial" panose="020B0604020202020204" pitchFamily="34" charset="0"/>
                <a:buChar char="•"/>
              </a:pPr>
              <a:r>
                <a:rPr lang="en-US" sz="900" dirty="0">
                  <a:latin typeface="+mj-lt"/>
                  <a:ea typeface="Source Serif Pro" panose="02040603050405020204" pitchFamily="18" charset="0"/>
                </a:rPr>
                <a:t>Organic Pigments</a:t>
              </a:r>
            </a:p>
          </p:txBody>
        </p:sp>
        <p:sp>
          <p:nvSpPr>
            <p:cNvPr id="16" name="TextBox 15">
              <a:extLst>
                <a:ext uri="{FF2B5EF4-FFF2-40B4-BE49-F238E27FC236}">
                  <a16:creationId xmlns:a16="http://schemas.microsoft.com/office/drawing/2014/main" id="{1286FDF7-A739-8B0F-7C00-D599D6744FDF}"/>
                </a:ext>
              </a:extLst>
            </p:cNvPr>
            <p:cNvSpPr txBox="1"/>
            <p:nvPr/>
          </p:nvSpPr>
          <p:spPr>
            <a:xfrm>
              <a:off x="10000006" y="3901720"/>
              <a:ext cx="1780062" cy="230832"/>
            </a:xfrm>
            <a:prstGeom prst="rect">
              <a:avLst/>
            </a:prstGeom>
            <a:noFill/>
          </p:spPr>
          <p:txBody>
            <a:bodyPr wrap="square">
              <a:spAutoFit/>
            </a:bodyPr>
            <a:lstStyle/>
            <a:p>
              <a:pPr marL="171450" indent="-171450" eaLnBrk="0" fontAlgn="base" hangingPunct="0">
                <a:spcBef>
                  <a:spcPct val="0"/>
                </a:spcBef>
                <a:spcAft>
                  <a:spcPct val="0"/>
                </a:spcAft>
                <a:buClr>
                  <a:schemeClr val="accent1"/>
                </a:buClr>
                <a:buFont typeface="Arial" panose="020B0604020202020204" pitchFamily="34" charset="0"/>
                <a:buChar char="•"/>
              </a:pPr>
              <a:r>
                <a:rPr lang="en-US" sz="900" dirty="0">
                  <a:latin typeface="+mj-lt"/>
                  <a:ea typeface="Source Serif Pro" panose="02040603050405020204" pitchFamily="18" charset="0"/>
                </a:rPr>
                <a:t>Acrylic Resins</a:t>
              </a:r>
            </a:p>
          </p:txBody>
        </p:sp>
        <p:sp>
          <p:nvSpPr>
            <p:cNvPr id="17" name="TextBox 16">
              <a:extLst>
                <a:ext uri="{FF2B5EF4-FFF2-40B4-BE49-F238E27FC236}">
                  <a16:creationId xmlns:a16="http://schemas.microsoft.com/office/drawing/2014/main" id="{FDD853A6-23FC-0974-D9C1-CCAD5AE2F9CF}"/>
                </a:ext>
              </a:extLst>
            </p:cNvPr>
            <p:cNvSpPr txBox="1"/>
            <p:nvPr/>
          </p:nvSpPr>
          <p:spPr>
            <a:xfrm>
              <a:off x="10000006" y="4149798"/>
              <a:ext cx="1780062" cy="230832"/>
            </a:xfrm>
            <a:prstGeom prst="rect">
              <a:avLst/>
            </a:prstGeom>
            <a:noFill/>
          </p:spPr>
          <p:txBody>
            <a:bodyPr wrap="square">
              <a:spAutoFit/>
            </a:bodyPr>
            <a:lstStyle/>
            <a:p>
              <a:pPr marL="171450" indent="-171450" eaLnBrk="0" fontAlgn="base" hangingPunct="0">
                <a:spcBef>
                  <a:spcPct val="0"/>
                </a:spcBef>
                <a:spcAft>
                  <a:spcPct val="0"/>
                </a:spcAft>
                <a:buClr>
                  <a:schemeClr val="accent1"/>
                </a:buClr>
                <a:buFont typeface="Arial" panose="020B0604020202020204" pitchFamily="34" charset="0"/>
                <a:buChar char="•"/>
              </a:pPr>
              <a:r>
                <a:rPr lang="en-US" sz="900" dirty="0">
                  <a:latin typeface="+mj-lt"/>
                  <a:ea typeface="Source Serif Pro" panose="02040603050405020204" pitchFamily="18" charset="0"/>
                </a:rPr>
                <a:t>Pearlescent coatings</a:t>
              </a:r>
            </a:p>
          </p:txBody>
        </p:sp>
      </p:grpSp>
      <p:grpSp>
        <p:nvGrpSpPr>
          <p:cNvPr id="56" name="Group 55">
            <a:extLst>
              <a:ext uri="{FF2B5EF4-FFF2-40B4-BE49-F238E27FC236}">
                <a16:creationId xmlns:a16="http://schemas.microsoft.com/office/drawing/2014/main" id="{DA54AA5B-FBC7-8887-B3FD-9E942F098A89}"/>
              </a:ext>
            </a:extLst>
          </p:cNvPr>
          <p:cNvGrpSpPr/>
          <p:nvPr/>
        </p:nvGrpSpPr>
        <p:grpSpPr>
          <a:xfrm>
            <a:off x="10311602" y="4742567"/>
            <a:ext cx="1780062" cy="989853"/>
            <a:chOff x="10000006" y="4744384"/>
            <a:chExt cx="1780062" cy="989853"/>
          </a:xfrm>
        </p:grpSpPr>
        <p:sp>
          <p:nvSpPr>
            <p:cNvPr id="2396" name="TextBox 2395">
              <a:extLst>
                <a:ext uri="{FF2B5EF4-FFF2-40B4-BE49-F238E27FC236}">
                  <a16:creationId xmlns:a16="http://schemas.microsoft.com/office/drawing/2014/main" id="{43876B04-F53F-AC59-D434-033CF944AB7B}"/>
                </a:ext>
              </a:extLst>
            </p:cNvPr>
            <p:cNvSpPr txBox="1"/>
            <p:nvPr/>
          </p:nvSpPr>
          <p:spPr>
            <a:xfrm>
              <a:off x="10000006" y="4744384"/>
              <a:ext cx="1119982" cy="230832"/>
            </a:xfrm>
            <a:prstGeom prst="rect">
              <a:avLst/>
            </a:prstGeom>
            <a:noFill/>
          </p:spPr>
          <p:txBody>
            <a:bodyPr wrap="square">
              <a:spAutoFit/>
            </a:bodyPr>
            <a:lstStyle>
              <a:defPPr>
                <a:defRPr lang="pt-BR"/>
              </a:defPPr>
              <a:lvl1pPr eaLnBrk="0" fontAlgn="base" hangingPunct="0">
                <a:spcBef>
                  <a:spcPct val="0"/>
                </a:spcBef>
                <a:spcAft>
                  <a:spcPct val="0"/>
                </a:spcAft>
                <a:defRPr sz="900" b="1">
                  <a:latin typeface="+mj-lt"/>
                  <a:ea typeface="Source Serif Pro" panose="02040603050405020204" pitchFamily="18" charset="0"/>
                </a:defRPr>
              </a:lvl1pPr>
            </a:lstStyle>
            <a:p>
              <a:r>
                <a:rPr lang="en-US" dirty="0">
                  <a:solidFill>
                    <a:schemeClr val="accent2"/>
                  </a:solidFill>
                </a:rPr>
                <a:t>Main Products</a:t>
              </a:r>
            </a:p>
          </p:txBody>
        </p:sp>
        <p:sp>
          <p:nvSpPr>
            <p:cNvPr id="18" name="TextBox 17">
              <a:extLst>
                <a:ext uri="{FF2B5EF4-FFF2-40B4-BE49-F238E27FC236}">
                  <a16:creationId xmlns:a16="http://schemas.microsoft.com/office/drawing/2014/main" id="{1C09B753-9C36-5C8A-DB7C-9CE15399E2EC}"/>
                </a:ext>
              </a:extLst>
            </p:cNvPr>
            <p:cNvSpPr txBox="1"/>
            <p:nvPr/>
          </p:nvSpPr>
          <p:spPr>
            <a:xfrm>
              <a:off x="10000006" y="5007250"/>
              <a:ext cx="1780062" cy="230832"/>
            </a:xfrm>
            <a:prstGeom prst="rect">
              <a:avLst/>
            </a:prstGeom>
            <a:noFill/>
          </p:spPr>
          <p:txBody>
            <a:bodyPr wrap="square">
              <a:spAutoFit/>
            </a:bodyPr>
            <a:lstStyle/>
            <a:p>
              <a:pPr marL="171450" indent="-171450" eaLnBrk="0" fontAlgn="base" hangingPunct="0">
                <a:spcBef>
                  <a:spcPct val="0"/>
                </a:spcBef>
                <a:spcAft>
                  <a:spcPct val="0"/>
                </a:spcAft>
                <a:buClr>
                  <a:schemeClr val="accent1"/>
                </a:buClr>
                <a:buFont typeface="Arial" panose="020B0604020202020204" pitchFamily="34" charset="0"/>
                <a:buChar char="•"/>
              </a:pPr>
              <a:r>
                <a:rPr lang="en-US" sz="900" dirty="0">
                  <a:latin typeface="+mj-lt"/>
                  <a:ea typeface="Source Serif Pro" panose="02040603050405020204" pitchFamily="18" charset="0"/>
                </a:rPr>
                <a:t>Frying Oil Additives</a:t>
              </a:r>
            </a:p>
          </p:txBody>
        </p:sp>
        <p:sp>
          <p:nvSpPr>
            <p:cNvPr id="19" name="TextBox 18">
              <a:extLst>
                <a:ext uri="{FF2B5EF4-FFF2-40B4-BE49-F238E27FC236}">
                  <a16:creationId xmlns:a16="http://schemas.microsoft.com/office/drawing/2014/main" id="{05571531-028E-FD34-1C86-470434352743}"/>
                </a:ext>
              </a:extLst>
            </p:cNvPr>
            <p:cNvSpPr txBox="1"/>
            <p:nvPr/>
          </p:nvSpPr>
          <p:spPr>
            <a:xfrm>
              <a:off x="10000006" y="5255327"/>
              <a:ext cx="1780062" cy="230832"/>
            </a:xfrm>
            <a:prstGeom prst="rect">
              <a:avLst/>
            </a:prstGeom>
            <a:noFill/>
          </p:spPr>
          <p:txBody>
            <a:bodyPr wrap="square">
              <a:spAutoFit/>
            </a:bodyPr>
            <a:lstStyle/>
            <a:p>
              <a:pPr marL="171450" indent="-171450" eaLnBrk="0" fontAlgn="base" hangingPunct="0">
                <a:spcBef>
                  <a:spcPct val="0"/>
                </a:spcBef>
                <a:spcAft>
                  <a:spcPct val="0"/>
                </a:spcAft>
                <a:buClr>
                  <a:schemeClr val="accent1"/>
                </a:buClr>
                <a:buFont typeface="Arial" panose="020B0604020202020204" pitchFamily="34" charset="0"/>
                <a:buChar char="•"/>
              </a:pPr>
              <a:r>
                <a:rPr lang="en-US" sz="900" dirty="0">
                  <a:latin typeface="+mj-lt"/>
                  <a:ea typeface="Source Serif Pro" panose="02040603050405020204" pitchFamily="18" charset="0"/>
                </a:rPr>
                <a:t>Staron Surfaces</a:t>
              </a:r>
            </a:p>
          </p:txBody>
        </p:sp>
        <p:sp>
          <p:nvSpPr>
            <p:cNvPr id="20" name="TextBox 19">
              <a:extLst>
                <a:ext uri="{FF2B5EF4-FFF2-40B4-BE49-F238E27FC236}">
                  <a16:creationId xmlns:a16="http://schemas.microsoft.com/office/drawing/2014/main" id="{FAD30AE9-2A8F-721E-BAC2-7B723F185773}"/>
                </a:ext>
              </a:extLst>
            </p:cNvPr>
            <p:cNvSpPr txBox="1"/>
            <p:nvPr/>
          </p:nvSpPr>
          <p:spPr>
            <a:xfrm>
              <a:off x="10000006" y="5503405"/>
              <a:ext cx="1780062" cy="230832"/>
            </a:xfrm>
            <a:prstGeom prst="rect">
              <a:avLst/>
            </a:prstGeom>
            <a:noFill/>
          </p:spPr>
          <p:txBody>
            <a:bodyPr wrap="square">
              <a:spAutoFit/>
            </a:bodyPr>
            <a:lstStyle/>
            <a:p>
              <a:pPr marL="171450" indent="-171450" eaLnBrk="0" fontAlgn="base" hangingPunct="0">
                <a:spcBef>
                  <a:spcPct val="0"/>
                </a:spcBef>
                <a:spcAft>
                  <a:spcPct val="0"/>
                </a:spcAft>
                <a:buClr>
                  <a:schemeClr val="accent1"/>
                </a:buClr>
                <a:buFont typeface="Arial" panose="020B0604020202020204" pitchFamily="34" charset="0"/>
                <a:buChar char="•"/>
              </a:pPr>
              <a:r>
                <a:rPr lang="en-US" sz="900" dirty="0">
                  <a:latin typeface="+mj-lt"/>
                  <a:ea typeface="Source Serif Pro" panose="02040603050405020204" pitchFamily="18" charset="0"/>
                </a:rPr>
                <a:t>Sintered stone slabs</a:t>
              </a:r>
            </a:p>
          </p:txBody>
        </p:sp>
      </p:grpSp>
      <p:grpSp>
        <p:nvGrpSpPr>
          <p:cNvPr id="2240" name="Group 2239">
            <a:extLst>
              <a:ext uri="{FF2B5EF4-FFF2-40B4-BE49-F238E27FC236}">
                <a16:creationId xmlns:a16="http://schemas.microsoft.com/office/drawing/2014/main" id="{7E85BE4C-DF89-1CCD-B60A-60C9EBF55608}"/>
              </a:ext>
            </a:extLst>
          </p:cNvPr>
          <p:cNvGrpSpPr/>
          <p:nvPr/>
        </p:nvGrpSpPr>
        <p:grpSpPr>
          <a:xfrm>
            <a:off x="5323390" y="1801125"/>
            <a:ext cx="2093419" cy="3772422"/>
            <a:chOff x="5310341" y="1812485"/>
            <a:chExt cx="2093419" cy="3772422"/>
          </a:xfrm>
        </p:grpSpPr>
        <p:sp>
          <p:nvSpPr>
            <p:cNvPr id="2221" name="TextBox 2220">
              <a:extLst>
                <a:ext uri="{FF2B5EF4-FFF2-40B4-BE49-F238E27FC236}">
                  <a16:creationId xmlns:a16="http://schemas.microsoft.com/office/drawing/2014/main" id="{48F37370-3065-2BB1-A2CD-A1C9E65F45FD}"/>
                </a:ext>
              </a:extLst>
            </p:cNvPr>
            <p:cNvSpPr txBox="1"/>
            <p:nvPr/>
          </p:nvSpPr>
          <p:spPr>
            <a:xfrm>
              <a:off x="5310341" y="2118335"/>
              <a:ext cx="2093419" cy="507831"/>
            </a:xfrm>
            <a:prstGeom prst="rect">
              <a:avLst/>
            </a:prstGeom>
            <a:noFill/>
          </p:spPr>
          <p:txBody>
            <a:bodyPr wrap="square">
              <a:spAutoFit/>
            </a:bodyPr>
            <a:lstStyle/>
            <a:p>
              <a:pPr eaLnBrk="0" fontAlgn="base" hangingPunct="0">
                <a:spcBef>
                  <a:spcPct val="0"/>
                </a:spcBef>
                <a:spcAft>
                  <a:spcPct val="0"/>
                </a:spcAft>
              </a:pPr>
              <a:r>
                <a:rPr lang="en-US" sz="900" dirty="0">
                  <a:latin typeface="+mj-lt"/>
                  <a:ea typeface="Source Serif Pro" panose="02040603050405020204" pitchFamily="18" charset="0"/>
                </a:rPr>
                <a:t>The company’s largest segment, with the company serving as a one stop shop for the industry</a:t>
              </a:r>
              <a:endParaRPr lang="en-US" sz="900" b="1" dirty="0">
                <a:latin typeface="+mj-lt"/>
                <a:ea typeface="Source Serif Pro" panose="02040603050405020204" pitchFamily="18" charset="0"/>
              </a:endParaRPr>
            </a:p>
          </p:txBody>
        </p:sp>
        <p:sp>
          <p:nvSpPr>
            <p:cNvPr id="2361" name="TextBox 2360">
              <a:extLst>
                <a:ext uri="{FF2B5EF4-FFF2-40B4-BE49-F238E27FC236}">
                  <a16:creationId xmlns:a16="http://schemas.microsoft.com/office/drawing/2014/main" id="{631981EC-4299-C497-5313-BF1D8DD6F4ED}"/>
                </a:ext>
              </a:extLst>
            </p:cNvPr>
            <p:cNvSpPr txBox="1"/>
            <p:nvPr/>
          </p:nvSpPr>
          <p:spPr>
            <a:xfrm>
              <a:off x="5310341" y="1812485"/>
              <a:ext cx="1544888" cy="338554"/>
            </a:xfrm>
            <a:prstGeom prst="rect">
              <a:avLst/>
            </a:prstGeom>
            <a:noFill/>
          </p:spPr>
          <p:txBody>
            <a:bodyPr wrap="square" rtlCol="0">
              <a:spAutoFit/>
            </a:bodyPr>
            <a:lstStyle/>
            <a:p>
              <a:pPr eaLnBrk="0" fontAlgn="base" hangingPunct="0">
                <a:spcBef>
                  <a:spcPct val="0"/>
                </a:spcBef>
                <a:spcAft>
                  <a:spcPct val="0"/>
                </a:spcAft>
              </a:pPr>
              <a:r>
                <a:rPr lang="en-US" sz="1600" b="1"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Plastics</a:t>
              </a:r>
              <a:endParaRPr lang="en-US" sz="160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endParaRPr>
            </a:p>
          </p:txBody>
        </p:sp>
        <p:grpSp>
          <p:nvGrpSpPr>
            <p:cNvPr id="61" name="Group 60">
              <a:extLst>
                <a:ext uri="{FF2B5EF4-FFF2-40B4-BE49-F238E27FC236}">
                  <a16:creationId xmlns:a16="http://schemas.microsoft.com/office/drawing/2014/main" id="{9EA55AD6-FE95-F2C2-952D-3965E672A8A0}"/>
                </a:ext>
              </a:extLst>
            </p:cNvPr>
            <p:cNvGrpSpPr/>
            <p:nvPr/>
          </p:nvGrpSpPr>
          <p:grpSpPr>
            <a:xfrm>
              <a:off x="5373243" y="4912800"/>
              <a:ext cx="1817446" cy="672107"/>
              <a:chOff x="4954051" y="4892134"/>
              <a:chExt cx="1817446" cy="672107"/>
            </a:xfrm>
          </p:grpSpPr>
          <p:sp>
            <p:nvSpPr>
              <p:cNvPr id="2371" name="TextBox 2370">
                <a:extLst>
                  <a:ext uri="{FF2B5EF4-FFF2-40B4-BE49-F238E27FC236}">
                    <a16:creationId xmlns:a16="http://schemas.microsoft.com/office/drawing/2014/main" id="{470EF2D0-8313-F69F-273C-0E369CA660D0}"/>
                  </a:ext>
                </a:extLst>
              </p:cNvPr>
              <p:cNvSpPr txBox="1"/>
              <p:nvPr/>
            </p:nvSpPr>
            <p:spPr>
              <a:xfrm>
                <a:off x="4954052" y="4892134"/>
                <a:ext cx="1119602" cy="338554"/>
              </a:xfrm>
              <a:prstGeom prst="rect">
                <a:avLst/>
              </a:prstGeom>
              <a:noFill/>
            </p:spPr>
            <p:txBody>
              <a:bodyPr wrap="square" rtlCol="0">
                <a:spAutoFit/>
              </a:bodyPr>
              <a:lstStyle/>
              <a:p>
                <a:pPr eaLnBrk="0" fontAlgn="base" hangingPunct="0">
                  <a:spcBef>
                    <a:spcPct val="0"/>
                  </a:spcBef>
                  <a:spcAft>
                    <a:spcPct val="0"/>
                  </a:spcAft>
                </a:pPr>
                <a:r>
                  <a:rPr lang="en-US" sz="1600" b="1"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Others</a:t>
                </a:r>
                <a:endParaRPr lang="en-US" sz="160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endParaRPr>
              </a:p>
            </p:txBody>
          </p:sp>
          <p:sp>
            <p:nvSpPr>
              <p:cNvPr id="2449" name="TextBox 2448">
                <a:extLst>
                  <a:ext uri="{FF2B5EF4-FFF2-40B4-BE49-F238E27FC236}">
                    <a16:creationId xmlns:a16="http://schemas.microsoft.com/office/drawing/2014/main" id="{A7520093-2605-8BB4-6096-94A217AD416E}"/>
                  </a:ext>
                </a:extLst>
              </p:cNvPr>
              <p:cNvSpPr txBox="1"/>
              <p:nvPr/>
            </p:nvSpPr>
            <p:spPr>
              <a:xfrm>
                <a:off x="4954051" y="5194909"/>
                <a:ext cx="1817446" cy="369332"/>
              </a:xfrm>
              <a:prstGeom prst="rect">
                <a:avLst/>
              </a:prstGeom>
              <a:noFill/>
            </p:spPr>
            <p:txBody>
              <a:bodyPr wrap="square">
                <a:spAutoFit/>
              </a:bodyPr>
              <a:lstStyle/>
              <a:p>
                <a:pPr eaLnBrk="0" fontAlgn="base" hangingPunct="0">
                  <a:spcBef>
                    <a:spcPct val="0"/>
                  </a:spcBef>
                  <a:spcAft>
                    <a:spcPct val="0"/>
                  </a:spcAft>
                </a:pPr>
                <a:r>
                  <a:rPr lang="en-US" sz="900" dirty="0">
                    <a:latin typeface="+mj-lt"/>
                    <a:ea typeface="Source Serif Pro" panose="02040603050405020204" pitchFamily="18" charset="0"/>
                  </a:rPr>
                  <a:t>Specialty food additives and architectural solutions</a:t>
                </a:r>
              </a:p>
            </p:txBody>
          </p:sp>
        </p:grpSp>
        <p:grpSp>
          <p:nvGrpSpPr>
            <p:cNvPr id="60" name="Group 59">
              <a:extLst>
                <a:ext uri="{FF2B5EF4-FFF2-40B4-BE49-F238E27FC236}">
                  <a16:creationId xmlns:a16="http://schemas.microsoft.com/office/drawing/2014/main" id="{E196AD80-9284-58BF-2444-1BA9F0D995A4}"/>
                </a:ext>
              </a:extLst>
            </p:cNvPr>
            <p:cNvGrpSpPr/>
            <p:nvPr/>
          </p:nvGrpSpPr>
          <p:grpSpPr>
            <a:xfrm>
              <a:off x="5349835" y="3327614"/>
              <a:ext cx="2053925" cy="812951"/>
              <a:chOff x="4954052" y="3281909"/>
              <a:chExt cx="2053925" cy="812951"/>
            </a:xfrm>
          </p:grpSpPr>
          <p:sp>
            <p:nvSpPr>
              <p:cNvPr id="2366" name="TextBox 2365">
                <a:extLst>
                  <a:ext uri="{FF2B5EF4-FFF2-40B4-BE49-F238E27FC236}">
                    <a16:creationId xmlns:a16="http://schemas.microsoft.com/office/drawing/2014/main" id="{FC9BA2A4-A43B-9ADC-13EA-45981C622E36}"/>
                  </a:ext>
                </a:extLst>
              </p:cNvPr>
              <p:cNvSpPr txBox="1"/>
              <p:nvPr/>
            </p:nvSpPr>
            <p:spPr>
              <a:xfrm>
                <a:off x="4954052" y="3281909"/>
                <a:ext cx="1544888" cy="338554"/>
              </a:xfrm>
              <a:prstGeom prst="rect">
                <a:avLst/>
              </a:prstGeom>
              <a:noFill/>
            </p:spPr>
            <p:txBody>
              <a:bodyPr wrap="square" rtlCol="0">
                <a:spAutoFit/>
              </a:bodyPr>
              <a:lstStyle/>
              <a:p>
                <a:pPr eaLnBrk="0" fontAlgn="base" hangingPunct="0">
                  <a:spcBef>
                    <a:spcPct val="0"/>
                  </a:spcBef>
                  <a:spcAft>
                    <a:spcPct val="0"/>
                  </a:spcAft>
                </a:pPr>
                <a:r>
                  <a:rPr lang="en-US" sz="1600" b="1"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Coatings</a:t>
                </a:r>
                <a:endParaRPr lang="en-US" sz="160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endParaRPr>
              </a:p>
            </p:txBody>
          </p:sp>
          <p:sp>
            <p:nvSpPr>
              <p:cNvPr id="2219" name="TextBox 2218">
                <a:extLst>
                  <a:ext uri="{FF2B5EF4-FFF2-40B4-BE49-F238E27FC236}">
                    <a16:creationId xmlns:a16="http://schemas.microsoft.com/office/drawing/2014/main" id="{72019632-0C89-CD7E-BE3A-BE1D63DD5606}"/>
                  </a:ext>
                </a:extLst>
              </p:cNvPr>
              <p:cNvSpPr txBox="1"/>
              <p:nvPr/>
            </p:nvSpPr>
            <p:spPr>
              <a:xfrm>
                <a:off x="4954052" y="3587029"/>
                <a:ext cx="2053925" cy="507831"/>
              </a:xfrm>
              <a:prstGeom prst="rect">
                <a:avLst/>
              </a:prstGeom>
              <a:noFill/>
            </p:spPr>
            <p:txBody>
              <a:bodyPr wrap="square">
                <a:spAutoFit/>
              </a:bodyPr>
              <a:lstStyle/>
              <a:p>
                <a:pPr eaLnBrk="0" fontAlgn="base" hangingPunct="0">
                  <a:spcBef>
                    <a:spcPct val="0"/>
                  </a:spcBef>
                  <a:spcAft>
                    <a:spcPct val="0"/>
                  </a:spcAft>
                </a:pPr>
                <a:r>
                  <a:rPr lang="en-US" sz="900" dirty="0">
                    <a:latin typeface="+mj-lt"/>
                    <a:ea typeface="Source Serif Pro" panose="02040603050405020204" pitchFamily="18" charset="0"/>
                  </a:rPr>
                  <a:t>Wide portfolio of chemicals for the largest coatings and paint manufacturers in the region</a:t>
                </a:r>
                <a:endParaRPr lang="en-US" sz="900" b="1" dirty="0">
                  <a:latin typeface="+mj-lt"/>
                  <a:ea typeface="Source Serif Pro" panose="02040603050405020204" pitchFamily="18" charset="0"/>
                </a:endParaRPr>
              </a:p>
            </p:txBody>
          </p:sp>
        </p:grpSp>
      </p:grpSp>
      <p:cxnSp>
        <p:nvCxnSpPr>
          <p:cNvPr id="21" name="Conector recto 23">
            <a:extLst>
              <a:ext uri="{FF2B5EF4-FFF2-40B4-BE49-F238E27FC236}">
                <a16:creationId xmlns:a16="http://schemas.microsoft.com/office/drawing/2014/main" id="{6089A525-7869-786E-C001-8B1A76CACCF4}"/>
              </a:ext>
            </a:extLst>
          </p:cNvPr>
          <p:cNvCxnSpPr>
            <a:cxnSpLocks/>
          </p:cNvCxnSpPr>
          <p:nvPr/>
        </p:nvCxnSpPr>
        <p:spPr>
          <a:xfrm>
            <a:off x="4067031" y="4480109"/>
            <a:ext cx="7767782" cy="0"/>
          </a:xfrm>
          <a:prstGeom prst="line">
            <a:avLst/>
          </a:prstGeom>
          <a:ln>
            <a:solidFill>
              <a:srgbClr val="EEE7E7"/>
            </a:solidFill>
          </a:ln>
        </p:spPr>
        <p:style>
          <a:lnRef idx="1">
            <a:schemeClr val="accent1"/>
          </a:lnRef>
          <a:fillRef idx="0">
            <a:schemeClr val="accent1"/>
          </a:fillRef>
          <a:effectRef idx="0">
            <a:schemeClr val="accent1"/>
          </a:effectRef>
          <a:fontRef idx="minor">
            <a:schemeClr val="tx1"/>
          </a:fontRef>
        </p:style>
      </p:cxnSp>
      <p:cxnSp>
        <p:nvCxnSpPr>
          <p:cNvPr id="31" name="Conector recto 23">
            <a:extLst>
              <a:ext uri="{FF2B5EF4-FFF2-40B4-BE49-F238E27FC236}">
                <a16:creationId xmlns:a16="http://schemas.microsoft.com/office/drawing/2014/main" id="{27D743E5-4F91-709D-6FAD-369B457B4486}"/>
              </a:ext>
            </a:extLst>
          </p:cNvPr>
          <p:cNvCxnSpPr>
            <a:cxnSpLocks/>
          </p:cNvCxnSpPr>
          <p:nvPr/>
        </p:nvCxnSpPr>
        <p:spPr>
          <a:xfrm>
            <a:off x="4067031" y="2965346"/>
            <a:ext cx="7767782" cy="0"/>
          </a:xfrm>
          <a:prstGeom prst="line">
            <a:avLst/>
          </a:prstGeom>
          <a:ln>
            <a:solidFill>
              <a:srgbClr val="EEE7E7"/>
            </a:solidFill>
          </a:ln>
        </p:spPr>
        <p:style>
          <a:lnRef idx="1">
            <a:schemeClr val="accent1"/>
          </a:lnRef>
          <a:fillRef idx="0">
            <a:schemeClr val="accent1"/>
          </a:fillRef>
          <a:effectRef idx="0">
            <a:schemeClr val="accent1"/>
          </a:effectRef>
          <a:fontRef idx="minor">
            <a:schemeClr val="tx1"/>
          </a:fontRef>
        </p:style>
      </p:cxnSp>
      <p:sp>
        <p:nvSpPr>
          <p:cNvPr id="32" name="Rectángulo: esquinas redondeadas 30">
            <a:extLst>
              <a:ext uri="{FF2B5EF4-FFF2-40B4-BE49-F238E27FC236}">
                <a16:creationId xmlns:a16="http://schemas.microsoft.com/office/drawing/2014/main" id="{A5BFFADF-7B1A-4117-5850-40082CFE5B27}"/>
              </a:ext>
            </a:extLst>
          </p:cNvPr>
          <p:cNvSpPr/>
          <p:nvPr/>
        </p:nvSpPr>
        <p:spPr>
          <a:xfrm>
            <a:off x="7595143" y="3176184"/>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33" name="TextBox 32">
            <a:extLst>
              <a:ext uri="{FF2B5EF4-FFF2-40B4-BE49-F238E27FC236}">
                <a16:creationId xmlns:a16="http://schemas.microsoft.com/office/drawing/2014/main" id="{AD63659B-913D-B545-7684-4BE000A166A0}"/>
              </a:ext>
            </a:extLst>
          </p:cNvPr>
          <p:cNvSpPr txBox="1"/>
          <p:nvPr/>
        </p:nvSpPr>
        <p:spPr>
          <a:xfrm>
            <a:off x="7638960" y="3476509"/>
            <a:ext cx="1035113" cy="492443"/>
          </a:xfrm>
          <a:prstGeom prst="rect">
            <a:avLst/>
          </a:prstGeom>
          <a:noFill/>
        </p:spPr>
        <p:txBody>
          <a:bodyPr wrap="square" lIns="0" tIns="0" rIns="0" bIns="0" rtlCol="0" anchor="ctr">
            <a:spAutoFit/>
          </a:bodyPr>
          <a:lstStyle/>
          <a:p>
            <a:pPr algn="ctr"/>
            <a:r>
              <a:rPr lang="pt-BR" b="1" dirty="0">
                <a:solidFill>
                  <a:schemeClr val="tx2"/>
                </a:solidFill>
                <a:latin typeface="+mj-lt"/>
                <a:ea typeface="Source Serif Pro Black" panose="02040903050405020204" pitchFamily="18" charset="0"/>
              </a:rPr>
              <a:t>15</a:t>
            </a:r>
            <a:r>
              <a:rPr lang="pt-BR" sz="1200" b="1" dirty="0">
                <a:solidFill>
                  <a:schemeClr val="tx2"/>
                </a:solidFill>
                <a:latin typeface="+mj-lt"/>
                <a:ea typeface="Source Serif Pro Black" panose="02040903050405020204" pitchFamily="18" charset="0"/>
              </a:rPr>
              <a:t>% </a:t>
            </a:r>
            <a:endParaRPr lang="en-US" sz="12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 of Total Gross      Profit in 2024</a:t>
            </a:r>
          </a:p>
        </p:txBody>
      </p:sp>
      <p:sp>
        <p:nvSpPr>
          <p:cNvPr id="41" name="Rectángulo: esquinas redondeadas 30">
            <a:extLst>
              <a:ext uri="{FF2B5EF4-FFF2-40B4-BE49-F238E27FC236}">
                <a16:creationId xmlns:a16="http://schemas.microsoft.com/office/drawing/2014/main" id="{F873C175-293A-AEB0-6A9F-744F2F688FA9}"/>
              </a:ext>
            </a:extLst>
          </p:cNvPr>
          <p:cNvSpPr/>
          <p:nvPr/>
        </p:nvSpPr>
        <p:spPr>
          <a:xfrm>
            <a:off x="7595143"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42" name="TextBox 41">
            <a:extLst>
              <a:ext uri="{FF2B5EF4-FFF2-40B4-BE49-F238E27FC236}">
                <a16:creationId xmlns:a16="http://schemas.microsoft.com/office/drawing/2014/main" id="{D118E935-9A3C-D3A2-5281-AE09E284BD35}"/>
              </a:ext>
            </a:extLst>
          </p:cNvPr>
          <p:cNvSpPr txBox="1"/>
          <p:nvPr/>
        </p:nvSpPr>
        <p:spPr>
          <a:xfrm>
            <a:off x="7638960" y="1961745"/>
            <a:ext cx="1035113" cy="492443"/>
          </a:xfrm>
          <a:prstGeom prst="rect">
            <a:avLst/>
          </a:prstGeom>
          <a:noFill/>
        </p:spPr>
        <p:txBody>
          <a:bodyPr wrap="square" lIns="0" tIns="0" rIns="0" bIns="0" rtlCol="0" anchor="ctr">
            <a:spAutoFit/>
          </a:bodyPr>
          <a:lstStyle/>
          <a:p>
            <a:pPr algn="ctr"/>
            <a:r>
              <a:rPr lang="pt-BR" b="1" dirty="0">
                <a:solidFill>
                  <a:schemeClr val="tx2"/>
                </a:solidFill>
                <a:latin typeface="+mj-lt"/>
                <a:ea typeface="Source Serif Pro Black" panose="02040903050405020204" pitchFamily="18" charset="0"/>
              </a:rPr>
              <a:t>79</a:t>
            </a:r>
            <a:r>
              <a:rPr lang="pt-BR" sz="1200" b="1" dirty="0">
                <a:solidFill>
                  <a:schemeClr val="tx2"/>
                </a:solidFill>
                <a:latin typeface="+mj-lt"/>
                <a:ea typeface="Source Serif Pro Black" panose="02040903050405020204" pitchFamily="18" charset="0"/>
              </a:rPr>
              <a:t>% </a:t>
            </a:r>
            <a:endParaRPr lang="en-US" sz="12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 of Total Gross      Profit in 2024</a:t>
            </a:r>
          </a:p>
        </p:txBody>
      </p:sp>
      <p:sp>
        <p:nvSpPr>
          <p:cNvPr id="47" name="Rectángulo: esquinas redondeadas 30">
            <a:extLst>
              <a:ext uri="{FF2B5EF4-FFF2-40B4-BE49-F238E27FC236}">
                <a16:creationId xmlns:a16="http://schemas.microsoft.com/office/drawing/2014/main" id="{35EBBC39-C112-BA41-7B90-2F1B102B8A79}"/>
              </a:ext>
            </a:extLst>
          </p:cNvPr>
          <p:cNvSpPr/>
          <p:nvPr/>
        </p:nvSpPr>
        <p:spPr>
          <a:xfrm>
            <a:off x="7595143" y="4690948"/>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48" name="TextBox 47">
            <a:extLst>
              <a:ext uri="{FF2B5EF4-FFF2-40B4-BE49-F238E27FC236}">
                <a16:creationId xmlns:a16="http://schemas.microsoft.com/office/drawing/2014/main" id="{35C90732-3AF6-2124-710B-87D1145C3684}"/>
              </a:ext>
            </a:extLst>
          </p:cNvPr>
          <p:cNvSpPr txBox="1"/>
          <p:nvPr/>
        </p:nvSpPr>
        <p:spPr>
          <a:xfrm>
            <a:off x="7638960" y="4991273"/>
            <a:ext cx="1035113" cy="492443"/>
          </a:xfrm>
          <a:prstGeom prst="rect">
            <a:avLst/>
          </a:prstGeom>
          <a:noFill/>
        </p:spPr>
        <p:txBody>
          <a:bodyPr wrap="square" lIns="0" tIns="0" rIns="0" bIns="0" rtlCol="0" anchor="ctr">
            <a:spAutoFit/>
          </a:bodyPr>
          <a:lstStyle/>
          <a:p>
            <a:pPr algn="ctr"/>
            <a:r>
              <a:rPr lang="pt-BR" b="1" dirty="0">
                <a:solidFill>
                  <a:schemeClr val="tx2"/>
                </a:solidFill>
                <a:latin typeface="+mj-lt"/>
                <a:ea typeface="Source Serif Pro Black" panose="02040903050405020204" pitchFamily="18" charset="0"/>
              </a:rPr>
              <a:t>6</a:t>
            </a:r>
            <a:r>
              <a:rPr lang="pt-BR" sz="1200" b="1" dirty="0">
                <a:solidFill>
                  <a:schemeClr val="tx2"/>
                </a:solidFill>
                <a:latin typeface="+mj-lt"/>
                <a:ea typeface="Source Serif Pro Black" panose="02040903050405020204" pitchFamily="18" charset="0"/>
              </a:rPr>
              <a:t>% </a:t>
            </a:r>
            <a:endParaRPr lang="en-US" sz="12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 of Total Gross      Profit in 2024</a:t>
            </a:r>
          </a:p>
        </p:txBody>
      </p:sp>
      <p:sp>
        <p:nvSpPr>
          <p:cNvPr id="34" name="Rectángulo: esquinas redondeadas 30">
            <a:extLst>
              <a:ext uri="{FF2B5EF4-FFF2-40B4-BE49-F238E27FC236}">
                <a16:creationId xmlns:a16="http://schemas.microsoft.com/office/drawing/2014/main" id="{EE7287D4-ED09-09F2-8011-12BE10FAA41E}"/>
              </a:ext>
            </a:extLst>
          </p:cNvPr>
          <p:cNvSpPr/>
          <p:nvPr/>
        </p:nvSpPr>
        <p:spPr>
          <a:xfrm>
            <a:off x="8934322" y="3176184"/>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35" name="TextBox 34">
            <a:extLst>
              <a:ext uri="{FF2B5EF4-FFF2-40B4-BE49-F238E27FC236}">
                <a16:creationId xmlns:a16="http://schemas.microsoft.com/office/drawing/2014/main" id="{B8CFE6FF-1B03-5E71-11E7-E35B4047E59F}"/>
              </a:ext>
            </a:extLst>
          </p:cNvPr>
          <p:cNvSpPr txBox="1"/>
          <p:nvPr/>
        </p:nvSpPr>
        <p:spPr>
          <a:xfrm>
            <a:off x="8945253" y="3476508"/>
            <a:ext cx="1100885" cy="492443"/>
          </a:xfrm>
          <a:prstGeom prst="rect">
            <a:avLst/>
          </a:prstGeom>
          <a:noFill/>
        </p:spPr>
        <p:txBody>
          <a:bodyPr wrap="square" lIns="0" tIns="0" rIns="0" bIns="0" rtlCol="0" anchor="ctr">
            <a:spAutoFit/>
          </a:bodyPr>
          <a:lstStyle/>
          <a:p>
            <a:pPr algn="ctr"/>
            <a:r>
              <a:rPr lang="pt-BR" sz="1600" b="1" baseline="15000" dirty="0">
                <a:solidFill>
                  <a:schemeClr val="tx2"/>
                </a:solidFill>
                <a:latin typeface="+mj-lt"/>
                <a:ea typeface="Source Serif Pro Black" panose="02040903050405020204" pitchFamily="18" charset="0"/>
              </a:rPr>
              <a:t>+</a:t>
            </a:r>
            <a:r>
              <a:rPr lang="pt-BR" b="1" dirty="0">
                <a:solidFill>
                  <a:schemeClr val="tx2"/>
                </a:solidFill>
                <a:latin typeface="+mj-lt"/>
                <a:ea typeface="Source Serif Pro Black" panose="02040903050405020204" pitchFamily="18" charset="0"/>
              </a:rPr>
              <a:t>314</a:t>
            </a:r>
            <a:endParaRPr lang="en-US" sz="12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SKUs Sold </a:t>
            </a:r>
          </a:p>
          <a:p>
            <a:pPr algn="ctr"/>
            <a:r>
              <a:rPr lang="en-US" sz="700" dirty="0">
                <a:solidFill>
                  <a:schemeClr val="tx2"/>
                </a:solidFill>
                <a:latin typeface="+mj-lt"/>
                <a:ea typeface="Source Serif Pro" panose="02040603050405020204" pitchFamily="18" charset="0"/>
              </a:rPr>
              <a:t>in 24</a:t>
            </a:r>
          </a:p>
        </p:txBody>
      </p:sp>
      <p:sp>
        <p:nvSpPr>
          <p:cNvPr id="44" name="Rectángulo: esquinas redondeadas 30">
            <a:extLst>
              <a:ext uri="{FF2B5EF4-FFF2-40B4-BE49-F238E27FC236}">
                <a16:creationId xmlns:a16="http://schemas.microsoft.com/office/drawing/2014/main" id="{FCD760E0-D82F-7F4C-1FC3-EDA4140E19BB}"/>
              </a:ext>
            </a:extLst>
          </p:cNvPr>
          <p:cNvSpPr/>
          <p:nvPr/>
        </p:nvSpPr>
        <p:spPr>
          <a:xfrm>
            <a:off x="8934322"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45" name="TextBox 44">
            <a:extLst>
              <a:ext uri="{FF2B5EF4-FFF2-40B4-BE49-F238E27FC236}">
                <a16:creationId xmlns:a16="http://schemas.microsoft.com/office/drawing/2014/main" id="{84BAE11F-4FA3-B922-DCE4-97166ECF1BE5}"/>
              </a:ext>
            </a:extLst>
          </p:cNvPr>
          <p:cNvSpPr txBox="1"/>
          <p:nvPr/>
        </p:nvSpPr>
        <p:spPr>
          <a:xfrm>
            <a:off x="8945253" y="1961744"/>
            <a:ext cx="1100885" cy="492443"/>
          </a:xfrm>
          <a:prstGeom prst="rect">
            <a:avLst/>
          </a:prstGeom>
          <a:noFill/>
        </p:spPr>
        <p:txBody>
          <a:bodyPr wrap="square" lIns="0" tIns="0" rIns="0" bIns="0" rtlCol="0" anchor="ctr">
            <a:spAutoFit/>
          </a:bodyPr>
          <a:lstStyle/>
          <a:p>
            <a:pPr algn="ctr"/>
            <a:r>
              <a:rPr lang="pt-BR" sz="1600" b="1" baseline="15000" dirty="0">
                <a:solidFill>
                  <a:schemeClr val="tx2"/>
                </a:solidFill>
                <a:latin typeface="+mj-lt"/>
                <a:ea typeface="Source Serif Pro Black" panose="02040903050405020204" pitchFamily="18" charset="0"/>
              </a:rPr>
              <a:t>+</a:t>
            </a:r>
            <a:r>
              <a:rPr lang="pt-BR" b="1" dirty="0">
                <a:solidFill>
                  <a:schemeClr val="tx2"/>
                </a:solidFill>
                <a:latin typeface="+mj-lt"/>
                <a:ea typeface="Source Serif Pro Black" panose="02040903050405020204" pitchFamily="18" charset="0"/>
              </a:rPr>
              <a:t>479</a:t>
            </a:r>
            <a:endParaRPr lang="en-US" sz="12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SKUs Sold </a:t>
            </a:r>
          </a:p>
          <a:p>
            <a:pPr algn="ctr"/>
            <a:r>
              <a:rPr lang="en-US" sz="700" dirty="0">
                <a:solidFill>
                  <a:schemeClr val="tx2"/>
                </a:solidFill>
                <a:latin typeface="+mj-lt"/>
                <a:ea typeface="Source Serif Pro" panose="02040603050405020204" pitchFamily="18" charset="0"/>
              </a:rPr>
              <a:t>in 24</a:t>
            </a:r>
          </a:p>
        </p:txBody>
      </p:sp>
      <p:sp>
        <p:nvSpPr>
          <p:cNvPr id="50" name="Rectángulo: esquinas redondeadas 30">
            <a:extLst>
              <a:ext uri="{FF2B5EF4-FFF2-40B4-BE49-F238E27FC236}">
                <a16:creationId xmlns:a16="http://schemas.microsoft.com/office/drawing/2014/main" id="{7C921BDD-D2CE-5F37-A549-EF7F7DA478BF}"/>
              </a:ext>
            </a:extLst>
          </p:cNvPr>
          <p:cNvSpPr/>
          <p:nvPr/>
        </p:nvSpPr>
        <p:spPr>
          <a:xfrm>
            <a:off x="8934322" y="4690948"/>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51" name="TextBox 50">
            <a:extLst>
              <a:ext uri="{FF2B5EF4-FFF2-40B4-BE49-F238E27FC236}">
                <a16:creationId xmlns:a16="http://schemas.microsoft.com/office/drawing/2014/main" id="{1D65A2BB-2D15-5130-66ED-9B6D07946BD7}"/>
              </a:ext>
            </a:extLst>
          </p:cNvPr>
          <p:cNvSpPr txBox="1"/>
          <p:nvPr/>
        </p:nvSpPr>
        <p:spPr>
          <a:xfrm>
            <a:off x="8945253" y="4991272"/>
            <a:ext cx="1100885" cy="492443"/>
          </a:xfrm>
          <a:prstGeom prst="rect">
            <a:avLst/>
          </a:prstGeom>
          <a:noFill/>
        </p:spPr>
        <p:txBody>
          <a:bodyPr wrap="square" lIns="0" tIns="0" rIns="0" bIns="0" rtlCol="0" anchor="ctr">
            <a:spAutoFit/>
          </a:bodyPr>
          <a:lstStyle/>
          <a:p>
            <a:pPr algn="ctr"/>
            <a:r>
              <a:rPr lang="pt-BR" sz="1600" b="1" baseline="15000" dirty="0">
                <a:solidFill>
                  <a:schemeClr val="tx2"/>
                </a:solidFill>
                <a:latin typeface="+mj-lt"/>
                <a:ea typeface="Source Serif Pro Black" panose="02040903050405020204" pitchFamily="18" charset="0"/>
              </a:rPr>
              <a:t>+</a:t>
            </a:r>
            <a:r>
              <a:rPr lang="pt-BR" b="1" dirty="0">
                <a:solidFill>
                  <a:schemeClr val="tx2"/>
                </a:solidFill>
                <a:latin typeface="+mj-lt"/>
                <a:ea typeface="Source Serif Pro Black" panose="02040903050405020204" pitchFamily="18" charset="0"/>
              </a:rPr>
              <a:t>26</a:t>
            </a:r>
            <a:endParaRPr lang="en-US" sz="12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SKUs Sold </a:t>
            </a:r>
          </a:p>
          <a:p>
            <a:pPr algn="ctr"/>
            <a:r>
              <a:rPr lang="en-US" sz="700" dirty="0">
                <a:solidFill>
                  <a:schemeClr val="tx2"/>
                </a:solidFill>
                <a:latin typeface="+mj-lt"/>
                <a:ea typeface="Source Serif Pro" panose="02040603050405020204" pitchFamily="18" charset="0"/>
              </a:rPr>
              <a:t>in 24</a:t>
            </a:r>
          </a:p>
        </p:txBody>
      </p:sp>
    </p:spTree>
    <p:extLst>
      <p:ext uri="{BB962C8B-B14F-4D97-AF65-F5344CB8AC3E}">
        <p14:creationId xmlns:p14="http://schemas.microsoft.com/office/powerpoint/2010/main" val="32113289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591E8-F78C-2CFD-A539-2539AA156EC5}"/>
            </a:ext>
          </a:extLst>
        </p:cNvPr>
        <p:cNvGrpSpPr/>
        <p:nvPr/>
      </p:nvGrpSpPr>
      <p:grpSpPr>
        <a:xfrm>
          <a:off x="0" y="0"/>
          <a:ext cx="0" cy="0"/>
          <a:chOff x="0" y="0"/>
          <a:chExt cx="0" cy="0"/>
        </a:xfrm>
      </p:grpSpPr>
      <p:sp>
        <p:nvSpPr>
          <p:cNvPr id="9" name="Rectangle: Single Corner Rounded 8">
            <a:extLst>
              <a:ext uri="{FF2B5EF4-FFF2-40B4-BE49-F238E27FC236}">
                <a16:creationId xmlns:a16="http://schemas.microsoft.com/office/drawing/2014/main" id="{33BB9C35-3A15-A198-80DD-59886A5B99CB}"/>
              </a:ext>
            </a:extLst>
          </p:cNvPr>
          <p:cNvSpPr/>
          <p:nvPr/>
        </p:nvSpPr>
        <p:spPr>
          <a:xfrm>
            <a:off x="1" y="1453569"/>
            <a:ext cx="2718290" cy="1139090"/>
          </a:xfrm>
          <a:prstGeom prst="round1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en-US" sz="1200" noProof="0" dirty="0">
              <a:solidFill>
                <a:schemeClr val="bg1"/>
              </a:solidFill>
              <a:latin typeface="Source Serif Pro" panose="02040603050405020204" pitchFamily="18" charset="0"/>
              <a:ea typeface="Source Serif Pro" panose="02040603050405020204" pitchFamily="18" charset="0"/>
            </a:endParaRPr>
          </a:p>
        </p:txBody>
      </p:sp>
      <p:sp>
        <p:nvSpPr>
          <p:cNvPr id="63" name="Rectangle 62">
            <a:extLst>
              <a:ext uri="{FF2B5EF4-FFF2-40B4-BE49-F238E27FC236}">
                <a16:creationId xmlns:a16="http://schemas.microsoft.com/office/drawing/2014/main" id="{5F0F9415-51FA-85D0-4E26-2D8608ED408B}"/>
              </a:ext>
            </a:extLst>
          </p:cNvPr>
          <p:cNvSpPr/>
          <p:nvPr/>
        </p:nvSpPr>
        <p:spPr>
          <a:xfrm>
            <a:off x="1" y="2593440"/>
            <a:ext cx="2718290" cy="113909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en-US" sz="1200" noProof="0" dirty="0">
              <a:solidFill>
                <a:schemeClr val="bg1"/>
              </a:solidFill>
              <a:latin typeface="Source Serif Pro" panose="02040603050405020204" pitchFamily="18" charset="0"/>
              <a:ea typeface="Source Serif Pro" panose="02040603050405020204" pitchFamily="18" charset="0"/>
            </a:endParaRPr>
          </a:p>
        </p:txBody>
      </p:sp>
      <p:sp>
        <p:nvSpPr>
          <p:cNvPr id="1025" name="Rectangle 1024">
            <a:extLst>
              <a:ext uri="{FF2B5EF4-FFF2-40B4-BE49-F238E27FC236}">
                <a16:creationId xmlns:a16="http://schemas.microsoft.com/office/drawing/2014/main" id="{C66C5C9C-4482-E696-F07D-D670CE629FBB}"/>
              </a:ext>
            </a:extLst>
          </p:cNvPr>
          <p:cNvSpPr/>
          <p:nvPr/>
        </p:nvSpPr>
        <p:spPr>
          <a:xfrm>
            <a:off x="1" y="3733051"/>
            <a:ext cx="2718290" cy="113909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en-US" sz="1200" noProof="0" dirty="0">
              <a:solidFill>
                <a:schemeClr val="bg1"/>
              </a:solidFill>
              <a:latin typeface="Source Serif Pro" panose="02040603050405020204" pitchFamily="18" charset="0"/>
              <a:ea typeface="Source Serif Pro" panose="02040603050405020204" pitchFamily="18" charset="0"/>
            </a:endParaRPr>
          </a:p>
        </p:txBody>
      </p:sp>
      <p:sp>
        <p:nvSpPr>
          <p:cNvPr id="1027" name="Rectangle: Single Corner Rounded 1026">
            <a:extLst>
              <a:ext uri="{FF2B5EF4-FFF2-40B4-BE49-F238E27FC236}">
                <a16:creationId xmlns:a16="http://schemas.microsoft.com/office/drawing/2014/main" id="{73E570C0-E926-564A-E6B4-77D57B3A66CD}"/>
              </a:ext>
            </a:extLst>
          </p:cNvPr>
          <p:cNvSpPr/>
          <p:nvPr/>
        </p:nvSpPr>
        <p:spPr>
          <a:xfrm flipV="1">
            <a:off x="1" y="4863251"/>
            <a:ext cx="2718290" cy="1139090"/>
          </a:xfrm>
          <a:prstGeom prst="round1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en-US" sz="1200" dirty="0">
              <a:solidFill>
                <a:schemeClr val="bg1"/>
              </a:solidFill>
              <a:latin typeface="Source Serif Pro" panose="02040603050405020204" pitchFamily="18" charset="0"/>
              <a:ea typeface="Source Serif Pro" panose="02040603050405020204" pitchFamily="18" charset="0"/>
            </a:endParaRPr>
          </a:p>
        </p:txBody>
      </p:sp>
      <p:sp>
        <p:nvSpPr>
          <p:cNvPr id="3" name="Título 23">
            <a:extLst>
              <a:ext uri="{FF2B5EF4-FFF2-40B4-BE49-F238E27FC236}">
                <a16:creationId xmlns:a16="http://schemas.microsoft.com/office/drawing/2014/main" id="{8718103A-22EC-1FAA-E896-8970BF1807A0}"/>
              </a:ext>
            </a:extLst>
          </p:cNvPr>
          <p:cNvSpPr>
            <a:spLocks noGrp="1"/>
          </p:cNvSpPr>
          <p:nvPr>
            <p:ph type="title"/>
          </p:nvPr>
        </p:nvSpPr>
        <p:spPr>
          <a:xfrm>
            <a:off x="731837" y="733846"/>
            <a:ext cx="11102975" cy="307520"/>
          </a:xfrm>
        </p:spPr>
        <p:txBody>
          <a:bodyPr vert="horz" lIns="0" tIns="0" rIns="0" bIns="0" rtlCol="0" anchor="ctr">
            <a:noAutofit/>
          </a:bodyPr>
          <a:lstStyle/>
          <a:p>
            <a:r>
              <a:rPr lang="en-US" noProof="0" dirty="0"/>
              <a:t>…Serving as a One-Stop-Shop in Those Segments</a:t>
            </a:r>
          </a:p>
        </p:txBody>
      </p:sp>
      <p:sp>
        <p:nvSpPr>
          <p:cNvPr id="5" name="Content Placeholder 16">
            <a:extLst>
              <a:ext uri="{FF2B5EF4-FFF2-40B4-BE49-F238E27FC236}">
                <a16:creationId xmlns:a16="http://schemas.microsoft.com/office/drawing/2014/main" id="{15FAFEE7-8CAB-A849-6126-998E1F64A20D}"/>
              </a:ext>
            </a:extLst>
          </p:cNvPr>
          <p:cNvSpPr>
            <a:spLocks noGrp="1"/>
          </p:cNvSpPr>
          <p:nvPr>
            <p:ph sz="quarter" idx="13"/>
          </p:nvPr>
        </p:nvSpPr>
        <p:spPr/>
        <p:txBody>
          <a:bodyPr vert="horz" lIns="0" tIns="36000" rIns="0" bIns="0" rtlCol="0">
            <a:spAutoFit/>
          </a:bodyPr>
          <a:lstStyle/>
          <a:p>
            <a:r>
              <a:rPr lang="en-US" sz="1050" dirty="0" err="1"/>
              <a:t>Almatia</a:t>
            </a:r>
            <a:r>
              <a:rPr lang="en-US" sz="1050" dirty="0"/>
              <a:t> stands out with its extensive range of SKUs and product offerings across its segments, supplying everything from specialty additives to essential products</a:t>
            </a:r>
          </a:p>
        </p:txBody>
      </p:sp>
      <p:sp>
        <p:nvSpPr>
          <p:cNvPr id="26" name="Text Placeholder 23">
            <a:extLst>
              <a:ext uri="{FF2B5EF4-FFF2-40B4-BE49-F238E27FC236}">
                <a16:creationId xmlns:a16="http://schemas.microsoft.com/office/drawing/2014/main" id="{A3495F1D-6002-3BDA-445D-0787B03C0F1A}"/>
              </a:ext>
            </a:extLst>
          </p:cNvPr>
          <p:cNvSpPr>
            <a:spLocks noGrp="1"/>
          </p:cNvSpPr>
          <p:nvPr>
            <p:ph type="body" sz="quarter" idx="36"/>
          </p:nvPr>
        </p:nvSpPr>
        <p:spPr>
          <a:xfrm>
            <a:off x="731838" y="6198700"/>
            <a:ext cx="9275946" cy="267766"/>
          </a:xfrm>
        </p:spPr>
        <p:txBody>
          <a:bodyPr/>
          <a:lstStyle/>
          <a:p>
            <a:r>
              <a:rPr lang="en-US" noProof="0" dirty="0"/>
              <a:t>Source: Company Information</a:t>
            </a:r>
            <a:br>
              <a:rPr lang="en-US" noProof="0" dirty="0"/>
            </a:br>
            <a:r>
              <a:rPr lang="en-US" noProof="0" dirty="0"/>
              <a:t>Notes: (1) % related to Gross Profit; </a:t>
            </a:r>
          </a:p>
        </p:txBody>
      </p:sp>
      <p:sp>
        <p:nvSpPr>
          <p:cNvPr id="1092" name="Elipse 9">
            <a:extLst>
              <a:ext uri="{FF2B5EF4-FFF2-40B4-BE49-F238E27FC236}">
                <a16:creationId xmlns:a16="http://schemas.microsoft.com/office/drawing/2014/main" id="{2C56577C-0B64-DE17-97DE-A383ABBB4EB5}"/>
              </a:ext>
            </a:extLst>
          </p:cNvPr>
          <p:cNvSpPr/>
          <p:nvPr/>
        </p:nvSpPr>
        <p:spPr>
          <a:xfrm>
            <a:off x="2236287" y="3833213"/>
            <a:ext cx="926042" cy="926042"/>
          </a:xfrm>
          <a:prstGeom prst="ellipse">
            <a:avLst/>
          </a:prstGeom>
          <a:blipFill dpi="0" rotWithShape="1">
            <a:blip r:embed="rId3" cstate="screen">
              <a:duotone>
                <a:schemeClr val="bg2">
                  <a:shade val="45000"/>
                  <a:satMod val="135000"/>
                </a:schemeClr>
                <a:prstClr val="white"/>
              </a:duotone>
              <a:extLst>
                <a:ext uri="{28A0092B-C50C-407E-A947-70E740481C1C}">
                  <a14:useLocalDpi xmlns:a14="http://schemas.microsoft.com/office/drawing/2010/main"/>
                </a:ext>
              </a:extLst>
            </a:blip>
            <a:srcRect/>
            <a:stretch>
              <a:fillRect/>
            </a:stretch>
          </a:blipFill>
          <a:ln w="254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094" name="Elipse 13">
            <a:extLst>
              <a:ext uri="{FF2B5EF4-FFF2-40B4-BE49-F238E27FC236}">
                <a16:creationId xmlns:a16="http://schemas.microsoft.com/office/drawing/2014/main" id="{82F6E6E6-1C95-8B96-6A1E-D65D2411B760}"/>
              </a:ext>
            </a:extLst>
          </p:cNvPr>
          <p:cNvSpPr/>
          <p:nvPr/>
        </p:nvSpPr>
        <p:spPr>
          <a:xfrm>
            <a:off x="2236287" y="2696653"/>
            <a:ext cx="926042" cy="926042"/>
          </a:xfrm>
          <a:prstGeom prst="ellipse">
            <a:avLst/>
          </a:prstGeom>
          <a:blipFill dpi="0" rotWithShape="1">
            <a:blip r:embed="rId4" cstate="screen">
              <a:duotone>
                <a:schemeClr val="bg2">
                  <a:shade val="45000"/>
                  <a:satMod val="135000"/>
                </a:schemeClr>
                <a:prstClr val="white"/>
              </a:duotone>
              <a:extLst>
                <a:ext uri="{28A0092B-C50C-407E-A947-70E740481C1C}">
                  <a14:useLocalDpi xmlns:a14="http://schemas.microsoft.com/office/drawing/2010/main"/>
                </a:ext>
              </a:extLst>
            </a:blip>
            <a:srcRect/>
            <a:stretch>
              <a:fillRect/>
            </a:stretch>
          </a:blipFill>
          <a:ln w="254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095" name="Elipse 14">
            <a:extLst>
              <a:ext uri="{FF2B5EF4-FFF2-40B4-BE49-F238E27FC236}">
                <a16:creationId xmlns:a16="http://schemas.microsoft.com/office/drawing/2014/main" id="{6FE0EDDC-85B8-6217-CD14-A6BFC11EE227}"/>
              </a:ext>
            </a:extLst>
          </p:cNvPr>
          <p:cNvSpPr/>
          <p:nvPr/>
        </p:nvSpPr>
        <p:spPr>
          <a:xfrm>
            <a:off x="2236287" y="4969775"/>
            <a:ext cx="926042" cy="926042"/>
          </a:xfrm>
          <a:prstGeom prst="ellipse">
            <a:avLst/>
          </a:prstGeom>
          <a:blipFill dpi="0" rotWithShape="1">
            <a:blip r:embed="rId5" cstate="screen">
              <a:duotone>
                <a:schemeClr val="bg2">
                  <a:shade val="45000"/>
                  <a:satMod val="135000"/>
                </a:schemeClr>
                <a:prstClr val="white"/>
              </a:duotone>
              <a:extLst>
                <a:ext uri="{28A0092B-C50C-407E-A947-70E740481C1C}">
                  <a14:useLocalDpi xmlns:a14="http://schemas.microsoft.com/office/drawing/2010/main"/>
                </a:ext>
              </a:extLst>
            </a:blip>
            <a:srcRect/>
            <a:stretch>
              <a:fillRect/>
            </a:stretch>
          </a:blipFill>
          <a:ln w="254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097" name="Rectangle 1096">
            <a:extLst>
              <a:ext uri="{FF2B5EF4-FFF2-40B4-BE49-F238E27FC236}">
                <a16:creationId xmlns:a16="http://schemas.microsoft.com/office/drawing/2014/main" id="{628855B2-8099-4A76-48A2-DAF441BF034A}"/>
              </a:ext>
            </a:extLst>
          </p:cNvPr>
          <p:cNvSpPr/>
          <p:nvPr/>
        </p:nvSpPr>
        <p:spPr>
          <a:xfrm>
            <a:off x="791241" y="1883329"/>
            <a:ext cx="1135811" cy="279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1400" b="1" noProof="0" dirty="0">
                <a:solidFill>
                  <a:schemeClr val="bg1"/>
                </a:solidFill>
                <a:latin typeface="+mj-lt"/>
                <a:ea typeface="Source Serif Pro" panose="02040603050405020204" pitchFamily="18" charset="0"/>
                <a:cs typeface="Poppins Medium" panose="00000600000000000000" pitchFamily="2" charset="0"/>
              </a:rPr>
              <a:t>Essentials</a:t>
            </a:r>
          </a:p>
        </p:txBody>
      </p:sp>
      <p:sp>
        <p:nvSpPr>
          <p:cNvPr id="1101" name="Rectangle 1100">
            <a:extLst>
              <a:ext uri="{FF2B5EF4-FFF2-40B4-BE49-F238E27FC236}">
                <a16:creationId xmlns:a16="http://schemas.microsoft.com/office/drawing/2014/main" id="{2F724A22-0393-548C-ECA2-DEE662D30596}"/>
              </a:ext>
            </a:extLst>
          </p:cNvPr>
          <p:cNvSpPr/>
          <p:nvPr/>
        </p:nvSpPr>
        <p:spPr>
          <a:xfrm>
            <a:off x="481270" y="3019889"/>
            <a:ext cx="1755753" cy="279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1400" noProof="0" dirty="0">
                <a:solidFill>
                  <a:schemeClr val="tx2"/>
                </a:solidFill>
                <a:latin typeface="+mj-lt"/>
                <a:ea typeface="Source Serif Pro" panose="02040603050405020204" pitchFamily="18" charset="0"/>
                <a:cs typeface="Poppins Medium" panose="00000600000000000000" pitchFamily="2" charset="0"/>
              </a:rPr>
              <a:t>Differentiators</a:t>
            </a:r>
          </a:p>
        </p:txBody>
      </p:sp>
      <p:sp>
        <p:nvSpPr>
          <p:cNvPr id="1102" name="Rectangle 1101">
            <a:extLst>
              <a:ext uri="{FF2B5EF4-FFF2-40B4-BE49-F238E27FC236}">
                <a16:creationId xmlns:a16="http://schemas.microsoft.com/office/drawing/2014/main" id="{B126B93C-975F-C308-44FB-379CA7162580}"/>
              </a:ext>
            </a:extLst>
          </p:cNvPr>
          <p:cNvSpPr/>
          <p:nvPr/>
        </p:nvSpPr>
        <p:spPr>
          <a:xfrm>
            <a:off x="743990" y="4162811"/>
            <a:ext cx="1230313" cy="279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1400" noProof="0" dirty="0">
                <a:solidFill>
                  <a:schemeClr val="tx2"/>
                </a:solidFill>
                <a:latin typeface="+mj-lt"/>
                <a:ea typeface="Source Serif Pro" panose="02040603050405020204" pitchFamily="18" charset="0"/>
                <a:cs typeface="Poppins Medium" panose="00000600000000000000" pitchFamily="2" charset="0"/>
              </a:rPr>
              <a:t>Enhancers</a:t>
            </a:r>
          </a:p>
        </p:txBody>
      </p:sp>
      <p:sp>
        <p:nvSpPr>
          <p:cNvPr id="1103" name="Rectangle 1102">
            <a:extLst>
              <a:ext uri="{FF2B5EF4-FFF2-40B4-BE49-F238E27FC236}">
                <a16:creationId xmlns:a16="http://schemas.microsoft.com/office/drawing/2014/main" id="{92D9C112-9D2C-CED6-1F5D-1EB4AFBA5957}"/>
              </a:ext>
            </a:extLst>
          </p:cNvPr>
          <p:cNvSpPr/>
          <p:nvPr/>
        </p:nvSpPr>
        <p:spPr>
          <a:xfrm>
            <a:off x="685224" y="5293011"/>
            <a:ext cx="1347844" cy="279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1400" noProof="0" dirty="0">
                <a:solidFill>
                  <a:schemeClr val="tx2"/>
                </a:solidFill>
                <a:latin typeface="+mj-lt"/>
                <a:ea typeface="Source Serif Pro" panose="02040603050405020204" pitchFamily="18" charset="0"/>
                <a:cs typeface="Poppins Medium" panose="00000600000000000000" pitchFamily="2" charset="0"/>
              </a:rPr>
              <a:t>Functionals</a:t>
            </a:r>
          </a:p>
        </p:txBody>
      </p:sp>
      <p:cxnSp>
        <p:nvCxnSpPr>
          <p:cNvPr id="1104" name="Conector recto 23">
            <a:extLst>
              <a:ext uri="{FF2B5EF4-FFF2-40B4-BE49-F238E27FC236}">
                <a16:creationId xmlns:a16="http://schemas.microsoft.com/office/drawing/2014/main" id="{8CEADBB6-1B4F-913E-9CE1-1A95771DCDE8}"/>
              </a:ext>
            </a:extLst>
          </p:cNvPr>
          <p:cNvCxnSpPr>
            <a:cxnSpLocks/>
          </p:cNvCxnSpPr>
          <p:nvPr/>
        </p:nvCxnSpPr>
        <p:spPr>
          <a:xfrm>
            <a:off x="679942" y="2312718"/>
            <a:ext cx="1358408"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08" name="Conector recto 23">
            <a:extLst>
              <a:ext uri="{FF2B5EF4-FFF2-40B4-BE49-F238E27FC236}">
                <a16:creationId xmlns:a16="http://schemas.microsoft.com/office/drawing/2014/main" id="{A0D05848-E0F2-C170-CE12-9D393D1CA5D9}"/>
              </a:ext>
            </a:extLst>
          </p:cNvPr>
          <p:cNvCxnSpPr>
            <a:cxnSpLocks/>
          </p:cNvCxnSpPr>
          <p:nvPr/>
        </p:nvCxnSpPr>
        <p:spPr>
          <a:xfrm>
            <a:off x="679942" y="3449278"/>
            <a:ext cx="135840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09" name="Conector recto 23">
            <a:extLst>
              <a:ext uri="{FF2B5EF4-FFF2-40B4-BE49-F238E27FC236}">
                <a16:creationId xmlns:a16="http://schemas.microsoft.com/office/drawing/2014/main" id="{B47E7AFA-44C3-12BC-89B4-E0AF73520705}"/>
              </a:ext>
            </a:extLst>
          </p:cNvPr>
          <p:cNvCxnSpPr>
            <a:cxnSpLocks/>
          </p:cNvCxnSpPr>
          <p:nvPr/>
        </p:nvCxnSpPr>
        <p:spPr>
          <a:xfrm>
            <a:off x="679942" y="4585838"/>
            <a:ext cx="135840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11" name="Conector recto 23">
            <a:extLst>
              <a:ext uri="{FF2B5EF4-FFF2-40B4-BE49-F238E27FC236}">
                <a16:creationId xmlns:a16="http://schemas.microsoft.com/office/drawing/2014/main" id="{B5B785F8-5C8C-8D7F-A48B-F6C1709EEB1C}"/>
              </a:ext>
            </a:extLst>
          </p:cNvPr>
          <p:cNvCxnSpPr>
            <a:cxnSpLocks/>
          </p:cNvCxnSpPr>
          <p:nvPr/>
        </p:nvCxnSpPr>
        <p:spPr>
          <a:xfrm>
            <a:off x="679942" y="5673420"/>
            <a:ext cx="135840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154" name="Elipse 12">
            <a:extLst>
              <a:ext uri="{FF2B5EF4-FFF2-40B4-BE49-F238E27FC236}">
                <a16:creationId xmlns:a16="http://schemas.microsoft.com/office/drawing/2014/main" id="{9C441774-F05B-8A81-6AA2-BD16A5A35C3C}"/>
              </a:ext>
            </a:extLst>
          </p:cNvPr>
          <p:cNvSpPr/>
          <p:nvPr/>
        </p:nvSpPr>
        <p:spPr>
          <a:xfrm>
            <a:off x="2237129" y="1560514"/>
            <a:ext cx="925200" cy="925200"/>
          </a:xfrm>
          <a:prstGeom prst="ellipse">
            <a:avLst/>
          </a:prstGeom>
          <a:blipFill dpi="0" rotWithShape="1">
            <a:blip r:embed="rId6" cstate="screen">
              <a:extLst>
                <a:ext uri="{28A0092B-C50C-407E-A947-70E740481C1C}">
                  <a14:useLocalDpi xmlns:a14="http://schemas.microsoft.com/office/drawing/2010/main"/>
                </a:ext>
              </a:extLst>
            </a:blip>
            <a:srcRect/>
            <a:stretch>
              <a:fillRect/>
            </a:stretch>
          </a:blip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155" name="Rectángulo: esquinas redondeadas 30">
            <a:extLst>
              <a:ext uri="{FF2B5EF4-FFF2-40B4-BE49-F238E27FC236}">
                <a16:creationId xmlns:a16="http://schemas.microsoft.com/office/drawing/2014/main" id="{429FC058-F71F-1A43-6A87-B170FAC8CC3D}"/>
              </a:ext>
            </a:extLst>
          </p:cNvPr>
          <p:cNvSpPr/>
          <p:nvPr/>
        </p:nvSpPr>
        <p:spPr>
          <a:xfrm>
            <a:off x="8909090" y="1690159"/>
            <a:ext cx="1370457" cy="1346906"/>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1156" name="Rectángulo: esquinas redondeadas 30">
            <a:extLst>
              <a:ext uri="{FF2B5EF4-FFF2-40B4-BE49-F238E27FC236}">
                <a16:creationId xmlns:a16="http://schemas.microsoft.com/office/drawing/2014/main" id="{82A73566-2640-43C9-1B13-9941598551AF}"/>
              </a:ext>
            </a:extLst>
          </p:cNvPr>
          <p:cNvSpPr/>
          <p:nvPr/>
        </p:nvSpPr>
        <p:spPr>
          <a:xfrm>
            <a:off x="10469003" y="1690159"/>
            <a:ext cx="1370457" cy="1346906"/>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graphicFrame>
        <p:nvGraphicFramePr>
          <p:cNvPr id="1157" name="Chart 1156">
            <a:extLst>
              <a:ext uri="{FF2B5EF4-FFF2-40B4-BE49-F238E27FC236}">
                <a16:creationId xmlns:a16="http://schemas.microsoft.com/office/drawing/2014/main" id="{1C7FA38A-9ADB-0A27-2631-5BCFACCDB98C}"/>
              </a:ext>
            </a:extLst>
          </p:cNvPr>
          <p:cNvGraphicFramePr/>
          <p:nvPr>
            <p:extLst>
              <p:ext uri="{D42A27DB-BD31-4B8C-83A1-F6EECF244321}">
                <p14:modId xmlns:p14="http://schemas.microsoft.com/office/powerpoint/2010/main" val="3165840071"/>
              </p:ext>
            </p:extLst>
          </p:nvPr>
        </p:nvGraphicFramePr>
        <p:xfrm>
          <a:off x="7787205" y="4275376"/>
          <a:ext cx="4052255" cy="1515823"/>
        </p:xfrm>
        <a:graphic>
          <a:graphicData uri="http://schemas.openxmlformats.org/drawingml/2006/chart">
            <c:chart xmlns:c="http://schemas.openxmlformats.org/drawingml/2006/chart" xmlns:r="http://schemas.openxmlformats.org/officeDocument/2006/relationships" r:id="rId7"/>
          </a:graphicData>
        </a:graphic>
      </p:graphicFrame>
      <p:sp>
        <p:nvSpPr>
          <p:cNvPr id="1158" name="Rectangle 1157">
            <a:extLst>
              <a:ext uri="{FF2B5EF4-FFF2-40B4-BE49-F238E27FC236}">
                <a16:creationId xmlns:a16="http://schemas.microsoft.com/office/drawing/2014/main" id="{8FC35125-2578-5329-7E6F-DBF090C91F00}"/>
              </a:ext>
            </a:extLst>
          </p:cNvPr>
          <p:cNvSpPr/>
          <p:nvPr/>
        </p:nvSpPr>
        <p:spPr>
          <a:xfrm>
            <a:off x="7743932" y="1716948"/>
            <a:ext cx="1580046" cy="179152"/>
          </a:xfrm>
          <a:prstGeom prst="rect">
            <a:avLst/>
          </a:prstGeom>
        </p:spPr>
        <p:txBody>
          <a:bodyPr vert="horz" wrap="square" lIns="0" tIns="0" rIns="0" bIns="0" rtlCol="0" anchor="ctr">
            <a:spAutoFit/>
          </a:bodyPr>
          <a:lstStyle/>
          <a:p>
            <a:pPr>
              <a:lnSpc>
                <a:spcPct val="110000"/>
              </a:lnSpc>
              <a:spcAft>
                <a:spcPts val="800"/>
              </a:spcAft>
            </a:pPr>
            <a:r>
              <a:rPr lang="en-US" sz="110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Performance</a:t>
            </a:r>
          </a:p>
        </p:txBody>
      </p:sp>
      <p:sp>
        <p:nvSpPr>
          <p:cNvPr id="1159" name="Rectangle 1158">
            <a:extLst>
              <a:ext uri="{FF2B5EF4-FFF2-40B4-BE49-F238E27FC236}">
                <a16:creationId xmlns:a16="http://schemas.microsoft.com/office/drawing/2014/main" id="{B042FE35-B105-3453-3B72-CFE789F69DCF}"/>
              </a:ext>
            </a:extLst>
          </p:cNvPr>
          <p:cNvSpPr/>
          <p:nvPr/>
        </p:nvSpPr>
        <p:spPr>
          <a:xfrm>
            <a:off x="7735092" y="3761147"/>
            <a:ext cx="1226865" cy="166644"/>
          </a:xfrm>
          <a:prstGeom prst="rect">
            <a:avLst/>
          </a:prstGeom>
        </p:spPr>
        <p:txBody>
          <a:bodyPr vert="horz" wrap="square" lIns="0" tIns="36000" rIns="0" bIns="0" rtlCol="0" anchor="t">
            <a:spAutoFit/>
          </a:bodyPr>
          <a:lstStyle/>
          <a:p>
            <a:pPr>
              <a:lnSpc>
                <a:spcPct val="110000"/>
              </a:lnSpc>
            </a:pPr>
            <a:r>
              <a:rPr lang="en-US" sz="800" dirty="0">
                <a:latin typeface="+mj-lt"/>
                <a:ea typeface="Source Serif Pro Light" panose="02040303050405020204" pitchFamily="18" charset="0"/>
                <a:cs typeface="Roboto" panose="02000000000000000000" pitchFamily="2" charset="0"/>
              </a:rPr>
              <a:t>(Revenue, USD ‘000)</a:t>
            </a:r>
          </a:p>
        </p:txBody>
      </p:sp>
      <p:sp>
        <p:nvSpPr>
          <p:cNvPr id="1160" name="Rectangle 1159">
            <a:extLst>
              <a:ext uri="{FF2B5EF4-FFF2-40B4-BE49-F238E27FC236}">
                <a16:creationId xmlns:a16="http://schemas.microsoft.com/office/drawing/2014/main" id="{5188B5BC-F5E2-F847-AE80-B91D09D451EE}"/>
              </a:ext>
            </a:extLst>
          </p:cNvPr>
          <p:cNvSpPr/>
          <p:nvPr/>
        </p:nvSpPr>
        <p:spPr>
          <a:xfrm>
            <a:off x="7735092" y="3573972"/>
            <a:ext cx="1356002" cy="179152"/>
          </a:xfrm>
          <a:prstGeom prst="rect">
            <a:avLst/>
          </a:prstGeom>
        </p:spPr>
        <p:txBody>
          <a:bodyPr vert="horz" wrap="square" lIns="0" tIns="0" rIns="0" bIns="0" rtlCol="0" anchor="ctr">
            <a:spAutoFit/>
          </a:bodyPr>
          <a:lstStyle/>
          <a:p>
            <a:pPr>
              <a:lnSpc>
                <a:spcPct val="110000"/>
              </a:lnSpc>
              <a:spcAft>
                <a:spcPts val="800"/>
              </a:spcAft>
            </a:pPr>
            <a:r>
              <a:rPr lang="en-US" sz="110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Revenue Evolution</a:t>
            </a:r>
          </a:p>
        </p:txBody>
      </p:sp>
      <p:sp>
        <p:nvSpPr>
          <p:cNvPr id="1161" name="Rectangle 1160">
            <a:extLst>
              <a:ext uri="{FF2B5EF4-FFF2-40B4-BE49-F238E27FC236}">
                <a16:creationId xmlns:a16="http://schemas.microsoft.com/office/drawing/2014/main" id="{9E4A6A73-EBBF-F518-E397-FCB1DC63D8BB}"/>
              </a:ext>
            </a:extLst>
          </p:cNvPr>
          <p:cNvSpPr/>
          <p:nvPr/>
        </p:nvSpPr>
        <p:spPr>
          <a:xfrm>
            <a:off x="5607737" y="1716948"/>
            <a:ext cx="1577768" cy="179152"/>
          </a:xfrm>
          <a:prstGeom prst="rect">
            <a:avLst/>
          </a:prstGeom>
        </p:spPr>
        <p:txBody>
          <a:bodyPr vert="horz" wrap="square" lIns="0" tIns="0" rIns="0" bIns="0" rtlCol="0" anchor="ctr">
            <a:spAutoFit/>
          </a:bodyPr>
          <a:lstStyle/>
          <a:p>
            <a:pPr algn="ctr">
              <a:lnSpc>
                <a:spcPct val="110000"/>
              </a:lnSpc>
              <a:spcAft>
                <a:spcPts val="800"/>
              </a:spcAft>
            </a:pPr>
            <a:r>
              <a:rPr lang="en-US" sz="110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Key end-markets¹</a:t>
            </a:r>
          </a:p>
        </p:txBody>
      </p:sp>
      <p:grpSp>
        <p:nvGrpSpPr>
          <p:cNvPr id="1162" name="Group 1161">
            <a:extLst>
              <a:ext uri="{FF2B5EF4-FFF2-40B4-BE49-F238E27FC236}">
                <a16:creationId xmlns:a16="http://schemas.microsoft.com/office/drawing/2014/main" id="{3B2C972F-8A35-47B1-9411-282A48E5B3F2}"/>
              </a:ext>
            </a:extLst>
          </p:cNvPr>
          <p:cNvGrpSpPr/>
          <p:nvPr/>
        </p:nvGrpSpPr>
        <p:grpSpPr>
          <a:xfrm>
            <a:off x="5932285" y="1951460"/>
            <a:ext cx="928672" cy="1176104"/>
            <a:chOff x="5604864" y="1775117"/>
            <a:chExt cx="1069782" cy="1354812"/>
          </a:xfrm>
        </p:grpSpPr>
        <p:pic>
          <p:nvPicPr>
            <p:cNvPr id="1163" name="Picture 1162">
              <a:extLst>
                <a:ext uri="{FF2B5EF4-FFF2-40B4-BE49-F238E27FC236}">
                  <a16:creationId xmlns:a16="http://schemas.microsoft.com/office/drawing/2014/main" id="{F1785C1A-DB43-6E12-73A0-7B7421336793}"/>
                </a:ext>
              </a:extLst>
            </p:cNvPr>
            <p:cNvPicPr>
              <a:picLocks/>
            </p:cNvPicPr>
            <p:nvPr/>
          </p:nvPicPr>
          <p:blipFill>
            <a:blip r:embed="rId8">
              <a:extLst>
                <a:ext uri="{28A0092B-C50C-407E-A947-70E740481C1C}">
                  <a14:useLocalDpi xmlns:a14="http://schemas.microsoft.com/office/drawing/2010/main" val="0"/>
                </a:ext>
              </a:extLst>
            </a:blip>
            <a:srcRect l="5726" r="5726"/>
            <a:stretch/>
          </p:blipFill>
          <p:spPr>
            <a:xfrm>
              <a:off x="5604864" y="2056449"/>
              <a:ext cx="971509" cy="971508"/>
            </a:xfrm>
            <a:prstGeom prst="ellipse">
              <a:avLst/>
            </a:prstGeom>
            <a:ln w="190500" cap="rnd">
              <a:noFill/>
              <a:prstDash val="solid"/>
            </a:ln>
            <a:effectLst/>
          </p:spPr>
        </p:pic>
        <p:grpSp>
          <p:nvGrpSpPr>
            <p:cNvPr id="1164" name="Group 1163">
              <a:extLst>
                <a:ext uri="{FF2B5EF4-FFF2-40B4-BE49-F238E27FC236}">
                  <a16:creationId xmlns:a16="http://schemas.microsoft.com/office/drawing/2014/main" id="{976A0385-44BC-A915-7F22-F6A4CCE0A2FF}"/>
                </a:ext>
              </a:extLst>
            </p:cNvPr>
            <p:cNvGrpSpPr/>
            <p:nvPr/>
          </p:nvGrpSpPr>
          <p:grpSpPr>
            <a:xfrm>
              <a:off x="6199446" y="2653566"/>
              <a:ext cx="475200" cy="476363"/>
              <a:chOff x="3788558" y="2653566"/>
              <a:chExt cx="475200" cy="476363"/>
            </a:xfrm>
            <a:solidFill>
              <a:schemeClr val="accent3"/>
            </a:solidFill>
          </p:grpSpPr>
          <p:sp>
            <p:nvSpPr>
              <p:cNvPr id="1166" name="Google Shape;234;p23">
                <a:extLst>
                  <a:ext uri="{FF2B5EF4-FFF2-40B4-BE49-F238E27FC236}">
                    <a16:creationId xmlns:a16="http://schemas.microsoft.com/office/drawing/2014/main" id="{5628803D-E81A-2835-88CA-975221A64AB9}"/>
                  </a:ext>
                </a:extLst>
              </p:cNvPr>
              <p:cNvSpPr>
                <a:spLocks noChangeAspect="1"/>
              </p:cNvSpPr>
              <p:nvPr/>
            </p:nvSpPr>
            <p:spPr>
              <a:xfrm rot="5400000">
                <a:off x="3787976" y="2654148"/>
                <a:ext cx="476363" cy="475200"/>
              </a:xfrm>
              <a:prstGeom prst="teardrop">
                <a:avLst>
                  <a:gd name="adj" fmla="val 100000"/>
                </a:avLst>
              </a:prstGeom>
              <a:solidFill>
                <a:schemeClr val="accent1"/>
              </a:solidFill>
              <a:ln>
                <a:noFill/>
              </a:ln>
              <a:effectLst>
                <a:outerShdw blurRad="152400" dist="38100" dir="21540000" algn="bl" rotWithShape="0">
                  <a:schemeClr val="bg2">
                    <a:alpha val="25000"/>
                  </a:schemeClr>
                </a:outerShdw>
              </a:effectLst>
            </p:spPr>
            <p:txBody>
              <a:bodyPr spcFirstLastPara="1" wrap="square" lIns="91425" tIns="91425" rIns="91425" bIns="91425" anchor="ctr" anchorCtr="0">
                <a:noAutofit/>
              </a:bodyPr>
              <a:lstStyle/>
              <a:p>
                <a:pPr algn="ctr" defTabSz="457200"/>
                <a:endParaRPr lang="es-CO" dirty="0"/>
              </a:p>
            </p:txBody>
          </p:sp>
          <p:sp>
            <p:nvSpPr>
              <p:cNvPr id="1167" name="Rectangle 1166">
                <a:extLst>
                  <a:ext uri="{FF2B5EF4-FFF2-40B4-BE49-F238E27FC236}">
                    <a16:creationId xmlns:a16="http://schemas.microsoft.com/office/drawing/2014/main" id="{BD785ED1-BC51-A280-3717-39E98A6EF459}"/>
                  </a:ext>
                </a:extLst>
              </p:cNvPr>
              <p:cNvSpPr/>
              <p:nvPr/>
            </p:nvSpPr>
            <p:spPr>
              <a:xfrm>
                <a:off x="3860352" y="2755689"/>
                <a:ext cx="330648" cy="269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1200" b="1" dirty="0">
                    <a:solidFill>
                      <a:schemeClr val="tx2"/>
                    </a:solidFill>
                    <a:latin typeface="+mj-lt"/>
                    <a:ea typeface="Source Serif Pro" panose="02040603050405020204" pitchFamily="18" charset="0"/>
                  </a:rPr>
                  <a:t>9</a:t>
                </a:r>
                <a:r>
                  <a:rPr lang="en-US" sz="1200" b="1" noProof="0" dirty="0">
                    <a:solidFill>
                      <a:schemeClr val="tx2"/>
                    </a:solidFill>
                    <a:latin typeface="+mj-lt"/>
                    <a:ea typeface="Source Serif Pro" panose="02040603050405020204" pitchFamily="18" charset="0"/>
                  </a:rPr>
                  <a:t>0</a:t>
                </a:r>
                <a:r>
                  <a:rPr lang="en-US" sz="800" b="1" noProof="0" dirty="0">
                    <a:solidFill>
                      <a:schemeClr val="tx2"/>
                    </a:solidFill>
                    <a:latin typeface="+mj-lt"/>
                    <a:ea typeface="Source Serif Pro" panose="02040603050405020204" pitchFamily="18" charset="0"/>
                  </a:rPr>
                  <a:t>%</a:t>
                </a:r>
              </a:p>
            </p:txBody>
          </p:sp>
        </p:grpSp>
        <p:sp>
          <p:nvSpPr>
            <p:cNvPr id="1165" name="Rectangle 1164">
              <a:extLst>
                <a:ext uri="{FF2B5EF4-FFF2-40B4-BE49-F238E27FC236}">
                  <a16:creationId xmlns:a16="http://schemas.microsoft.com/office/drawing/2014/main" id="{24111040-9D6B-22B4-BA5E-69A4D07DA96F}"/>
                </a:ext>
              </a:extLst>
            </p:cNvPr>
            <p:cNvSpPr/>
            <p:nvPr/>
          </p:nvSpPr>
          <p:spPr>
            <a:xfrm>
              <a:off x="5816102" y="1775117"/>
              <a:ext cx="647553" cy="2824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12000"/>
                </a:lnSpc>
                <a:spcBef>
                  <a:spcPts val="0"/>
                </a:spcBef>
                <a:spcAft>
                  <a:spcPts val="800"/>
                </a:spcAft>
                <a:buClrTx/>
                <a:buSzTx/>
                <a:buFontTx/>
                <a:buNone/>
                <a:tabLst/>
                <a:defRPr/>
              </a:pPr>
              <a:r>
                <a:rPr lang="en-US" sz="9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rPr>
                <a:t>Plastics</a:t>
              </a:r>
            </a:p>
          </p:txBody>
        </p:sp>
      </p:grpSp>
      <p:grpSp>
        <p:nvGrpSpPr>
          <p:cNvPr id="1168" name="Group 1167">
            <a:extLst>
              <a:ext uri="{FF2B5EF4-FFF2-40B4-BE49-F238E27FC236}">
                <a16:creationId xmlns:a16="http://schemas.microsoft.com/office/drawing/2014/main" id="{BBB9DD20-51A2-307C-7A32-AFBAD8FC7084}"/>
              </a:ext>
            </a:extLst>
          </p:cNvPr>
          <p:cNvGrpSpPr/>
          <p:nvPr/>
        </p:nvGrpSpPr>
        <p:grpSpPr>
          <a:xfrm>
            <a:off x="5907683" y="3237492"/>
            <a:ext cx="977876" cy="1238418"/>
            <a:chOff x="5604865" y="3157088"/>
            <a:chExt cx="1069781" cy="1354812"/>
          </a:xfrm>
        </p:grpSpPr>
        <p:pic>
          <p:nvPicPr>
            <p:cNvPr id="1169" name="Picture 1168">
              <a:extLst>
                <a:ext uri="{FF2B5EF4-FFF2-40B4-BE49-F238E27FC236}">
                  <a16:creationId xmlns:a16="http://schemas.microsoft.com/office/drawing/2014/main" id="{EF521A29-E742-7F15-D232-1AA00388AE3A}"/>
                </a:ext>
              </a:extLst>
            </p:cNvPr>
            <p:cNvPicPr>
              <a:picLocks/>
            </p:cNvPicPr>
            <p:nvPr/>
          </p:nvPicPr>
          <p:blipFill>
            <a:blip r:embed="rId9">
              <a:extLst>
                <a:ext uri="{28A0092B-C50C-407E-A947-70E740481C1C}">
                  <a14:useLocalDpi xmlns:a14="http://schemas.microsoft.com/office/drawing/2010/main" val="0"/>
                </a:ext>
              </a:extLst>
            </a:blip>
            <a:srcRect l="5023" r="5023"/>
            <a:stretch/>
          </p:blipFill>
          <p:spPr>
            <a:xfrm>
              <a:off x="5604865" y="3438420"/>
              <a:ext cx="971509" cy="971508"/>
            </a:xfrm>
            <a:prstGeom prst="ellipse">
              <a:avLst/>
            </a:prstGeom>
            <a:ln w="190500" cap="rnd">
              <a:noFill/>
              <a:prstDash val="solid"/>
            </a:ln>
            <a:effectLst/>
          </p:spPr>
        </p:pic>
        <p:grpSp>
          <p:nvGrpSpPr>
            <p:cNvPr id="1170" name="Group 1169">
              <a:extLst>
                <a:ext uri="{FF2B5EF4-FFF2-40B4-BE49-F238E27FC236}">
                  <a16:creationId xmlns:a16="http://schemas.microsoft.com/office/drawing/2014/main" id="{4D029293-A676-2CBB-AD13-D54E907B7B04}"/>
                </a:ext>
              </a:extLst>
            </p:cNvPr>
            <p:cNvGrpSpPr/>
            <p:nvPr/>
          </p:nvGrpSpPr>
          <p:grpSpPr>
            <a:xfrm>
              <a:off x="6199446" y="4035537"/>
              <a:ext cx="475200" cy="476363"/>
              <a:chOff x="3788558" y="4035537"/>
              <a:chExt cx="475200" cy="476363"/>
            </a:xfrm>
            <a:solidFill>
              <a:schemeClr val="accent3"/>
            </a:solidFill>
          </p:grpSpPr>
          <p:sp>
            <p:nvSpPr>
              <p:cNvPr id="1172" name="Google Shape;234;p23">
                <a:extLst>
                  <a:ext uri="{FF2B5EF4-FFF2-40B4-BE49-F238E27FC236}">
                    <a16:creationId xmlns:a16="http://schemas.microsoft.com/office/drawing/2014/main" id="{346D03F0-F4C2-C682-12D2-F322A3C446FC}"/>
                  </a:ext>
                </a:extLst>
              </p:cNvPr>
              <p:cNvSpPr>
                <a:spLocks noChangeAspect="1"/>
              </p:cNvSpPr>
              <p:nvPr/>
            </p:nvSpPr>
            <p:spPr>
              <a:xfrm rot="5400000">
                <a:off x="3787976" y="4036119"/>
                <a:ext cx="476363" cy="475200"/>
              </a:xfrm>
              <a:prstGeom prst="teardrop">
                <a:avLst>
                  <a:gd name="adj" fmla="val 100000"/>
                </a:avLst>
              </a:prstGeom>
              <a:solidFill>
                <a:schemeClr val="accent1"/>
              </a:solidFill>
              <a:ln>
                <a:noFill/>
              </a:ln>
              <a:effectLst>
                <a:outerShdw blurRad="152400" dist="38100" dir="21540000" algn="bl" rotWithShape="0">
                  <a:schemeClr val="bg2">
                    <a:alpha val="25000"/>
                  </a:schemeClr>
                </a:outerShdw>
              </a:effectLst>
            </p:spPr>
            <p:txBody>
              <a:bodyPr spcFirstLastPara="1" wrap="square" lIns="91425" tIns="91425" rIns="91425" bIns="91425" anchor="ctr" anchorCtr="0">
                <a:noAutofit/>
              </a:bodyPr>
              <a:lstStyle/>
              <a:p>
                <a:pPr algn="ctr" defTabSz="457200"/>
                <a:endParaRPr lang="es-CO" dirty="0"/>
              </a:p>
            </p:txBody>
          </p:sp>
          <p:sp>
            <p:nvSpPr>
              <p:cNvPr id="1173" name="Rectangle 1172">
                <a:extLst>
                  <a:ext uri="{FF2B5EF4-FFF2-40B4-BE49-F238E27FC236}">
                    <a16:creationId xmlns:a16="http://schemas.microsoft.com/office/drawing/2014/main" id="{19C41FA5-89D3-2605-09A2-F08506FEF7F0}"/>
                  </a:ext>
                </a:extLst>
              </p:cNvPr>
              <p:cNvSpPr/>
              <p:nvPr/>
            </p:nvSpPr>
            <p:spPr>
              <a:xfrm>
                <a:off x="3901440" y="4137660"/>
                <a:ext cx="248470" cy="269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1200" b="1" dirty="0">
                    <a:solidFill>
                      <a:schemeClr val="tx2"/>
                    </a:solidFill>
                    <a:latin typeface="+mj-lt"/>
                    <a:ea typeface="Source Serif Pro" panose="02040603050405020204" pitchFamily="18" charset="0"/>
                  </a:rPr>
                  <a:t>9</a:t>
                </a:r>
                <a:r>
                  <a:rPr lang="en-US" sz="800" b="1" dirty="0">
                    <a:solidFill>
                      <a:schemeClr val="tx2"/>
                    </a:solidFill>
                    <a:latin typeface="+mj-lt"/>
                    <a:ea typeface="Source Serif Pro" panose="02040603050405020204" pitchFamily="18" charset="0"/>
                  </a:rPr>
                  <a:t>%</a:t>
                </a:r>
              </a:p>
            </p:txBody>
          </p:sp>
        </p:grpSp>
        <p:sp>
          <p:nvSpPr>
            <p:cNvPr id="1171" name="Rectangle 1170">
              <a:extLst>
                <a:ext uri="{FF2B5EF4-FFF2-40B4-BE49-F238E27FC236}">
                  <a16:creationId xmlns:a16="http://schemas.microsoft.com/office/drawing/2014/main" id="{EF2318A1-5644-AD5B-C7BE-5BF92854EBD8}"/>
                </a:ext>
              </a:extLst>
            </p:cNvPr>
            <p:cNvSpPr/>
            <p:nvPr/>
          </p:nvSpPr>
          <p:spPr>
            <a:xfrm>
              <a:off x="5816105" y="3157088"/>
              <a:ext cx="647553" cy="2824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12000"/>
                </a:lnSpc>
                <a:spcBef>
                  <a:spcPts val="0"/>
                </a:spcBef>
                <a:spcAft>
                  <a:spcPts val="800"/>
                </a:spcAft>
                <a:buClrTx/>
                <a:buSzTx/>
                <a:buFontTx/>
                <a:buNone/>
                <a:tabLst/>
                <a:defRPr/>
              </a:pPr>
              <a:r>
                <a:rPr lang="en-US" sz="9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rPr>
                <a:t>Coatings</a:t>
              </a:r>
              <a:endParaRPr lang="en-US" sz="8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endParaRPr>
            </a:p>
          </p:txBody>
        </p:sp>
      </p:grpSp>
      <p:grpSp>
        <p:nvGrpSpPr>
          <p:cNvPr id="1174" name="Group 1173">
            <a:extLst>
              <a:ext uri="{FF2B5EF4-FFF2-40B4-BE49-F238E27FC236}">
                <a16:creationId xmlns:a16="http://schemas.microsoft.com/office/drawing/2014/main" id="{D0F27158-4550-7989-A93C-F6E8750A5270}"/>
              </a:ext>
            </a:extLst>
          </p:cNvPr>
          <p:cNvGrpSpPr/>
          <p:nvPr/>
        </p:nvGrpSpPr>
        <p:grpSpPr>
          <a:xfrm>
            <a:off x="5907682" y="4554730"/>
            <a:ext cx="977878" cy="1236470"/>
            <a:chOff x="5604863" y="4539058"/>
            <a:chExt cx="1069783" cy="1352682"/>
          </a:xfrm>
        </p:grpSpPr>
        <p:pic>
          <p:nvPicPr>
            <p:cNvPr id="1175" name="Picture 1174">
              <a:extLst>
                <a:ext uri="{FF2B5EF4-FFF2-40B4-BE49-F238E27FC236}">
                  <a16:creationId xmlns:a16="http://schemas.microsoft.com/office/drawing/2014/main" id="{08131569-5D3E-B9D6-40A6-2122EAFE844B}"/>
                </a:ext>
              </a:extLst>
            </p:cNvPr>
            <p:cNvPicPr>
              <a:picLocks/>
            </p:cNvPicPr>
            <p:nvPr/>
          </p:nvPicPr>
          <p:blipFill>
            <a:blip r:embed="rId10">
              <a:extLst>
                <a:ext uri="{28A0092B-C50C-407E-A947-70E740481C1C}">
                  <a14:useLocalDpi xmlns:a14="http://schemas.microsoft.com/office/drawing/2010/main" val="0"/>
                </a:ext>
                <a:ext uri="{837473B0-CC2E-450A-ABE3-18F120FF3D39}">
                  <a1611:picAttrSrcUrl xmlns:a1611="http://schemas.microsoft.com/office/drawing/2016/11/main" r:id="rId11"/>
                </a:ext>
              </a:extLst>
            </a:blip>
            <a:srcRect l="13861" r="13861"/>
            <a:stretch/>
          </p:blipFill>
          <p:spPr>
            <a:xfrm>
              <a:off x="5604863" y="4820391"/>
              <a:ext cx="971508" cy="971507"/>
            </a:xfrm>
            <a:prstGeom prst="ellipse">
              <a:avLst/>
            </a:prstGeom>
            <a:ln w="190500" cap="rnd">
              <a:noFill/>
              <a:prstDash val="solid"/>
            </a:ln>
            <a:effectLst/>
          </p:spPr>
        </p:pic>
        <p:grpSp>
          <p:nvGrpSpPr>
            <p:cNvPr id="1176" name="Group 1175">
              <a:extLst>
                <a:ext uri="{FF2B5EF4-FFF2-40B4-BE49-F238E27FC236}">
                  <a16:creationId xmlns:a16="http://schemas.microsoft.com/office/drawing/2014/main" id="{09737484-A1CC-B78F-B219-5E60C02A010C}"/>
                </a:ext>
              </a:extLst>
            </p:cNvPr>
            <p:cNvGrpSpPr/>
            <p:nvPr/>
          </p:nvGrpSpPr>
          <p:grpSpPr>
            <a:xfrm>
              <a:off x="6199446" y="5415377"/>
              <a:ext cx="475200" cy="476363"/>
              <a:chOff x="3788558" y="5415377"/>
              <a:chExt cx="475200" cy="476363"/>
            </a:xfrm>
            <a:solidFill>
              <a:schemeClr val="accent3"/>
            </a:solidFill>
          </p:grpSpPr>
          <p:sp>
            <p:nvSpPr>
              <p:cNvPr id="1178" name="Google Shape;234;p23">
                <a:extLst>
                  <a:ext uri="{FF2B5EF4-FFF2-40B4-BE49-F238E27FC236}">
                    <a16:creationId xmlns:a16="http://schemas.microsoft.com/office/drawing/2014/main" id="{22C250A0-B78F-14D3-B0B3-B348614CA1E5}"/>
                  </a:ext>
                </a:extLst>
              </p:cNvPr>
              <p:cNvSpPr>
                <a:spLocks noChangeAspect="1"/>
              </p:cNvSpPr>
              <p:nvPr/>
            </p:nvSpPr>
            <p:spPr>
              <a:xfrm rot="5400000">
                <a:off x="3787976" y="5415959"/>
                <a:ext cx="476363" cy="475200"/>
              </a:xfrm>
              <a:prstGeom prst="teardrop">
                <a:avLst>
                  <a:gd name="adj" fmla="val 100000"/>
                </a:avLst>
              </a:prstGeom>
              <a:solidFill>
                <a:schemeClr val="accent1"/>
              </a:solidFill>
              <a:ln>
                <a:noFill/>
              </a:ln>
              <a:effectLst>
                <a:outerShdw blurRad="152400" dist="38100" dir="21540000" algn="bl" rotWithShape="0">
                  <a:schemeClr val="bg2">
                    <a:alpha val="25000"/>
                  </a:schemeClr>
                </a:outerShdw>
              </a:effectLst>
            </p:spPr>
            <p:txBody>
              <a:bodyPr spcFirstLastPara="1" wrap="square" lIns="91425" tIns="91425" rIns="91425" bIns="91425" anchor="ctr" anchorCtr="0">
                <a:noAutofit/>
              </a:bodyPr>
              <a:lstStyle/>
              <a:p>
                <a:pPr algn="ctr" defTabSz="457200"/>
                <a:endParaRPr lang="es-CO" dirty="0"/>
              </a:p>
            </p:txBody>
          </p:sp>
          <p:sp>
            <p:nvSpPr>
              <p:cNvPr id="1179" name="Rectangle 1178">
                <a:extLst>
                  <a:ext uri="{FF2B5EF4-FFF2-40B4-BE49-F238E27FC236}">
                    <a16:creationId xmlns:a16="http://schemas.microsoft.com/office/drawing/2014/main" id="{09158E6E-1BB3-515B-5C10-985E97D9CE3A}"/>
                  </a:ext>
                </a:extLst>
              </p:cNvPr>
              <p:cNvSpPr/>
              <p:nvPr/>
            </p:nvSpPr>
            <p:spPr>
              <a:xfrm>
                <a:off x="3916681" y="5516880"/>
                <a:ext cx="217992" cy="2754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1200" b="1" noProof="0" dirty="0">
                    <a:solidFill>
                      <a:schemeClr val="tx2"/>
                    </a:solidFill>
                    <a:latin typeface="+mj-lt"/>
                    <a:ea typeface="Source Serif Pro" panose="02040603050405020204" pitchFamily="18" charset="0"/>
                  </a:rPr>
                  <a:t>2</a:t>
                </a:r>
                <a:r>
                  <a:rPr lang="en-US" sz="800" b="1" dirty="0">
                    <a:solidFill>
                      <a:schemeClr val="tx2"/>
                    </a:solidFill>
                    <a:latin typeface="+mj-lt"/>
                    <a:ea typeface="Source Serif Pro" panose="02040603050405020204" pitchFamily="18" charset="0"/>
                  </a:rPr>
                  <a:t>%</a:t>
                </a:r>
              </a:p>
            </p:txBody>
          </p:sp>
        </p:grpSp>
        <p:sp>
          <p:nvSpPr>
            <p:cNvPr id="1177" name="Rectangle 1176">
              <a:extLst>
                <a:ext uri="{FF2B5EF4-FFF2-40B4-BE49-F238E27FC236}">
                  <a16:creationId xmlns:a16="http://schemas.microsoft.com/office/drawing/2014/main" id="{51C5A445-6AD1-1EC5-C523-17A1E70E09B1}"/>
                </a:ext>
              </a:extLst>
            </p:cNvPr>
            <p:cNvSpPr/>
            <p:nvPr/>
          </p:nvSpPr>
          <p:spPr>
            <a:xfrm>
              <a:off x="5816107" y="4539058"/>
              <a:ext cx="647553" cy="2824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12000"/>
                </a:lnSpc>
                <a:spcBef>
                  <a:spcPts val="0"/>
                </a:spcBef>
                <a:spcAft>
                  <a:spcPts val="800"/>
                </a:spcAft>
                <a:buClrTx/>
                <a:buSzTx/>
                <a:buFontTx/>
                <a:buNone/>
                <a:tabLst/>
                <a:defRPr/>
              </a:pPr>
              <a:r>
                <a:rPr lang="en-US" sz="9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rPr>
                <a:t>Others</a:t>
              </a:r>
            </a:p>
          </p:txBody>
        </p:sp>
      </p:grpSp>
      <p:sp>
        <p:nvSpPr>
          <p:cNvPr id="1180" name="Google Shape;234;p23">
            <a:extLst>
              <a:ext uri="{FF2B5EF4-FFF2-40B4-BE49-F238E27FC236}">
                <a16:creationId xmlns:a16="http://schemas.microsoft.com/office/drawing/2014/main" id="{33E7AF22-EB6E-E5D6-4FB9-74CB4915FBE2}"/>
              </a:ext>
            </a:extLst>
          </p:cNvPr>
          <p:cNvSpPr>
            <a:spLocks noChangeAspect="1"/>
          </p:cNvSpPr>
          <p:nvPr/>
        </p:nvSpPr>
        <p:spPr>
          <a:xfrm rot="5400000">
            <a:off x="3495501" y="4397054"/>
            <a:ext cx="1367969" cy="1364628"/>
          </a:xfrm>
          <a:prstGeom prst="teardrop">
            <a:avLst>
              <a:gd name="adj" fmla="val 100000"/>
            </a:avLst>
          </a:prstGeom>
          <a:noFill/>
          <a:ln>
            <a:solidFill>
              <a:schemeClr val="accent1"/>
            </a:solidFill>
          </a:ln>
          <a:effectLst>
            <a:outerShdw blurRad="628650" dist="133350" dir="8400000" algn="bl" rotWithShape="0">
              <a:srgbClr val="2E4D58">
                <a:alpha val="25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s-CO" dirty="0"/>
              <a:t> </a:t>
            </a:r>
          </a:p>
        </p:txBody>
      </p:sp>
      <p:sp>
        <p:nvSpPr>
          <p:cNvPr id="1181" name="Rectangle 1180">
            <a:extLst>
              <a:ext uri="{FF2B5EF4-FFF2-40B4-BE49-F238E27FC236}">
                <a16:creationId xmlns:a16="http://schemas.microsoft.com/office/drawing/2014/main" id="{30CE85A1-C4B6-EA1E-455E-24F860775B93}"/>
              </a:ext>
            </a:extLst>
          </p:cNvPr>
          <p:cNvSpPr/>
          <p:nvPr/>
        </p:nvSpPr>
        <p:spPr>
          <a:xfrm>
            <a:off x="3555647" y="2274937"/>
            <a:ext cx="1513350" cy="15805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numCol="1" spcCol="180000" rtlCol="0" anchor="t" anchorCtr="0">
            <a:spAutoFit/>
          </a:bodyPr>
          <a:lstStyle/>
          <a:p>
            <a:pPr marL="207450" marR="0" lvl="0" indent="-171450" defTabSz="914400" rtl="0" eaLnBrk="1" fontAlgn="auto" latinLnBrk="0" hangingPunct="1">
              <a:lnSpc>
                <a:spcPct val="130000"/>
              </a:lnSpc>
              <a:spcBef>
                <a:spcPts val="0"/>
              </a:spcBef>
              <a:spcAft>
                <a:spcPts val="800"/>
              </a:spcAft>
              <a:buClr>
                <a:schemeClr val="accent2"/>
              </a:buClr>
              <a:buSzTx/>
              <a:buFont typeface="Arial" panose="020B0604020202020204" pitchFamily="34" charset="0"/>
              <a:buChar char="•"/>
              <a:tabLst/>
              <a:defRPr/>
            </a:pPr>
            <a:r>
              <a:rPr kumimoji="0" lang="en-US" sz="900" i="0" u="none" strike="noStrike" kern="1200" cap="none" spc="-20" normalizeH="0" noProof="0" dirty="0">
                <a:ln>
                  <a:noFill/>
                </a:ln>
                <a:solidFill>
                  <a:schemeClr val="tx1"/>
                </a:solidFill>
                <a:effectLst/>
                <a:uLnTx/>
                <a:uFillTx/>
                <a:latin typeface="Poppins Medium" panose="00000600000000000000" pitchFamily="2" charset="0"/>
                <a:ea typeface="Source Serif Pro" panose="02040603050405020204" pitchFamily="18" charset="0"/>
                <a:cs typeface="Poppins Medium" panose="00000600000000000000" pitchFamily="2" charset="0"/>
              </a:rPr>
              <a:t>PET</a:t>
            </a:r>
          </a:p>
          <a:p>
            <a:pPr marL="207450" marR="0" lvl="0" indent="-171450" defTabSz="914400" rtl="0" eaLnBrk="1" fontAlgn="auto" latinLnBrk="0" hangingPunct="1">
              <a:lnSpc>
                <a:spcPct val="130000"/>
              </a:lnSpc>
              <a:spcBef>
                <a:spcPts val="0"/>
              </a:spcBef>
              <a:spcAft>
                <a:spcPts val="800"/>
              </a:spcAft>
              <a:buClr>
                <a:schemeClr val="accent2"/>
              </a:buClr>
              <a:buSzTx/>
              <a:buFont typeface="Arial" panose="020B0604020202020204" pitchFamily="34" charset="0"/>
              <a:buChar char="•"/>
              <a:tabLst/>
              <a:defRPr/>
            </a:pPr>
            <a:r>
              <a:rPr kumimoji="0" lang="en-US" sz="900" i="0" u="none" strike="noStrike" kern="1200" cap="none" spc="-20" normalizeH="0" noProof="0" dirty="0">
                <a:ln>
                  <a:noFill/>
                </a:ln>
                <a:solidFill>
                  <a:schemeClr val="tx1"/>
                </a:solidFill>
                <a:effectLst/>
                <a:uLnTx/>
                <a:uFillTx/>
                <a:latin typeface="Poppins Medium" panose="00000600000000000000" pitchFamily="2" charset="0"/>
                <a:ea typeface="Source Serif Pro" panose="02040603050405020204" pitchFamily="18" charset="0"/>
                <a:cs typeface="Poppins Medium" panose="00000600000000000000" pitchFamily="2" charset="0"/>
              </a:rPr>
              <a:t>Polystyrene</a:t>
            </a:r>
          </a:p>
          <a:p>
            <a:pPr marL="207450" marR="0" lvl="0" indent="-171450" defTabSz="914400" rtl="0" eaLnBrk="1" fontAlgn="auto" latinLnBrk="0" hangingPunct="1">
              <a:lnSpc>
                <a:spcPct val="130000"/>
              </a:lnSpc>
              <a:spcBef>
                <a:spcPts val="0"/>
              </a:spcBef>
              <a:spcAft>
                <a:spcPts val="800"/>
              </a:spcAft>
              <a:buClr>
                <a:schemeClr val="accent2"/>
              </a:buClr>
              <a:buSzTx/>
              <a:buFont typeface="Arial" panose="020B0604020202020204" pitchFamily="34" charset="0"/>
              <a:buChar char="•"/>
              <a:tabLst/>
              <a:defRPr/>
            </a:pPr>
            <a:r>
              <a:rPr kumimoji="0" lang="en-US" sz="900" i="0" u="none" strike="noStrike" kern="1200" cap="none" spc="-20" normalizeH="0" noProof="0" dirty="0">
                <a:ln>
                  <a:noFill/>
                </a:ln>
                <a:solidFill>
                  <a:schemeClr val="tx1"/>
                </a:solidFill>
                <a:effectLst/>
                <a:uLnTx/>
                <a:uFillTx/>
                <a:latin typeface="Poppins Medium" panose="00000600000000000000" pitchFamily="2" charset="0"/>
                <a:ea typeface="Source Serif Pro" panose="02040603050405020204" pitchFamily="18" charset="0"/>
                <a:cs typeface="Poppins Medium" panose="00000600000000000000" pitchFamily="2" charset="0"/>
              </a:rPr>
              <a:t>Polypropylene</a:t>
            </a:r>
          </a:p>
          <a:p>
            <a:pPr marL="207450" marR="0" lvl="0" indent="-171450" defTabSz="914400" rtl="0" eaLnBrk="1" fontAlgn="auto" latinLnBrk="0" hangingPunct="1">
              <a:lnSpc>
                <a:spcPct val="130000"/>
              </a:lnSpc>
              <a:spcBef>
                <a:spcPts val="0"/>
              </a:spcBef>
              <a:spcAft>
                <a:spcPts val="800"/>
              </a:spcAft>
              <a:buClr>
                <a:schemeClr val="accent2"/>
              </a:buClr>
              <a:buSzTx/>
              <a:buFont typeface="Arial" panose="020B0604020202020204" pitchFamily="34" charset="0"/>
              <a:buChar char="•"/>
              <a:tabLst/>
              <a:defRPr/>
            </a:pPr>
            <a:r>
              <a:rPr kumimoji="0" lang="en-US" sz="900" i="0" u="none" strike="noStrike" kern="1200" cap="none" spc="-20" normalizeH="0" noProof="0" dirty="0">
                <a:ln>
                  <a:noFill/>
                </a:ln>
                <a:solidFill>
                  <a:schemeClr val="tx1"/>
                </a:solidFill>
                <a:effectLst/>
                <a:uLnTx/>
                <a:uFillTx/>
                <a:latin typeface="Poppins Medium" panose="00000600000000000000" pitchFamily="2" charset="0"/>
                <a:ea typeface="Source Serif Pro" panose="02040603050405020204" pitchFamily="18" charset="0"/>
                <a:cs typeface="Poppins Medium" panose="00000600000000000000" pitchFamily="2" charset="0"/>
              </a:rPr>
              <a:t>Titanium Dioxide</a:t>
            </a:r>
          </a:p>
          <a:p>
            <a:pPr marL="207450" marR="0" lvl="0" indent="-171450" defTabSz="914400" rtl="0" eaLnBrk="1" fontAlgn="auto" latinLnBrk="0" hangingPunct="1">
              <a:lnSpc>
                <a:spcPct val="130000"/>
              </a:lnSpc>
              <a:spcBef>
                <a:spcPts val="0"/>
              </a:spcBef>
              <a:spcAft>
                <a:spcPts val="800"/>
              </a:spcAft>
              <a:buClr>
                <a:schemeClr val="accent2"/>
              </a:buClr>
              <a:buSzTx/>
              <a:buFont typeface="Arial" panose="020B0604020202020204" pitchFamily="34" charset="0"/>
              <a:buChar char="•"/>
              <a:tabLst/>
              <a:defRPr/>
            </a:pPr>
            <a:r>
              <a:rPr kumimoji="0" lang="en-US" sz="900" i="0" u="none" strike="noStrike" kern="1200" cap="none" spc="-20" normalizeH="0" noProof="0" dirty="0">
                <a:ln>
                  <a:noFill/>
                </a:ln>
                <a:solidFill>
                  <a:schemeClr val="tx1"/>
                </a:solidFill>
                <a:effectLst/>
                <a:uLnTx/>
                <a:uFillTx/>
                <a:latin typeface="Poppins Medium" panose="00000600000000000000" pitchFamily="2" charset="0"/>
                <a:ea typeface="Source Serif Pro" panose="02040603050405020204" pitchFamily="18" charset="0"/>
                <a:cs typeface="Poppins Medium" panose="00000600000000000000" pitchFamily="2" charset="0"/>
              </a:rPr>
              <a:t>PVC Compounds</a:t>
            </a:r>
          </a:p>
          <a:p>
            <a:pPr marL="207450" marR="0" lvl="0" indent="-171450" defTabSz="914400" rtl="0" eaLnBrk="1" fontAlgn="auto" latinLnBrk="0" hangingPunct="1">
              <a:lnSpc>
                <a:spcPct val="130000"/>
              </a:lnSpc>
              <a:spcBef>
                <a:spcPts val="0"/>
              </a:spcBef>
              <a:spcAft>
                <a:spcPts val="800"/>
              </a:spcAft>
              <a:buClr>
                <a:schemeClr val="accent2"/>
              </a:buClr>
              <a:buSzTx/>
              <a:buFont typeface="Arial" panose="020B0604020202020204" pitchFamily="34" charset="0"/>
              <a:buChar char="•"/>
              <a:tabLst/>
              <a:defRPr/>
            </a:pPr>
            <a:r>
              <a:rPr kumimoji="0" lang="en-US" sz="900" i="0" u="none" strike="noStrike" kern="1200" cap="none" spc="-20" normalizeH="0" noProof="0" dirty="0">
                <a:ln>
                  <a:noFill/>
                </a:ln>
                <a:solidFill>
                  <a:schemeClr val="tx1"/>
                </a:solidFill>
                <a:effectLst/>
                <a:uLnTx/>
                <a:uFillTx/>
                <a:latin typeface="Poppins Medium" panose="00000600000000000000" pitchFamily="2" charset="0"/>
                <a:ea typeface="Source Serif Pro" panose="02040603050405020204" pitchFamily="18" charset="0"/>
                <a:cs typeface="Poppins Medium" panose="00000600000000000000" pitchFamily="2" charset="0"/>
              </a:rPr>
              <a:t>Nylon 6</a:t>
            </a:r>
          </a:p>
        </p:txBody>
      </p:sp>
      <p:sp>
        <p:nvSpPr>
          <p:cNvPr id="1182" name="TextBox 1181">
            <a:extLst>
              <a:ext uri="{FF2B5EF4-FFF2-40B4-BE49-F238E27FC236}">
                <a16:creationId xmlns:a16="http://schemas.microsoft.com/office/drawing/2014/main" id="{4772BCA7-67FB-FBD2-44E4-A744A819D642}"/>
              </a:ext>
            </a:extLst>
          </p:cNvPr>
          <p:cNvSpPr txBox="1"/>
          <p:nvPr/>
        </p:nvSpPr>
        <p:spPr>
          <a:xfrm>
            <a:off x="3672710" y="4764250"/>
            <a:ext cx="1013551" cy="677108"/>
          </a:xfrm>
          <a:prstGeom prst="rect">
            <a:avLst/>
          </a:prstGeom>
          <a:noFill/>
        </p:spPr>
        <p:txBody>
          <a:bodyPr wrap="square" lIns="0" tIns="0" rIns="0" bIns="0" rtlCol="0" anchor="ctr">
            <a:spAutoFit/>
          </a:bodyPr>
          <a:lstStyle/>
          <a:p>
            <a:pPr algn="ctr"/>
            <a:r>
              <a:rPr lang="pt-BR" sz="2800" b="1" dirty="0">
                <a:solidFill>
                  <a:schemeClr val="bg2"/>
                </a:solidFill>
                <a:latin typeface="+mj-lt"/>
                <a:ea typeface="Source Serif Pro Black" panose="02040903050405020204" pitchFamily="18" charset="0"/>
              </a:rPr>
              <a:t>69</a:t>
            </a:r>
            <a:r>
              <a:rPr lang="pt-BR" sz="1400" b="1" dirty="0">
                <a:solidFill>
                  <a:schemeClr val="bg2"/>
                </a:solidFill>
                <a:latin typeface="+mj-lt"/>
                <a:ea typeface="Source Serif Pro Black" panose="02040903050405020204" pitchFamily="18" charset="0"/>
              </a:rPr>
              <a:t>%</a:t>
            </a:r>
            <a:r>
              <a:rPr lang="pt-BR" b="1" dirty="0">
                <a:solidFill>
                  <a:schemeClr val="bg2"/>
                </a:solidFill>
                <a:latin typeface="+mj-lt"/>
                <a:ea typeface="Source Serif Pro Black" panose="02040903050405020204" pitchFamily="18" charset="0"/>
              </a:rPr>
              <a:t> </a:t>
            </a:r>
            <a:endParaRPr lang="en-US" b="1" dirty="0">
              <a:solidFill>
                <a:schemeClr val="bg2"/>
              </a:solidFill>
              <a:latin typeface="+mj-lt"/>
              <a:ea typeface="Source Serif Pro Black" panose="02040903050405020204" pitchFamily="18" charset="0"/>
            </a:endParaRPr>
          </a:p>
          <a:p>
            <a:pPr algn="ctr"/>
            <a:r>
              <a:rPr lang="en-US" sz="800" dirty="0">
                <a:latin typeface="+mj-lt"/>
                <a:ea typeface="Source Serif Pro" panose="02040603050405020204" pitchFamily="18" charset="0"/>
              </a:rPr>
              <a:t>of FY24</a:t>
            </a:r>
            <a:br>
              <a:rPr lang="en-US" sz="800" dirty="0">
                <a:latin typeface="+mj-lt"/>
                <a:ea typeface="Source Serif Pro" panose="02040603050405020204" pitchFamily="18" charset="0"/>
              </a:rPr>
            </a:br>
            <a:r>
              <a:rPr lang="en-US" sz="800" dirty="0">
                <a:latin typeface="+mj-lt"/>
                <a:ea typeface="Source Serif Pro" panose="02040603050405020204" pitchFamily="18" charset="0"/>
              </a:rPr>
              <a:t>Gross Profit</a:t>
            </a:r>
          </a:p>
        </p:txBody>
      </p:sp>
      <p:sp>
        <p:nvSpPr>
          <p:cNvPr id="1183" name="Rectangle 1182">
            <a:extLst>
              <a:ext uri="{FF2B5EF4-FFF2-40B4-BE49-F238E27FC236}">
                <a16:creationId xmlns:a16="http://schemas.microsoft.com/office/drawing/2014/main" id="{E3614BAD-27E3-E2A9-18AE-AED708BF3642}"/>
              </a:ext>
            </a:extLst>
          </p:cNvPr>
          <p:cNvSpPr/>
          <p:nvPr/>
        </p:nvSpPr>
        <p:spPr>
          <a:xfrm>
            <a:off x="3555647" y="1716948"/>
            <a:ext cx="934152" cy="365356"/>
          </a:xfrm>
          <a:prstGeom prst="rect">
            <a:avLst/>
          </a:prstGeom>
        </p:spPr>
        <p:txBody>
          <a:bodyPr vert="horz" wrap="square" lIns="0" tIns="0" rIns="0" bIns="0" rtlCol="0" anchor="ctr">
            <a:spAutoFit/>
          </a:bodyPr>
          <a:lstStyle/>
          <a:p>
            <a:pPr>
              <a:lnSpc>
                <a:spcPct val="110000"/>
              </a:lnSpc>
              <a:spcAft>
                <a:spcPts val="800"/>
              </a:spcAft>
            </a:pPr>
            <a:r>
              <a:rPr lang="en-US" sz="110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Portfolio                    of solutions</a:t>
            </a:r>
          </a:p>
        </p:txBody>
      </p:sp>
      <p:cxnSp>
        <p:nvCxnSpPr>
          <p:cNvPr id="1184" name="Conector recto 23">
            <a:extLst>
              <a:ext uri="{FF2B5EF4-FFF2-40B4-BE49-F238E27FC236}">
                <a16:creationId xmlns:a16="http://schemas.microsoft.com/office/drawing/2014/main" id="{5AE8124D-6168-1712-CB49-790F8B2412EE}"/>
              </a:ext>
            </a:extLst>
          </p:cNvPr>
          <p:cNvCxnSpPr>
            <a:cxnSpLocks/>
          </p:cNvCxnSpPr>
          <p:nvPr/>
        </p:nvCxnSpPr>
        <p:spPr>
          <a:xfrm>
            <a:off x="7417436" y="1690159"/>
            <a:ext cx="0" cy="4069933"/>
          </a:xfrm>
          <a:prstGeom prst="line">
            <a:avLst/>
          </a:prstGeom>
          <a:ln>
            <a:solidFill>
              <a:srgbClr val="EEE7E7"/>
            </a:solidFill>
          </a:ln>
        </p:spPr>
        <p:style>
          <a:lnRef idx="1">
            <a:schemeClr val="accent1"/>
          </a:lnRef>
          <a:fillRef idx="0">
            <a:schemeClr val="accent1"/>
          </a:fillRef>
          <a:effectRef idx="0">
            <a:schemeClr val="accent1"/>
          </a:effectRef>
          <a:fontRef idx="minor">
            <a:schemeClr val="tx1"/>
          </a:fontRef>
        </p:style>
      </p:cxnSp>
      <p:cxnSp>
        <p:nvCxnSpPr>
          <p:cNvPr id="1185" name="Conector recto 23">
            <a:extLst>
              <a:ext uri="{FF2B5EF4-FFF2-40B4-BE49-F238E27FC236}">
                <a16:creationId xmlns:a16="http://schemas.microsoft.com/office/drawing/2014/main" id="{8CE451A5-10E2-E81E-8EF4-8FA9951996D1}"/>
              </a:ext>
            </a:extLst>
          </p:cNvPr>
          <p:cNvCxnSpPr>
            <a:cxnSpLocks/>
          </p:cNvCxnSpPr>
          <p:nvPr/>
        </p:nvCxnSpPr>
        <p:spPr>
          <a:xfrm>
            <a:off x="5375806" y="1690159"/>
            <a:ext cx="0" cy="4069933"/>
          </a:xfrm>
          <a:prstGeom prst="line">
            <a:avLst/>
          </a:prstGeom>
          <a:ln>
            <a:solidFill>
              <a:srgbClr val="EEE7E7"/>
            </a:solidFill>
          </a:ln>
        </p:spPr>
        <p:style>
          <a:lnRef idx="1">
            <a:schemeClr val="accent1"/>
          </a:lnRef>
          <a:fillRef idx="0">
            <a:schemeClr val="accent1"/>
          </a:fillRef>
          <a:effectRef idx="0">
            <a:schemeClr val="accent1"/>
          </a:effectRef>
          <a:fontRef idx="minor">
            <a:schemeClr val="tx1"/>
          </a:fontRef>
        </p:style>
      </p:cxnSp>
      <p:sp>
        <p:nvSpPr>
          <p:cNvPr id="1186" name="TextBox 1185">
            <a:extLst>
              <a:ext uri="{FF2B5EF4-FFF2-40B4-BE49-F238E27FC236}">
                <a16:creationId xmlns:a16="http://schemas.microsoft.com/office/drawing/2014/main" id="{A2822A15-C163-5016-D049-1C993A3E336B}"/>
              </a:ext>
            </a:extLst>
          </p:cNvPr>
          <p:cNvSpPr txBox="1"/>
          <p:nvPr/>
        </p:nvSpPr>
        <p:spPr>
          <a:xfrm>
            <a:off x="9179758" y="2371031"/>
            <a:ext cx="829121" cy="492443"/>
          </a:xfrm>
          <a:prstGeom prst="rect">
            <a:avLst/>
          </a:prstGeom>
          <a:noFill/>
        </p:spPr>
        <p:txBody>
          <a:bodyPr wrap="square" lIns="0" tIns="0" rIns="0" bIns="0" rtlCol="0" anchor="ctr">
            <a:spAutoFit/>
          </a:bodyPr>
          <a:lstStyle/>
          <a:p>
            <a:pPr algn="ctr"/>
            <a:r>
              <a:rPr lang="pt-BR" sz="2000" b="1" baseline="15000" dirty="0">
                <a:latin typeface="+mj-lt"/>
                <a:ea typeface="Source Serif Pro Black" panose="02040903050405020204" pitchFamily="18" charset="0"/>
              </a:rPr>
              <a:t>+</a:t>
            </a:r>
            <a:r>
              <a:rPr lang="pt-BR" sz="2400" b="1" dirty="0">
                <a:latin typeface="+mj-lt"/>
                <a:ea typeface="Source Serif Pro Black" panose="02040903050405020204" pitchFamily="18" charset="0"/>
              </a:rPr>
              <a:t>221</a:t>
            </a:r>
            <a:endParaRPr lang="en-US" sz="1600" b="1" dirty="0">
              <a:latin typeface="+mj-lt"/>
              <a:ea typeface="Source Serif Pro Black" panose="02040903050405020204" pitchFamily="18" charset="0"/>
            </a:endParaRPr>
          </a:p>
          <a:p>
            <a:pPr algn="ctr"/>
            <a:r>
              <a:rPr lang="en-US" sz="800" dirty="0">
                <a:latin typeface="+mj-lt"/>
                <a:ea typeface="Source Serif Pro" panose="02040603050405020204" pitchFamily="18" charset="0"/>
              </a:rPr>
              <a:t># of SKUs</a:t>
            </a:r>
          </a:p>
        </p:txBody>
      </p:sp>
      <p:sp>
        <p:nvSpPr>
          <p:cNvPr id="1187" name="TextBox 1186">
            <a:extLst>
              <a:ext uri="{FF2B5EF4-FFF2-40B4-BE49-F238E27FC236}">
                <a16:creationId xmlns:a16="http://schemas.microsoft.com/office/drawing/2014/main" id="{38CCFD57-800E-2CE2-3818-EA0065CB970E}"/>
              </a:ext>
            </a:extLst>
          </p:cNvPr>
          <p:cNvSpPr txBox="1"/>
          <p:nvPr/>
        </p:nvSpPr>
        <p:spPr>
          <a:xfrm>
            <a:off x="10604361" y="2371031"/>
            <a:ext cx="1099740" cy="492443"/>
          </a:xfrm>
          <a:prstGeom prst="rect">
            <a:avLst/>
          </a:prstGeom>
          <a:noFill/>
        </p:spPr>
        <p:txBody>
          <a:bodyPr wrap="square" lIns="0" tIns="0" rIns="0" bIns="0" rtlCol="0" anchor="ctr">
            <a:spAutoFit/>
          </a:bodyPr>
          <a:lstStyle/>
          <a:p>
            <a:pPr algn="ctr"/>
            <a:r>
              <a:rPr lang="pt-BR" sz="2000" b="1" baseline="15000" dirty="0">
                <a:latin typeface="+mj-lt"/>
                <a:ea typeface="Source Serif Pro Black" panose="02040903050405020204" pitchFamily="18" charset="0"/>
              </a:rPr>
              <a:t>~</a:t>
            </a:r>
            <a:r>
              <a:rPr lang="pt-BR" sz="2400" b="1" dirty="0">
                <a:latin typeface="+mj-lt"/>
                <a:ea typeface="Source Serif Pro Black" panose="02040903050405020204" pitchFamily="18" charset="0"/>
              </a:rPr>
              <a:t>8</a:t>
            </a:r>
            <a:r>
              <a:rPr lang="pt-BR" sz="1200" b="1" dirty="0">
                <a:latin typeface="+mj-lt"/>
                <a:ea typeface="Source Serif Pro Black" panose="02040903050405020204" pitchFamily="18" charset="0"/>
              </a:rPr>
              <a:t>%</a:t>
            </a:r>
            <a:endParaRPr lang="en-US" sz="1200" b="1" dirty="0">
              <a:latin typeface="+mj-lt"/>
              <a:ea typeface="Source Serif Pro Black" panose="02040903050405020204" pitchFamily="18" charset="0"/>
            </a:endParaRPr>
          </a:p>
          <a:p>
            <a:pPr algn="ctr"/>
            <a:r>
              <a:rPr lang="en-US" sz="800" dirty="0">
                <a:latin typeface="+mj-lt"/>
                <a:ea typeface="Source Serif Pro" panose="02040603050405020204" pitchFamily="18" charset="0"/>
              </a:rPr>
              <a:t>Gross Margin FY24</a:t>
            </a:r>
          </a:p>
        </p:txBody>
      </p:sp>
      <p:grpSp>
        <p:nvGrpSpPr>
          <p:cNvPr id="1188" name="Agrupar 888">
            <a:extLst>
              <a:ext uri="{FF2B5EF4-FFF2-40B4-BE49-F238E27FC236}">
                <a16:creationId xmlns:a16="http://schemas.microsoft.com/office/drawing/2014/main" id="{93930A16-07E2-4536-2285-8EA5DED46281}"/>
              </a:ext>
            </a:extLst>
          </p:cNvPr>
          <p:cNvGrpSpPr/>
          <p:nvPr/>
        </p:nvGrpSpPr>
        <p:grpSpPr>
          <a:xfrm>
            <a:off x="9416428" y="1863750"/>
            <a:ext cx="355780" cy="373814"/>
            <a:chOff x="4321175" y="4210051"/>
            <a:chExt cx="344488" cy="361950"/>
          </a:xfrm>
        </p:grpSpPr>
        <p:sp>
          <p:nvSpPr>
            <p:cNvPr id="1189" name="Freeform 694">
              <a:extLst>
                <a:ext uri="{FF2B5EF4-FFF2-40B4-BE49-F238E27FC236}">
                  <a16:creationId xmlns:a16="http://schemas.microsoft.com/office/drawing/2014/main" id="{5E390825-A868-FC17-D986-53941A9F0211}"/>
                </a:ext>
              </a:extLst>
            </p:cNvPr>
            <p:cNvSpPr>
              <a:spLocks/>
            </p:cNvSpPr>
            <p:nvPr/>
          </p:nvSpPr>
          <p:spPr bwMode="auto">
            <a:xfrm>
              <a:off x="4371975" y="4281488"/>
              <a:ext cx="57150" cy="66675"/>
            </a:xfrm>
            <a:custGeom>
              <a:avLst/>
              <a:gdLst>
                <a:gd name="T0" fmla="*/ 6 w 17"/>
                <a:gd name="T1" fmla="*/ 20 h 20"/>
                <a:gd name="T2" fmla="*/ 6 w 17"/>
                <a:gd name="T3" fmla="*/ 16 h 20"/>
                <a:gd name="T4" fmla="*/ 10 w 17"/>
                <a:gd name="T5" fmla="*/ 11 h 20"/>
                <a:gd name="T6" fmla="*/ 17 w 17"/>
                <a:gd name="T7" fmla="*/ 11 h 20"/>
                <a:gd name="T8" fmla="*/ 17 w 17"/>
                <a:gd name="T9" fmla="*/ 6 h 20"/>
                <a:gd name="T10" fmla="*/ 10 w 17"/>
                <a:gd name="T11" fmla="*/ 0 h 20"/>
                <a:gd name="T12" fmla="*/ 0 w 17"/>
                <a:gd name="T13" fmla="*/ 0 h 20"/>
              </a:gdLst>
              <a:ahLst/>
              <a:cxnLst>
                <a:cxn ang="0">
                  <a:pos x="T0" y="T1"/>
                </a:cxn>
                <a:cxn ang="0">
                  <a:pos x="T2" y="T3"/>
                </a:cxn>
                <a:cxn ang="0">
                  <a:pos x="T4" y="T5"/>
                </a:cxn>
                <a:cxn ang="0">
                  <a:pos x="T6" y="T7"/>
                </a:cxn>
                <a:cxn ang="0">
                  <a:pos x="T8" y="T9"/>
                </a:cxn>
                <a:cxn ang="0">
                  <a:pos x="T10" y="T11"/>
                </a:cxn>
                <a:cxn ang="0">
                  <a:pos x="T12" y="T13"/>
                </a:cxn>
              </a:cxnLst>
              <a:rect l="0" t="0" r="r" b="b"/>
              <a:pathLst>
                <a:path w="17" h="20">
                  <a:moveTo>
                    <a:pt x="6" y="20"/>
                  </a:moveTo>
                  <a:cubicBezTo>
                    <a:pt x="6" y="16"/>
                    <a:pt x="6" y="16"/>
                    <a:pt x="6" y="16"/>
                  </a:cubicBezTo>
                  <a:cubicBezTo>
                    <a:pt x="10" y="11"/>
                    <a:pt x="10" y="11"/>
                    <a:pt x="10" y="11"/>
                  </a:cubicBezTo>
                  <a:cubicBezTo>
                    <a:pt x="17" y="11"/>
                    <a:pt x="17" y="11"/>
                    <a:pt x="17" y="11"/>
                  </a:cubicBezTo>
                  <a:cubicBezTo>
                    <a:pt x="17" y="6"/>
                    <a:pt x="17" y="6"/>
                    <a:pt x="17" y="6"/>
                  </a:cubicBezTo>
                  <a:cubicBezTo>
                    <a:pt x="17" y="3"/>
                    <a:pt x="14" y="0"/>
                    <a:pt x="10" y="0"/>
                  </a:cubicBezTo>
                  <a:cubicBezTo>
                    <a:pt x="0" y="0"/>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90" name="Freeform 695">
              <a:extLst>
                <a:ext uri="{FF2B5EF4-FFF2-40B4-BE49-F238E27FC236}">
                  <a16:creationId xmlns:a16="http://schemas.microsoft.com/office/drawing/2014/main" id="{160163FC-0C19-42A0-6B25-AB9068DF90F1}"/>
                </a:ext>
              </a:extLst>
            </p:cNvPr>
            <p:cNvSpPr>
              <a:spLocks/>
            </p:cNvSpPr>
            <p:nvPr/>
          </p:nvSpPr>
          <p:spPr bwMode="auto">
            <a:xfrm>
              <a:off x="4468813" y="4240213"/>
              <a:ext cx="165100" cy="101600"/>
            </a:xfrm>
            <a:custGeom>
              <a:avLst/>
              <a:gdLst>
                <a:gd name="T0" fmla="*/ 33 w 49"/>
                <a:gd name="T1" fmla="*/ 0 h 30"/>
                <a:gd name="T2" fmla="*/ 28 w 49"/>
                <a:gd name="T3" fmla="*/ 5 h 30"/>
                <a:gd name="T4" fmla="*/ 14 w 49"/>
                <a:gd name="T5" fmla="*/ 5 h 30"/>
                <a:gd name="T6" fmla="*/ 9 w 49"/>
                <a:gd name="T7" fmla="*/ 9 h 30"/>
                <a:gd name="T8" fmla="*/ 7 w 49"/>
                <a:gd name="T9" fmla="*/ 9 h 30"/>
                <a:gd name="T10" fmla="*/ 0 w 49"/>
                <a:gd name="T11" fmla="*/ 16 h 30"/>
                <a:gd name="T12" fmla="*/ 0 w 49"/>
                <a:gd name="T13" fmla="*/ 18 h 30"/>
                <a:gd name="T14" fmla="*/ 11 w 49"/>
                <a:gd name="T15" fmla="*/ 18 h 30"/>
                <a:gd name="T16" fmla="*/ 21 w 49"/>
                <a:gd name="T17" fmla="*/ 28 h 30"/>
                <a:gd name="T18" fmla="*/ 21 w 49"/>
                <a:gd name="T19" fmla="*/ 28 h 30"/>
                <a:gd name="T20" fmla="*/ 25 w 49"/>
                <a:gd name="T21" fmla="*/ 28 h 30"/>
                <a:gd name="T22" fmla="*/ 28 w 49"/>
                <a:gd name="T23" fmla="*/ 25 h 30"/>
                <a:gd name="T24" fmla="*/ 30 w 49"/>
                <a:gd name="T25" fmla="*/ 25 h 30"/>
                <a:gd name="T26" fmla="*/ 35 w 49"/>
                <a:gd name="T27" fmla="*/ 30 h 30"/>
                <a:gd name="T28" fmla="*/ 35 w 49"/>
                <a:gd name="T29" fmla="*/ 30 h 30"/>
                <a:gd name="T30" fmla="*/ 49 w 49"/>
                <a:gd name="T31"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9" h="30">
                  <a:moveTo>
                    <a:pt x="33" y="0"/>
                  </a:moveTo>
                  <a:cubicBezTo>
                    <a:pt x="28" y="5"/>
                    <a:pt x="28" y="5"/>
                    <a:pt x="28" y="5"/>
                  </a:cubicBezTo>
                  <a:cubicBezTo>
                    <a:pt x="14" y="5"/>
                    <a:pt x="14" y="5"/>
                    <a:pt x="14" y="5"/>
                  </a:cubicBezTo>
                  <a:cubicBezTo>
                    <a:pt x="9" y="9"/>
                    <a:pt x="9" y="9"/>
                    <a:pt x="9" y="9"/>
                  </a:cubicBezTo>
                  <a:cubicBezTo>
                    <a:pt x="7" y="9"/>
                    <a:pt x="7" y="9"/>
                    <a:pt x="7" y="9"/>
                  </a:cubicBezTo>
                  <a:cubicBezTo>
                    <a:pt x="3" y="9"/>
                    <a:pt x="0" y="12"/>
                    <a:pt x="0" y="16"/>
                  </a:cubicBezTo>
                  <a:cubicBezTo>
                    <a:pt x="0" y="18"/>
                    <a:pt x="0" y="18"/>
                    <a:pt x="0" y="18"/>
                  </a:cubicBezTo>
                  <a:cubicBezTo>
                    <a:pt x="11" y="18"/>
                    <a:pt x="11" y="18"/>
                    <a:pt x="11" y="18"/>
                  </a:cubicBezTo>
                  <a:cubicBezTo>
                    <a:pt x="21" y="28"/>
                    <a:pt x="21" y="28"/>
                    <a:pt x="21" y="28"/>
                  </a:cubicBezTo>
                  <a:cubicBezTo>
                    <a:pt x="21" y="28"/>
                    <a:pt x="21" y="28"/>
                    <a:pt x="21" y="28"/>
                  </a:cubicBezTo>
                  <a:cubicBezTo>
                    <a:pt x="25" y="28"/>
                    <a:pt x="25" y="28"/>
                    <a:pt x="25" y="28"/>
                  </a:cubicBezTo>
                  <a:cubicBezTo>
                    <a:pt x="28" y="25"/>
                    <a:pt x="28" y="25"/>
                    <a:pt x="28" y="25"/>
                  </a:cubicBezTo>
                  <a:cubicBezTo>
                    <a:pt x="30" y="25"/>
                    <a:pt x="30" y="25"/>
                    <a:pt x="30" y="25"/>
                  </a:cubicBezTo>
                  <a:cubicBezTo>
                    <a:pt x="35" y="30"/>
                    <a:pt x="35" y="30"/>
                    <a:pt x="35" y="30"/>
                  </a:cubicBezTo>
                  <a:cubicBezTo>
                    <a:pt x="35" y="30"/>
                    <a:pt x="35" y="30"/>
                    <a:pt x="35" y="30"/>
                  </a:cubicBezTo>
                  <a:cubicBezTo>
                    <a:pt x="49" y="30"/>
                    <a:pt x="49" y="30"/>
                    <a:pt x="49" y="3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91" name="Freeform 696">
              <a:extLst>
                <a:ext uri="{FF2B5EF4-FFF2-40B4-BE49-F238E27FC236}">
                  <a16:creationId xmlns:a16="http://schemas.microsoft.com/office/drawing/2014/main" id="{DB8992B2-2311-D6CA-3F3A-3A1BD49CB8E0}"/>
                </a:ext>
              </a:extLst>
            </p:cNvPr>
            <p:cNvSpPr>
              <a:spLocks/>
            </p:cNvSpPr>
            <p:nvPr/>
          </p:nvSpPr>
          <p:spPr bwMode="auto">
            <a:xfrm>
              <a:off x="4351338" y="4210051"/>
              <a:ext cx="282575" cy="138113"/>
            </a:xfrm>
            <a:custGeom>
              <a:avLst/>
              <a:gdLst>
                <a:gd name="T0" fmla="*/ 0 w 84"/>
                <a:gd name="T1" fmla="*/ 41 h 41"/>
                <a:gd name="T2" fmla="*/ 42 w 84"/>
                <a:gd name="T3" fmla="*/ 0 h 41"/>
                <a:gd name="T4" fmla="*/ 84 w 84"/>
                <a:gd name="T5" fmla="*/ 41 h 41"/>
              </a:gdLst>
              <a:ahLst/>
              <a:cxnLst>
                <a:cxn ang="0">
                  <a:pos x="T0" y="T1"/>
                </a:cxn>
                <a:cxn ang="0">
                  <a:pos x="T2" y="T3"/>
                </a:cxn>
                <a:cxn ang="0">
                  <a:pos x="T4" y="T5"/>
                </a:cxn>
              </a:cxnLst>
              <a:rect l="0" t="0" r="r" b="b"/>
              <a:pathLst>
                <a:path w="84" h="41">
                  <a:moveTo>
                    <a:pt x="0" y="41"/>
                  </a:moveTo>
                  <a:cubicBezTo>
                    <a:pt x="0" y="18"/>
                    <a:pt x="19" y="0"/>
                    <a:pt x="42" y="0"/>
                  </a:cubicBezTo>
                  <a:cubicBezTo>
                    <a:pt x="65" y="0"/>
                    <a:pt x="84" y="18"/>
                    <a:pt x="84" y="41"/>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92" name="Freeform 697">
              <a:extLst>
                <a:ext uri="{FF2B5EF4-FFF2-40B4-BE49-F238E27FC236}">
                  <a16:creationId xmlns:a16="http://schemas.microsoft.com/office/drawing/2014/main" id="{1DED78A6-C04A-5EC8-6847-2B401B88CE87}"/>
                </a:ext>
              </a:extLst>
            </p:cNvPr>
            <p:cNvSpPr>
              <a:spLocks/>
            </p:cNvSpPr>
            <p:nvPr/>
          </p:nvSpPr>
          <p:spPr bwMode="auto">
            <a:xfrm>
              <a:off x="4441825" y="4365626"/>
              <a:ext cx="223838" cy="74613"/>
            </a:xfrm>
            <a:custGeom>
              <a:avLst/>
              <a:gdLst>
                <a:gd name="T0" fmla="*/ 66 w 66"/>
                <a:gd name="T1" fmla="*/ 5 h 22"/>
                <a:gd name="T2" fmla="*/ 50 w 66"/>
                <a:gd name="T3" fmla="*/ 5 h 22"/>
                <a:gd name="T4" fmla="*/ 43 w 66"/>
                <a:gd name="T5" fmla="*/ 3 h 22"/>
                <a:gd name="T6" fmla="*/ 42 w 66"/>
                <a:gd name="T7" fmla="*/ 2 h 22"/>
                <a:gd name="T8" fmla="*/ 36 w 66"/>
                <a:gd name="T9" fmla="*/ 0 h 22"/>
                <a:gd name="T10" fmla="*/ 18 w 66"/>
                <a:gd name="T11" fmla="*/ 0 h 22"/>
                <a:gd name="T12" fmla="*/ 14 w 66"/>
                <a:gd name="T13" fmla="*/ 2 h 22"/>
                <a:gd name="T14" fmla="*/ 7 w 66"/>
                <a:gd name="T15" fmla="*/ 8 h 22"/>
                <a:gd name="T16" fmla="*/ 0 w 66"/>
                <a:gd name="T17" fmla="*/ 16 h 22"/>
                <a:gd name="T18" fmla="*/ 11 w 66"/>
                <a:gd name="T19" fmla="*/ 18 h 22"/>
                <a:gd name="T20" fmla="*/ 18 w 66"/>
                <a:gd name="T21" fmla="*/ 14 h 22"/>
                <a:gd name="T22" fmla="*/ 24 w 66"/>
                <a:gd name="T23" fmla="*/ 14 h 22"/>
                <a:gd name="T24" fmla="*/ 33 w 66"/>
                <a:gd name="T2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22">
                  <a:moveTo>
                    <a:pt x="66" y="5"/>
                  </a:moveTo>
                  <a:cubicBezTo>
                    <a:pt x="50" y="5"/>
                    <a:pt x="50" y="5"/>
                    <a:pt x="50" y="5"/>
                  </a:cubicBezTo>
                  <a:cubicBezTo>
                    <a:pt x="47" y="5"/>
                    <a:pt x="45" y="4"/>
                    <a:pt x="43" y="3"/>
                  </a:cubicBezTo>
                  <a:cubicBezTo>
                    <a:pt x="42" y="2"/>
                    <a:pt x="42" y="2"/>
                    <a:pt x="42" y="2"/>
                  </a:cubicBezTo>
                  <a:cubicBezTo>
                    <a:pt x="40" y="1"/>
                    <a:pt x="38" y="0"/>
                    <a:pt x="36" y="0"/>
                  </a:cubicBezTo>
                  <a:cubicBezTo>
                    <a:pt x="18" y="0"/>
                    <a:pt x="18" y="0"/>
                    <a:pt x="18" y="0"/>
                  </a:cubicBezTo>
                  <a:cubicBezTo>
                    <a:pt x="16" y="0"/>
                    <a:pt x="15" y="1"/>
                    <a:pt x="14" y="2"/>
                  </a:cubicBezTo>
                  <a:cubicBezTo>
                    <a:pt x="7" y="8"/>
                    <a:pt x="7" y="8"/>
                    <a:pt x="7" y="8"/>
                  </a:cubicBezTo>
                  <a:cubicBezTo>
                    <a:pt x="7" y="8"/>
                    <a:pt x="3" y="12"/>
                    <a:pt x="0" y="16"/>
                  </a:cubicBezTo>
                  <a:cubicBezTo>
                    <a:pt x="4" y="19"/>
                    <a:pt x="7" y="19"/>
                    <a:pt x="11" y="18"/>
                  </a:cubicBezTo>
                  <a:cubicBezTo>
                    <a:pt x="14" y="17"/>
                    <a:pt x="18" y="14"/>
                    <a:pt x="18" y="14"/>
                  </a:cubicBezTo>
                  <a:cubicBezTo>
                    <a:pt x="24" y="14"/>
                    <a:pt x="24" y="14"/>
                    <a:pt x="24" y="14"/>
                  </a:cubicBezTo>
                  <a:cubicBezTo>
                    <a:pt x="33" y="22"/>
                    <a:pt x="33" y="22"/>
                    <a:pt x="33" y="22"/>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93" name="Freeform 698">
              <a:extLst>
                <a:ext uri="{FF2B5EF4-FFF2-40B4-BE49-F238E27FC236}">
                  <a16:creationId xmlns:a16="http://schemas.microsoft.com/office/drawing/2014/main" id="{6EA9530B-F4CC-A305-FFBE-285233C9596D}"/>
                </a:ext>
              </a:extLst>
            </p:cNvPr>
            <p:cNvSpPr>
              <a:spLocks/>
            </p:cNvSpPr>
            <p:nvPr/>
          </p:nvSpPr>
          <p:spPr bwMode="auto">
            <a:xfrm>
              <a:off x="4603750" y="4483101"/>
              <a:ext cx="30163" cy="11113"/>
            </a:xfrm>
            <a:custGeom>
              <a:avLst/>
              <a:gdLst>
                <a:gd name="T0" fmla="*/ 0 w 9"/>
                <a:gd name="T1" fmla="*/ 3 h 3"/>
                <a:gd name="T2" fmla="*/ 9 w 9"/>
                <a:gd name="T3" fmla="*/ 0 h 3"/>
              </a:gdLst>
              <a:ahLst/>
              <a:cxnLst>
                <a:cxn ang="0">
                  <a:pos x="T0" y="T1"/>
                </a:cxn>
                <a:cxn ang="0">
                  <a:pos x="T2" y="T3"/>
                </a:cxn>
              </a:cxnLst>
              <a:rect l="0" t="0" r="r" b="b"/>
              <a:pathLst>
                <a:path w="9" h="3">
                  <a:moveTo>
                    <a:pt x="0" y="3"/>
                  </a:moveTo>
                  <a:cubicBezTo>
                    <a:pt x="2" y="0"/>
                    <a:pt x="5" y="0"/>
                    <a:pt x="9"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94" name="Freeform 699">
              <a:extLst>
                <a:ext uri="{FF2B5EF4-FFF2-40B4-BE49-F238E27FC236}">
                  <a16:creationId xmlns:a16="http://schemas.microsoft.com/office/drawing/2014/main" id="{97A63E8B-A782-ED55-2946-9174CECFB248}"/>
                </a:ext>
              </a:extLst>
            </p:cNvPr>
            <p:cNvSpPr>
              <a:spLocks/>
            </p:cNvSpPr>
            <p:nvPr/>
          </p:nvSpPr>
          <p:spPr bwMode="auto">
            <a:xfrm>
              <a:off x="4533900" y="4440238"/>
              <a:ext cx="84138" cy="90488"/>
            </a:xfrm>
            <a:custGeom>
              <a:avLst/>
              <a:gdLst>
                <a:gd name="T0" fmla="*/ 6 w 25"/>
                <a:gd name="T1" fmla="*/ 0 h 27"/>
                <a:gd name="T2" fmla="*/ 21 w 25"/>
                <a:gd name="T3" fmla="*/ 16 h 27"/>
                <a:gd name="T4" fmla="*/ 14 w 25"/>
                <a:gd name="T5" fmla="*/ 22 h 27"/>
                <a:gd name="T6" fmla="*/ 0 w 25"/>
                <a:gd name="T7" fmla="*/ 9 h 27"/>
              </a:gdLst>
              <a:ahLst/>
              <a:cxnLst>
                <a:cxn ang="0">
                  <a:pos x="T0" y="T1"/>
                </a:cxn>
                <a:cxn ang="0">
                  <a:pos x="T2" y="T3"/>
                </a:cxn>
                <a:cxn ang="0">
                  <a:pos x="T4" y="T5"/>
                </a:cxn>
                <a:cxn ang="0">
                  <a:pos x="T6" y="T7"/>
                </a:cxn>
              </a:cxnLst>
              <a:rect l="0" t="0" r="r" b="b"/>
              <a:pathLst>
                <a:path w="25" h="27">
                  <a:moveTo>
                    <a:pt x="6" y="0"/>
                  </a:moveTo>
                  <a:cubicBezTo>
                    <a:pt x="6" y="0"/>
                    <a:pt x="18" y="13"/>
                    <a:pt x="21" y="16"/>
                  </a:cubicBezTo>
                  <a:cubicBezTo>
                    <a:pt x="25" y="19"/>
                    <a:pt x="20" y="27"/>
                    <a:pt x="14" y="22"/>
                  </a:cubicBezTo>
                  <a:cubicBezTo>
                    <a:pt x="11" y="19"/>
                    <a:pt x="0" y="9"/>
                    <a:pt x="0" y="9"/>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95" name="Freeform 700">
              <a:extLst>
                <a:ext uri="{FF2B5EF4-FFF2-40B4-BE49-F238E27FC236}">
                  <a16:creationId xmlns:a16="http://schemas.microsoft.com/office/drawing/2014/main" id="{35535488-1D08-2EDE-B8EB-EF8E08A6E5B5}"/>
                </a:ext>
              </a:extLst>
            </p:cNvPr>
            <p:cNvSpPr>
              <a:spLocks/>
            </p:cNvSpPr>
            <p:nvPr/>
          </p:nvSpPr>
          <p:spPr bwMode="auto">
            <a:xfrm>
              <a:off x="4516438" y="4500563"/>
              <a:ext cx="71438" cy="44450"/>
            </a:xfrm>
            <a:custGeom>
              <a:avLst/>
              <a:gdLst>
                <a:gd name="T0" fmla="*/ 21 w 21"/>
                <a:gd name="T1" fmla="*/ 5 h 13"/>
                <a:gd name="T2" fmla="*/ 11 w 21"/>
                <a:gd name="T3" fmla="*/ 9 h 13"/>
                <a:gd name="T4" fmla="*/ 0 w 21"/>
                <a:gd name="T5" fmla="*/ 0 h 13"/>
              </a:gdLst>
              <a:ahLst/>
              <a:cxnLst>
                <a:cxn ang="0">
                  <a:pos x="T0" y="T1"/>
                </a:cxn>
                <a:cxn ang="0">
                  <a:pos x="T2" y="T3"/>
                </a:cxn>
                <a:cxn ang="0">
                  <a:pos x="T4" y="T5"/>
                </a:cxn>
              </a:cxnLst>
              <a:rect l="0" t="0" r="r" b="b"/>
              <a:pathLst>
                <a:path w="21" h="13">
                  <a:moveTo>
                    <a:pt x="21" y="5"/>
                  </a:moveTo>
                  <a:cubicBezTo>
                    <a:pt x="20" y="7"/>
                    <a:pt x="16" y="13"/>
                    <a:pt x="11" y="9"/>
                  </a:cubicBezTo>
                  <a:cubicBezTo>
                    <a:pt x="7" y="6"/>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96" name="Freeform 701">
              <a:extLst>
                <a:ext uri="{FF2B5EF4-FFF2-40B4-BE49-F238E27FC236}">
                  <a16:creationId xmlns:a16="http://schemas.microsoft.com/office/drawing/2014/main" id="{DE54E091-EC0F-A6E3-5F8A-AA1B827AD6C0}"/>
                </a:ext>
              </a:extLst>
            </p:cNvPr>
            <p:cNvSpPr>
              <a:spLocks/>
            </p:cNvSpPr>
            <p:nvPr/>
          </p:nvSpPr>
          <p:spPr bwMode="auto">
            <a:xfrm>
              <a:off x="4498975" y="4527551"/>
              <a:ext cx="57150" cy="30163"/>
            </a:xfrm>
            <a:custGeom>
              <a:avLst/>
              <a:gdLst>
                <a:gd name="T0" fmla="*/ 17 w 17"/>
                <a:gd name="T1" fmla="*/ 2 h 9"/>
                <a:gd name="T2" fmla="*/ 7 w 17"/>
                <a:gd name="T3" fmla="*/ 6 h 9"/>
                <a:gd name="T4" fmla="*/ 0 w 17"/>
                <a:gd name="T5" fmla="*/ 0 h 9"/>
              </a:gdLst>
              <a:ahLst/>
              <a:cxnLst>
                <a:cxn ang="0">
                  <a:pos x="T0" y="T1"/>
                </a:cxn>
                <a:cxn ang="0">
                  <a:pos x="T2" y="T3"/>
                </a:cxn>
                <a:cxn ang="0">
                  <a:pos x="T4" y="T5"/>
                </a:cxn>
              </a:cxnLst>
              <a:rect l="0" t="0" r="r" b="b"/>
              <a:pathLst>
                <a:path w="17" h="9">
                  <a:moveTo>
                    <a:pt x="17" y="2"/>
                  </a:moveTo>
                  <a:cubicBezTo>
                    <a:pt x="15" y="7"/>
                    <a:pt x="11" y="9"/>
                    <a:pt x="7" y="6"/>
                  </a:cubicBezTo>
                  <a:cubicBezTo>
                    <a:pt x="4" y="4"/>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97" name="Freeform 702">
              <a:extLst>
                <a:ext uri="{FF2B5EF4-FFF2-40B4-BE49-F238E27FC236}">
                  <a16:creationId xmlns:a16="http://schemas.microsoft.com/office/drawing/2014/main" id="{C457FC19-071C-F31F-2650-19455919662A}"/>
                </a:ext>
              </a:extLst>
            </p:cNvPr>
            <p:cNvSpPr>
              <a:spLocks/>
            </p:cNvSpPr>
            <p:nvPr/>
          </p:nvSpPr>
          <p:spPr bwMode="auto">
            <a:xfrm>
              <a:off x="4479925" y="4551363"/>
              <a:ext cx="46038" cy="20638"/>
            </a:xfrm>
            <a:custGeom>
              <a:avLst/>
              <a:gdLst>
                <a:gd name="T0" fmla="*/ 14 w 14"/>
                <a:gd name="T1" fmla="*/ 0 h 6"/>
                <a:gd name="T2" fmla="*/ 5 w 14"/>
                <a:gd name="T3" fmla="*/ 4 h 6"/>
                <a:gd name="T4" fmla="*/ 0 w 14"/>
                <a:gd name="T5" fmla="*/ 0 h 6"/>
              </a:gdLst>
              <a:ahLst/>
              <a:cxnLst>
                <a:cxn ang="0">
                  <a:pos x="T0" y="T1"/>
                </a:cxn>
                <a:cxn ang="0">
                  <a:pos x="T2" y="T3"/>
                </a:cxn>
                <a:cxn ang="0">
                  <a:pos x="T4" y="T5"/>
                </a:cxn>
              </a:cxnLst>
              <a:rect l="0" t="0" r="r" b="b"/>
              <a:pathLst>
                <a:path w="14" h="6">
                  <a:moveTo>
                    <a:pt x="14" y="0"/>
                  </a:moveTo>
                  <a:cubicBezTo>
                    <a:pt x="13" y="3"/>
                    <a:pt x="9" y="6"/>
                    <a:pt x="5" y="4"/>
                  </a:cubicBezTo>
                  <a:cubicBezTo>
                    <a:pt x="4" y="3"/>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98" name="Freeform 703">
              <a:extLst>
                <a:ext uri="{FF2B5EF4-FFF2-40B4-BE49-F238E27FC236}">
                  <a16:creationId xmlns:a16="http://schemas.microsoft.com/office/drawing/2014/main" id="{2DE96A72-736C-B26F-8462-875C3021E0D8}"/>
                </a:ext>
              </a:extLst>
            </p:cNvPr>
            <p:cNvSpPr>
              <a:spLocks/>
            </p:cNvSpPr>
            <p:nvPr/>
          </p:nvSpPr>
          <p:spPr bwMode="auto">
            <a:xfrm>
              <a:off x="4321175" y="4365626"/>
              <a:ext cx="165100" cy="15875"/>
            </a:xfrm>
            <a:custGeom>
              <a:avLst/>
              <a:gdLst>
                <a:gd name="T0" fmla="*/ 0 w 49"/>
                <a:gd name="T1" fmla="*/ 5 h 5"/>
                <a:gd name="T2" fmla="*/ 20 w 49"/>
                <a:gd name="T3" fmla="*/ 5 h 5"/>
                <a:gd name="T4" fmla="*/ 25 w 49"/>
                <a:gd name="T5" fmla="*/ 3 h 5"/>
                <a:gd name="T6" fmla="*/ 28 w 49"/>
                <a:gd name="T7" fmla="*/ 2 h 5"/>
                <a:gd name="T8" fmla="*/ 33 w 49"/>
                <a:gd name="T9" fmla="*/ 0 h 5"/>
                <a:gd name="T10" fmla="*/ 44 w 49"/>
                <a:gd name="T11" fmla="*/ 0 h 5"/>
                <a:gd name="T12" fmla="*/ 47 w 49"/>
                <a:gd name="T13" fmla="*/ 1 h 5"/>
                <a:gd name="T14" fmla="*/ 49 w 49"/>
                <a:gd name="T15" fmla="*/ 2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5">
                  <a:moveTo>
                    <a:pt x="0" y="5"/>
                  </a:moveTo>
                  <a:cubicBezTo>
                    <a:pt x="20" y="5"/>
                    <a:pt x="20" y="5"/>
                    <a:pt x="20" y="5"/>
                  </a:cubicBezTo>
                  <a:cubicBezTo>
                    <a:pt x="22" y="5"/>
                    <a:pt x="24" y="4"/>
                    <a:pt x="25" y="3"/>
                  </a:cubicBezTo>
                  <a:cubicBezTo>
                    <a:pt x="28" y="2"/>
                    <a:pt x="28" y="2"/>
                    <a:pt x="28" y="2"/>
                  </a:cubicBezTo>
                  <a:cubicBezTo>
                    <a:pt x="29" y="1"/>
                    <a:pt x="31" y="0"/>
                    <a:pt x="33" y="0"/>
                  </a:cubicBezTo>
                  <a:cubicBezTo>
                    <a:pt x="44" y="0"/>
                    <a:pt x="44" y="0"/>
                    <a:pt x="44" y="0"/>
                  </a:cubicBezTo>
                  <a:cubicBezTo>
                    <a:pt x="45" y="0"/>
                    <a:pt x="46" y="0"/>
                    <a:pt x="47" y="1"/>
                  </a:cubicBezTo>
                  <a:cubicBezTo>
                    <a:pt x="49" y="2"/>
                    <a:pt x="49" y="2"/>
                    <a:pt x="49" y="2"/>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99" name="Freeform 704">
              <a:extLst>
                <a:ext uri="{FF2B5EF4-FFF2-40B4-BE49-F238E27FC236}">
                  <a16:creationId xmlns:a16="http://schemas.microsoft.com/office/drawing/2014/main" id="{1AC50974-A69A-0083-9194-47CBD5E3A729}"/>
                </a:ext>
              </a:extLst>
            </p:cNvPr>
            <p:cNvSpPr>
              <a:spLocks/>
            </p:cNvSpPr>
            <p:nvPr/>
          </p:nvSpPr>
          <p:spPr bwMode="auto">
            <a:xfrm>
              <a:off x="4375150" y="4479926"/>
              <a:ext cx="39688" cy="38100"/>
            </a:xfrm>
            <a:custGeom>
              <a:avLst/>
              <a:gdLst>
                <a:gd name="T0" fmla="*/ 10 w 12"/>
                <a:gd name="T1" fmla="*/ 7 h 11"/>
                <a:gd name="T2" fmla="*/ 10 w 12"/>
                <a:gd name="T3" fmla="*/ 1 h 11"/>
                <a:gd name="T4" fmla="*/ 10 w 12"/>
                <a:gd name="T5" fmla="*/ 1 h 11"/>
                <a:gd name="T6" fmla="*/ 4 w 12"/>
                <a:gd name="T7" fmla="*/ 1 h 11"/>
                <a:gd name="T8" fmla="*/ 1 w 12"/>
                <a:gd name="T9" fmla="*/ 3 h 11"/>
                <a:gd name="T10" fmla="*/ 1 w 12"/>
                <a:gd name="T11" fmla="*/ 9 h 11"/>
                <a:gd name="T12" fmla="*/ 7 w 12"/>
                <a:gd name="T13" fmla="*/ 9 h 11"/>
              </a:gdLst>
              <a:ahLst/>
              <a:cxnLst>
                <a:cxn ang="0">
                  <a:pos x="T0" y="T1"/>
                </a:cxn>
                <a:cxn ang="0">
                  <a:pos x="T2" y="T3"/>
                </a:cxn>
                <a:cxn ang="0">
                  <a:pos x="T4" y="T5"/>
                </a:cxn>
                <a:cxn ang="0">
                  <a:pos x="T6" y="T7"/>
                </a:cxn>
                <a:cxn ang="0">
                  <a:pos x="T8" y="T9"/>
                </a:cxn>
                <a:cxn ang="0">
                  <a:pos x="T10" y="T11"/>
                </a:cxn>
                <a:cxn ang="0">
                  <a:pos x="T12" y="T13"/>
                </a:cxn>
              </a:cxnLst>
              <a:rect l="0" t="0" r="r" b="b"/>
              <a:pathLst>
                <a:path w="12" h="11">
                  <a:moveTo>
                    <a:pt x="10" y="7"/>
                  </a:moveTo>
                  <a:cubicBezTo>
                    <a:pt x="12" y="5"/>
                    <a:pt x="11" y="3"/>
                    <a:pt x="10" y="1"/>
                  </a:cubicBezTo>
                  <a:cubicBezTo>
                    <a:pt x="10" y="1"/>
                    <a:pt x="10" y="1"/>
                    <a:pt x="10" y="1"/>
                  </a:cubicBezTo>
                  <a:cubicBezTo>
                    <a:pt x="8" y="0"/>
                    <a:pt x="5" y="0"/>
                    <a:pt x="4" y="1"/>
                  </a:cubicBezTo>
                  <a:cubicBezTo>
                    <a:pt x="1" y="3"/>
                    <a:pt x="1" y="3"/>
                    <a:pt x="1" y="3"/>
                  </a:cubicBezTo>
                  <a:cubicBezTo>
                    <a:pt x="0" y="5"/>
                    <a:pt x="0" y="8"/>
                    <a:pt x="1" y="9"/>
                  </a:cubicBezTo>
                  <a:cubicBezTo>
                    <a:pt x="3" y="11"/>
                    <a:pt x="6" y="11"/>
                    <a:pt x="7" y="9"/>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200" name="Freeform 705">
              <a:extLst>
                <a:ext uri="{FF2B5EF4-FFF2-40B4-BE49-F238E27FC236}">
                  <a16:creationId xmlns:a16="http://schemas.microsoft.com/office/drawing/2014/main" id="{62653C36-FCB1-7EFE-F800-666262CCA73B}"/>
                </a:ext>
              </a:extLst>
            </p:cNvPr>
            <p:cNvSpPr>
              <a:spLocks/>
            </p:cNvSpPr>
            <p:nvPr/>
          </p:nvSpPr>
          <p:spPr bwMode="auto">
            <a:xfrm>
              <a:off x="4391025" y="4486276"/>
              <a:ext cx="53975" cy="55563"/>
            </a:xfrm>
            <a:custGeom>
              <a:avLst/>
              <a:gdLst>
                <a:gd name="T0" fmla="*/ 15 w 16"/>
                <a:gd name="T1" fmla="*/ 1 h 16"/>
                <a:gd name="T2" fmla="*/ 15 w 16"/>
                <a:gd name="T3" fmla="*/ 1 h 16"/>
                <a:gd name="T4" fmla="*/ 9 w 16"/>
                <a:gd name="T5" fmla="*/ 1 h 16"/>
                <a:gd name="T6" fmla="*/ 2 w 16"/>
                <a:gd name="T7" fmla="*/ 8 h 16"/>
                <a:gd name="T8" fmla="*/ 2 w 16"/>
                <a:gd name="T9" fmla="*/ 14 h 16"/>
                <a:gd name="T10" fmla="*/ 8 w 16"/>
                <a:gd name="T11" fmla="*/ 14 h 16"/>
                <a:gd name="T12" fmla="*/ 15 w 16"/>
                <a:gd name="T13" fmla="*/ 7 h 16"/>
                <a:gd name="T14" fmla="*/ 15 w 16"/>
                <a:gd name="T15" fmla="*/ 1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16">
                  <a:moveTo>
                    <a:pt x="15" y="1"/>
                  </a:moveTo>
                  <a:cubicBezTo>
                    <a:pt x="15" y="1"/>
                    <a:pt x="15" y="1"/>
                    <a:pt x="15" y="1"/>
                  </a:cubicBezTo>
                  <a:cubicBezTo>
                    <a:pt x="13" y="0"/>
                    <a:pt x="10" y="0"/>
                    <a:pt x="9" y="1"/>
                  </a:cubicBezTo>
                  <a:cubicBezTo>
                    <a:pt x="2" y="8"/>
                    <a:pt x="2" y="8"/>
                    <a:pt x="2" y="8"/>
                  </a:cubicBezTo>
                  <a:cubicBezTo>
                    <a:pt x="0" y="10"/>
                    <a:pt x="0" y="12"/>
                    <a:pt x="2" y="14"/>
                  </a:cubicBezTo>
                  <a:cubicBezTo>
                    <a:pt x="3" y="16"/>
                    <a:pt x="6" y="16"/>
                    <a:pt x="8" y="14"/>
                  </a:cubicBezTo>
                  <a:cubicBezTo>
                    <a:pt x="15" y="7"/>
                    <a:pt x="15" y="7"/>
                    <a:pt x="15" y="7"/>
                  </a:cubicBezTo>
                  <a:cubicBezTo>
                    <a:pt x="16" y="6"/>
                    <a:pt x="16" y="3"/>
                    <a:pt x="15" y="1"/>
                  </a:cubicBezTo>
                  <a:close/>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201" name="Freeform 706">
              <a:extLst>
                <a:ext uri="{FF2B5EF4-FFF2-40B4-BE49-F238E27FC236}">
                  <a16:creationId xmlns:a16="http://schemas.microsoft.com/office/drawing/2014/main" id="{D32EAB9F-528C-8906-5769-DC63BB3FFB45}"/>
                </a:ext>
              </a:extLst>
            </p:cNvPr>
            <p:cNvSpPr>
              <a:spLocks/>
            </p:cNvSpPr>
            <p:nvPr/>
          </p:nvSpPr>
          <p:spPr bwMode="auto">
            <a:xfrm>
              <a:off x="4414838" y="4503738"/>
              <a:ext cx="53975" cy="53975"/>
            </a:xfrm>
            <a:custGeom>
              <a:avLst/>
              <a:gdLst>
                <a:gd name="T0" fmla="*/ 2 w 16"/>
                <a:gd name="T1" fmla="*/ 8 h 16"/>
                <a:gd name="T2" fmla="*/ 2 w 16"/>
                <a:gd name="T3" fmla="*/ 14 h 16"/>
                <a:gd name="T4" fmla="*/ 8 w 16"/>
                <a:gd name="T5" fmla="*/ 14 h 16"/>
                <a:gd name="T6" fmla="*/ 14 w 16"/>
                <a:gd name="T7" fmla="*/ 8 h 16"/>
                <a:gd name="T8" fmla="*/ 14 w 16"/>
                <a:gd name="T9" fmla="*/ 2 h 16"/>
                <a:gd name="T10" fmla="*/ 14 w 16"/>
                <a:gd name="T11" fmla="*/ 2 h 16"/>
                <a:gd name="T12" fmla="*/ 8 w 16"/>
                <a:gd name="T13" fmla="*/ 2 h 16"/>
              </a:gdLst>
              <a:ahLst/>
              <a:cxnLst>
                <a:cxn ang="0">
                  <a:pos x="T0" y="T1"/>
                </a:cxn>
                <a:cxn ang="0">
                  <a:pos x="T2" y="T3"/>
                </a:cxn>
                <a:cxn ang="0">
                  <a:pos x="T4" y="T5"/>
                </a:cxn>
                <a:cxn ang="0">
                  <a:pos x="T6" y="T7"/>
                </a:cxn>
                <a:cxn ang="0">
                  <a:pos x="T8" y="T9"/>
                </a:cxn>
                <a:cxn ang="0">
                  <a:pos x="T10" y="T11"/>
                </a:cxn>
                <a:cxn ang="0">
                  <a:pos x="T12" y="T13"/>
                </a:cxn>
              </a:cxnLst>
              <a:rect l="0" t="0" r="r" b="b"/>
              <a:pathLst>
                <a:path w="16" h="16">
                  <a:moveTo>
                    <a:pt x="2" y="8"/>
                  </a:moveTo>
                  <a:cubicBezTo>
                    <a:pt x="0" y="9"/>
                    <a:pt x="0" y="12"/>
                    <a:pt x="2" y="14"/>
                  </a:cubicBezTo>
                  <a:cubicBezTo>
                    <a:pt x="3" y="16"/>
                    <a:pt x="6" y="16"/>
                    <a:pt x="8" y="14"/>
                  </a:cubicBezTo>
                  <a:cubicBezTo>
                    <a:pt x="14" y="8"/>
                    <a:pt x="14" y="8"/>
                    <a:pt x="14" y="8"/>
                  </a:cubicBezTo>
                  <a:cubicBezTo>
                    <a:pt x="16" y="6"/>
                    <a:pt x="16" y="4"/>
                    <a:pt x="14" y="2"/>
                  </a:cubicBezTo>
                  <a:cubicBezTo>
                    <a:pt x="14" y="2"/>
                    <a:pt x="14" y="2"/>
                    <a:pt x="14" y="2"/>
                  </a:cubicBezTo>
                  <a:cubicBezTo>
                    <a:pt x="12" y="0"/>
                    <a:pt x="10" y="0"/>
                    <a:pt x="8" y="2"/>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202" name="Freeform 707">
              <a:extLst>
                <a:ext uri="{FF2B5EF4-FFF2-40B4-BE49-F238E27FC236}">
                  <a16:creationId xmlns:a16="http://schemas.microsoft.com/office/drawing/2014/main" id="{13554A50-5FCC-57FA-488A-FD44F39D731C}"/>
                </a:ext>
              </a:extLst>
            </p:cNvPr>
            <p:cNvSpPr>
              <a:spLocks/>
            </p:cNvSpPr>
            <p:nvPr/>
          </p:nvSpPr>
          <p:spPr bwMode="auto">
            <a:xfrm>
              <a:off x="4445000" y="4530726"/>
              <a:ext cx="38100" cy="38100"/>
            </a:xfrm>
            <a:custGeom>
              <a:avLst/>
              <a:gdLst>
                <a:gd name="T0" fmla="*/ 2 w 11"/>
                <a:gd name="T1" fmla="*/ 3 h 11"/>
                <a:gd name="T2" fmla="*/ 2 w 11"/>
                <a:gd name="T3" fmla="*/ 9 h 11"/>
                <a:gd name="T4" fmla="*/ 8 w 11"/>
                <a:gd name="T5" fmla="*/ 9 h 11"/>
                <a:gd name="T6" fmla="*/ 9 w 11"/>
                <a:gd name="T7" fmla="*/ 8 h 11"/>
                <a:gd name="T8" fmla="*/ 9 w 11"/>
                <a:gd name="T9" fmla="*/ 2 h 11"/>
                <a:gd name="T10" fmla="*/ 9 w 11"/>
                <a:gd name="T11" fmla="*/ 2 h 11"/>
                <a:gd name="T12" fmla="*/ 3 w 11"/>
                <a:gd name="T13" fmla="*/ 1 h 11"/>
              </a:gdLst>
              <a:ahLst/>
              <a:cxnLst>
                <a:cxn ang="0">
                  <a:pos x="T0" y="T1"/>
                </a:cxn>
                <a:cxn ang="0">
                  <a:pos x="T2" y="T3"/>
                </a:cxn>
                <a:cxn ang="0">
                  <a:pos x="T4" y="T5"/>
                </a:cxn>
                <a:cxn ang="0">
                  <a:pos x="T6" y="T7"/>
                </a:cxn>
                <a:cxn ang="0">
                  <a:pos x="T8" y="T9"/>
                </a:cxn>
                <a:cxn ang="0">
                  <a:pos x="T10" y="T11"/>
                </a:cxn>
                <a:cxn ang="0">
                  <a:pos x="T12" y="T13"/>
                </a:cxn>
              </a:cxnLst>
              <a:rect l="0" t="0" r="r" b="b"/>
              <a:pathLst>
                <a:path w="11" h="11">
                  <a:moveTo>
                    <a:pt x="2" y="3"/>
                  </a:moveTo>
                  <a:cubicBezTo>
                    <a:pt x="0" y="5"/>
                    <a:pt x="0" y="7"/>
                    <a:pt x="2" y="9"/>
                  </a:cubicBezTo>
                  <a:cubicBezTo>
                    <a:pt x="3" y="11"/>
                    <a:pt x="6" y="11"/>
                    <a:pt x="8" y="9"/>
                  </a:cubicBezTo>
                  <a:cubicBezTo>
                    <a:pt x="9" y="8"/>
                    <a:pt x="9" y="8"/>
                    <a:pt x="9" y="8"/>
                  </a:cubicBezTo>
                  <a:cubicBezTo>
                    <a:pt x="11" y="6"/>
                    <a:pt x="11" y="3"/>
                    <a:pt x="9" y="2"/>
                  </a:cubicBezTo>
                  <a:cubicBezTo>
                    <a:pt x="9" y="2"/>
                    <a:pt x="9" y="2"/>
                    <a:pt x="9" y="2"/>
                  </a:cubicBezTo>
                  <a:cubicBezTo>
                    <a:pt x="8" y="0"/>
                    <a:pt x="5" y="0"/>
                    <a:pt x="3" y="1"/>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203" name="Freeform 708">
              <a:extLst>
                <a:ext uri="{FF2B5EF4-FFF2-40B4-BE49-F238E27FC236}">
                  <a16:creationId xmlns:a16="http://schemas.microsoft.com/office/drawing/2014/main" id="{63EFFEC8-56B7-B4FB-3881-1F06C9898B02}"/>
                </a:ext>
              </a:extLst>
            </p:cNvPr>
            <p:cNvSpPr>
              <a:spLocks/>
            </p:cNvSpPr>
            <p:nvPr/>
          </p:nvSpPr>
          <p:spPr bwMode="auto">
            <a:xfrm>
              <a:off x="4552950" y="4440238"/>
              <a:ext cx="34925" cy="9525"/>
            </a:xfrm>
            <a:custGeom>
              <a:avLst/>
              <a:gdLst>
                <a:gd name="T0" fmla="*/ 10 w 10"/>
                <a:gd name="T1" fmla="*/ 2 h 3"/>
                <a:gd name="T2" fmla="*/ 0 w 10"/>
                <a:gd name="T3" fmla="*/ 0 h 3"/>
              </a:gdLst>
              <a:ahLst/>
              <a:cxnLst>
                <a:cxn ang="0">
                  <a:pos x="T0" y="T1"/>
                </a:cxn>
                <a:cxn ang="0">
                  <a:pos x="T2" y="T3"/>
                </a:cxn>
              </a:cxnLst>
              <a:rect l="0" t="0" r="r" b="b"/>
              <a:pathLst>
                <a:path w="10" h="3">
                  <a:moveTo>
                    <a:pt x="10" y="2"/>
                  </a:moveTo>
                  <a:cubicBezTo>
                    <a:pt x="4" y="3"/>
                    <a:pt x="3" y="2"/>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204" name="Freeform 709">
              <a:extLst>
                <a:ext uri="{FF2B5EF4-FFF2-40B4-BE49-F238E27FC236}">
                  <a16:creationId xmlns:a16="http://schemas.microsoft.com/office/drawing/2014/main" id="{2FCF3558-F485-38A5-7E71-7C9F197AC116}"/>
                </a:ext>
              </a:extLst>
            </p:cNvPr>
            <p:cNvSpPr>
              <a:spLocks/>
            </p:cNvSpPr>
            <p:nvPr/>
          </p:nvSpPr>
          <p:spPr bwMode="auto">
            <a:xfrm>
              <a:off x="4351338" y="4483101"/>
              <a:ext cx="26988" cy="11113"/>
            </a:xfrm>
            <a:custGeom>
              <a:avLst/>
              <a:gdLst>
                <a:gd name="T0" fmla="*/ 8 w 8"/>
                <a:gd name="T1" fmla="*/ 3 h 3"/>
                <a:gd name="T2" fmla="*/ 0 w 8"/>
                <a:gd name="T3" fmla="*/ 0 h 3"/>
              </a:gdLst>
              <a:ahLst/>
              <a:cxnLst>
                <a:cxn ang="0">
                  <a:pos x="T0" y="T1"/>
                </a:cxn>
                <a:cxn ang="0">
                  <a:pos x="T2" y="T3"/>
                </a:cxn>
              </a:cxnLst>
              <a:rect l="0" t="0" r="r" b="b"/>
              <a:pathLst>
                <a:path w="8" h="3">
                  <a:moveTo>
                    <a:pt x="8" y="3"/>
                  </a:moveTo>
                  <a:cubicBezTo>
                    <a:pt x="7" y="1"/>
                    <a:pt x="4"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grpSp>
      <p:grpSp>
        <p:nvGrpSpPr>
          <p:cNvPr id="1205" name="Agrupar 888">
            <a:extLst>
              <a:ext uri="{FF2B5EF4-FFF2-40B4-BE49-F238E27FC236}">
                <a16:creationId xmlns:a16="http://schemas.microsoft.com/office/drawing/2014/main" id="{1DDD4BB2-4523-0A1C-9D12-3989BE387C5E}"/>
              </a:ext>
            </a:extLst>
          </p:cNvPr>
          <p:cNvGrpSpPr/>
          <p:nvPr/>
        </p:nvGrpSpPr>
        <p:grpSpPr>
          <a:xfrm>
            <a:off x="10976341" y="1863750"/>
            <a:ext cx="355780" cy="373814"/>
            <a:chOff x="4321175" y="4210051"/>
            <a:chExt cx="344488" cy="361950"/>
          </a:xfrm>
        </p:grpSpPr>
        <p:sp>
          <p:nvSpPr>
            <p:cNvPr id="1206" name="Freeform 694">
              <a:extLst>
                <a:ext uri="{FF2B5EF4-FFF2-40B4-BE49-F238E27FC236}">
                  <a16:creationId xmlns:a16="http://schemas.microsoft.com/office/drawing/2014/main" id="{DB063235-9B1E-4164-D409-8F40338E1748}"/>
                </a:ext>
              </a:extLst>
            </p:cNvPr>
            <p:cNvSpPr>
              <a:spLocks/>
            </p:cNvSpPr>
            <p:nvPr/>
          </p:nvSpPr>
          <p:spPr bwMode="auto">
            <a:xfrm>
              <a:off x="4371975" y="4281488"/>
              <a:ext cx="57150" cy="66675"/>
            </a:xfrm>
            <a:custGeom>
              <a:avLst/>
              <a:gdLst>
                <a:gd name="T0" fmla="*/ 6 w 17"/>
                <a:gd name="T1" fmla="*/ 20 h 20"/>
                <a:gd name="T2" fmla="*/ 6 w 17"/>
                <a:gd name="T3" fmla="*/ 16 h 20"/>
                <a:gd name="T4" fmla="*/ 10 w 17"/>
                <a:gd name="T5" fmla="*/ 11 h 20"/>
                <a:gd name="T6" fmla="*/ 17 w 17"/>
                <a:gd name="T7" fmla="*/ 11 h 20"/>
                <a:gd name="T8" fmla="*/ 17 w 17"/>
                <a:gd name="T9" fmla="*/ 6 h 20"/>
                <a:gd name="T10" fmla="*/ 10 w 17"/>
                <a:gd name="T11" fmla="*/ 0 h 20"/>
                <a:gd name="T12" fmla="*/ 0 w 17"/>
                <a:gd name="T13" fmla="*/ 0 h 20"/>
              </a:gdLst>
              <a:ahLst/>
              <a:cxnLst>
                <a:cxn ang="0">
                  <a:pos x="T0" y="T1"/>
                </a:cxn>
                <a:cxn ang="0">
                  <a:pos x="T2" y="T3"/>
                </a:cxn>
                <a:cxn ang="0">
                  <a:pos x="T4" y="T5"/>
                </a:cxn>
                <a:cxn ang="0">
                  <a:pos x="T6" y="T7"/>
                </a:cxn>
                <a:cxn ang="0">
                  <a:pos x="T8" y="T9"/>
                </a:cxn>
                <a:cxn ang="0">
                  <a:pos x="T10" y="T11"/>
                </a:cxn>
                <a:cxn ang="0">
                  <a:pos x="T12" y="T13"/>
                </a:cxn>
              </a:cxnLst>
              <a:rect l="0" t="0" r="r" b="b"/>
              <a:pathLst>
                <a:path w="17" h="20">
                  <a:moveTo>
                    <a:pt x="6" y="20"/>
                  </a:moveTo>
                  <a:cubicBezTo>
                    <a:pt x="6" y="16"/>
                    <a:pt x="6" y="16"/>
                    <a:pt x="6" y="16"/>
                  </a:cubicBezTo>
                  <a:cubicBezTo>
                    <a:pt x="10" y="11"/>
                    <a:pt x="10" y="11"/>
                    <a:pt x="10" y="11"/>
                  </a:cubicBezTo>
                  <a:cubicBezTo>
                    <a:pt x="17" y="11"/>
                    <a:pt x="17" y="11"/>
                    <a:pt x="17" y="11"/>
                  </a:cubicBezTo>
                  <a:cubicBezTo>
                    <a:pt x="17" y="6"/>
                    <a:pt x="17" y="6"/>
                    <a:pt x="17" y="6"/>
                  </a:cubicBezTo>
                  <a:cubicBezTo>
                    <a:pt x="17" y="3"/>
                    <a:pt x="14" y="0"/>
                    <a:pt x="10" y="0"/>
                  </a:cubicBezTo>
                  <a:cubicBezTo>
                    <a:pt x="0" y="0"/>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207" name="Freeform 695">
              <a:extLst>
                <a:ext uri="{FF2B5EF4-FFF2-40B4-BE49-F238E27FC236}">
                  <a16:creationId xmlns:a16="http://schemas.microsoft.com/office/drawing/2014/main" id="{6E33667A-ACB7-1555-5F7D-6E787D396AA7}"/>
                </a:ext>
              </a:extLst>
            </p:cNvPr>
            <p:cNvSpPr>
              <a:spLocks/>
            </p:cNvSpPr>
            <p:nvPr/>
          </p:nvSpPr>
          <p:spPr bwMode="auto">
            <a:xfrm>
              <a:off x="4468813" y="4240213"/>
              <a:ext cx="165100" cy="101600"/>
            </a:xfrm>
            <a:custGeom>
              <a:avLst/>
              <a:gdLst>
                <a:gd name="T0" fmla="*/ 33 w 49"/>
                <a:gd name="T1" fmla="*/ 0 h 30"/>
                <a:gd name="T2" fmla="*/ 28 w 49"/>
                <a:gd name="T3" fmla="*/ 5 h 30"/>
                <a:gd name="T4" fmla="*/ 14 w 49"/>
                <a:gd name="T5" fmla="*/ 5 h 30"/>
                <a:gd name="T6" fmla="*/ 9 w 49"/>
                <a:gd name="T7" fmla="*/ 9 h 30"/>
                <a:gd name="T8" fmla="*/ 7 w 49"/>
                <a:gd name="T9" fmla="*/ 9 h 30"/>
                <a:gd name="T10" fmla="*/ 0 w 49"/>
                <a:gd name="T11" fmla="*/ 16 h 30"/>
                <a:gd name="T12" fmla="*/ 0 w 49"/>
                <a:gd name="T13" fmla="*/ 18 h 30"/>
                <a:gd name="T14" fmla="*/ 11 w 49"/>
                <a:gd name="T15" fmla="*/ 18 h 30"/>
                <a:gd name="T16" fmla="*/ 21 w 49"/>
                <a:gd name="T17" fmla="*/ 28 h 30"/>
                <a:gd name="T18" fmla="*/ 21 w 49"/>
                <a:gd name="T19" fmla="*/ 28 h 30"/>
                <a:gd name="T20" fmla="*/ 25 w 49"/>
                <a:gd name="T21" fmla="*/ 28 h 30"/>
                <a:gd name="T22" fmla="*/ 28 w 49"/>
                <a:gd name="T23" fmla="*/ 25 h 30"/>
                <a:gd name="T24" fmla="*/ 30 w 49"/>
                <a:gd name="T25" fmla="*/ 25 h 30"/>
                <a:gd name="T26" fmla="*/ 35 w 49"/>
                <a:gd name="T27" fmla="*/ 30 h 30"/>
                <a:gd name="T28" fmla="*/ 35 w 49"/>
                <a:gd name="T29" fmla="*/ 30 h 30"/>
                <a:gd name="T30" fmla="*/ 49 w 49"/>
                <a:gd name="T31"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9" h="30">
                  <a:moveTo>
                    <a:pt x="33" y="0"/>
                  </a:moveTo>
                  <a:cubicBezTo>
                    <a:pt x="28" y="5"/>
                    <a:pt x="28" y="5"/>
                    <a:pt x="28" y="5"/>
                  </a:cubicBezTo>
                  <a:cubicBezTo>
                    <a:pt x="14" y="5"/>
                    <a:pt x="14" y="5"/>
                    <a:pt x="14" y="5"/>
                  </a:cubicBezTo>
                  <a:cubicBezTo>
                    <a:pt x="9" y="9"/>
                    <a:pt x="9" y="9"/>
                    <a:pt x="9" y="9"/>
                  </a:cubicBezTo>
                  <a:cubicBezTo>
                    <a:pt x="7" y="9"/>
                    <a:pt x="7" y="9"/>
                    <a:pt x="7" y="9"/>
                  </a:cubicBezTo>
                  <a:cubicBezTo>
                    <a:pt x="3" y="9"/>
                    <a:pt x="0" y="12"/>
                    <a:pt x="0" y="16"/>
                  </a:cubicBezTo>
                  <a:cubicBezTo>
                    <a:pt x="0" y="18"/>
                    <a:pt x="0" y="18"/>
                    <a:pt x="0" y="18"/>
                  </a:cubicBezTo>
                  <a:cubicBezTo>
                    <a:pt x="11" y="18"/>
                    <a:pt x="11" y="18"/>
                    <a:pt x="11" y="18"/>
                  </a:cubicBezTo>
                  <a:cubicBezTo>
                    <a:pt x="21" y="28"/>
                    <a:pt x="21" y="28"/>
                    <a:pt x="21" y="28"/>
                  </a:cubicBezTo>
                  <a:cubicBezTo>
                    <a:pt x="21" y="28"/>
                    <a:pt x="21" y="28"/>
                    <a:pt x="21" y="28"/>
                  </a:cubicBezTo>
                  <a:cubicBezTo>
                    <a:pt x="25" y="28"/>
                    <a:pt x="25" y="28"/>
                    <a:pt x="25" y="28"/>
                  </a:cubicBezTo>
                  <a:cubicBezTo>
                    <a:pt x="28" y="25"/>
                    <a:pt x="28" y="25"/>
                    <a:pt x="28" y="25"/>
                  </a:cubicBezTo>
                  <a:cubicBezTo>
                    <a:pt x="30" y="25"/>
                    <a:pt x="30" y="25"/>
                    <a:pt x="30" y="25"/>
                  </a:cubicBezTo>
                  <a:cubicBezTo>
                    <a:pt x="35" y="30"/>
                    <a:pt x="35" y="30"/>
                    <a:pt x="35" y="30"/>
                  </a:cubicBezTo>
                  <a:cubicBezTo>
                    <a:pt x="35" y="30"/>
                    <a:pt x="35" y="30"/>
                    <a:pt x="35" y="30"/>
                  </a:cubicBezTo>
                  <a:cubicBezTo>
                    <a:pt x="49" y="30"/>
                    <a:pt x="49" y="30"/>
                    <a:pt x="49" y="3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208" name="Freeform 696">
              <a:extLst>
                <a:ext uri="{FF2B5EF4-FFF2-40B4-BE49-F238E27FC236}">
                  <a16:creationId xmlns:a16="http://schemas.microsoft.com/office/drawing/2014/main" id="{C7E36909-75DA-79E7-0A26-5BBD1489C355}"/>
                </a:ext>
              </a:extLst>
            </p:cNvPr>
            <p:cNvSpPr>
              <a:spLocks/>
            </p:cNvSpPr>
            <p:nvPr/>
          </p:nvSpPr>
          <p:spPr bwMode="auto">
            <a:xfrm>
              <a:off x="4351338" y="4210051"/>
              <a:ext cx="282575" cy="138113"/>
            </a:xfrm>
            <a:custGeom>
              <a:avLst/>
              <a:gdLst>
                <a:gd name="T0" fmla="*/ 0 w 84"/>
                <a:gd name="T1" fmla="*/ 41 h 41"/>
                <a:gd name="T2" fmla="*/ 42 w 84"/>
                <a:gd name="T3" fmla="*/ 0 h 41"/>
                <a:gd name="T4" fmla="*/ 84 w 84"/>
                <a:gd name="T5" fmla="*/ 41 h 41"/>
              </a:gdLst>
              <a:ahLst/>
              <a:cxnLst>
                <a:cxn ang="0">
                  <a:pos x="T0" y="T1"/>
                </a:cxn>
                <a:cxn ang="0">
                  <a:pos x="T2" y="T3"/>
                </a:cxn>
                <a:cxn ang="0">
                  <a:pos x="T4" y="T5"/>
                </a:cxn>
              </a:cxnLst>
              <a:rect l="0" t="0" r="r" b="b"/>
              <a:pathLst>
                <a:path w="84" h="41">
                  <a:moveTo>
                    <a:pt x="0" y="41"/>
                  </a:moveTo>
                  <a:cubicBezTo>
                    <a:pt x="0" y="18"/>
                    <a:pt x="19" y="0"/>
                    <a:pt x="42" y="0"/>
                  </a:cubicBezTo>
                  <a:cubicBezTo>
                    <a:pt x="65" y="0"/>
                    <a:pt x="84" y="18"/>
                    <a:pt x="84" y="41"/>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209" name="Freeform 697">
              <a:extLst>
                <a:ext uri="{FF2B5EF4-FFF2-40B4-BE49-F238E27FC236}">
                  <a16:creationId xmlns:a16="http://schemas.microsoft.com/office/drawing/2014/main" id="{42724D51-21E6-2D87-3A94-8049ED03538A}"/>
                </a:ext>
              </a:extLst>
            </p:cNvPr>
            <p:cNvSpPr>
              <a:spLocks/>
            </p:cNvSpPr>
            <p:nvPr/>
          </p:nvSpPr>
          <p:spPr bwMode="auto">
            <a:xfrm>
              <a:off x="4441825" y="4365626"/>
              <a:ext cx="223838" cy="74613"/>
            </a:xfrm>
            <a:custGeom>
              <a:avLst/>
              <a:gdLst>
                <a:gd name="T0" fmla="*/ 66 w 66"/>
                <a:gd name="T1" fmla="*/ 5 h 22"/>
                <a:gd name="T2" fmla="*/ 50 w 66"/>
                <a:gd name="T3" fmla="*/ 5 h 22"/>
                <a:gd name="T4" fmla="*/ 43 w 66"/>
                <a:gd name="T5" fmla="*/ 3 h 22"/>
                <a:gd name="T6" fmla="*/ 42 w 66"/>
                <a:gd name="T7" fmla="*/ 2 h 22"/>
                <a:gd name="T8" fmla="*/ 36 w 66"/>
                <a:gd name="T9" fmla="*/ 0 h 22"/>
                <a:gd name="T10" fmla="*/ 18 w 66"/>
                <a:gd name="T11" fmla="*/ 0 h 22"/>
                <a:gd name="T12" fmla="*/ 14 w 66"/>
                <a:gd name="T13" fmla="*/ 2 h 22"/>
                <a:gd name="T14" fmla="*/ 7 w 66"/>
                <a:gd name="T15" fmla="*/ 8 h 22"/>
                <a:gd name="T16" fmla="*/ 0 w 66"/>
                <a:gd name="T17" fmla="*/ 16 h 22"/>
                <a:gd name="T18" fmla="*/ 11 w 66"/>
                <a:gd name="T19" fmla="*/ 18 h 22"/>
                <a:gd name="T20" fmla="*/ 18 w 66"/>
                <a:gd name="T21" fmla="*/ 14 h 22"/>
                <a:gd name="T22" fmla="*/ 24 w 66"/>
                <a:gd name="T23" fmla="*/ 14 h 22"/>
                <a:gd name="T24" fmla="*/ 33 w 66"/>
                <a:gd name="T2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22">
                  <a:moveTo>
                    <a:pt x="66" y="5"/>
                  </a:moveTo>
                  <a:cubicBezTo>
                    <a:pt x="50" y="5"/>
                    <a:pt x="50" y="5"/>
                    <a:pt x="50" y="5"/>
                  </a:cubicBezTo>
                  <a:cubicBezTo>
                    <a:pt x="47" y="5"/>
                    <a:pt x="45" y="4"/>
                    <a:pt x="43" y="3"/>
                  </a:cubicBezTo>
                  <a:cubicBezTo>
                    <a:pt x="42" y="2"/>
                    <a:pt x="42" y="2"/>
                    <a:pt x="42" y="2"/>
                  </a:cubicBezTo>
                  <a:cubicBezTo>
                    <a:pt x="40" y="1"/>
                    <a:pt x="38" y="0"/>
                    <a:pt x="36" y="0"/>
                  </a:cubicBezTo>
                  <a:cubicBezTo>
                    <a:pt x="18" y="0"/>
                    <a:pt x="18" y="0"/>
                    <a:pt x="18" y="0"/>
                  </a:cubicBezTo>
                  <a:cubicBezTo>
                    <a:pt x="16" y="0"/>
                    <a:pt x="15" y="1"/>
                    <a:pt x="14" y="2"/>
                  </a:cubicBezTo>
                  <a:cubicBezTo>
                    <a:pt x="7" y="8"/>
                    <a:pt x="7" y="8"/>
                    <a:pt x="7" y="8"/>
                  </a:cubicBezTo>
                  <a:cubicBezTo>
                    <a:pt x="7" y="8"/>
                    <a:pt x="3" y="12"/>
                    <a:pt x="0" y="16"/>
                  </a:cubicBezTo>
                  <a:cubicBezTo>
                    <a:pt x="4" y="19"/>
                    <a:pt x="7" y="19"/>
                    <a:pt x="11" y="18"/>
                  </a:cubicBezTo>
                  <a:cubicBezTo>
                    <a:pt x="14" y="17"/>
                    <a:pt x="18" y="14"/>
                    <a:pt x="18" y="14"/>
                  </a:cubicBezTo>
                  <a:cubicBezTo>
                    <a:pt x="24" y="14"/>
                    <a:pt x="24" y="14"/>
                    <a:pt x="24" y="14"/>
                  </a:cubicBezTo>
                  <a:cubicBezTo>
                    <a:pt x="33" y="22"/>
                    <a:pt x="33" y="22"/>
                    <a:pt x="33" y="22"/>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210" name="Freeform 698">
              <a:extLst>
                <a:ext uri="{FF2B5EF4-FFF2-40B4-BE49-F238E27FC236}">
                  <a16:creationId xmlns:a16="http://schemas.microsoft.com/office/drawing/2014/main" id="{A9A33369-696B-E4A2-F0A6-480AE9002FB2}"/>
                </a:ext>
              </a:extLst>
            </p:cNvPr>
            <p:cNvSpPr>
              <a:spLocks/>
            </p:cNvSpPr>
            <p:nvPr/>
          </p:nvSpPr>
          <p:spPr bwMode="auto">
            <a:xfrm>
              <a:off x="4603750" y="4483101"/>
              <a:ext cx="30163" cy="11113"/>
            </a:xfrm>
            <a:custGeom>
              <a:avLst/>
              <a:gdLst>
                <a:gd name="T0" fmla="*/ 0 w 9"/>
                <a:gd name="T1" fmla="*/ 3 h 3"/>
                <a:gd name="T2" fmla="*/ 9 w 9"/>
                <a:gd name="T3" fmla="*/ 0 h 3"/>
              </a:gdLst>
              <a:ahLst/>
              <a:cxnLst>
                <a:cxn ang="0">
                  <a:pos x="T0" y="T1"/>
                </a:cxn>
                <a:cxn ang="0">
                  <a:pos x="T2" y="T3"/>
                </a:cxn>
              </a:cxnLst>
              <a:rect l="0" t="0" r="r" b="b"/>
              <a:pathLst>
                <a:path w="9" h="3">
                  <a:moveTo>
                    <a:pt x="0" y="3"/>
                  </a:moveTo>
                  <a:cubicBezTo>
                    <a:pt x="2" y="0"/>
                    <a:pt x="5" y="0"/>
                    <a:pt x="9"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211" name="Freeform 699">
              <a:extLst>
                <a:ext uri="{FF2B5EF4-FFF2-40B4-BE49-F238E27FC236}">
                  <a16:creationId xmlns:a16="http://schemas.microsoft.com/office/drawing/2014/main" id="{68BE8833-EA98-A765-FB12-8C7DD7342DCF}"/>
                </a:ext>
              </a:extLst>
            </p:cNvPr>
            <p:cNvSpPr>
              <a:spLocks/>
            </p:cNvSpPr>
            <p:nvPr/>
          </p:nvSpPr>
          <p:spPr bwMode="auto">
            <a:xfrm>
              <a:off x="4533900" y="4440238"/>
              <a:ext cx="84138" cy="90488"/>
            </a:xfrm>
            <a:custGeom>
              <a:avLst/>
              <a:gdLst>
                <a:gd name="T0" fmla="*/ 6 w 25"/>
                <a:gd name="T1" fmla="*/ 0 h 27"/>
                <a:gd name="T2" fmla="*/ 21 w 25"/>
                <a:gd name="T3" fmla="*/ 16 h 27"/>
                <a:gd name="T4" fmla="*/ 14 w 25"/>
                <a:gd name="T5" fmla="*/ 22 h 27"/>
                <a:gd name="T6" fmla="*/ 0 w 25"/>
                <a:gd name="T7" fmla="*/ 9 h 27"/>
              </a:gdLst>
              <a:ahLst/>
              <a:cxnLst>
                <a:cxn ang="0">
                  <a:pos x="T0" y="T1"/>
                </a:cxn>
                <a:cxn ang="0">
                  <a:pos x="T2" y="T3"/>
                </a:cxn>
                <a:cxn ang="0">
                  <a:pos x="T4" y="T5"/>
                </a:cxn>
                <a:cxn ang="0">
                  <a:pos x="T6" y="T7"/>
                </a:cxn>
              </a:cxnLst>
              <a:rect l="0" t="0" r="r" b="b"/>
              <a:pathLst>
                <a:path w="25" h="27">
                  <a:moveTo>
                    <a:pt x="6" y="0"/>
                  </a:moveTo>
                  <a:cubicBezTo>
                    <a:pt x="6" y="0"/>
                    <a:pt x="18" y="13"/>
                    <a:pt x="21" y="16"/>
                  </a:cubicBezTo>
                  <a:cubicBezTo>
                    <a:pt x="25" y="19"/>
                    <a:pt x="20" y="27"/>
                    <a:pt x="14" y="22"/>
                  </a:cubicBezTo>
                  <a:cubicBezTo>
                    <a:pt x="11" y="19"/>
                    <a:pt x="0" y="9"/>
                    <a:pt x="0" y="9"/>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212" name="Freeform 700">
              <a:extLst>
                <a:ext uri="{FF2B5EF4-FFF2-40B4-BE49-F238E27FC236}">
                  <a16:creationId xmlns:a16="http://schemas.microsoft.com/office/drawing/2014/main" id="{BC7D20D3-7C67-F66C-0BA4-B65D162FFBAE}"/>
                </a:ext>
              </a:extLst>
            </p:cNvPr>
            <p:cNvSpPr>
              <a:spLocks/>
            </p:cNvSpPr>
            <p:nvPr/>
          </p:nvSpPr>
          <p:spPr bwMode="auto">
            <a:xfrm>
              <a:off x="4516438" y="4500563"/>
              <a:ext cx="71438" cy="44450"/>
            </a:xfrm>
            <a:custGeom>
              <a:avLst/>
              <a:gdLst>
                <a:gd name="T0" fmla="*/ 21 w 21"/>
                <a:gd name="T1" fmla="*/ 5 h 13"/>
                <a:gd name="T2" fmla="*/ 11 w 21"/>
                <a:gd name="T3" fmla="*/ 9 h 13"/>
                <a:gd name="T4" fmla="*/ 0 w 21"/>
                <a:gd name="T5" fmla="*/ 0 h 13"/>
              </a:gdLst>
              <a:ahLst/>
              <a:cxnLst>
                <a:cxn ang="0">
                  <a:pos x="T0" y="T1"/>
                </a:cxn>
                <a:cxn ang="0">
                  <a:pos x="T2" y="T3"/>
                </a:cxn>
                <a:cxn ang="0">
                  <a:pos x="T4" y="T5"/>
                </a:cxn>
              </a:cxnLst>
              <a:rect l="0" t="0" r="r" b="b"/>
              <a:pathLst>
                <a:path w="21" h="13">
                  <a:moveTo>
                    <a:pt x="21" y="5"/>
                  </a:moveTo>
                  <a:cubicBezTo>
                    <a:pt x="20" y="7"/>
                    <a:pt x="16" y="13"/>
                    <a:pt x="11" y="9"/>
                  </a:cubicBezTo>
                  <a:cubicBezTo>
                    <a:pt x="7" y="6"/>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213" name="Freeform 701">
              <a:extLst>
                <a:ext uri="{FF2B5EF4-FFF2-40B4-BE49-F238E27FC236}">
                  <a16:creationId xmlns:a16="http://schemas.microsoft.com/office/drawing/2014/main" id="{FC660655-352E-C9C8-DA28-95FE3A8DF3BB}"/>
                </a:ext>
              </a:extLst>
            </p:cNvPr>
            <p:cNvSpPr>
              <a:spLocks/>
            </p:cNvSpPr>
            <p:nvPr/>
          </p:nvSpPr>
          <p:spPr bwMode="auto">
            <a:xfrm>
              <a:off x="4498975" y="4527551"/>
              <a:ext cx="57150" cy="30163"/>
            </a:xfrm>
            <a:custGeom>
              <a:avLst/>
              <a:gdLst>
                <a:gd name="T0" fmla="*/ 17 w 17"/>
                <a:gd name="T1" fmla="*/ 2 h 9"/>
                <a:gd name="T2" fmla="*/ 7 w 17"/>
                <a:gd name="T3" fmla="*/ 6 h 9"/>
                <a:gd name="T4" fmla="*/ 0 w 17"/>
                <a:gd name="T5" fmla="*/ 0 h 9"/>
              </a:gdLst>
              <a:ahLst/>
              <a:cxnLst>
                <a:cxn ang="0">
                  <a:pos x="T0" y="T1"/>
                </a:cxn>
                <a:cxn ang="0">
                  <a:pos x="T2" y="T3"/>
                </a:cxn>
                <a:cxn ang="0">
                  <a:pos x="T4" y="T5"/>
                </a:cxn>
              </a:cxnLst>
              <a:rect l="0" t="0" r="r" b="b"/>
              <a:pathLst>
                <a:path w="17" h="9">
                  <a:moveTo>
                    <a:pt x="17" y="2"/>
                  </a:moveTo>
                  <a:cubicBezTo>
                    <a:pt x="15" y="7"/>
                    <a:pt x="11" y="9"/>
                    <a:pt x="7" y="6"/>
                  </a:cubicBezTo>
                  <a:cubicBezTo>
                    <a:pt x="4" y="4"/>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214" name="Freeform 702">
              <a:extLst>
                <a:ext uri="{FF2B5EF4-FFF2-40B4-BE49-F238E27FC236}">
                  <a16:creationId xmlns:a16="http://schemas.microsoft.com/office/drawing/2014/main" id="{B7D3BBF5-8BC7-075B-4D95-6451C7E6AC8A}"/>
                </a:ext>
              </a:extLst>
            </p:cNvPr>
            <p:cNvSpPr>
              <a:spLocks/>
            </p:cNvSpPr>
            <p:nvPr/>
          </p:nvSpPr>
          <p:spPr bwMode="auto">
            <a:xfrm>
              <a:off x="4479925" y="4551363"/>
              <a:ext cx="46038" cy="20638"/>
            </a:xfrm>
            <a:custGeom>
              <a:avLst/>
              <a:gdLst>
                <a:gd name="T0" fmla="*/ 14 w 14"/>
                <a:gd name="T1" fmla="*/ 0 h 6"/>
                <a:gd name="T2" fmla="*/ 5 w 14"/>
                <a:gd name="T3" fmla="*/ 4 h 6"/>
                <a:gd name="T4" fmla="*/ 0 w 14"/>
                <a:gd name="T5" fmla="*/ 0 h 6"/>
              </a:gdLst>
              <a:ahLst/>
              <a:cxnLst>
                <a:cxn ang="0">
                  <a:pos x="T0" y="T1"/>
                </a:cxn>
                <a:cxn ang="0">
                  <a:pos x="T2" y="T3"/>
                </a:cxn>
                <a:cxn ang="0">
                  <a:pos x="T4" y="T5"/>
                </a:cxn>
              </a:cxnLst>
              <a:rect l="0" t="0" r="r" b="b"/>
              <a:pathLst>
                <a:path w="14" h="6">
                  <a:moveTo>
                    <a:pt x="14" y="0"/>
                  </a:moveTo>
                  <a:cubicBezTo>
                    <a:pt x="13" y="3"/>
                    <a:pt x="9" y="6"/>
                    <a:pt x="5" y="4"/>
                  </a:cubicBezTo>
                  <a:cubicBezTo>
                    <a:pt x="4" y="3"/>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215" name="Freeform 703">
              <a:extLst>
                <a:ext uri="{FF2B5EF4-FFF2-40B4-BE49-F238E27FC236}">
                  <a16:creationId xmlns:a16="http://schemas.microsoft.com/office/drawing/2014/main" id="{4F087B57-CD0E-11AE-D5E9-BDB9EB5BCBD1}"/>
                </a:ext>
              </a:extLst>
            </p:cNvPr>
            <p:cNvSpPr>
              <a:spLocks/>
            </p:cNvSpPr>
            <p:nvPr/>
          </p:nvSpPr>
          <p:spPr bwMode="auto">
            <a:xfrm>
              <a:off x="4321175" y="4365626"/>
              <a:ext cx="165100" cy="15875"/>
            </a:xfrm>
            <a:custGeom>
              <a:avLst/>
              <a:gdLst>
                <a:gd name="T0" fmla="*/ 0 w 49"/>
                <a:gd name="T1" fmla="*/ 5 h 5"/>
                <a:gd name="T2" fmla="*/ 20 w 49"/>
                <a:gd name="T3" fmla="*/ 5 h 5"/>
                <a:gd name="T4" fmla="*/ 25 w 49"/>
                <a:gd name="T5" fmla="*/ 3 h 5"/>
                <a:gd name="T6" fmla="*/ 28 w 49"/>
                <a:gd name="T7" fmla="*/ 2 h 5"/>
                <a:gd name="T8" fmla="*/ 33 w 49"/>
                <a:gd name="T9" fmla="*/ 0 h 5"/>
                <a:gd name="T10" fmla="*/ 44 w 49"/>
                <a:gd name="T11" fmla="*/ 0 h 5"/>
                <a:gd name="T12" fmla="*/ 47 w 49"/>
                <a:gd name="T13" fmla="*/ 1 h 5"/>
                <a:gd name="T14" fmla="*/ 49 w 49"/>
                <a:gd name="T15" fmla="*/ 2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5">
                  <a:moveTo>
                    <a:pt x="0" y="5"/>
                  </a:moveTo>
                  <a:cubicBezTo>
                    <a:pt x="20" y="5"/>
                    <a:pt x="20" y="5"/>
                    <a:pt x="20" y="5"/>
                  </a:cubicBezTo>
                  <a:cubicBezTo>
                    <a:pt x="22" y="5"/>
                    <a:pt x="24" y="4"/>
                    <a:pt x="25" y="3"/>
                  </a:cubicBezTo>
                  <a:cubicBezTo>
                    <a:pt x="28" y="2"/>
                    <a:pt x="28" y="2"/>
                    <a:pt x="28" y="2"/>
                  </a:cubicBezTo>
                  <a:cubicBezTo>
                    <a:pt x="29" y="1"/>
                    <a:pt x="31" y="0"/>
                    <a:pt x="33" y="0"/>
                  </a:cubicBezTo>
                  <a:cubicBezTo>
                    <a:pt x="44" y="0"/>
                    <a:pt x="44" y="0"/>
                    <a:pt x="44" y="0"/>
                  </a:cubicBezTo>
                  <a:cubicBezTo>
                    <a:pt x="45" y="0"/>
                    <a:pt x="46" y="0"/>
                    <a:pt x="47" y="1"/>
                  </a:cubicBezTo>
                  <a:cubicBezTo>
                    <a:pt x="49" y="2"/>
                    <a:pt x="49" y="2"/>
                    <a:pt x="49" y="2"/>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216" name="Freeform 704">
              <a:extLst>
                <a:ext uri="{FF2B5EF4-FFF2-40B4-BE49-F238E27FC236}">
                  <a16:creationId xmlns:a16="http://schemas.microsoft.com/office/drawing/2014/main" id="{5A41F1BA-EA4C-B34F-B9D9-83C2A6A60677}"/>
                </a:ext>
              </a:extLst>
            </p:cNvPr>
            <p:cNvSpPr>
              <a:spLocks/>
            </p:cNvSpPr>
            <p:nvPr/>
          </p:nvSpPr>
          <p:spPr bwMode="auto">
            <a:xfrm>
              <a:off x="4375150" y="4479926"/>
              <a:ext cx="39688" cy="38100"/>
            </a:xfrm>
            <a:custGeom>
              <a:avLst/>
              <a:gdLst>
                <a:gd name="T0" fmla="*/ 10 w 12"/>
                <a:gd name="T1" fmla="*/ 7 h 11"/>
                <a:gd name="T2" fmla="*/ 10 w 12"/>
                <a:gd name="T3" fmla="*/ 1 h 11"/>
                <a:gd name="T4" fmla="*/ 10 w 12"/>
                <a:gd name="T5" fmla="*/ 1 h 11"/>
                <a:gd name="T6" fmla="*/ 4 w 12"/>
                <a:gd name="T7" fmla="*/ 1 h 11"/>
                <a:gd name="T8" fmla="*/ 1 w 12"/>
                <a:gd name="T9" fmla="*/ 3 h 11"/>
                <a:gd name="T10" fmla="*/ 1 w 12"/>
                <a:gd name="T11" fmla="*/ 9 h 11"/>
                <a:gd name="T12" fmla="*/ 7 w 12"/>
                <a:gd name="T13" fmla="*/ 9 h 11"/>
              </a:gdLst>
              <a:ahLst/>
              <a:cxnLst>
                <a:cxn ang="0">
                  <a:pos x="T0" y="T1"/>
                </a:cxn>
                <a:cxn ang="0">
                  <a:pos x="T2" y="T3"/>
                </a:cxn>
                <a:cxn ang="0">
                  <a:pos x="T4" y="T5"/>
                </a:cxn>
                <a:cxn ang="0">
                  <a:pos x="T6" y="T7"/>
                </a:cxn>
                <a:cxn ang="0">
                  <a:pos x="T8" y="T9"/>
                </a:cxn>
                <a:cxn ang="0">
                  <a:pos x="T10" y="T11"/>
                </a:cxn>
                <a:cxn ang="0">
                  <a:pos x="T12" y="T13"/>
                </a:cxn>
              </a:cxnLst>
              <a:rect l="0" t="0" r="r" b="b"/>
              <a:pathLst>
                <a:path w="12" h="11">
                  <a:moveTo>
                    <a:pt x="10" y="7"/>
                  </a:moveTo>
                  <a:cubicBezTo>
                    <a:pt x="12" y="5"/>
                    <a:pt x="11" y="3"/>
                    <a:pt x="10" y="1"/>
                  </a:cubicBezTo>
                  <a:cubicBezTo>
                    <a:pt x="10" y="1"/>
                    <a:pt x="10" y="1"/>
                    <a:pt x="10" y="1"/>
                  </a:cubicBezTo>
                  <a:cubicBezTo>
                    <a:pt x="8" y="0"/>
                    <a:pt x="5" y="0"/>
                    <a:pt x="4" y="1"/>
                  </a:cubicBezTo>
                  <a:cubicBezTo>
                    <a:pt x="1" y="3"/>
                    <a:pt x="1" y="3"/>
                    <a:pt x="1" y="3"/>
                  </a:cubicBezTo>
                  <a:cubicBezTo>
                    <a:pt x="0" y="5"/>
                    <a:pt x="0" y="8"/>
                    <a:pt x="1" y="9"/>
                  </a:cubicBezTo>
                  <a:cubicBezTo>
                    <a:pt x="3" y="11"/>
                    <a:pt x="6" y="11"/>
                    <a:pt x="7" y="9"/>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217" name="Freeform 705">
              <a:extLst>
                <a:ext uri="{FF2B5EF4-FFF2-40B4-BE49-F238E27FC236}">
                  <a16:creationId xmlns:a16="http://schemas.microsoft.com/office/drawing/2014/main" id="{ED432040-A014-99E1-AC8F-8C0FEE88FC57}"/>
                </a:ext>
              </a:extLst>
            </p:cNvPr>
            <p:cNvSpPr>
              <a:spLocks/>
            </p:cNvSpPr>
            <p:nvPr/>
          </p:nvSpPr>
          <p:spPr bwMode="auto">
            <a:xfrm>
              <a:off x="4391025" y="4486276"/>
              <a:ext cx="53975" cy="55563"/>
            </a:xfrm>
            <a:custGeom>
              <a:avLst/>
              <a:gdLst>
                <a:gd name="T0" fmla="*/ 15 w 16"/>
                <a:gd name="T1" fmla="*/ 1 h 16"/>
                <a:gd name="T2" fmla="*/ 15 w 16"/>
                <a:gd name="T3" fmla="*/ 1 h 16"/>
                <a:gd name="T4" fmla="*/ 9 w 16"/>
                <a:gd name="T5" fmla="*/ 1 h 16"/>
                <a:gd name="T6" fmla="*/ 2 w 16"/>
                <a:gd name="T7" fmla="*/ 8 h 16"/>
                <a:gd name="T8" fmla="*/ 2 w 16"/>
                <a:gd name="T9" fmla="*/ 14 h 16"/>
                <a:gd name="T10" fmla="*/ 8 w 16"/>
                <a:gd name="T11" fmla="*/ 14 h 16"/>
                <a:gd name="T12" fmla="*/ 15 w 16"/>
                <a:gd name="T13" fmla="*/ 7 h 16"/>
                <a:gd name="T14" fmla="*/ 15 w 16"/>
                <a:gd name="T15" fmla="*/ 1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16">
                  <a:moveTo>
                    <a:pt x="15" y="1"/>
                  </a:moveTo>
                  <a:cubicBezTo>
                    <a:pt x="15" y="1"/>
                    <a:pt x="15" y="1"/>
                    <a:pt x="15" y="1"/>
                  </a:cubicBezTo>
                  <a:cubicBezTo>
                    <a:pt x="13" y="0"/>
                    <a:pt x="10" y="0"/>
                    <a:pt x="9" y="1"/>
                  </a:cubicBezTo>
                  <a:cubicBezTo>
                    <a:pt x="2" y="8"/>
                    <a:pt x="2" y="8"/>
                    <a:pt x="2" y="8"/>
                  </a:cubicBezTo>
                  <a:cubicBezTo>
                    <a:pt x="0" y="10"/>
                    <a:pt x="0" y="12"/>
                    <a:pt x="2" y="14"/>
                  </a:cubicBezTo>
                  <a:cubicBezTo>
                    <a:pt x="3" y="16"/>
                    <a:pt x="6" y="16"/>
                    <a:pt x="8" y="14"/>
                  </a:cubicBezTo>
                  <a:cubicBezTo>
                    <a:pt x="15" y="7"/>
                    <a:pt x="15" y="7"/>
                    <a:pt x="15" y="7"/>
                  </a:cubicBezTo>
                  <a:cubicBezTo>
                    <a:pt x="16" y="6"/>
                    <a:pt x="16" y="3"/>
                    <a:pt x="15" y="1"/>
                  </a:cubicBezTo>
                  <a:close/>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218" name="Freeform 706">
              <a:extLst>
                <a:ext uri="{FF2B5EF4-FFF2-40B4-BE49-F238E27FC236}">
                  <a16:creationId xmlns:a16="http://schemas.microsoft.com/office/drawing/2014/main" id="{F7AF1E0F-7985-C0D8-139F-8FF90344883E}"/>
                </a:ext>
              </a:extLst>
            </p:cNvPr>
            <p:cNvSpPr>
              <a:spLocks/>
            </p:cNvSpPr>
            <p:nvPr/>
          </p:nvSpPr>
          <p:spPr bwMode="auto">
            <a:xfrm>
              <a:off x="4414838" y="4503738"/>
              <a:ext cx="53975" cy="53975"/>
            </a:xfrm>
            <a:custGeom>
              <a:avLst/>
              <a:gdLst>
                <a:gd name="T0" fmla="*/ 2 w 16"/>
                <a:gd name="T1" fmla="*/ 8 h 16"/>
                <a:gd name="T2" fmla="*/ 2 w 16"/>
                <a:gd name="T3" fmla="*/ 14 h 16"/>
                <a:gd name="T4" fmla="*/ 8 w 16"/>
                <a:gd name="T5" fmla="*/ 14 h 16"/>
                <a:gd name="T6" fmla="*/ 14 w 16"/>
                <a:gd name="T7" fmla="*/ 8 h 16"/>
                <a:gd name="T8" fmla="*/ 14 w 16"/>
                <a:gd name="T9" fmla="*/ 2 h 16"/>
                <a:gd name="T10" fmla="*/ 14 w 16"/>
                <a:gd name="T11" fmla="*/ 2 h 16"/>
                <a:gd name="T12" fmla="*/ 8 w 16"/>
                <a:gd name="T13" fmla="*/ 2 h 16"/>
              </a:gdLst>
              <a:ahLst/>
              <a:cxnLst>
                <a:cxn ang="0">
                  <a:pos x="T0" y="T1"/>
                </a:cxn>
                <a:cxn ang="0">
                  <a:pos x="T2" y="T3"/>
                </a:cxn>
                <a:cxn ang="0">
                  <a:pos x="T4" y="T5"/>
                </a:cxn>
                <a:cxn ang="0">
                  <a:pos x="T6" y="T7"/>
                </a:cxn>
                <a:cxn ang="0">
                  <a:pos x="T8" y="T9"/>
                </a:cxn>
                <a:cxn ang="0">
                  <a:pos x="T10" y="T11"/>
                </a:cxn>
                <a:cxn ang="0">
                  <a:pos x="T12" y="T13"/>
                </a:cxn>
              </a:cxnLst>
              <a:rect l="0" t="0" r="r" b="b"/>
              <a:pathLst>
                <a:path w="16" h="16">
                  <a:moveTo>
                    <a:pt x="2" y="8"/>
                  </a:moveTo>
                  <a:cubicBezTo>
                    <a:pt x="0" y="9"/>
                    <a:pt x="0" y="12"/>
                    <a:pt x="2" y="14"/>
                  </a:cubicBezTo>
                  <a:cubicBezTo>
                    <a:pt x="3" y="16"/>
                    <a:pt x="6" y="16"/>
                    <a:pt x="8" y="14"/>
                  </a:cubicBezTo>
                  <a:cubicBezTo>
                    <a:pt x="14" y="8"/>
                    <a:pt x="14" y="8"/>
                    <a:pt x="14" y="8"/>
                  </a:cubicBezTo>
                  <a:cubicBezTo>
                    <a:pt x="16" y="6"/>
                    <a:pt x="16" y="4"/>
                    <a:pt x="14" y="2"/>
                  </a:cubicBezTo>
                  <a:cubicBezTo>
                    <a:pt x="14" y="2"/>
                    <a:pt x="14" y="2"/>
                    <a:pt x="14" y="2"/>
                  </a:cubicBezTo>
                  <a:cubicBezTo>
                    <a:pt x="12" y="0"/>
                    <a:pt x="10" y="0"/>
                    <a:pt x="8" y="2"/>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219" name="Freeform 707">
              <a:extLst>
                <a:ext uri="{FF2B5EF4-FFF2-40B4-BE49-F238E27FC236}">
                  <a16:creationId xmlns:a16="http://schemas.microsoft.com/office/drawing/2014/main" id="{25D7349C-3E22-8961-4584-9A5970EF6F3F}"/>
                </a:ext>
              </a:extLst>
            </p:cNvPr>
            <p:cNvSpPr>
              <a:spLocks/>
            </p:cNvSpPr>
            <p:nvPr/>
          </p:nvSpPr>
          <p:spPr bwMode="auto">
            <a:xfrm>
              <a:off x="4445000" y="4530726"/>
              <a:ext cx="38100" cy="38100"/>
            </a:xfrm>
            <a:custGeom>
              <a:avLst/>
              <a:gdLst>
                <a:gd name="T0" fmla="*/ 2 w 11"/>
                <a:gd name="T1" fmla="*/ 3 h 11"/>
                <a:gd name="T2" fmla="*/ 2 w 11"/>
                <a:gd name="T3" fmla="*/ 9 h 11"/>
                <a:gd name="T4" fmla="*/ 8 w 11"/>
                <a:gd name="T5" fmla="*/ 9 h 11"/>
                <a:gd name="T6" fmla="*/ 9 w 11"/>
                <a:gd name="T7" fmla="*/ 8 h 11"/>
                <a:gd name="T8" fmla="*/ 9 w 11"/>
                <a:gd name="T9" fmla="*/ 2 h 11"/>
                <a:gd name="T10" fmla="*/ 9 w 11"/>
                <a:gd name="T11" fmla="*/ 2 h 11"/>
                <a:gd name="T12" fmla="*/ 3 w 11"/>
                <a:gd name="T13" fmla="*/ 1 h 11"/>
              </a:gdLst>
              <a:ahLst/>
              <a:cxnLst>
                <a:cxn ang="0">
                  <a:pos x="T0" y="T1"/>
                </a:cxn>
                <a:cxn ang="0">
                  <a:pos x="T2" y="T3"/>
                </a:cxn>
                <a:cxn ang="0">
                  <a:pos x="T4" y="T5"/>
                </a:cxn>
                <a:cxn ang="0">
                  <a:pos x="T6" y="T7"/>
                </a:cxn>
                <a:cxn ang="0">
                  <a:pos x="T8" y="T9"/>
                </a:cxn>
                <a:cxn ang="0">
                  <a:pos x="T10" y="T11"/>
                </a:cxn>
                <a:cxn ang="0">
                  <a:pos x="T12" y="T13"/>
                </a:cxn>
              </a:cxnLst>
              <a:rect l="0" t="0" r="r" b="b"/>
              <a:pathLst>
                <a:path w="11" h="11">
                  <a:moveTo>
                    <a:pt x="2" y="3"/>
                  </a:moveTo>
                  <a:cubicBezTo>
                    <a:pt x="0" y="5"/>
                    <a:pt x="0" y="7"/>
                    <a:pt x="2" y="9"/>
                  </a:cubicBezTo>
                  <a:cubicBezTo>
                    <a:pt x="3" y="11"/>
                    <a:pt x="6" y="11"/>
                    <a:pt x="8" y="9"/>
                  </a:cubicBezTo>
                  <a:cubicBezTo>
                    <a:pt x="9" y="8"/>
                    <a:pt x="9" y="8"/>
                    <a:pt x="9" y="8"/>
                  </a:cubicBezTo>
                  <a:cubicBezTo>
                    <a:pt x="11" y="6"/>
                    <a:pt x="11" y="3"/>
                    <a:pt x="9" y="2"/>
                  </a:cubicBezTo>
                  <a:cubicBezTo>
                    <a:pt x="9" y="2"/>
                    <a:pt x="9" y="2"/>
                    <a:pt x="9" y="2"/>
                  </a:cubicBezTo>
                  <a:cubicBezTo>
                    <a:pt x="8" y="0"/>
                    <a:pt x="5" y="0"/>
                    <a:pt x="3" y="1"/>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220" name="Freeform 708">
              <a:extLst>
                <a:ext uri="{FF2B5EF4-FFF2-40B4-BE49-F238E27FC236}">
                  <a16:creationId xmlns:a16="http://schemas.microsoft.com/office/drawing/2014/main" id="{BE080373-03B8-5723-FE8F-9983482EC26A}"/>
                </a:ext>
              </a:extLst>
            </p:cNvPr>
            <p:cNvSpPr>
              <a:spLocks/>
            </p:cNvSpPr>
            <p:nvPr/>
          </p:nvSpPr>
          <p:spPr bwMode="auto">
            <a:xfrm>
              <a:off x="4552950" y="4440238"/>
              <a:ext cx="34925" cy="9525"/>
            </a:xfrm>
            <a:custGeom>
              <a:avLst/>
              <a:gdLst>
                <a:gd name="T0" fmla="*/ 10 w 10"/>
                <a:gd name="T1" fmla="*/ 2 h 3"/>
                <a:gd name="T2" fmla="*/ 0 w 10"/>
                <a:gd name="T3" fmla="*/ 0 h 3"/>
              </a:gdLst>
              <a:ahLst/>
              <a:cxnLst>
                <a:cxn ang="0">
                  <a:pos x="T0" y="T1"/>
                </a:cxn>
                <a:cxn ang="0">
                  <a:pos x="T2" y="T3"/>
                </a:cxn>
              </a:cxnLst>
              <a:rect l="0" t="0" r="r" b="b"/>
              <a:pathLst>
                <a:path w="10" h="3">
                  <a:moveTo>
                    <a:pt x="10" y="2"/>
                  </a:moveTo>
                  <a:cubicBezTo>
                    <a:pt x="4" y="3"/>
                    <a:pt x="3" y="2"/>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221" name="Freeform 709">
              <a:extLst>
                <a:ext uri="{FF2B5EF4-FFF2-40B4-BE49-F238E27FC236}">
                  <a16:creationId xmlns:a16="http://schemas.microsoft.com/office/drawing/2014/main" id="{05436865-A60C-E81A-AFA3-A65A850B5566}"/>
                </a:ext>
              </a:extLst>
            </p:cNvPr>
            <p:cNvSpPr>
              <a:spLocks/>
            </p:cNvSpPr>
            <p:nvPr/>
          </p:nvSpPr>
          <p:spPr bwMode="auto">
            <a:xfrm>
              <a:off x="4351338" y="4483101"/>
              <a:ext cx="26988" cy="11113"/>
            </a:xfrm>
            <a:custGeom>
              <a:avLst/>
              <a:gdLst>
                <a:gd name="T0" fmla="*/ 8 w 8"/>
                <a:gd name="T1" fmla="*/ 3 h 3"/>
                <a:gd name="T2" fmla="*/ 0 w 8"/>
                <a:gd name="T3" fmla="*/ 0 h 3"/>
              </a:gdLst>
              <a:ahLst/>
              <a:cxnLst>
                <a:cxn ang="0">
                  <a:pos x="T0" y="T1"/>
                </a:cxn>
                <a:cxn ang="0">
                  <a:pos x="T2" y="T3"/>
                </a:cxn>
              </a:cxnLst>
              <a:rect l="0" t="0" r="r" b="b"/>
              <a:pathLst>
                <a:path w="8" h="3">
                  <a:moveTo>
                    <a:pt x="8" y="3"/>
                  </a:moveTo>
                  <a:cubicBezTo>
                    <a:pt x="7" y="1"/>
                    <a:pt x="4"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grpSp>
      <p:cxnSp>
        <p:nvCxnSpPr>
          <p:cNvPr id="1222" name="Conector recto 23">
            <a:extLst>
              <a:ext uri="{FF2B5EF4-FFF2-40B4-BE49-F238E27FC236}">
                <a16:creationId xmlns:a16="http://schemas.microsoft.com/office/drawing/2014/main" id="{4F440E4E-CA8B-99D9-6563-F548F8429615}"/>
              </a:ext>
            </a:extLst>
          </p:cNvPr>
          <p:cNvCxnSpPr>
            <a:cxnSpLocks/>
          </p:cNvCxnSpPr>
          <p:nvPr/>
        </p:nvCxnSpPr>
        <p:spPr>
          <a:xfrm>
            <a:off x="7735092" y="3305519"/>
            <a:ext cx="4099721" cy="0"/>
          </a:xfrm>
          <a:prstGeom prst="line">
            <a:avLst/>
          </a:prstGeom>
          <a:ln>
            <a:solidFill>
              <a:srgbClr val="EEE7E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86464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667A8-0B05-5D10-4930-6A5A47FC5A19}"/>
            </a:ext>
          </a:extLst>
        </p:cNvPr>
        <p:cNvGrpSpPr/>
        <p:nvPr/>
      </p:nvGrpSpPr>
      <p:grpSpPr>
        <a:xfrm>
          <a:off x="0" y="0"/>
          <a:ext cx="0" cy="0"/>
          <a:chOff x="0" y="0"/>
          <a:chExt cx="0" cy="0"/>
        </a:xfrm>
      </p:grpSpPr>
      <p:sp>
        <p:nvSpPr>
          <p:cNvPr id="9" name="Rectangle: Single Corner Rounded 8">
            <a:extLst>
              <a:ext uri="{FF2B5EF4-FFF2-40B4-BE49-F238E27FC236}">
                <a16:creationId xmlns:a16="http://schemas.microsoft.com/office/drawing/2014/main" id="{C844FB42-8D81-8FDB-928F-1AD0326CD6CB}"/>
              </a:ext>
            </a:extLst>
          </p:cNvPr>
          <p:cNvSpPr/>
          <p:nvPr/>
        </p:nvSpPr>
        <p:spPr>
          <a:xfrm>
            <a:off x="1" y="1453569"/>
            <a:ext cx="2718290" cy="1139090"/>
          </a:xfrm>
          <a:prstGeom prst="round1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en-US" sz="1200" noProof="0" dirty="0">
              <a:solidFill>
                <a:schemeClr val="bg1"/>
              </a:solidFill>
              <a:latin typeface="Source Serif Pro" panose="02040603050405020204" pitchFamily="18" charset="0"/>
              <a:ea typeface="Source Serif Pro" panose="02040603050405020204" pitchFamily="18" charset="0"/>
            </a:endParaRPr>
          </a:p>
        </p:txBody>
      </p:sp>
      <p:sp>
        <p:nvSpPr>
          <p:cNvPr id="63" name="Rectangle 62">
            <a:extLst>
              <a:ext uri="{FF2B5EF4-FFF2-40B4-BE49-F238E27FC236}">
                <a16:creationId xmlns:a16="http://schemas.microsoft.com/office/drawing/2014/main" id="{B0758BED-DFA5-EE07-ABBA-1C1D122796AF}"/>
              </a:ext>
            </a:extLst>
          </p:cNvPr>
          <p:cNvSpPr/>
          <p:nvPr/>
        </p:nvSpPr>
        <p:spPr>
          <a:xfrm>
            <a:off x="1" y="2593440"/>
            <a:ext cx="2718290" cy="113909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en-US" sz="1200" noProof="0" dirty="0">
              <a:solidFill>
                <a:schemeClr val="bg1"/>
              </a:solidFill>
              <a:latin typeface="Source Serif Pro" panose="02040603050405020204" pitchFamily="18" charset="0"/>
              <a:ea typeface="Source Serif Pro" panose="02040603050405020204" pitchFamily="18" charset="0"/>
            </a:endParaRPr>
          </a:p>
        </p:txBody>
      </p:sp>
      <p:sp>
        <p:nvSpPr>
          <p:cNvPr id="1025" name="Rectangle 1024">
            <a:extLst>
              <a:ext uri="{FF2B5EF4-FFF2-40B4-BE49-F238E27FC236}">
                <a16:creationId xmlns:a16="http://schemas.microsoft.com/office/drawing/2014/main" id="{0ADA09E2-FF4E-69D4-6218-FFE6DDF7EDBA}"/>
              </a:ext>
            </a:extLst>
          </p:cNvPr>
          <p:cNvSpPr/>
          <p:nvPr/>
        </p:nvSpPr>
        <p:spPr>
          <a:xfrm>
            <a:off x="1" y="3733051"/>
            <a:ext cx="2718290" cy="113909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en-US" sz="1200" noProof="0" dirty="0">
              <a:solidFill>
                <a:schemeClr val="bg1"/>
              </a:solidFill>
              <a:latin typeface="Source Serif Pro" panose="02040603050405020204" pitchFamily="18" charset="0"/>
              <a:ea typeface="Source Serif Pro" panose="02040603050405020204" pitchFamily="18" charset="0"/>
            </a:endParaRPr>
          </a:p>
        </p:txBody>
      </p:sp>
      <p:sp>
        <p:nvSpPr>
          <p:cNvPr id="1027" name="Rectangle: Single Corner Rounded 1026">
            <a:extLst>
              <a:ext uri="{FF2B5EF4-FFF2-40B4-BE49-F238E27FC236}">
                <a16:creationId xmlns:a16="http://schemas.microsoft.com/office/drawing/2014/main" id="{57317CF5-AA37-50F1-DEA5-A45177A33A1F}"/>
              </a:ext>
            </a:extLst>
          </p:cNvPr>
          <p:cNvSpPr/>
          <p:nvPr/>
        </p:nvSpPr>
        <p:spPr>
          <a:xfrm flipV="1">
            <a:off x="1" y="4863251"/>
            <a:ext cx="2718290" cy="1139090"/>
          </a:xfrm>
          <a:prstGeom prst="round1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en-US" sz="1200" dirty="0">
              <a:solidFill>
                <a:schemeClr val="bg1"/>
              </a:solidFill>
              <a:latin typeface="Source Serif Pro" panose="02040603050405020204" pitchFamily="18" charset="0"/>
              <a:ea typeface="Source Serif Pro" panose="02040603050405020204" pitchFamily="18" charset="0"/>
            </a:endParaRPr>
          </a:p>
        </p:txBody>
      </p:sp>
      <p:sp>
        <p:nvSpPr>
          <p:cNvPr id="3" name="Título 23">
            <a:extLst>
              <a:ext uri="{FF2B5EF4-FFF2-40B4-BE49-F238E27FC236}">
                <a16:creationId xmlns:a16="http://schemas.microsoft.com/office/drawing/2014/main" id="{F73C561E-F329-3698-7538-7DC21E564273}"/>
              </a:ext>
            </a:extLst>
          </p:cNvPr>
          <p:cNvSpPr>
            <a:spLocks noGrp="1"/>
          </p:cNvSpPr>
          <p:nvPr>
            <p:ph type="title"/>
          </p:nvPr>
        </p:nvSpPr>
        <p:spPr>
          <a:xfrm>
            <a:off x="731837" y="733846"/>
            <a:ext cx="11102975" cy="307520"/>
          </a:xfrm>
        </p:spPr>
        <p:txBody>
          <a:bodyPr vert="horz" lIns="0" tIns="0" rIns="0" bIns="0" rtlCol="0" anchor="ctr">
            <a:noAutofit/>
          </a:bodyPr>
          <a:lstStyle/>
          <a:p>
            <a:r>
              <a:rPr lang="en-US" noProof="0" dirty="0"/>
              <a:t>…Serving as a One-Stop-Shop in Those Segments</a:t>
            </a:r>
          </a:p>
        </p:txBody>
      </p:sp>
      <p:sp>
        <p:nvSpPr>
          <p:cNvPr id="5" name="Content Placeholder 16">
            <a:extLst>
              <a:ext uri="{FF2B5EF4-FFF2-40B4-BE49-F238E27FC236}">
                <a16:creationId xmlns:a16="http://schemas.microsoft.com/office/drawing/2014/main" id="{084D6545-0252-40B8-FCCD-F49A81E08FD0}"/>
              </a:ext>
            </a:extLst>
          </p:cNvPr>
          <p:cNvSpPr>
            <a:spLocks noGrp="1"/>
          </p:cNvSpPr>
          <p:nvPr>
            <p:ph sz="quarter" idx="13"/>
          </p:nvPr>
        </p:nvSpPr>
        <p:spPr/>
        <p:txBody>
          <a:bodyPr vert="horz" lIns="0" tIns="36000" rIns="0" bIns="0" rtlCol="0">
            <a:spAutoFit/>
          </a:bodyPr>
          <a:lstStyle/>
          <a:p>
            <a:r>
              <a:rPr lang="en-US" sz="1050" dirty="0" err="1"/>
              <a:t>Almatia</a:t>
            </a:r>
            <a:r>
              <a:rPr lang="en-US" sz="1050" dirty="0"/>
              <a:t> stands out with its extensive range of SKUs and product offerings across its segments, supplying everything from specialty additives to essential products</a:t>
            </a:r>
          </a:p>
        </p:txBody>
      </p:sp>
      <p:sp>
        <p:nvSpPr>
          <p:cNvPr id="26" name="Text Placeholder 23">
            <a:extLst>
              <a:ext uri="{FF2B5EF4-FFF2-40B4-BE49-F238E27FC236}">
                <a16:creationId xmlns:a16="http://schemas.microsoft.com/office/drawing/2014/main" id="{35A2130A-85B6-273A-6FB4-87FEB5DCFFBD}"/>
              </a:ext>
            </a:extLst>
          </p:cNvPr>
          <p:cNvSpPr>
            <a:spLocks noGrp="1"/>
          </p:cNvSpPr>
          <p:nvPr>
            <p:ph type="body" sz="quarter" idx="36"/>
          </p:nvPr>
        </p:nvSpPr>
        <p:spPr>
          <a:xfrm>
            <a:off x="731838" y="6198700"/>
            <a:ext cx="9275946" cy="267766"/>
          </a:xfrm>
        </p:spPr>
        <p:txBody>
          <a:bodyPr/>
          <a:lstStyle/>
          <a:p>
            <a:r>
              <a:rPr lang="en-US" noProof="0" dirty="0"/>
              <a:t>Source: Company Information</a:t>
            </a:r>
            <a:br>
              <a:rPr lang="en-US" noProof="0" dirty="0"/>
            </a:br>
            <a:r>
              <a:rPr lang="en-US" noProof="0" dirty="0"/>
              <a:t>Notes: (1) % related to Gross Profit; </a:t>
            </a:r>
          </a:p>
        </p:txBody>
      </p:sp>
      <p:sp>
        <p:nvSpPr>
          <p:cNvPr id="1065" name="Rectángulo: esquinas redondeadas 30">
            <a:extLst>
              <a:ext uri="{FF2B5EF4-FFF2-40B4-BE49-F238E27FC236}">
                <a16:creationId xmlns:a16="http://schemas.microsoft.com/office/drawing/2014/main" id="{2507DC66-60D9-7B07-4BC6-DBDBBD5E2565}"/>
              </a:ext>
            </a:extLst>
          </p:cNvPr>
          <p:cNvSpPr/>
          <p:nvPr/>
        </p:nvSpPr>
        <p:spPr>
          <a:xfrm>
            <a:off x="8909090" y="1690159"/>
            <a:ext cx="1370457" cy="1346906"/>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1066" name="Rectángulo: esquinas redondeadas 30">
            <a:extLst>
              <a:ext uri="{FF2B5EF4-FFF2-40B4-BE49-F238E27FC236}">
                <a16:creationId xmlns:a16="http://schemas.microsoft.com/office/drawing/2014/main" id="{B66D3013-4938-3CE3-FCA1-78392CEAEA14}"/>
              </a:ext>
            </a:extLst>
          </p:cNvPr>
          <p:cNvSpPr/>
          <p:nvPr/>
        </p:nvSpPr>
        <p:spPr>
          <a:xfrm>
            <a:off x="10469003" y="1690159"/>
            <a:ext cx="1370457" cy="1346906"/>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35" name="Rectangle 34">
            <a:extLst>
              <a:ext uri="{FF2B5EF4-FFF2-40B4-BE49-F238E27FC236}">
                <a16:creationId xmlns:a16="http://schemas.microsoft.com/office/drawing/2014/main" id="{B2DA9A42-045F-2E48-81CB-632E6F305D81}"/>
              </a:ext>
            </a:extLst>
          </p:cNvPr>
          <p:cNvSpPr/>
          <p:nvPr/>
        </p:nvSpPr>
        <p:spPr>
          <a:xfrm>
            <a:off x="7743932" y="1716948"/>
            <a:ext cx="1580046" cy="179152"/>
          </a:xfrm>
          <a:prstGeom prst="rect">
            <a:avLst/>
          </a:prstGeom>
        </p:spPr>
        <p:txBody>
          <a:bodyPr vert="horz" wrap="square" lIns="0" tIns="0" rIns="0" bIns="0" rtlCol="0" anchor="ctr">
            <a:spAutoFit/>
          </a:bodyPr>
          <a:lstStyle/>
          <a:p>
            <a:pPr>
              <a:lnSpc>
                <a:spcPct val="110000"/>
              </a:lnSpc>
              <a:spcAft>
                <a:spcPts val="800"/>
              </a:spcAft>
            </a:pPr>
            <a:r>
              <a:rPr lang="en-US" sz="110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Performance</a:t>
            </a:r>
          </a:p>
        </p:txBody>
      </p:sp>
      <p:sp>
        <p:nvSpPr>
          <p:cNvPr id="1048" name="Rectangle 1047">
            <a:extLst>
              <a:ext uri="{FF2B5EF4-FFF2-40B4-BE49-F238E27FC236}">
                <a16:creationId xmlns:a16="http://schemas.microsoft.com/office/drawing/2014/main" id="{11F4FCE8-AF14-7D2D-B585-22D5A46F3762}"/>
              </a:ext>
            </a:extLst>
          </p:cNvPr>
          <p:cNvSpPr/>
          <p:nvPr/>
        </p:nvSpPr>
        <p:spPr>
          <a:xfrm>
            <a:off x="7735092" y="3761147"/>
            <a:ext cx="1226865" cy="166644"/>
          </a:xfrm>
          <a:prstGeom prst="rect">
            <a:avLst/>
          </a:prstGeom>
        </p:spPr>
        <p:txBody>
          <a:bodyPr vert="horz" wrap="square" lIns="0" tIns="36000" rIns="0" bIns="0" rtlCol="0" anchor="t">
            <a:spAutoFit/>
          </a:bodyPr>
          <a:lstStyle/>
          <a:p>
            <a:pPr>
              <a:lnSpc>
                <a:spcPct val="110000"/>
              </a:lnSpc>
            </a:pPr>
            <a:r>
              <a:rPr lang="en-US" sz="800" dirty="0">
                <a:latin typeface="+mj-lt"/>
                <a:ea typeface="Source Serif Pro Light" panose="02040303050405020204" pitchFamily="18" charset="0"/>
                <a:cs typeface="Roboto" panose="02000000000000000000" pitchFamily="2" charset="0"/>
              </a:rPr>
              <a:t>(Revenue, USD ‘000)</a:t>
            </a:r>
          </a:p>
        </p:txBody>
      </p:sp>
      <p:sp>
        <p:nvSpPr>
          <p:cNvPr id="27" name="Rectangle 26">
            <a:extLst>
              <a:ext uri="{FF2B5EF4-FFF2-40B4-BE49-F238E27FC236}">
                <a16:creationId xmlns:a16="http://schemas.microsoft.com/office/drawing/2014/main" id="{9D27811D-0A11-F8C6-AE0F-309AB69B2236}"/>
              </a:ext>
            </a:extLst>
          </p:cNvPr>
          <p:cNvSpPr/>
          <p:nvPr/>
        </p:nvSpPr>
        <p:spPr>
          <a:xfrm>
            <a:off x="7735092" y="3573972"/>
            <a:ext cx="1356002" cy="179152"/>
          </a:xfrm>
          <a:prstGeom prst="rect">
            <a:avLst/>
          </a:prstGeom>
        </p:spPr>
        <p:txBody>
          <a:bodyPr vert="horz" wrap="square" lIns="0" tIns="0" rIns="0" bIns="0" rtlCol="0" anchor="ctr">
            <a:spAutoFit/>
          </a:bodyPr>
          <a:lstStyle/>
          <a:p>
            <a:pPr>
              <a:lnSpc>
                <a:spcPct val="110000"/>
              </a:lnSpc>
              <a:spcAft>
                <a:spcPts val="800"/>
              </a:spcAft>
            </a:pPr>
            <a:r>
              <a:rPr lang="en-US" sz="110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Revenue Evolution</a:t>
            </a:r>
          </a:p>
        </p:txBody>
      </p:sp>
      <p:sp>
        <p:nvSpPr>
          <p:cNvPr id="39" name="Rectangle 38">
            <a:extLst>
              <a:ext uri="{FF2B5EF4-FFF2-40B4-BE49-F238E27FC236}">
                <a16:creationId xmlns:a16="http://schemas.microsoft.com/office/drawing/2014/main" id="{9975070E-76EF-E881-7190-1C3075984BDA}"/>
              </a:ext>
            </a:extLst>
          </p:cNvPr>
          <p:cNvSpPr/>
          <p:nvPr/>
        </p:nvSpPr>
        <p:spPr>
          <a:xfrm>
            <a:off x="5607737" y="1716948"/>
            <a:ext cx="1577768" cy="179152"/>
          </a:xfrm>
          <a:prstGeom prst="rect">
            <a:avLst/>
          </a:prstGeom>
        </p:spPr>
        <p:txBody>
          <a:bodyPr vert="horz" wrap="square" lIns="0" tIns="0" rIns="0" bIns="0" rtlCol="0" anchor="ctr">
            <a:spAutoFit/>
          </a:bodyPr>
          <a:lstStyle/>
          <a:p>
            <a:pPr algn="ctr">
              <a:lnSpc>
                <a:spcPct val="110000"/>
              </a:lnSpc>
              <a:spcAft>
                <a:spcPts val="800"/>
              </a:spcAft>
            </a:pPr>
            <a:r>
              <a:rPr lang="en-US" sz="110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Key end-markets¹</a:t>
            </a:r>
          </a:p>
        </p:txBody>
      </p:sp>
      <p:grpSp>
        <p:nvGrpSpPr>
          <p:cNvPr id="1083" name="Group 1082">
            <a:extLst>
              <a:ext uri="{FF2B5EF4-FFF2-40B4-BE49-F238E27FC236}">
                <a16:creationId xmlns:a16="http://schemas.microsoft.com/office/drawing/2014/main" id="{65BDB00D-400A-A3B7-6833-4F0A2CD4D74F}"/>
              </a:ext>
            </a:extLst>
          </p:cNvPr>
          <p:cNvGrpSpPr/>
          <p:nvPr/>
        </p:nvGrpSpPr>
        <p:grpSpPr>
          <a:xfrm>
            <a:off x="5932285" y="1951460"/>
            <a:ext cx="928672" cy="1176104"/>
            <a:chOff x="5604864" y="1775117"/>
            <a:chExt cx="1069782" cy="1354812"/>
          </a:xfrm>
        </p:grpSpPr>
        <p:pic>
          <p:nvPicPr>
            <p:cNvPr id="10" name="Picture 9">
              <a:extLst>
                <a:ext uri="{FF2B5EF4-FFF2-40B4-BE49-F238E27FC236}">
                  <a16:creationId xmlns:a16="http://schemas.microsoft.com/office/drawing/2014/main" id="{8575D7DB-3AD6-8921-1762-6FA3EC629245}"/>
                </a:ext>
              </a:extLst>
            </p:cNvPr>
            <p:cNvPicPr>
              <a:picLocks/>
            </p:cNvPicPr>
            <p:nvPr/>
          </p:nvPicPr>
          <p:blipFill>
            <a:blip r:embed="rId3">
              <a:extLst>
                <a:ext uri="{28A0092B-C50C-407E-A947-70E740481C1C}">
                  <a14:useLocalDpi xmlns:a14="http://schemas.microsoft.com/office/drawing/2010/main" val="0"/>
                </a:ext>
              </a:extLst>
            </a:blip>
            <a:srcRect l="5726" r="5726"/>
            <a:stretch/>
          </p:blipFill>
          <p:spPr>
            <a:xfrm>
              <a:off x="5604864" y="2056449"/>
              <a:ext cx="971509" cy="971508"/>
            </a:xfrm>
            <a:prstGeom prst="ellipse">
              <a:avLst/>
            </a:prstGeom>
            <a:ln w="190500" cap="rnd">
              <a:noFill/>
              <a:prstDash val="solid"/>
            </a:ln>
            <a:effectLst/>
          </p:spPr>
        </p:pic>
        <p:grpSp>
          <p:nvGrpSpPr>
            <p:cNvPr id="1051" name="Group 1050">
              <a:extLst>
                <a:ext uri="{FF2B5EF4-FFF2-40B4-BE49-F238E27FC236}">
                  <a16:creationId xmlns:a16="http://schemas.microsoft.com/office/drawing/2014/main" id="{A04A2574-7613-FA42-077F-A49B29A668C9}"/>
                </a:ext>
              </a:extLst>
            </p:cNvPr>
            <p:cNvGrpSpPr/>
            <p:nvPr/>
          </p:nvGrpSpPr>
          <p:grpSpPr>
            <a:xfrm>
              <a:off x="6199446" y="2653566"/>
              <a:ext cx="475200" cy="476363"/>
              <a:chOff x="3788558" y="2653566"/>
              <a:chExt cx="475200" cy="476363"/>
            </a:xfrm>
            <a:solidFill>
              <a:schemeClr val="accent3"/>
            </a:solidFill>
          </p:grpSpPr>
          <p:sp>
            <p:nvSpPr>
              <p:cNvPr id="1050" name="Google Shape;234;p23">
                <a:extLst>
                  <a:ext uri="{FF2B5EF4-FFF2-40B4-BE49-F238E27FC236}">
                    <a16:creationId xmlns:a16="http://schemas.microsoft.com/office/drawing/2014/main" id="{0177DC1E-9DC9-4966-48C7-5BDC04F36498}"/>
                  </a:ext>
                </a:extLst>
              </p:cNvPr>
              <p:cNvSpPr>
                <a:spLocks noChangeAspect="1"/>
              </p:cNvSpPr>
              <p:nvPr/>
            </p:nvSpPr>
            <p:spPr>
              <a:xfrm rot="5400000">
                <a:off x="3787976" y="2654148"/>
                <a:ext cx="476363" cy="475200"/>
              </a:xfrm>
              <a:prstGeom prst="teardrop">
                <a:avLst>
                  <a:gd name="adj" fmla="val 100000"/>
                </a:avLst>
              </a:prstGeom>
              <a:solidFill>
                <a:schemeClr val="accent1"/>
              </a:solidFill>
              <a:ln>
                <a:noFill/>
              </a:ln>
              <a:effectLst>
                <a:outerShdw blurRad="152400" dist="38100" dir="21540000" algn="bl" rotWithShape="0">
                  <a:schemeClr val="bg2">
                    <a:alpha val="25000"/>
                  </a:schemeClr>
                </a:outerShdw>
              </a:effectLst>
            </p:spPr>
            <p:txBody>
              <a:bodyPr spcFirstLastPara="1" wrap="square" lIns="91425" tIns="91425" rIns="91425" bIns="91425" anchor="ctr" anchorCtr="0">
                <a:noAutofit/>
              </a:bodyPr>
              <a:lstStyle/>
              <a:p>
                <a:pPr algn="ctr" defTabSz="457200"/>
                <a:endParaRPr lang="es-CO" dirty="0"/>
              </a:p>
            </p:txBody>
          </p:sp>
          <p:sp>
            <p:nvSpPr>
              <p:cNvPr id="13" name="Rectangle 12">
                <a:extLst>
                  <a:ext uri="{FF2B5EF4-FFF2-40B4-BE49-F238E27FC236}">
                    <a16:creationId xmlns:a16="http://schemas.microsoft.com/office/drawing/2014/main" id="{0B311600-FAF0-84DB-DA4C-54E73B916B32}"/>
                  </a:ext>
                </a:extLst>
              </p:cNvPr>
              <p:cNvSpPr/>
              <p:nvPr/>
            </p:nvSpPr>
            <p:spPr>
              <a:xfrm>
                <a:off x="3860352" y="2755689"/>
                <a:ext cx="330648" cy="269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1200" b="1" dirty="0">
                    <a:solidFill>
                      <a:schemeClr val="tx2"/>
                    </a:solidFill>
                    <a:latin typeface="+mj-lt"/>
                    <a:ea typeface="Source Serif Pro" panose="02040603050405020204" pitchFamily="18" charset="0"/>
                  </a:rPr>
                  <a:t>66</a:t>
                </a:r>
                <a:r>
                  <a:rPr lang="en-US" sz="800" b="1" noProof="0" dirty="0">
                    <a:solidFill>
                      <a:schemeClr val="tx2"/>
                    </a:solidFill>
                    <a:latin typeface="+mj-lt"/>
                    <a:ea typeface="Source Serif Pro" panose="02040603050405020204" pitchFamily="18" charset="0"/>
                  </a:rPr>
                  <a:t>%</a:t>
                </a:r>
              </a:p>
            </p:txBody>
          </p:sp>
        </p:grpSp>
        <p:sp>
          <p:nvSpPr>
            <p:cNvPr id="34" name="Rectangle 33">
              <a:extLst>
                <a:ext uri="{FF2B5EF4-FFF2-40B4-BE49-F238E27FC236}">
                  <a16:creationId xmlns:a16="http://schemas.microsoft.com/office/drawing/2014/main" id="{949101C7-714D-94E9-5B41-7E40267C46B8}"/>
                </a:ext>
              </a:extLst>
            </p:cNvPr>
            <p:cNvSpPr/>
            <p:nvPr/>
          </p:nvSpPr>
          <p:spPr>
            <a:xfrm>
              <a:off x="5816102" y="1775117"/>
              <a:ext cx="647553" cy="2824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12000"/>
                </a:lnSpc>
                <a:spcBef>
                  <a:spcPts val="0"/>
                </a:spcBef>
                <a:spcAft>
                  <a:spcPts val="800"/>
                </a:spcAft>
                <a:buClrTx/>
                <a:buSzTx/>
                <a:buFontTx/>
                <a:buNone/>
                <a:tabLst/>
                <a:defRPr/>
              </a:pPr>
              <a:r>
                <a:rPr lang="en-US" sz="9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rPr>
                <a:t>Plastics</a:t>
              </a:r>
            </a:p>
          </p:txBody>
        </p:sp>
      </p:grpSp>
      <p:grpSp>
        <p:nvGrpSpPr>
          <p:cNvPr id="1084" name="Group 1083">
            <a:extLst>
              <a:ext uri="{FF2B5EF4-FFF2-40B4-BE49-F238E27FC236}">
                <a16:creationId xmlns:a16="http://schemas.microsoft.com/office/drawing/2014/main" id="{F8DA448B-844A-8D7D-5CE2-FBE7891B3572}"/>
              </a:ext>
            </a:extLst>
          </p:cNvPr>
          <p:cNvGrpSpPr/>
          <p:nvPr/>
        </p:nvGrpSpPr>
        <p:grpSpPr>
          <a:xfrm>
            <a:off x="5907683" y="3237492"/>
            <a:ext cx="977876" cy="1238418"/>
            <a:chOff x="5604865" y="3157088"/>
            <a:chExt cx="1069781" cy="1354812"/>
          </a:xfrm>
        </p:grpSpPr>
        <p:pic>
          <p:nvPicPr>
            <p:cNvPr id="15" name="Picture 14">
              <a:extLst>
                <a:ext uri="{FF2B5EF4-FFF2-40B4-BE49-F238E27FC236}">
                  <a16:creationId xmlns:a16="http://schemas.microsoft.com/office/drawing/2014/main" id="{28F93691-45AE-2E60-B2EB-81D79254A3AD}"/>
                </a:ext>
              </a:extLst>
            </p:cNvPr>
            <p:cNvPicPr>
              <a:picLocks/>
            </p:cNvPicPr>
            <p:nvPr/>
          </p:nvPicPr>
          <p:blipFill>
            <a:blip r:embed="rId4">
              <a:extLst>
                <a:ext uri="{28A0092B-C50C-407E-A947-70E740481C1C}">
                  <a14:useLocalDpi xmlns:a14="http://schemas.microsoft.com/office/drawing/2010/main" val="0"/>
                </a:ext>
              </a:extLst>
            </a:blip>
            <a:srcRect l="5023" r="5023"/>
            <a:stretch/>
          </p:blipFill>
          <p:spPr>
            <a:xfrm>
              <a:off x="5604865" y="3438420"/>
              <a:ext cx="971509" cy="971508"/>
            </a:xfrm>
            <a:prstGeom prst="ellipse">
              <a:avLst/>
            </a:prstGeom>
            <a:ln w="190500" cap="rnd">
              <a:noFill/>
              <a:prstDash val="solid"/>
            </a:ln>
            <a:effectLst/>
          </p:spPr>
        </p:pic>
        <p:grpSp>
          <p:nvGrpSpPr>
            <p:cNvPr id="1052" name="Group 1051">
              <a:extLst>
                <a:ext uri="{FF2B5EF4-FFF2-40B4-BE49-F238E27FC236}">
                  <a16:creationId xmlns:a16="http://schemas.microsoft.com/office/drawing/2014/main" id="{F1C6B2A6-410C-2630-D3E9-71E06EF1AD77}"/>
                </a:ext>
              </a:extLst>
            </p:cNvPr>
            <p:cNvGrpSpPr/>
            <p:nvPr/>
          </p:nvGrpSpPr>
          <p:grpSpPr>
            <a:xfrm>
              <a:off x="6199446" y="4035537"/>
              <a:ext cx="475200" cy="476363"/>
              <a:chOff x="3788558" y="4035537"/>
              <a:chExt cx="475200" cy="476363"/>
            </a:xfrm>
            <a:solidFill>
              <a:schemeClr val="accent3"/>
            </a:solidFill>
          </p:grpSpPr>
          <p:sp>
            <p:nvSpPr>
              <p:cNvPr id="1049" name="Google Shape;234;p23">
                <a:extLst>
                  <a:ext uri="{FF2B5EF4-FFF2-40B4-BE49-F238E27FC236}">
                    <a16:creationId xmlns:a16="http://schemas.microsoft.com/office/drawing/2014/main" id="{210647C1-6DCD-D53C-18F3-A5093D8E3493}"/>
                  </a:ext>
                </a:extLst>
              </p:cNvPr>
              <p:cNvSpPr>
                <a:spLocks noChangeAspect="1"/>
              </p:cNvSpPr>
              <p:nvPr/>
            </p:nvSpPr>
            <p:spPr>
              <a:xfrm rot="5400000">
                <a:off x="3787976" y="4036119"/>
                <a:ext cx="476363" cy="475200"/>
              </a:xfrm>
              <a:prstGeom prst="teardrop">
                <a:avLst>
                  <a:gd name="adj" fmla="val 100000"/>
                </a:avLst>
              </a:prstGeom>
              <a:solidFill>
                <a:schemeClr val="accent1"/>
              </a:solidFill>
              <a:ln>
                <a:noFill/>
              </a:ln>
              <a:effectLst>
                <a:outerShdw blurRad="152400" dist="38100" dir="21540000" algn="bl" rotWithShape="0">
                  <a:schemeClr val="bg2">
                    <a:alpha val="25000"/>
                  </a:schemeClr>
                </a:outerShdw>
              </a:effectLst>
            </p:spPr>
            <p:txBody>
              <a:bodyPr spcFirstLastPara="1" wrap="square" lIns="91425" tIns="91425" rIns="91425" bIns="91425" anchor="ctr" anchorCtr="0">
                <a:noAutofit/>
              </a:bodyPr>
              <a:lstStyle/>
              <a:p>
                <a:pPr algn="ctr" defTabSz="457200"/>
                <a:endParaRPr lang="es-CO" dirty="0"/>
              </a:p>
            </p:txBody>
          </p:sp>
          <p:sp>
            <p:nvSpPr>
              <p:cNvPr id="16" name="Rectangle 15">
                <a:extLst>
                  <a:ext uri="{FF2B5EF4-FFF2-40B4-BE49-F238E27FC236}">
                    <a16:creationId xmlns:a16="http://schemas.microsoft.com/office/drawing/2014/main" id="{15768AEF-BFDA-4753-7594-DF505593A0D0}"/>
                  </a:ext>
                </a:extLst>
              </p:cNvPr>
              <p:cNvSpPr/>
              <p:nvPr/>
            </p:nvSpPr>
            <p:spPr>
              <a:xfrm>
                <a:off x="3812788" y="4137659"/>
                <a:ext cx="425774" cy="269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1200" b="1" dirty="0">
                    <a:solidFill>
                      <a:schemeClr val="tx2"/>
                    </a:solidFill>
                    <a:latin typeface="+mj-lt"/>
                    <a:ea typeface="Source Serif Pro" panose="02040603050405020204" pitchFamily="18" charset="0"/>
                  </a:rPr>
                  <a:t>34</a:t>
                </a:r>
                <a:r>
                  <a:rPr lang="en-US" sz="800" b="1" dirty="0">
                    <a:solidFill>
                      <a:schemeClr val="tx2"/>
                    </a:solidFill>
                    <a:latin typeface="+mj-lt"/>
                    <a:ea typeface="Source Serif Pro" panose="02040603050405020204" pitchFamily="18" charset="0"/>
                  </a:rPr>
                  <a:t>%</a:t>
                </a:r>
              </a:p>
            </p:txBody>
          </p:sp>
        </p:grpSp>
        <p:sp>
          <p:nvSpPr>
            <p:cNvPr id="36" name="Rectangle 35">
              <a:extLst>
                <a:ext uri="{FF2B5EF4-FFF2-40B4-BE49-F238E27FC236}">
                  <a16:creationId xmlns:a16="http://schemas.microsoft.com/office/drawing/2014/main" id="{9838375C-9283-F100-7143-D50A8A6CE55E}"/>
                </a:ext>
              </a:extLst>
            </p:cNvPr>
            <p:cNvSpPr/>
            <p:nvPr/>
          </p:nvSpPr>
          <p:spPr>
            <a:xfrm>
              <a:off x="5816105" y="3157088"/>
              <a:ext cx="647553" cy="2824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12000"/>
                </a:lnSpc>
                <a:spcBef>
                  <a:spcPts val="0"/>
                </a:spcBef>
                <a:spcAft>
                  <a:spcPts val="800"/>
                </a:spcAft>
                <a:buClrTx/>
                <a:buSzTx/>
                <a:buFontTx/>
                <a:buNone/>
                <a:tabLst/>
                <a:defRPr/>
              </a:pPr>
              <a:r>
                <a:rPr lang="en-US" sz="9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rPr>
                <a:t>Coatings</a:t>
              </a:r>
              <a:endParaRPr lang="en-US" sz="8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endParaRPr>
            </a:p>
          </p:txBody>
        </p:sp>
      </p:grpSp>
      <p:grpSp>
        <p:nvGrpSpPr>
          <p:cNvPr id="1085" name="Group 1084">
            <a:extLst>
              <a:ext uri="{FF2B5EF4-FFF2-40B4-BE49-F238E27FC236}">
                <a16:creationId xmlns:a16="http://schemas.microsoft.com/office/drawing/2014/main" id="{CA9AF1DD-E4E0-D418-E085-519E4726FA61}"/>
              </a:ext>
            </a:extLst>
          </p:cNvPr>
          <p:cNvGrpSpPr/>
          <p:nvPr/>
        </p:nvGrpSpPr>
        <p:grpSpPr>
          <a:xfrm>
            <a:off x="5907682" y="4554730"/>
            <a:ext cx="977878" cy="1236470"/>
            <a:chOff x="5604863" y="4539058"/>
            <a:chExt cx="1069783" cy="1352682"/>
          </a:xfrm>
        </p:grpSpPr>
        <p:pic>
          <p:nvPicPr>
            <p:cNvPr id="24" name="Picture 23">
              <a:extLst>
                <a:ext uri="{FF2B5EF4-FFF2-40B4-BE49-F238E27FC236}">
                  <a16:creationId xmlns:a16="http://schemas.microsoft.com/office/drawing/2014/main" id="{D6FC2B66-8AC9-2C6F-E2AE-8F549A7BADC5}"/>
                </a:ext>
              </a:extLst>
            </p:cNvPr>
            <p:cNvPicPr>
              <a:picLocks/>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l="13861" r="13861"/>
            <a:stretch/>
          </p:blipFill>
          <p:spPr>
            <a:xfrm>
              <a:off x="5604863" y="4820391"/>
              <a:ext cx="971508" cy="971507"/>
            </a:xfrm>
            <a:prstGeom prst="ellipse">
              <a:avLst/>
            </a:prstGeom>
            <a:ln w="190500" cap="rnd">
              <a:noFill/>
              <a:prstDash val="solid"/>
            </a:ln>
            <a:effectLst/>
          </p:spPr>
        </p:pic>
        <p:grpSp>
          <p:nvGrpSpPr>
            <p:cNvPr id="1053" name="Group 1052">
              <a:extLst>
                <a:ext uri="{FF2B5EF4-FFF2-40B4-BE49-F238E27FC236}">
                  <a16:creationId xmlns:a16="http://schemas.microsoft.com/office/drawing/2014/main" id="{788E9287-A2B1-E0D8-8E5F-C8222DA5CFB5}"/>
                </a:ext>
              </a:extLst>
            </p:cNvPr>
            <p:cNvGrpSpPr/>
            <p:nvPr/>
          </p:nvGrpSpPr>
          <p:grpSpPr>
            <a:xfrm>
              <a:off x="6199446" y="5415377"/>
              <a:ext cx="475200" cy="476363"/>
              <a:chOff x="3788558" y="5415377"/>
              <a:chExt cx="475200" cy="476363"/>
            </a:xfrm>
            <a:solidFill>
              <a:schemeClr val="accent3"/>
            </a:solidFill>
          </p:grpSpPr>
          <p:sp>
            <p:nvSpPr>
              <p:cNvPr id="1047" name="Google Shape;234;p23">
                <a:extLst>
                  <a:ext uri="{FF2B5EF4-FFF2-40B4-BE49-F238E27FC236}">
                    <a16:creationId xmlns:a16="http://schemas.microsoft.com/office/drawing/2014/main" id="{911766F6-62F5-74EB-095D-0F457296CEEF}"/>
                  </a:ext>
                </a:extLst>
              </p:cNvPr>
              <p:cNvSpPr>
                <a:spLocks noChangeAspect="1"/>
              </p:cNvSpPr>
              <p:nvPr/>
            </p:nvSpPr>
            <p:spPr>
              <a:xfrm rot="5400000">
                <a:off x="3787976" y="5415959"/>
                <a:ext cx="476363" cy="475200"/>
              </a:xfrm>
              <a:prstGeom prst="teardrop">
                <a:avLst>
                  <a:gd name="adj" fmla="val 100000"/>
                </a:avLst>
              </a:prstGeom>
              <a:solidFill>
                <a:schemeClr val="accent1"/>
              </a:solidFill>
              <a:ln>
                <a:noFill/>
              </a:ln>
              <a:effectLst>
                <a:outerShdw blurRad="152400" dist="38100" dir="21540000" algn="bl" rotWithShape="0">
                  <a:schemeClr val="bg2">
                    <a:alpha val="25000"/>
                  </a:schemeClr>
                </a:outerShdw>
              </a:effectLst>
            </p:spPr>
            <p:txBody>
              <a:bodyPr spcFirstLastPara="1" wrap="square" lIns="91425" tIns="91425" rIns="91425" bIns="91425" anchor="ctr" anchorCtr="0">
                <a:noAutofit/>
              </a:bodyPr>
              <a:lstStyle/>
              <a:p>
                <a:pPr algn="ctr" defTabSz="457200"/>
                <a:endParaRPr lang="es-CO" dirty="0"/>
              </a:p>
            </p:txBody>
          </p:sp>
          <p:sp>
            <p:nvSpPr>
              <p:cNvPr id="25" name="Rectangle 24">
                <a:extLst>
                  <a:ext uri="{FF2B5EF4-FFF2-40B4-BE49-F238E27FC236}">
                    <a16:creationId xmlns:a16="http://schemas.microsoft.com/office/drawing/2014/main" id="{1E5B6D76-E12C-D969-AF7A-EE200FCFCEA7}"/>
                  </a:ext>
                </a:extLst>
              </p:cNvPr>
              <p:cNvSpPr/>
              <p:nvPr/>
            </p:nvSpPr>
            <p:spPr>
              <a:xfrm>
                <a:off x="3916681" y="5516880"/>
                <a:ext cx="217992" cy="2754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1200" b="1" noProof="0" dirty="0">
                    <a:solidFill>
                      <a:schemeClr val="tx2"/>
                    </a:solidFill>
                    <a:latin typeface="+mj-lt"/>
                    <a:ea typeface="Source Serif Pro" panose="02040603050405020204" pitchFamily="18" charset="0"/>
                  </a:rPr>
                  <a:t>0</a:t>
                </a:r>
                <a:r>
                  <a:rPr lang="en-US" sz="800" b="1" dirty="0">
                    <a:solidFill>
                      <a:schemeClr val="tx2"/>
                    </a:solidFill>
                    <a:latin typeface="+mj-lt"/>
                    <a:ea typeface="Source Serif Pro" panose="02040603050405020204" pitchFamily="18" charset="0"/>
                  </a:rPr>
                  <a:t>%</a:t>
                </a:r>
              </a:p>
            </p:txBody>
          </p:sp>
        </p:grpSp>
        <p:sp>
          <p:nvSpPr>
            <p:cNvPr id="1041" name="Rectangle 1040">
              <a:extLst>
                <a:ext uri="{FF2B5EF4-FFF2-40B4-BE49-F238E27FC236}">
                  <a16:creationId xmlns:a16="http://schemas.microsoft.com/office/drawing/2014/main" id="{392FA6A3-2E84-5DC2-6FA8-07D685500C02}"/>
                </a:ext>
              </a:extLst>
            </p:cNvPr>
            <p:cNvSpPr/>
            <p:nvPr/>
          </p:nvSpPr>
          <p:spPr>
            <a:xfrm>
              <a:off x="5816107" y="4539058"/>
              <a:ext cx="647553" cy="2824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12000"/>
                </a:lnSpc>
                <a:spcBef>
                  <a:spcPts val="0"/>
                </a:spcBef>
                <a:spcAft>
                  <a:spcPts val="800"/>
                </a:spcAft>
                <a:buClrTx/>
                <a:buSzTx/>
                <a:buFontTx/>
                <a:buNone/>
                <a:tabLst/>
                <a:defRPr/>
              </a:pPr>
              <a:r>
                <a:rPr lang="en-US" sz="9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rPr>
                <a:t>Others</a:t>
              </a:r>
            </a:p>
          </p:txBody>
        </p:sp>
      </p:grpSp>
      <p:sp>
        <p:nvSpPr>
          <p:cNvPr id="1055" name="Google Shape;234;p23">
            <a:extLst>
              <a:ext uri="{FF2B5EF4-FFF2-40B4-BE49-F238E27FC236}">
                <a16:creationId xmlns:a16="http://schemas.microsoft.com/office/drawing/2014/main" id="{0885ECB9-01F1-6071-BC90-6F9F5A531A08}"/>
              </a:ext>
            </a:extLst>
          </p:cNvPr>
          <p:cNvSpPr>
            <a:spLocks noChangeAspect="1"/>
          </p:cNvSpPr>
          <p:nvPr/>
        </p:nvSpPr>
        <p:spPr>
          <a:xfrm rot="5400000">
            <a:off x="3495501" y="4397054"/>
            <a:ext cx="1367969" cy="1364628"/>
          </a:xfrm>
          <a:prstGeom prst="teardrop">
            <a:avLst>
              <a:gd name="adj" fmla="val 100000"/>
            </a:avLst>
          </a:prstGeom>
          <a:noFill/>
          <a:ln>
            <a:solidFill>
              <a:schemeClr val="accent1"/>
            </a:solidFill>
          </a:ln>
          <a:effectLst>
            <a:outerShdw blurRad="628650" dist="133350" dir="8400000" algn="bl" rotWithShape="0">
              <a:srgbClr val="2E4D58">
                <a:alpha val="25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s-CO" dirty="0"/>
              <a:t> </a:t>
            </a:r>
          </a:p>
        </p:txBody>
      </p:sp>
      <p:sp>
        <p:nvSpPr>
          <p:cNvPr id="40" name="Rectangle 39">
            <a:extLst>
              <a:ext uri="{FF2B5EF4-FFF2-40B4-BE49-F238E27FC236}">
                <a16:creationId xmlns:a16="http://schemas.microsoft.com/office/drawing/2014/main" id="{D93636BD-7E02-EAC4-021F-391B7BAA1E33}"/>
              </a:ext>
            </a:extLst>
          </p:cNvPr>
          <p:cNvSpPr/>
          <p:nvPr/>
        </p:nvSpPr>
        <p:spPr>
          <a:xfrm>
            <a:off x="3555647" y="2274937"/>
            <a:ext cx="1513350" cy="18261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numCol="1" spcCol="180000" rtlCol="0" anchor="t" anchorCtr="0">
            <a:spAutoFit/>
          </a:bodyPr>
          <a:lstStyle/>
          <a:p>
            <a:pPr marL="207450" marR="0" lvl="0" indent="-171450" defTabSz="914400" rtl="0" eaLnBrk="1" fontAlgn="auto" latinLnBrk="0" hangingPunct="1">
              <a:spcBef>
                <a:spcPts val="0"/>
              </a:spcBef>
              <a:spcAft>
                <a:spcPts val="800"/>
              </a:spcAft>
              <a:buClr>
                <a:schemeClr val="accent2"/>
              </a:buClr>
              <a:buSzTx/>
              <a:buFont typeface="Arial" panose="020B0604020202020204" pitchFamily="34" charset="0"/>
              <a:buChar char="•"/>
              <a:tabLst/>
              <a:defRPr/>
            </a:pPr>
            <a:r>
              <a:rPr kumimoji="0" lang="en-US" sz="900" i="0" u="none" strike="noStrike" kern="1200" cap="none" spc="-20" normalizeH="0" noProof="0" dirty="0">
                <a:ln>
                  <a:noFill/>
                </a:ln>
                <a:solidFill>
                  <a:schemeClr val="tx1"/>
                </a:solidFill>
                <a:effectLst/>
                <a:uLnTx/>
                <a:uFillTx/>
                <a:latin typeface="Poppins Medium" panose="00000600000000000000" pitchFamily="2" charset="0"/>
                <a:ea typeface="Source Serif Pro" panose="02040603050405020204" pitchFamily="18" charset="0"/>
                <a:cs typeface="Poppins Medium" panose="00000600000000000000" pitchFamily="2" charset="0"/>
              </a:rPr>
              <a:t>Bio-based Resins</a:t>
            </a:r>
          </a:p>
          <a:p>
            <a:pPr marL="207450" marR="0" lvl="0" indent="-171450" defTabSz="914400" rtl="0" eaLnBrk="1" fontAlgn="auto" latinLnBrk="0" hangingPunct="1">
              <a:spcBef>
                <a:spcPts val="0"/>
              </a:spcBef>
              <a:spcAft>
                <a:spcPts val="800"/>
              </a:spcAft>
              <a:buClr>
                <a:schemeClr val="accent2"/>
              </a:buClr>
              <a:buSzTx/>
              <a:buFont typeface="Arial" panose="020B0604020202020204" pitchFamily="34" charset="0"/>
              <a:buChar char="•"/>
              <a:tabLst/>
              <a:defRPr/>
            </a:pPr>
            <a:r>
              <a:rPr kumimoji="0" lang="en-US" sz="900" i="0" u="none" strike="noStrike" kern="1200" cap="none" spc="-20" normalizeH="0" noProof="0" dirty="0">
                <a:ln>
                  <a:noFill/>
                </a:ln>
                <a:solidFill>
                  <a:schemeClr val="tx1"/>
                </a:solidFill>
                <a:effectLst/>
                <a:uLnTx/>
                <a:uFillTx/>
                <a:latin typeface="Poppins Medium" panose="00000600000000000000" pitchFamily="2" charset="0"/>
                <a:ea typeface="Source Serif Pro" panose="02040603050405020204" pitchFamily="18" charset="0"/>
                <a:cs typeface="Poppins Medium" panose="00000600000000000000" pitchFamily="2" charset="0"/>
              </a:rPr>
              <a:t>Pearlescent coatings</a:t>
            </a:r>
          </a:p>
          <a:p>
            <a:pPr marL="207450" marR="0" lvl="0" indent="-171450" defTabSz="914400" rtl="0" eaLnBrk="1" fontAlgn="auto" latinLnBrk="0" hangingPunct="1">
              <a:spcBef>
                <a:spcPts val="0"/>
              </a:spcBef>
              <a:spcAft>
                <a:spcPts val="800"/>
              </a:spcAft>
              <a:buClr>
                <a:schemeClr val="accent2"/>
              </a:buClr>
              <a:buSzTx/>
              <a:buFont typeface="Arial" panose="020B0604020202020204" pitchFamily="34" charset="0"/>
              <a:buChar char="•"/>
              <a:tabLst/>
              <a:defRPr/>
            </a:pPr>
            <a:r>
              <a:rPr kumimoji="0" lang="en-US" sz="900" i="0" u="none" strike="noStrike" kern="1200" cap="none" spc="-20" normalizeH="0" noProof="0" dirty="0">
                <a:ln>
                  <a:noFill/>
                </a:ln>
                <a:solidFill>
                  <a:schemeClr val="tx1"/>
                </a:solidFill>
                <a:effectLst/>
                <a:uLnTx/>
                <a:uFillTx/>
                <a:latin typeface="Poppins Medium" panose="00000600000000000000" pitchFamily="2" charset="0"/>
                <a:ea typeface="Source Serif Pro" panose="02040603050405020204" pitchFamily="18" charset="0"/>
                <a:cs typeface="Poppins Medium" panose="00000600000000000000" pitchFamily="2" charset="0"/>
              </a:rPr>
              <a:t>Specialty Pigments</a:t>
            </a:r>
          </a:p>
          <a:p>
            <a:pPr marL="207450" marR="0" lvl="0" indent="-171450" defTabSz="914400" rtl="0" eaLnBrk="1" fontAlgn="auto" latinLnBrk="0" hangingPunct="1">
              <a:spcBef>
                <a:spcPts val="0"/>
              </a:spcBef>
              <a:spcAft>
                <a:spcPts val="800"/>
              </a:spcAft>
              <a:buClr>
                <a:schemeClr val="accent2"/>
              </a:buClr>
              <a:buSzTx/>
              <a:buFont typeface="Arial" panose="020B0604020202020204" pitchFamily="34" charset="0"/>
              <a:buChar char="•"/>
              <a:tabLst/>
              <a:defRPr/>
            </a:pPr>
            <a:r>
              <a:rPr kumimoji="0" lang="en-US" sz="900" i="0" u="none" strike="noStrike" kern="1200" cap="none" spc="-20" normalizeH="0" noProof="0" dirty="0">
                <a:ln>
                  <a:noFill/>
                </a:ln>
                <a:solidFill>
                  <a:schemeClr val="tx1"/>
                </a:solidFill>
                <a:effectLst/>
                <a:uLnTx/>
                <a:uFillTx/>
                <a:latin typeface="Poppins Medium" panose="00000600000000000000" pitchFamily="2" charset="0"/>
                <a:ea typeface="Source Serif Pro" panose="02040603050405020204" pitchFamily="18" charset="0"/>
                <a:cs typeface="Poppins Medium" panose="00000600000000000000" pitchFamily="2" charset="0"/>
              </a:rPr>
              <a:t>Acrylic Resins</a:t>
            </a:r>
          </a:p>
          <a:p>
            <a:pPr marL="207450" marR="0" lvl="0" indent="-171450" defTabSz="914400" rtl="0" eaLnBrk="1" fontAlgn="auto" latinLnBrk="0" hangingPunct="1">
              <a:spcBef>
                <a:spcPts val="0"/>
              </a:spcBef>
              <a:spcAft>
                <a:spcPts val="800"/>
              </a:spcAft>
              <a:buClr>
                <a:schemeClr val="accent2"/>
              </a:buClr>
              <a:buSzTx/>
              <a:buFont typeface="Arial" panose="020B0604020202020204" pitchFamily="34" charset="0"/>
              <a:buChar char="•"/>
              <a:tabLst/>
              <a:defRPr/>
            </a:pPr>
            <a:r>
              <a:rPr kumimoji="0" lang="en-US" sz="900" i="0" u="none" strike="noStrike" kern="1200" cap="none" spc="-20" normalizeH="0" noProof="0" dirty="0">
                <a:ln>
                  <a:noFill/>
                </a:ln>
                <a:solidFill>
                  <a:schemeClr val="tx1"/>
                </a:solidFill>
                <a:effectLst/>
                <a:uLnTx/>
                <a:uFillTx/>
                <a:latin typeface="Poppins Medium" panose="00000600000000000000" pitchFamily="2" charset="0"/>
                <a:ea typeface="Source Serif Pro" panose="02040603050405020204" pitchFamily="18" charset="0"/>
                <a:cs typeface="Poppins Medium" panose="00000600000000000000" pitchFamily="2" charset="0"/>
              </a:rPr>
              <a:t>Fire Retardants</a:t>
            </a:r>
          </a:p>
          <a:p>
            <a:pPr marL="207450" marR="0" lvl="0" indent="-171450" defTabSz="914400" rtl="0" eaLnBrk="1" fontAlgn="auto" latinLnBrk="0" hangingPunct="1">
              <a:spcBef>
                <a:spcPts val="0"/>
              </a:spcBef>
              <a:spcAft>
                <a:spcPts val="800"/>
              </a:spcAft>
              <a:buClr>
                <a:schemeClr val="accent2"/>
              </a:buClr>
              <a:buSzTx/>
              <a:buFont typeface="Arial" panose="020B0604020202020204" pitchFamily="34" charset="0"/>
              <a:buChar char="•"/>
              <a:tabLst/>
              <a:defRPr/>
            </a:pPr>
            <a:r>
              <a:rPr kumimoji="0" lang="en-US" sz="900" i="0" u="none" strike="noStrike" kern="1200" cap="none" spc="-20" normalizeH="0" noProof="0" dirty="0">
                <a:ln>
                  <a:noFill/>
                </a:ln>
                <a:solidFill>
                  <a:schemeClr val="tx1"/>
                </a:solidFill>
                <a:effectLst/>
                <a:uLnTx/>
                <a:uFillTx/>
                <a:latin typeface="Poppins Medium" panose="00000600000000000000" pitchFamily="2" charset="0"/>
                <a:ea typeface="Source Serif Pro" panose="02040603050405020204" pitchFamily="18" charset="0"/>
                <a:cs typeface="Poppins Medium" panose="00000600000000000000" pitchFamily="2" charset="0"/>
              </a:rPr>
              <a:t>UV Resistors</a:t>
            </a:r>
          </a:p>
          <a:p>
            <a:pPr marL="207450" marR="0" lvl="0" indent="-171450" defTabSz="914400" rtl="0" eaLnBrk="1" fontAlgn="auto" latinLnBrk="0" hangingPunct="1">
              <a:spcBef>
                <a:spcPts val="0"/>
              </a:spcBef>
              <a:spcAft>
                <a:spcPts val="800"/>
              </a:spcAft>
              <a:buClr>
                <a:schemeClr val="accent2"/>
              </a:buClr>
              <a:buSzTx/>
              <a:buFont typeface="Arial" panose="020B0604020202020204" pitchFamily="34" charset="0"/>
              <a:buChar char="•"/>
              <a:tabLst/>
              <a:defRPr/>
            </a:pPr>
            <a:r>
              <a:rPr kumimoji="0" lang="en-US" sz="900" i="0" u="none" strike="noStrike" kern="1200" cap="none" spc="-20" normalizeH="0" noProof="0" dirty="0">
                <a:ln>
                  <a:noFill/>
                </a:ln>
                <a:solidFill>
                  <a:schemeClr val="tx1"/>
                </a:solidFill>
                <a:effectLst/>
                <a:uLnTx/>
                <a:uFillTx/>
                <a:latin typeface="Poppins Medium" panose="00000600000000000000" pitchFamily="2" charset="0"/>
                <a:ea typeface="Source Serif Pro" panose="02040603050405020204" pitchFamily="18" charset="0"/>
                <a:cs typeface="Poppins Medium" panose="00000600000000000000" pitchFamily="2" charset="0"/>
              </a:rPr>
              <a:t>Masterbatch Stabilizers</a:t>
            </a:r>
          </a:p>
          <a:p>
            <a:pPr marL="207450" marR="0" lvl="0" indent="-171450" defTabSz="914400" rtl="0" eaLnBrk="1" fontAlgn="auto" latinLnBrk="0" hangingPunct="1">
              <a:spcBef>
                <a:spcPts val="0"/>
              </a:spcBef>
              <a:spcAft>
                <a:spcPts val="800"/>
              </a:spcAft>
              <a:buClr>
                <a:schemeClr val="accent2"/>
              </a:buClr>
              <a:buSzTx/>
              <a:buFont typeface="Arial" panose="020B0604020202020204" pitchFamily="34" charset="0"/>
              <a:buChar char="•"/>
              <a:tabLst/>
              <a:defRPr/>
            </a:pPr>
            <a:r>
              <a:rPr kumimoji="0" lang="en-US" sz="900" i="0" u="none" strike="noStrike" kern="1200" cap="none" spc="-20" normalizeH="0" noProof="0" dirty="0">
                <a:ln>
                  <a:noFill/>
                </a:ln>
                <a:solidFill>
                  <a:schemeClr val="tx1"/>
                </a:solidFill>
                <a:effectLst/>
                <a:uLnTx/>
                <a:uFillTx/>
                <a:latin typeface="Poppins Medium" panose="00000600000000000000" pitchFamily="2" charset="0"/>
                <a:ea typeface="Source Serif Pro" panose="02040603050405020204" pitchFamily="18" charset="0"/>
                <a:cs typeface="Poppins Medium" panose="00000600000000000000" pitchFamily="2" charset="0"/>
              </a:rPr>
              <a:t>Rheological Modifiers</a:t>
            </a:r>
          </a:p>
        </p:txBody>
      </p:sp>
      <p:sp>
        <p:nvSpPr>
          <p:cNvPr id="52" name="TextBox 51">
            <a:extLst>
              <a:ext uri="{FF2B5EF4-FFF2-40B4-BE49-F238E27FC236}">
                <a16:creationId xmlns:a16="http://schemas.microsoft.com/office/drawing/2014/main" id="{5C8CC35C-3D36-97CA-DF03-84B0D64FD72A}"/>
              </a:ext>
            </a:extLst>
          </p:cNvPr>
          <p:cNvSpPr txBox="1"/>
          <p:nvPr/>
        </p:nvSpPr>
        <p:spPr>
          <a:xfrm>
            <a:off x="3672710" y="4764250"/>
            <a:ext cx="1013551" cy="677108"/>
          </a:xfrm>
          <a:prstGeom prst="rect">
            <a:avLst/>
          </a:prstGeom>
          <a:noFill/>
        </p:spPr>
        <p:txBody>
          <a:bodyPr wrap="square" lIns="0" tIns="0" rIns="0" bIns="0" rtlCol="0" anchor="ctr">
            <a:spAutoFit/>
          </a:bodyPr>
          <a:lstStyle/>
          <a:p>
            <a:pPr algn="ctr"/>
            <a:r>
              <a:rPr lang="pt-BR" sz="2800" b="1" dirty="0">
                <a:solidFill>
                  <a:schemeClr val="bg2"/>
                </a:solidFill>
                <a:latin typeface="+mj-lt"/>
                <a:ea typeface="Source Serif Pro Black" panose="02040903050405020204" pitchFamily="18" charset="0"/>
              </a:rPr>
              <a:t>24</a:t>
            </a:r>
            <a:r>
              <a:rPr lang="pt-BR" sz="1400" b="1" dirty="0">
                <a:solidFill>
                  <a:schemeClr val="bg2"/>
                </a:solidFill>
                <a:latin typeface="+mj-lt"/>
                <a:ea typeface="Source Serif Pro Black" panose="02040903050405020204" pitchFamily="18" charset="0"/>
              </a:rPr>
              <a:t>%</a:t>
            </a:r>
            <a:r>
              <a:rPr lang="pt-BR" b="1" dirty="0">
                <a:solidFill>
                  <a:schemeClr val="bg2"/>
                </a:solidFill>
                <a:latin typeface="+mj-lt"/>
                <a:ea typeface="Source Serif Pro Black" panose="02040903050405020204" pitchFamily="18" charset="0"/>
              </a:rPr>
              <a:t> </a:t>
            </a:r>
            <a:endParaRPr lang="en-US" b="1" dirty="0">
              <a:solidFill>
                <a:schemeClr val="bg2"/>
              </a:solidFill>
              <a:latin typeface="+mj-lt"/>
              <a:ea typeface="Source Serif Pro Black" panose="02040903050405020204" pitchFamily="18" charset="0"/>
            </a:endParaRPr>
          </a:p>
          <a:p>
            <a:pPr algn="ctr"/>
            <a:r>
              <a:rPr lang="en-US" sz="800" dirty="0">
                <a:latin typeface="+mj-lt"/>
                <a:ea typeface="Source Serif Pro" panose="02040603050405020204" pitchFamily="18" charset="0"/>
              </a:rPr>
              <a:t>of FY24</a:t>
            </a:r>
            <a:br>
              <a:rPr lang="en-US" sz="800" dirty="0">
                <a:latin typeface="+mj-lt"/>
                <a:ea typeface="Source Serif Pro" panose="02040603050405020204" pitchFamily="18" charset="0"/>
              </a:rPr>
            </a:br>
            <a:r>
              <a:rPr lang="en-US" sz="800" dirty="0">
                <a:latin typeface="+mj-lt"/>
                <a:ea typeface="Source Serif Pro" panose="02040603050405020204" pitchFamily="18" charset="0"/>
              </a:rPr>
              <a:t>Gross Profit</a:t>
            </a:r>
          </a:p>
        </p:txBody>
      </p:sp>
      <p:sp>
        <p:nvSpPr>
          <p:cNvPr id="1037" name="Rectangle 1036">
            <a:extLst>
              <a:ext uri="{FF2B5EF4-FFF2-40B4-BE49-F238E27FC236}">
                <a16:creationId xmlns:a16="http://schemas.microsoft.com/office/drawing/2014/main" id="{5130D64F-8315-59A5-95F7-85D3F37AE7C8}"/>
              </a:ext>
            </a:extLst>
          </p:cNvPr>
          <p:cNvSpPr/>
          <p:nvPr/>
        </p:nvSpPr>
        <p:spPr>
          <a:xfrm>
            <a:off x="3555647" y="1716948"/>
            <a:ext cx="934152" cy="365356"/>
          </a:xfrm>
          <a:prstGeom prst="rect">
            <a:avLst/>
          </a:prstGeom>
        </p:spPr>
        <p:txBody>
          <a:bodyPr vert="horz" wrap="square" lIns="0" tIns="0" rIns="0" bIns="0" rtlCol="0" anchor="ctr">
            <a:spAutoFit/>
          </a:bodyPr>
          <a:lstStyle/>
          <a:p>
            <a:pPr>
              <a:lnSpc>
                <a:spcPct val="110000"/>
              </a:lnSpc>
              <a:spcAft>
                <a:spcPts val="800"/>
              </a:spcAft>
            </a:pPr>
            <a:r>
              <a:rPr lang="en-US" sz="110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Portfolio                    of solutions</a:t>
            </a:r>
          </a:p>
        </p:txBody>
      </p:sp>
      <p:cxnSp>
        <p:nvCxnSpPr>
          <p:cNvPr id="1075" name="Conector recto 23">
            <a:extLst>
              <a:ext uri="{FF2B5EF4-FFF2-40B4-BE49-F238E27FC236}">
                <a16:creationId xmlns:a16="http://schemas.microsoft.com/office/drawing/2014/main" id="{265E95EC-90C9-BF14-D4C2-582BCF8F2DD4}"/>
              </a:ext>
            </a:extLst>
          </p:cNvPr>
          <p:cNvCxnSpPr>
            <a:cxnSpLocks/>
          </p:cNvCxnSpPr>
          <p:nvPr/>
        </p:nvCxnSpPr>
        <p:spPr>
          <a:xfrm>
            <a:off x="7417436" y="1690159"/>
            <a:ext cx="0" cy="4069933"/>
          </a:xfrm>
          <a:prstGeom prst="line">
            <a:avLst/>
          </a:prstGeom>
          <a:ln>
            <a:solidFill>
              <a:srgbClr val="EEE7E7"/>
            </a:solidFill>
          </a:ln>
        </p:spPr>
        <p:style>
          <a:lnRef idx="1">
            <a:schemeClr val="accent1"/>
          </a:lnRef>
          <a:fillRef idx="0">
            <a:schemeClr val="accent1"/>
          </a:fillRef>
          <a:effectRef idx="0">
            <a:schemeClr val="accent1"/>
          </a:effectRef>
          <a:fontRef idx="minor">
            <a:schemeClr val="tx1"/>
          </a:fontRef>
        </p:style>
      </p:cxnSp>
      <p:cxnSp>
        <p:nvCxnSpPr>
          <p:cNvPr id="1077" name="Conector recto 23">
            <a:extLst>
              <a:ext uri="{FF2B5EF4-FFF2-40B4-BE49-F238E27FC236}">
                <a16:creationId xmlns:a16="http://schemas.microsoft.com/office/drawing/2014/main" id="{711512A5-F340-EE9A-8B2D-8CCA7FF1792E}"/>
              </a:ext>
            </a:extLst>
          </p:cNvPr>
          <p:cNvCxnSpPr>
            <a:cxnSpLocks/>
          </p:cNvCxnSpPr>
          <p:nvPr/>
        </p:nvCxnSpPr>
        <p:spPr>
          <a:xfrm>
            <a:off x="5375806" y="1690159"/>
            <a:ext cx="0" cy="4069933"/>
          </a:xfrm>
          <a:prstGeom prst="line">
            <a:avLst/>
          </a:prstGeom>
          <a:ln>
            <a:solidFill>
              <a:srgbClr val="EEE7E7"/>
            </a:solidFill>
          </a:ln>
        </p:spPr>
        <p:style>
          <a:lnRef idx="1">
            <a:schemeClr val="accent1"/>
          </a:lnRef>
          <a:fillRef idx="0">
            <a:schemeClr val="accent1"/>
          </a:fillRef>
          <a:effectRef idx="0">
            <a:schemeClr val="accent1"/>
          </a:effectRef>
          <a:fontRef idx="minor">
            <a:schemeClr val="tx1"/>
          </a:fontRef>
        </p:style>
      </p:cxnSp>
      <p:sp>
        <p:nvSpPr>
          <p:cNvPr id="1092" name="Elipse 9">
            <a:extLst>
              <a:ext uri="{FF2B5EF4-FFF2-40B4-BE49-F238E27FC236}">
                <a16:creationId xmlns:a16="http://schemas.microsoft.com/office/drawing/2014/main" id="{86D8CB45-873F-8908-2DAD-B2DC23A93460}"/>
              </a:ext>
            </a:extLst>
          </p:cNvPr>
          <p:cNvSpPr/>
          <p:nvPr/>
        </p:nvSpPr>
        <p:spPr>
          <a:xfrm>
            <a:off x="2236287" y="3834090"/>
            <a:ext cx="926042" cy="926042"/>
          </a:xfrm>
          <a:prstGeom prst="ellipse">
            <a:avLst/>
          </a:prstGeom>
          <a:blipFill dpi="0" rotWithShape="1">
            <a:blip r:embed="rId7" cstate="screen">
              <a:duotone>
                <a:schemeClr val="bg2">
                  <a:shade val="45000"/>
                  <a:satMod val="135000"/>
                </a:schemeClr>
                <a:prstClr val="white"/>
              </a:duotone>
              <a:extLst>
                <a:ext uri="{28A0092B-C50C-407E-A947-70E740481C1C}">
                  <a14:useLocalDpi xmlns:a14="http://schemas.microsoft.com/office/drawing/2010/main"/>
                </a:ext>
              </a:extLst>
            </a:blip>
            <a:srcRect/>
            <a:stretch>
              <a:fillRect/>
            </a:stretch>
          </a:blipFill>
          <a:ln w="254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095" name="Elipse 14">
            <a:extLst>
              <a:ext uri="{FF2B5EF4-FFF2-40B4-BE49-F238E27FC236}">
                <a16:creationId xmlns:a16="http://schemas.microsoft.com/office/drawing/2014/main" id="{9E6AD0A5-070B-F8B5-DCFB-6DF043926885}"/>
              </a:ext>
            </a:extLst>
          </p:cNvPr>
          <p:cNvSpPr/>
          <p:nvPr/>
        </p:nvSpPr>
        <p:spPr>
          <a:xfrm>
            <a:off x="2236287" y="4969775"/>
            <a:ext cx="926042" cy="926042"/>
          </a:xfrm>
          <a:prstGeom prst="ellipse">
            <a:avLst/>
          </a:prstGeom>
          <a:blipFill dpi="0" rotWithShape="1">
            <a:blip r:embed="rId8" cstate="screen">
              <a:duotone>
                <a:schemeClr val="bg2">
                  <a:shade val="45000"/>
                  <a:satMod val="135000"/>
                </a:schemeClr>
                <a:prstClr val="white"/>
              </a:duotone>
              <a:extLst>
                <a:ext uri="{28A0092B-C50C-407E-A947-70E740481C1C}">
                  <a14:useLocalDpi xmlns:a14="http://schemas.microsoft.com/office/drawing/2010/main"/>
                </a:ext>
              </a:extLst>
            </a:blip>
            <a:srcRect/>
            <a:stretch>
              <a:fillRect/>
            </a:stretch>
          </a:blipFill>
          <a:ln w="254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097" name="Rectangle 1096">
            <a:extLst>
              <a:ext uri="{FF2B5EF4-FFF2-40B4-BE49-F238E27FC236}">
                <a16:creationId xmlns:a16="http://schemas.microsoft.com/office/drawing/2014/main" id="{98774AE9-ED4E-9571-391F-D63C2EEE0790}"/>
              </a:ext>
            </a:extLst>
          </p:cNvPr>
          <p:cNvSpPr/>
          <p:nvPr/>
        </p:nvSpPr>
        <p:spPr>
          <a:xfrm>
            <a:off x="791241" y="1883329"/>
            <a:ext cx="1135811" cy="279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1400" dirty="0">
                <a:solidFill>
                  <a:schemeClr val="tx2"/>
                </a:solidFill>
                <a:latin typeface="+mj-lt"/>
                <a:ea typeface="Source Serif Pro" panose="02040603050405020204" pitchFamily="18" charset="0"/>
                <a:cs typeface="Poppins Medium" panose="00000600000000000000" pitchFamily="2" charset="0"/>
              </a:rPr>
              <a:t>Essentials</a:t>
            </a:r>
          </a:p>
        </p:txBody>
      </p:sp>
      <p:sp>
        <p:nvSpPr>
          <p:cNvPr id="1101" name="Rectangle 1100">
            <a:extLst>
              <a:ext uri="{FF2B5EF4-FFF2-40B4-BE49-F238E27FC236}">
                <a16:creationId xmlns:a16="http://schemas.microsoft.com/office/drawing/2014/main" id="{4FC4FFBB-AADB-8A31-BBCC-E295353E5C01}"/>
              </a:ext>
            </a:extLst>
          </p:cNvPr>
          <p:cNvSpPr/>
          <p:nvPr/>
        </p:nvSpPr>
        <p:spPr>
          <a:xfrm>
            <a:off x="481270" y="3019889"/>
            <a:ext cx="1755753" cy="279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1400" b="1" dirty="0">
                <a:solidFill>
                  <a:schemeClr val="bg1"/>
                </a:solidFill>
                <a:latin typeface="+mj-lt"/>
                <a:ea typeface="Source Serif Pro" panose="02040603050405020204" pitchFamily="18" charset="0"/>
                <a:cs typeface="Poppins Medium" panose="00000600000000000000" pitchFamily="2" charset="0"/>
              </a:rPr>
              <a:t>Differentiators</a:t>
            </a:r>
          </a:p>
        </p:txBody>
      </p:sp>
      <p:sp>
        <p:nvSpPr>
          <p:cNvPr id="1102" name="Rectangle 1101">
            <a:extLst>
              <a:ext uri="{FF2B5EF4-FFF2-40B4-BE49-F238E27FC236}">
                <a16:creationId xmlns:a16="http://schemas.microsoft.com/office/drawing/2014/main" id="{60A74B64-7FE9-3973-3DFC-CEAE2812BC4E}"/>
              </a:ext>
            </a:extLst>
          </p:cNvPr>
          <p:cNvSpPr/>
          <p:nvPr/>
        </p:nvSpPr>
        <p:spPr>
          <a:xfrm>
            <a:off x="743990" y="4162811"/>
            <a:ext cx="1230313" cy="279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1400" noProof="0" dirty="0">
                <a:solidFill>
                  <a:schemeClr val="tx2"/>
                </a:solidFill>
                <a:latin typeface="+mj-lt"/>
                <a:ea typeface="Source Serif Pro" panose="02040603050405020204" pitchFamily="18" charset="0"/>
                <a:cs typeface="Poppins Medium" panose="00000600000000000000" pitchFamily="2" charset="0"/>
              </a:rPr>
              <a:t>Enhancers</a:t>
            </a:r>
          </a:p>
        </p:txBody>
      </p:sp>
      <p:sp>
        <p:nvSpPr>
          <p:cNvPr id="1103" name="Rectangle 1102">
            <a:extLst>
              <a:ext uri="{FF2B5EF4-FFF2-40B4-BE49-F238E27FC236}">
                <a16:creationId xmlns:a16="http://schemas.microsoft.com/office/drawing/2014/main" id="{17BDE99D-E6D1-6B5B-8359-E136789F8012}"/>
              </a:ext>
            </a:extLst>
          </p:cNvPr>
          <p:cNvSpPr/>
          <p:nvPr/>
        </p:nvSpPr>
        <p:spPr>
          <a:xfrm>
            <a:off x="685224" y="5293011"/>
            <a:ext cx="1347844" cy="279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1400" noProof="0" dirty="0">
                <a:solidFill>
                  <a:schemeClr val="tx2"/>
                </a:solidFill>
                <a:latin typeface="+mj-lt"/>
                <a:ea typeface="Source Serif Pro" panose="02040603050405020204" pitchFamily="18" charset="0"/>
                <a:cs typeface="Poppins Medium" panose="00000600000000000000" pitchFamily="2" charset="0"/>
              </a:rPr>
              <a:t>Functionals</a:t>
            </a:r>
          </a:p>
        </p:txBody>
      </p:sp>
      <p:cxnSp>
        <p:nvCxnSpPr>
          <p:cNvPr id="1104" name="Conector recto 23">
            <a:extLst>
              <a:ext uri="{FF2B5EF4-FFF2-40B4-BE49-F238E27FC236}">
                <a16:creationId xmlns:a16="http://schemas.microsoft.com/office/drawing/2014/main" id="{63A850E9-A922-9713-5145-6C8007A2FDF4}"/>
              </a:ext>
            </a:extLst>
          </p:cNvPr>
          <p:cNvCxnSpPr>
            <a:cxnSpLocks/>
          </p:cNvCxnSpPr>
          <p:nvPr/>
        </p:nvCxnSpPr>
        <p:spPr>
          <a:xfrm>
            <a:off x="679942" y="2312718"/>
            <a:ext cx="135840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08" name="Conector recto 23">
            <a:extLst>
              <a:ext uri="{FF2B5EF4-FFF2-40B4-BE49-F238E27FC236}">
                <a16:creationId xmlns:a16="http://schemas.microsoft.com/office/drawing/2014/main" id="{57EC2EA5-7922-83A4-78CD-F840ADCAB2C5}"/>
              </a:ext>
            </a:extLst>
          </p:cNvPr>
          <p:cNvCxnSpPr>
            <a:cxnSpLocks/>
          </p:cNvCxnSpPr>
          <p:nvPr/>
        </p:nvCxnSpPr>
        <p:spPr>
          <a:xfrm>
            <a:off x="679942" y="3449278"/>
            <a:ext cx="1358408"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09" name="Conector recto 23">
            <a:extLst>
              <a:ext uri="{FF2B5EF4-FFF2-40B4-BE49-F238E27FC236}">
                <a16:creationId xmlns:a16="http://schemas.microsoft.com/office/drawing/2014/main" id="{ACE7F942-DCBA-FE06-6D48-2B22F56419FA}"/>
              </a:ext>
            </a:extLst>
          </p:cNvPr>
          <p:cNvCxnSpPr>
            <a:cxnSpLocks/>
          </p:cNvCxnSpPr>
          <p:nvPr/>
        </p:nvCxnSpPr>
        <p:spPr>
          <a:xfrm>
            <a:off x="679942" y="4585838"/>
            <a:ext cx="135840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11" name="Conector recto 23">
            <a:extLst>
              <a:ext uri="{FF2B5EF4-FFF2-40B4-BE49-F238E27FC236}">
                <a16:creationId xmlns:a16="http://schemas.microsoft.com/office/drawing/2014/main" id="{D1DFE933-DFBA-40CA-2657-D801DA1C43DA}"/>
              </a:ext>
            </a:extLst>
          </p:cNvPr>
          <p:cNvCxnSpPr>
            <a:cxnSpLocks/>
          </p:cNvCxnSpPr>
          <p:nvPr/>
        </p:nvCxnSpPr>
        <p:spPr>
          <a:xfrm>
            <a:off x="679942" y="5673420"/>
            <a:ext cx="135840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E7ACC46F-3F09-56AD-6ACE-D477D19B120F}"/>
              </a:ext>
            </a:extLst>
          </p:cNvPr>
          <p:cNvSpPr txBox="1"/>
          <p:nvPr/>
        </p:nvSpPr>
        <p:spPr>
          <a:xfrm>
            <a:off x="9179758" y="2371031"/>
            <a:ext cx="829121" cy="492443"/>
          </a:xfrm>
          <a:prstGeom prst="rect">
            <a:avLst/>
          </a:prstGeom>
          <a:noFill/>
        </p:spPr>
        <p:txBody>
          <a:bodyPr wrap="square" lIns="0" tIns="0" rIns="0" bIns="0" rtlCol="0" anchor="ctr">
            <a:spAutoFit/>
          </a:bodyPr>
          <a:lstStyle/>
          <a:p>
            <a:pPr algn="ctr"/>
            <a:r>
              <a:rPr lang="pt-BR" sz="2000" b="1" baseline="15000" dirty="0">
                <a:latin typeface="+mj-lt"/>
                <a:ea typeface="Source Serif Pro Black" panose="02040903050405020204" pitchFamily="18" charset="0"/>
              </a:rPr>
              <a:t>+</a:t>
            </a:r>
            <a:r>
              <a:rPr lang="pt-BR" sz="2400" b="1" dirty="0">
                <a:latin typeface="+mj-lt"/>
                <a:ea typeface="Source Serif Pro Black" panose="02040903050405020204" pitchFamily="18" charset="0"/>
              </a:rPr>
              <a:t>440</a:t>
            </a:r>
            <a:endParaRPr lang="en-US" sz="1600" b="1" dirty="0">
              <a:latin typeface="+mj-lt"/>
              <a:ea typeface="Source Serif Pro Black" panose="02040903050405020204" pitchFamily="18" charset="0"/>
            </a:endParaRPr>
          </a:p>
          <a:p>
            <a:pPr algn="ctr"/>
            <a:r>
              <a:rPr lang="en-US" sz="800" dirty="0">
                <a:latin typeface="+mj-lt"/>
                <a:ea typeface="Source Serif Pro" panose="02040603050405020204" pitchFamily="18" charset="0"/>
              </a:rPr>
              <a:t># of SKUs</a:t>
            </a:r>
          </a:p>
        </p:txBody>
      </p:sp>
      <p:sp>
        <p:nvSpPr>
          <p:cNvPr id="59" name="TextBox 58">
            <a:extLst>
              <a:ext uri="{FF2B5EF4-FFF2-40B4-BE49-F238E27FC236}">
                <a16:creationId xmlns:a16="http://schemas.microsoft.com/office/drawing/2014/main" id="{AC0DCE13-D70F-1BD6-F822-39861C6E5F97}"/>
              </a:ext>
            </a:extLst>
          </p:cNvPr>
          <p:cNvSpPr txBox="1"/>
          <p:nvPr/>
        </p:nvSpPr>
        <p:spPr>
          <a:xfrm>
            <a:off x="10604361" y="2371031"/>
            <a:ext cx="1099740" cy="492443"/>
          </a:xfrm>
          <a:prstGeom prst="rect">
            <a:avLst/>
          </a:prstGeom>
          <a:noFill/>
        </p:spPr>
        <p:txBody>
          <a:bodyPr wrap="square" lIns="0" tIns="0" rIns="0" bIns="0" rtlCol="0" anchor="ctr">
            <a:spAutoFit/>
          </a:bodyPr>
          <a:lstStyle/>
          <a:p>
            <a:pPr algn="ctr"/>
            <a:r>
              <a:rPr lang="pt-BR" sz="2000" b="1" baseline="15000" dirty="0">
                <a:latin typeface="+mj-lt"/>
                <a:ea typeface="Source Serif Pro Black" panose="02040903050405020204" pitchFamily="18" charset="0"/>
              </a:rPr>
              <a:t>~</a:t>
            </a:r>
            <a:r>
              <a:rPr lang="pt-BR" sz="2400" b="1" dirty="0">
                <a:latin typeface="+mj-lt"/>
                <a:ea typeface="Source Serif Pro Black" panose="02040903050405020204" pitchFamily="18" charset="0"/>
              </a:rPr>
              <a:t>15</a:t>
            </a:r>
            <a:r>
              <a:rPr lang="pt-BR" sz="1200" b="1" dirty="0">
                <a:latin typeface="+mj-lt"/>
                <a:ea typeface="Source Serif Pro Black" panose="02040903050405020204" pitchFamily="18" charset="0"/>
              </a:rPr>
              <a:t>%</a:t>
            </a:r>
            <a:endParaRPr lang="en-US" sz="1200" b="1" dirty="0">
              <a:latin typeface="+mj-lt"/>
              <a:ea typeface="Source Serif Pro Black" panose="02040903050405020204" pitchFamily="18" charset="0"/>
            </a:endParaRPr>
          </a:p>
          <a:p>
            <a:pPr algn="ctr"/>
            <a:r>
              <a:rPr lang="en-US" sz="800" dirty="0">
                <a:latin typeface="+mj-lt"/>
                <a:ea typeface="Source Serif Pro" panose="02040603050405020204" pitchFamily="18" charset="0"/>
              </a:rPr>
              <a:t>Gross Margin FY24</a:t>
            </a:r>
          </a:p>
        </p:txBody>
      </p:sp>
      <p:grpSp>
        <p:nvGrpSpPr>
          <p:cNvPr id="1113" name="Agrupar 888">
            <a:extLst>
              <a:ext uri="{FF2B5EF4-FFF2-40B4-BE49-F238E27FC236}">
                <a16:creationId xmlns:a16="http://schemas.microsoft.com/office/drawing/2014/main" id="{BC599D3E-EE6D-C116-B19E-46310EC39B6C}"/>
              </a:ext>
            </a:extLst>
          </p:cNvPr>
          <p:cNvGrpSpPr/>
          <p:nvPr/>
        </p:nvGrpSpPr>
        <p:grpSpPr>
          <a:xfrm>
            <a:off x="9416428" y="1863750"/>
            <a:ext cx="355780" cy="373814"/>
            <a:chOff x="4321175" y="4210051"/>
            <a:chExt cx="344488" cy="361950"/>
          </a:xfrm>
        </p:grpSpPr>
        <p:sp>
          <p:nvSpPr>
            <p:cNvPr id="1114" name="Freeform 694">
              <a:extLst>
                <a:ext uri="{FF2B5EF4-FFF2-40B4-BE49-F238E27FC236}">
                  <a16:creationId xmlns:a16="http://schemas.microsoft.com/office/drawing/2014/main" id="{3B7AC261-0C07-F39F-1F4C-EAE96298C455}"/>
                </a:ext>
              </a:extLst>
            </p:cNvPr>
            <p:cNvSpPr>
              <a:spLocks/>
            </p:cNvSpPr>
            <p:nvPr/>
          </p:nvSpPr>
          <p:spPr bwMode="auto">
            <a:xfrm>
              <a:off x="4371975" y="4281488"/>
              <a:ext cx="57150" cy="66675"/>
            </a:xfrm>
            <a:custGeom>
              <a:avLst/>
              <a:gdLst>
                <a:gd name="T0" fmla="*/ 6 w 17"/>
                <a:gd name="T1" fmla="*/ 20 h 20"/>
                <a:gd name="T2" fmla="*/ 6 w 17"/>
                <a:gd name="T3" fmla="*/ 16 h 20"/>
                <a:gd name="T4" fmla="*/ 10 w 17"/>
                <a:gd name="T5" fmla="*/ 11 h 20"/>
                <a:gd name="T6" fmla="*/ 17 w 17"/>
                <a:gd name="T7" fmla="*/ 11 h 20"/>
                <a:gd name="T8" fmla="*/ 17 w 17"/>
                <a:gd name="T9" fmla="*/ 6 h 20"/>
                <a:gd name="T10" fmla="*/ 10 w 17"/>
                <a:gd name="T11" fmla="*/ 0 h 20"/>
                <a:gd name="T12" fmla="*/ 0 w 17"/>
                <a:gd name="T13" fmla="*/ 0 h 20"/>
              </a:gdLst>
              <a:ahLst/>
              <a:cxnLst>
                <a:cxn ang="0">
                  <a:pos x="T0" y="T1"/>
                </a:cxn>
                <a:cxn ang="0">
                  <a:pos x="T2" y="T3"/>
                </a:cxn>
                <a:cxn ang="0">
                  <a:pos x="T4" y="T5"/>
                </a:cxn>
                <a:cxn ang="0">
                  <a:pos x="T6" y="T7"/>
                </a:cxn>
                <a:cxn ang="0">
                  <a:pos x="T8" y="T9"/>
                </a:cxn>
                <a:cxn ang="0">
                  <a:pos x="T10" y="T11"/>
                </a:cxn>
                <a:cxn ang="0">
                  <a:pos x="T12" y="T13"/>
                </a:cxn>
              </a:cxnLst>
              <a:rect l="0" t="0" r="r" b="b"/>
              <a:pathLst>
                <a:path w="17" h="20">
                  <a:moveTo>
                    <a:pt x="6" y="20"/>
                  </a:moveTo>
                  <a:cubicBezTo>
                    <a:pt x="6" y="16"/>
                    <a:pt x="6" y="16"/>
                    <a:pt x="6" y="16"/>
                  </a:cubicBezTo>
                  <a:cubicBezTo>
                    <a:pt x="10" y="11"/>
                    <a:pt x="10" y="11"/>
                    <a:pt x="10" y="11"/>
                  </a:cubicBezTo>
                  <a:cubicBezTo>
                    <a:pt x="17" y="11"/>
                    <a:pt x="17" y="11"/>
                    <a:pt x="17" y="11"/>
                  </a:cubicBezTo>
                  <a:cubicBezTo>
                    <a:pt x="17" y="6"/>
                    <a:pt x="17" y="6"/>
                    <a:pt x="17" y="6"/>
                  </a:cubicBezTo>
                  <a:cubicBezTo>
                    <a:pt x="17" y="3"/>
                    <a:pt x="14" y="0"/>
                    <a:pt x="10" y="0"/>
                  </a:cubicBezTo>
                  <a:cubicBezTo>
                    <a:pt x="0" y="0"/>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15" name="Freeform 695">
              <a:extLst>
                <a:ext uri="{FF2B5EF4-FFF2-40B4-BE49-F238E27FC236}">
                  <a16:creationId xmlns:a16="http://schemas.microsoft.com/office/drawing/2014/main" id="{B8F4C54A-F973-47F7-4B8F-B40A77488D03}"/>
                </a:ext>
              </a:extLst>
            </p:cNvPr>
            <p:cNvSpPr>
              <a:spLocks/>
            </p:cNvSpPr>
            <p:nvPr/>
          </p:nvSpPr>
          <p:spPr bwMode="auto">
            <a:xfrm>
              <a:off x="4468813" y="4240213"/>
              <a:ext cx="165100" cy="101600"/>
            </a:xfrm>
            <a:custGeom>
              <a:avLst/>
              <a:gdLst>
                <a:gd name="T0" fmla="*/ 33 w 49"/>
                <a:gd name="T1" fmla="*/ 0 h 30"/>
                <a:gd name="T2" fmla="*/ 28 w 49"/>
                <a:gd name="T3" fmla="*/ 5 h 30"/>
                <a:gd name="T4" fmla="*/ 14 w 49"/>
                <a:gd name="T5" fmla="*/ 5 h 30"/>
                <a:gd name="T6" fmla="*/ 9 w 49"/>
                <a:gd name="T7" fmla="*/ 9 h 30"/>
                <a:gd name="T8" fmla="*/ 7 w 49"/>
                <a:gd name="T9" fmla="*/ 9 h 30"/>
                <a:gd name="T10" fmla="*/ 0 w 49"/>
                <a:gd name="T11" fmla="*/ 16 h 30"/>
                <a:gd name="T12" fmla="*/ 0 w 49"/>
                <a:gd name="T13" fmla="*/ 18 h 30"/>
                <a:gd name="T14" fmla="*/ 11 w 49"/>
                <a:gd name="T15" fmla="*/ 18 h 30"/>
                <a:gd name="T16" fmla="*/ 21 w 49"/>
                <a:gd name="T17" fmla="*/ 28 h 30"/>
                <a:gd name="T18" fmla="*/ 21 w 49"/>
                <a:gd name="T19" fmla="*/ 28 h 30"/>
                <a:gd name="T20" fmla="*/ 25 w 49"/>
                <a:gd name="T21" fmla="*/ 28 h 30"/>
                <a:gd name="T22" fmla="*/ 28 w 49"/>
                <a:gd name="T23" fmla="*/ 25 h 30"/>
                <a:gd name="T24" fmla="*/ 30 w 49"/>
                <a:gd name="T25" fmla="*/ 25 h 30"/>
                <a:gd name="T26" fmla="*/ 35 w 49"/>
                <a:gd name="T27" fmla="*/ 30 h 30"/>
                <a:gd name="T28" fmla="*/ 35 w 49"/>
                <a:gd name="T29" fmla="*/ 30 h 30"/>
                <a:gd name="T30" fmla="*/ 49 w 49"/>
                <a:gd name="T31"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9" h="30">
                  <a:moveTo>
                    <a:pt x="33" y="0"/>
                  </a:moveTo>
                  <a:cubicBezTo>
                    <a:pt x="28" y="5"/>
                    <a:pt x="28" y="5"/>
                    <a:pt x="28" y="5"/>
                  </a:cubicBezTo>
                  <a:cubicBezTo>
                    <a:pt x="14" y="5"/>
                    <a:pt x="14" y="5"/>
                    <a:pt x="14" y="5"/>
                  </a:cubicBezTo>
                  <a:cubicBezTo>
                    <a:pt x="9" y="9"/>
                    <a:pt x="9" y="9"/>
                    <a:pt x="9" y="9"/>
                  </a:cubicBezTo>
                  <a:cubicBezTo>
                    <a:pt x="7" y="9"/>
                    <a:pt x="7" y="9"/>
                    <a:pt x="7" y="9"/>
                  </a:cubicBezTo>
                  <a:cubicBezTo>
                    <a:pt x="3" y="9"/>
                    <a:pt x="0" y="12"/>
                    <a:pt x="0" y="16"/>
                  </a:cubicBezTo>
                  <a:cubicBezTo>
                    <a:pt x="0" y="18"/>
                    <a:pt x="0" y="18"/>
                    <a:pt x="0" y="18"/>
                  </a:cubicBezTo>
                  <a:cubicBezTo>
                    <a:pt x="11" y="18"/>
                    <a:pt x="11" y="18"/>
                    <a:pt x="11" y="18"/>
                  </a:cubicBezTo>
                  <a:cubicBezTo>
                    <a:pt x="21" y="28"/>
                    <a:pt x="21" y="28"/>
                    <a:pt x="21" y="28"/>
                  </a:cubicBezTo>
                  <a:cubicBezTo>
                    <a:pt x="21" y="28"/>
                    <a:pt x="21" y="28"/>
                    <a:pt x="21" y="28"/>
                  </a:cubicBezTo>
                  <a:cubicBezTo>
                    <a:pt x="25" y="28"/>
                    <a:pt x="25" y="28"/>
                    <a:pt x="25" y="28"/>
                  </a:cubicBezTo>
                  <a:cubicBezTo>
                    <a:pt x="28" y="25"/>
                    <a:pt x="28" y="25"/>
                    <a:pt x="28" y="25"/>
                  </a:cubicBezTo>
                  <a:cubicBezTo>
                    <a:pt x="30" y="25"/>
                    <a:pt x="30" y="25"/>
                    <a:pt x="30" y="25"/>
                  </a:cubicBezTo>
                  <a:cubicBezTo>
                    <a:pt x="35" y="30"/>
                    <a:pt x="35" y="30"/>
                    <a:pt x="35" y="30"/>
                  </a:cubicBezTo>
                  <a:cubicBezTo>
                    <a:pt x="35" y="30"/>
                    <a:pt x="35" y="30"/>
                    <a:pt x="35" y="30"/>
                  </a:cubicBezTo>
                  <a:cubicBezTo>
                    <a:pt x="49" y="30"/>
                    <a:pt x="49" y="30"/>
                    <a:pt x="49" y="3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16" name="Freeform 696">
              <a:extLst>
                <a:ext uri="{FF2B5EF4-FFF2-40B4-BE49-F238E27FC236}">
                  <a16:creationId xmlns:a16="http://schemas.microsoft.com/office/drawing/2014/main" id="{5A21734A-7077-3F14-3459-AE164EFD58C9}"/>
                </a:ext>
              </a:extLst>
            </p:cNvPr>
            <p:cNvSpPr>
              <a:spLocks/>
            </p:cNvSpPr>
            <p:nvPr/>
          </p:nvSpPr>
          <p:spPr bwMode="auto">
            <a:xfrm>
              <a:off x="4351338" y="4210051"/>
              <a:ext cx="282575" cy="138113"/>
            </a:xfrm>
            <a:custGeom>
              <a:avLst/>
              <a:gdLst>
                <a:gd name="T0" fmla="*/ 0 w 84"/>
                <a:gd name="T1" fmla="*/ 41 h 41"/>
                <a:gd name="T2" fmla="*/ 42 w 84"/>
                <a:gd name="T3" fmla="*/ 0 h 41"/>
                <a:gd name="T4" fmla="*/ 84 w 84"/>
                <a:gd name="T5" fmla="*/ 41 h 41"/>
              </a:gdLst>
              <a:ahLst/>
              <a:cxnLst>
                <a:cxn ang="0">
                  <a:pos x="T0" y="T1"/>
                </a:cxn>
                <a:cxn ang="0">
                  <a:pos x="T2" y="T3"/>
                </a:cxn>
                <a:cxn ang="0">
                  <a:pos x="T4" y="T5"/>
                </a:cxn>
              </a:cxnLst>
              <a:rect l="0" t="0" r="r" b="b"/>
              <a:pathLst>
                <a:path w="84" h="41">
                  <a:moveTo>
                    <a:pt x="0" y="41"/>
                  </a:moveTo>
                  <a:cubicBezTo>
                    <a:pt x="0" y="18"/>
                    <a:pt x="19" y="0"/>
                    <a:pt x="42" y="0"/>
                  </a:cubicBezTo>
                  <a:cubicBezTo>
                    <a:pt x="65" y="0"/>
                    <a:pt x="84" y="18"/>
                    <a:pt x="84" y="41"/>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17" name="Freeform 697">
              <a:extLst>
                <a:ext uri="{FF2B5EF4-FFF2-40B4-BE49-F238E27FC236}">
                  <a16:creationId xmlns:a16="http://schemas.microsoft.com/office/drawing/2014/main" id="{3DB17CF8-019C-689F-4638-0E7582DE19B0}"/>
                </a:ext>
              </a:extLst>
            </p:cNvPr>
            <p:cNvSpPr>
              <a:spLocks/>
            </p:cNvSpPr>
            <p:nvPr/>
          </p:nvSpPr>
          <p:spPr bwMode="auto">
            <a:xfrm>
              <a:off x="4441825" y="4365626"/>
              <a:ext cx="223838" cy="74613"/>
            </a:xfrm>
            <a:custGeom>
              <a:avLst/>
              <a:gdLst>
                <a:gd name="T0" fmla="*/ 66 w 66"/>
                <a:gd name="T1" fmla="*/ 5 h 22"/>
                <a:gd name="T2" fmla="*/ 50 w 66"/>
                <a:gd name="T3" fmla="*/ 5 h 22"/>
                <a:gd name="T4" fmla="*/ 43 w 66"/>
                <a:gd name="T5" fmla="*/ 3 h 22"/>
                <a:gd name="T6" fmla="*/ 42 w 66"/>
                <a:gd name="T7" fmla="*/ 2 h 22"/>
                <a:gd name="T8" fmla="*/ 36 w 66"/>
                <a:gd name="T9" fmla="*/ 0 h 22"/>
                <a:gd name="T10" fmla="*/ 18 w 66"/>
                <a:gd name="T11" fmla="*/ 0 h 22"/>
                <a:gd name="T12" fmla="*/ 14 w 66"/>
                <a:gd name="T13" fmla="*/ 2 h 22"/>
                <a:gd name="T14" fmla="*/ 7 w 66"/>
                <a:gd name="T15" fmla="*/ 8 h 22"/>
                <a:gd name="T16" fmla="*/ 0 w 66"/>
                <a:gd name="T17" fmla="*/ 16 h 22"/>
                <a:gd name="T18" fmla="*/ 11 w 66"/>
                <a:gd name="T19" fmla="*/ 18 h 22"/>
                <a:gd name="T20" fmla="*/ 18 w 66"/>
                <a:gd name="T21" fmla="*/ 14 h 22"/>
                <a:gd name="T22" fmla="*/ 24 w 66"/>
                <a:gd name="T23" fmla="*/ 14 h 22"/>
                <a:gd name="T24" fmla="*/ 33 w 66"/>
                <a:gd name="T2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22">
                  <a:moveTo>
                    <a:pt x="66" y="5"/>
                  </a:moveTo>
                  <a:cubicBezTo>
                    <a:pt x="50" y="5"/>
                    <a:pt x="50" y="5"/>
                    <a:pt x="50" y="5"/>
                  </a:cubicBezTo>
                  <a:cubicBezTo>
                    <a:pt x="47" y="5"/>
                    <a:pt x="45" y="4"/>
                    <a:pt x="43" y="3"/>
                  </a:cubicBezTo>
                  <a:cubicBezTo>
                    <a:pt x="42" y="2"/>
                    <a:pt x="42" y="2"/>
                    <a:pt x="42" y="2"/>
                  </a:cubicBezTo>
                  <a:cubicBezTo>
                    <a:pt x="40" y="1"/>
                    <a:pt x="38" y="0"/>
                    <a:pt x="36" y="0"/>
                  </a:cubicBezTo>
                  <a:cubicBezTo>
                    <a:pt x="18" y="0"/>
                    <a:pt x="18" y="0"/>
                    <a:pt x="18" y="0"/>
                  </a:cubicBezTo>
                  <a:cubicBezTo>
                    <a:pt x="16" y="0"/>
                    <a:pt x="15" y="1"/>
                    <a:pt x="14" y="2"/>
                  </a:cubicBezTo>
                  <a:cubicBezTo>
                    <a:pt x="7" y="8"/>
                    <a:pt x="7" y="8"/>
                    <a:pt x="7" y="8"/>
                  </a:cubicBezTo>
                  <a:cubicBezTo>
                    <a:pt x="7" y="8"/>
                    <a:pt x="3" y="12"/>
                    <a:pt x="0" y="16"/>
                  </a:cubicBezTo>
                  <a:cubicBezTo>
                    <a:pt x="4" y="19"/>
                    <a:pt x="7" y="19"/>
                    <a:pt x="11" y="18"/>
                  </a:cubicBezTo>
                  <a:cubicBezTo>
                    <a:pt x="14" y="17"/>
                    <a:pt x="18" y="14"/>
                    <a:pt x="18" y="14"/>
                  </a:cubicBezTo>
                  <a:cubicBezTo>
                    <a:pt x="24" y="14"/>
                    <a:pt x="24" y="14"/>
                    <a:pt x="24" y="14"/>
                  </a:cubicBezTo>
                  <a:cubicBezTo>
                    <a:pt x="33" y="22"/>
                    <a:pt x="33" y="22"/>
                    <a:pt x="33" y="22"/>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18" name="Freeform 698">
              <a:extLst>
                <a:ext uri="{FF2B5EF4-FFF2-40B4-BE49-F238E27FC236}">
                  <a16:creationId xmlns:a16="http://schemas.microsoft.com/office/drawing/2014/main" id="{6D48B63B-6D3C-E8D3-4447-E2EC5BC889B1}"/>
                </a:ext>
              </a:extLst>
            </p:cNvPr>
            <p:cNvSpPr>
              <a:spLocks/>
            </p:cNvSpPr>
            <p:nvPr/>
          </p:nvSpPr>
          <p:spPr bwMode="auto">
            <a:xfrm>
              <a:off x="4603750" y="4483101"/>
              <a:ext cx="30163" cy="11113"/>
            </a:xfrm>
            <a:custGeom>
              <a:avLst/>
              <a:gdLst>
                <a:gd name="T0" fmla="*/ 0 w 9"/>
                <a:gd name="T1" fmla="*/ 3 h 3"/>
                <a:gd name="T2" fmla="*/ 9 w 9"/>
                <a:gd name="T3" fmla="*/ 0 h 3"/>
              </a:gdLst>
              <a:ahLst/>
              <a:cxnLst>
                <a:cxn ang="0">
                  <a:pos x="T0" y="T1"/>
                </a:cxn>
                <a:cxn ang="0">
                  <a:pos x="T2" y="T3"/>
                </a:cxn>
              </a:cxnLst>
              <a:rect l="0" t="0" r="r" b="b"/>
              <a:pathLst>
                <a:path w="9" h="3">
                  <a:moveTo>
                    <a:pt x="0" y="3"/>
                  </a:moveTo>
                  <a:cubicBezTo>
                    <a:pt x="2" y="0"/>
                    <a:pt x="5" y="0"/>
                    <a:pt x="9"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19" name="Freeform 699">
              <a:extLst>
                <a:ext uri="{FF2B5EF4-FFF2-40B4-BE49-F238E27FC236}">
                  <a16:creationId xmlns:a16="http://schemas.microsoft.com/office/drawing/2014/main" id="{46A82800-792B-C898-8542-04DCCAF959E9}"/>
                </a:ext>
              </a:extLst>
            </p:cNvPr>
            <p:cNvSpPr>
              <a:spLocks/>
            </p:cNvSpPr>
            <p:nvPr/>
          </p:nvSpPr>
          <p:spPr bwMode="auto">
            <a:xfrm>
              <a:off x="4533900" y="4440238"/>
              <a:ext cx="84138" cy="90488"/>
            </a:xfrm>
            <a:custGeom>
              <a:avLst/>
              <a:gdLst>
                <a:gd name="T0" fmla="*/ 6 w 25"/>
                <a:gd name="T1" fmla="*/ 0 h 27"/>
                <a:gd name="T2" fmla="*/ 21 w 25"/>
                <a:gd name="T3" fmla="*/ 16 h 27"/>
                <a:gd name="T4" fmla="*/ 14 w 25"/>
                <a:gd name="T5" fmla="*/ 22 h 27"/>
                <a:gd name="T6" fmla="*/ 0 w 25"/>
                <a:gd name="T7" fmla="*/ 9 h 27"/>
              </a:gdLst>
              <a:ahLst/>
              <a:cxnLst>
                <a:cxn ang="0">
                  <a:pos x="T0" y="T1"/>
                </a:cxn>
                <a:cxn ang="0">
                  <a:pos x="T2" y="T3"/>
                </a:cxn>
                <a:cxn ang="0">
                  <a:pos x="T4" y="T5"/>
                </a:cxn>
                <a:cxn ang="0">
                  <a:pos x="T6" y="T7"/>
                </a:cxn>
              </a:cxnLst>
              <a:rect l="0" t="0" r="r" b="b"/>
              <a:pathLst>
                <a:path w="25" h="27">
                  <a:moveTo>
                    <a:pt x="6" y="0"/>
                  </a:moveTo>
                  <a:cubicBezTo>
                    <a:pt x="6" y="0"/>
                    <a:pt x="18" y="13"/>
                    <a:pt x="21" y="16"/>
                  </a:cubicBezTo>
                  <a:cubicBezTo>
                    <a:pt x="25" y="19"/>
                    <a:pt x="20" y="27"/>
                    <a:pt x="14" y="22"/>
                  </a:cubicBezTo>
                  <a:cubicBezTo>
                    <a:pt x="11" y="19"/>
                    <a:pt x="0" y="9"/>
                    <a:pt x="0" y="9"/>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20" name="Freeform 700">
              <a:extLst>
                <a:ext uri="{FF2B5EF4-FFF2-40B4-BE49-F238E27FC236}">
                  <a16:creationId xmlns:a16="http://schemas.microsoft.com/office/drawing/2014/main" id="{B3FBDC7A-4321-A577-E882-D63611F23A73}"/>
                </a:ext>
              </a:extLst>
            </p:cNvPr>
            <p:cNvSpPr>
              <a:spLocks/>
            </p:cNvSpPr>
            <p:nvPr/>
          </p:nvSpPr>
          <p:spPr bwMode="auto">
            <a:xfrm>
              <a:off x="4516438" y="4500563"/>
              <a:ext cx="71438" cy="44450"/>
            </a:xfrm>
            <a:custGeom>
              <a:avLst/>
              <a:gdLst>
                <a:gd name="T0" fmla="*/ 21 w 21"/>
                <a:gd name="T1" fmla="*/ 5 h 13"/>
                <a:gd name="T2" fmla="*/ 11 w 21"/>
                <a:gd name="T3" fmla="*/ 9 h 13"/>
                <a:gd name="T4" fmla="*/ 0 w 21"/>
                <a:gd name="T5" fmla="*/ 0 h 13"/>
              </a:gdLst>
              <a:ahLst/>
              <a:cxnLst>
                <a:cxn ang="0">
                  <a:pos x="T0" y="T1"/>
                </a:cxn>
                <a:cxn ang="0">
                  <a:pos x="T2" y="T3"/>
                </a:cxn>
                <a:cxn ang="0">
                  <a:pos x="T4" y="T5"/>
                </a:cxn>
              </a:cxnLst>
              <a:rect l="0" t="0" r="r" b="b"/>
              <a:pathLst>
                <a:path w="21" h="13">
                  <a:moveTo>
                    <a:pt x="21" y="5"/>
                  </a:moveTo>
                  <a:cubicBezTo>
                    <a:pt x="20" y="7"/>
                    <a:pt x="16" y="13"/>
                    <a:pt x="11" y="9"/>
                  </a:cubicBezTo>
                  <a:cubicBezTo>
                    <a:pt x="7" y="6"/>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21" name="Freeform 701">
              <a:extLst>
                <a:ext uri="{FF2B5EF4-FFF2-40B4-BE49-F238E27FC236}">
                  <a16:creationId xmlns:a16="http://schemas.microsoft.com/office/drawing/2014/main" id="{370E3C1A-CA44-2316-256B-B465ADE7475F}"/>
                </a:ext>
              </a:extLst>
            </p:cNvPr>
            <p:cNvSpPr>
              <a:spLocks/>
            </p:cNvSpPr>
            <p:nvPr/>
          </p:nvSpPr>
          <p:spPr bwMode="auto">
            <a:xfrm>
              <a:off x="4498975" y="4527551"/>
              <a:ext cx="57150" cy="30163"/>
            </a:xfrm>
            <a:custGeom>
              <a:avLst/>
              <a:gdLst>
                <a:gd name="T0" fmla="*/ 17 w 17"/>
                <a:gd name="T1" fmla="*/ 2 h 9"/>
                <a:gd name="T2" fmla="*/ 7 w 17"/>
                <a:gd name="T3" fmla="*/ 6 h 9"/>
                <a:gd name="T4" fmla="*/ 0 w 17"/>
                <a:gd name="T5" fmla="*/ 0 h 9"/>
              </a:gdLst>
              <a:ahLst/>
              <a:cxnLst>
                <a:cxn ang="0">
                  <a:pos x="T0" y="T1"/>
                </a:cxn>
                <a:cxn ang="0">
                  <a:pos x="T2" y="T3"/>
                </a:cxn>
                <a:cxn ang="0">
                  <a:pos x="T4" y="T5"/>
                </a:cxn>
              </a:cxnLst>
              <a:rect l="0" t="0" r="r" b="b"/>
              <a:pathLst>
                <a:path w="17" h="9">
                  <a:moveTo>
                    <a:pt x="17" y="2"/>
                  </a:moveTo>
                  <a:cubicBezTo>
                    <a:pt x="15" y="7"/>
                    <a:pt x="11" y="9"/>
                    <a:pt x="7" y="6"/>
                  </a:cubicBezTo>
                  <a:cubicBezTo>
                    <a:pt x="4" y="4"/>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22" name="Freeform 702">
              <a:extLst>
                <a:ext uri="{FF2B5EF4-FFF2-40B4-BE49-F238E27FC236}">
                  <a16:creationId xmlns:a16="http://schemas.microsoft.com/office/drawing/2014/main" id="{BD3A804D-5204-7FBF-51F7-CA1BF3A7D7A1}"/>
                </a:ext>
              </a:extLst>
            </p:cNvPr>
            <p:cNvSpPr>
              <a:spLocks/>
            </p:cNvSpPr>
            <p:nvPr/>
          </p:nvSpPr>
          <p:spPr bwMode="auto">
            <a:xfrm>
              <a:off x="4479925" y="4551363"/>
              <a:ext cx="46038" cy="20638"/>
            </a:xfrm>
            <a:custGeom>
              <a:avLst/>
              <a:gdLst>
                <a:gd name="T0" fmla="*/ 14 w 14"/>
                <a:gd name="T1" fmla="*/ 0 h 6"/>
                <a:gd name="T2" fmla="*/ 5 w 14"/>
                <a:gd name="T3" fmla="*/ 4 h 6"/>
                <a:gd name="T4" fmla="*/ 0 w 14"/>
                <a:gd name="T5" fmla="*/ 0 h 6"/>
              </a:gdLst>
              <a:ahLst/>
              <a:cxnLst>
                <a:cxn ang="0">
                  <a:pos x="T0" y="T1"/>
                </a:cxn>
                <a:cxn ang="0">
                  <a:pos x="T2" y="T3"/>
                </a:cxn>
                <a:cxn ang="0">
                  <a:pos x="T4" y="T5"/>
                </a:cxn>
              </a:cxnLst>
              <a:rect l="0" t="0" r="r" b="b"/>
              <a:pathLst>
                <a:path w="14" h="6">
                  <a:moveTo>
                    <a:pt x="14" y="0"/>
                  </a:moveTo>
                  <a:cubicBezTo>
                    <a:pt x="13" y="3"/>
                    <a:pt x="9" y="6"/>
                    <a:pt x="5" y="4"/>
                  </a:cubicBezTo>
                  <a:cubicBezTo>
                    <a:pt x="4" y="3"/>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23" name="Freeform 703">
              <a:extLst>
                <a:ext uri="{FF2B5EF4-FFF2-40B4-BE49-F238E27FC236}">
                  <a16:creationId xmlns:a16="http://schemas.microsoft.com/office/drawing/2014/main" id="{188ED002-0E66-E702-08F9-40405F615839}"/>
                </a:ext>
              </a:extLst>
            </p:cNvPr>
            <p:cNvSpPr>
              <a:spLocks/>
            </p:cNvSpPr>
            <p:nvPr/>
          </p:nvSpPr>
          <p:spPr bwMode="auto">
            <a:xfrm>
              <a:off x="4321175" y="4365626"/>
              <a:ext cx="165100" cy="15875"/>
            </a:xfrm>
            <a:custGeom>
              <a:avLst/>
              <a:gdLst>
                <a:gd name="T0" fmla="*/ 0 w 49"/>
                <a:gd name="T1" fmla="*/ 5 h 5"/>
                <a:gd name="T2" fmla="*/ 20 w 49"/>
                <a:gd name="T3" fmla="*/ 5 h 5"/>
                <a:gd name="T4" fmla="*/ 25 w 49"/>
                <a:gd name="T5" fmla="*/ 3 h 5"/>
                <a:gd name="T6" fmla="*/ 28 w 49"/>
                <a:gd name="T7" fmla="*/ 2 h 5"/>
                <a:gd name="T8" fmla="*/ 33 w 49"/>
                <a:gd name="T9" fmla="*/ 0 h 5"/>
                <a:gd name="T10" fmla="*/ 44 w 49"/>
                <a:gd name="T11" fmla="*/ 0 h 5"/>
                <a:gd name="T12" fmla="*/ 47 w 49"/>
                <a:gd name="T13" fmla="*/ 1 h 5"/>
                <a:gd name="T14" fmla="*/ 49 w 49"/>
                <a:gd name="T15" fmla="*/ 2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5">
                  <a:moveTo>
                    <a:pt x="0" y="5"/>
                  </a:moveTo>
                  <a:cubicBezTo>
                    <a:pt x="20" y="5"/>
                    <a:pt x="20" y="5"/>
                    <a:pt x="20" y="5"/>
                  </a:cubicBezTo>
                  <a:cubicBezTo>
                    <a:pt x="22" y="5"/>
                    <a:pt x="24" y="4"/>
                    <a:pt x="25" y="3"/>
                  </a:cubicBezTo>
                  <a:cubicBezTo>
                    <a:pt x="28" y="2"/>
                    <a:pt x="28" y="2"/>
                    <a:pt x="28" y="2"/>
                  </a:cubicBezTo>
                  <a:cubicBezTo>
                    <a:pt x="29" y="1"/>
                    <a:pt x="31" y="0"/>
                    <a:pt x="33" y="0"/>
                  </a:cubicBezTo>
                  <a:cubicBezTo>
                    <a:pt x="44" y="0"/>
                    <a:pt x="44" y="0"/>
                    <a:pt x="44" y="0"/>
                  </a:cubicBezTo>
                  <a:cubicBezTo>
                    <a:pt x="45" y="0"/>
                    <a:pt x="46" y="0"/>
                    <a:pt x="47" y="1"/>
                  </a:cubicBezTo>
                  <a:cubicBezTo>
                    <a:pt x="49" y="2"/>
                    <a:pt x="49" y="2"/>
                    <a:pt x="49" y="2"/>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24" name="Freeform 704">
              <a:extLst>
                <a:ext uri="{FF2B5EF4-FFF2-40B4-BE49-F238E27FC236}">
                  <a16:creationId xmlns:a16="http://schemas.microsoft.com/office/drawing/2014/main" id="{7AC9D932-65A7-5A19-DAB1-91198D5EAE19}"/>
                </a:ext>
              </a:extLst>
            </p:cNvPr>
            <p:cNvSpPr>
              <a:spLocks/>
            </p:cNvSpPr>
            <p:nvPr/>
          </p:nvSpPr>
          <p:spPr bwMode="auto">
            <a:xfrm>
              <a:off x="4375150" y="4479926"/>
              <a:ext cx="39688" cy="38100"/>
            </a:xfrm>
            <a:custGeom>
              <a:avLst/>
              <a:gdLst>
                <a:gd name="T0" fmla="*/ 10 w 12"/>
                <a:gd name="T1" fmla="*/ 7 h 11"/>
                <a:gd name="T2" fmla="*/ 10 w 12"/>
                <a:gd name="T3" fmla="*/ 1 h 11"/>
                <a:gd name="T4" fmla="*/ 10 w 12"/>
                <a:gd name="T5" fmla="*/ 1 h 11"/>
                <a:gd name="T6" fmla="*/ 4 w 12"/>
                <a:gd name="T7" fmla="*/ 1 h 11"/>
                <a:gd name="T8" fmla="*/ 1 w 12"/>
                <a:gd name="T9" fmla="*/ 3 h 11"/>
                <a:gd name="T10" fmla="*/ 1 w 12"/>
                <a:gd name="T11" fmla="*/ 9 h 11"/>
                <a:gd name="T12" fmla="*/ 7 w 12"/>
                <a:gd name="T13" fmla="*/ 9 h 11"/>
              </a:gdLst>
              <a:ahLst/>
              <a:cxnLst>
                <a:cxn ang="0">
                  <a:pos x="T0" y="T1"/>
                </a:cxn>
                <a:cxn ang="0">
                  <a:pos x="T2" y="T3"/>
                </a:cxn>
                <a:cxn ang="0">
                  <a:pos x="T4" y="T5"/>
                </a:cxn>
                <a:cxn ang="0">
                  <a:pos x="T6" y="T7"/>
                </a:cxn>
                <a:cxn ang="0">
                  <a:pos x="T8" y="T9"/>
                </a:cxn>
                <a:cxn ang="0">
                  <a:pos x="T10" y="T11"/>
                </a:cxn>
                <a:cxn ang="0">
                  <a:pos x="T12" y="T13"/>
                </a:cxn>
              </a:cxnLst>
              <a:rect l="0" t="0" r="r" b="b"/>
              <a:pathLst>
                <a:path w="12" h="11">
                  <a:moveTo>
                    <a:pt x="10" y="7"/>
                  </a:moveTo>
                  <a:cubicBezTo>
                    <a:pt x="12" y="5"/>
                    <a:pt x="11" y="3"/>
                    <a:pt x="10" y="1"/>
                  </a:cubicBezTo>
                  <a:cubicBezTo>
                    <a:pt x="10" y="1"/>
                    <a:pt x="10" y="1"/>
                    <a:pt x="10" y="1"/>
                  </a:cubicBezTo>
                  <a:cubicBezTo>
                    <a:pt x="8" y="0"/>
                    <a:pt x="5" y="0"/>
                    <a:pt x="4" y="1"/>
                  </a:cubicBezTo>
                  <a:cubicBezTo>
                    <a:pt x="1" y="3"/>
                    <a:pt x="1" y="3"/>
                    <a:pt x="1" y="3"/>
                  </a:cubicBezTo>
                  <a:cubicBezTo>
                    <a:pt x="0" y="5"/>
                    <a:pt x="0" y="8"/>
                    <a:pt x="1" y="9"/>
                  </a:cubicBezTo>
                  <a:cubicBezTo>
                    <a:pt x="3" y="11"/>
                    <a:pt x="6" y="11"/>
                    <a:pt x="7" y="9"/>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25" name="Freeform 705">
              <a:extLst>
                <a:ext uri="{FF2B5EF4-FFF2-40B4-BE49-F238E27FC236}">
                  <a16:creationId xmlns:a16="http://schemas.microsoft.com/office/drawing/2014/main" id="{3F0E7555-E84E-2B90-0EE0-1E499293F88E}"/>
                </a:ext>
              </a:extLst>
            </p:cNvPr>
            <p:cNvSpPr>
              <a:spLocks/>
            </p:cNvSpPr>
            <p:nvPr/>
          </p:nvSpPr>
          <p:spPr bwMode="auto">
            <a:xfrm>
              <a:off x="4391025" y="4486276"/>
              <a:ext cx="53975" cy="55563"/>
            </a:xfrm>
            <a:custGeom>
              <a:avLst/>
              <a:gdLst>
                <a:gd name="T0" fmla="*/ 15 w 16"/>
                <a:gd name="T1" fmla="*/ 1 h 16"/>
                <a:gd name="T2" fmla="*/ 15 w 16"/>
                <a:gd name="T3" fmla="*/ 1 h 16"/>
                <a:gd name="T4" fmla="*/ 9 w 16"/>
                <a:gd name="T5" fmla="*/ 1 h 16"/>
                <a:gd name="T6" fmla="*/ 2 w 16"/>
                <a:gd name="T7" fmla="*/ 8 h 16"/>
                <a:gd name="T8" fmla="*/ 2 w 16"/>
                <a:gd name="T9" fmla="*/ 14 h 16"/>
                <a:gd name="T10" fmla="*/ 8 w 16"/>
                <a:gd name="T11" fmla="*/ 14 h 16"/>
                <a:gd name="T12" fmla="*/ 15 w 16"/>
                <a:gd name="T13" fmla="*/ 7 h 16"/>
                <a:gd name="T14" fmla="*/ 15 w 16"/>
                <a:gd name="T15" fmla="*/ 1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16">
                  <a:moveTo>
                    <a:pt x="15" y="1"/>
                  </a:moveTo>
                  <a:cubicBezTo>
                    <a:pt x="15" y="1"/>
                    <a:pt x="15" y="1"/>
                    <a:pt x="15" y="1"/>
                  </a:cubicBezTo>
                  <a:cubicBezTo>
                    <a:pt x="13" y="0"/>
                    <a:pt x="10" y="0"/>
                    <a:pt x="9" y="1"/>
                  </a:cubicBezTo>
                  <a:cubicBezTo>
                    <a:pt x="2" y="8"/>
                    <a:pt x="2" y="8"/>
                    <a:pt x="2" y="8"/>
                  </a:cubicBezTo>
                  <a:cubicBezTo>
                    <a:pt x="0" y="10"/>
                    <a:pt x="0" y="12"/>
                    <a:pt x="2" y="14"/>
                  </a:cubicBezTo>
                  <a:cubicBezTo>
                    <a:pt x="3" y="16"/>
                    <a:pt x="6" y="16"/>
                    <a:pt x="8" y="14"/>
                  </a:cubicBezTo>
                  <a:cubicBezTo>
                    <a:pt x="15" y="7"/>
                    <a:pt x="15" y="7"/>
                    <a:pt x="15" y="7"/>
                  </a:cubicBezTo>
                  <a:cubicBezTo>
                    <a:pt x="16" y="6"/>
                    <a:pt x="16" y="3"/>
                    <a:pt x="15" y="1"/>
                  </a:cubicBezTo>
                  <a:close/>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26" name="Freeform 706">
              <a:extLst>
                <a:ext uri="{FF2B5EF4-FFF2-40B4-BE49-F238E27FC236}">
                  <a16:creationId xmlns:a16="http://schemas.microsoft.com/office/drawing/2014/main" id="{10AF01A4-C53D-4102-ED06-AB87EA92D84B}"/>
                </a:ext>
              </a:extLst>
            </p:cNvPr>
            <p:cNvSpPr>
              <a:spLocks/>
            </p:cNvSpPr>
            <p:nvPr/>
          </p:nvSpPr>
          <p:spPr bwMode="auto">
            <a:xfrm>
              <a:off x="4414838" y="4503738"/>
              <a:ext cx="53975" cy="53975"/>
            </a:xfrm>
            <a:custGeom>
              <a:avLst/>
              <a:gdLst>
                <a:gd name="T0" fmla="*/ 2 w 16"/>
                <a:gd name="T1" fmla="*/ 8 h 16"/>
                <a:gd name="T2" fmla="*/ 2 w 16"/>
                <a:gd name="T3" fmla="*/ 14 h 16"/>
                <a:gd name="T4" fmla="*/ 8 w 16"/>
                <a:gd name="T5" fmla="*/ 14 h 16"/>
                <a:gd name="T6" fmla="*/ 14 w 16"/>
                <a:gd name="T7" fmla="*/ 8 h 16"/>
                <a:gd name="T8" fmla="*/ 14 w 16"/>
                <a:gd name="T9" fmla="*/ 2 h 16"/>
                <a:gd name="T10" fmla="*/ 14 w 16"/>
                <a:gd name="T11" fmla="*/ 2 h 16"/>
                <a:gd name="T12" fmla="*/ 8 w 16"/>
                <a:gd name="T13" fmla="*/ 2 h 16"/>
              </a:gdLst>
              <a:ahLst/>
              <a:cxnLst>
                <a:cxn ang="0">
                  <a:pos x="T0" y="T1"/>
                </a:cxn>
                <a:cxn ang="0">
                  <a:pos x="T2" y="T3"/>
                </a:cxn>
                <a:cxn ang="0">
                  <a:pos x="T4" y="T5"/>
                </a:cxn>
                <a:cxn ang="0">
                  <a:pos x="T6" y="T7"/>
                </a:cxn>
                <a:cxn ang="0">
                  <a:pos x="T8" y="T9"/>
                </a:cxn>
                <a:cxn ang="0">
                  <a:pos x="T10" y="T11"/>
                </a:cxn>
                <a:cxn ang="0">
                  <a:pos x="T12" y="T13"/>
                </a:cxn>
              </a:cxnLst>
              <a:rect l="0" t="0" r="r" b="b"/>
              <a:pathLst>
                <a:path w="16" h="16">
                  <a:moveTo>
                    <a:pt x="2" y="8"/>
                  </a:moveTo>
                  <a:cubicBezTo>
                    <a:pt x="0" y="9"/>
                    <a:pt x="0" y="12"/>
                    <a:pt x="2" y="14"/>
                  </a:cubicBezTo>
                  <a:cubicBezTo>
                    <a:pt x="3" y="16"/>
                    <a:pt x="6" y="16"/>
                    <a:pt x="8" y="14"/>
                  </a:cubicBezTo>
                  <a:cubicBezTo>
                    <a:pt x="14" y="8"/>
                    <a:pt x="14" y="8"/>
                    <a:pt x="14" y="8"/>
                  </a:cubicBezTo>
                  <a:cubicBezTo>
                    <a:pt x="16" y="6"/>
                    <a:pt x="16" y="4"/>
                    <a:pt x="14" y="2"/>
                  </a:cubicBezTo>
                  <a:cubicBezTo>
                    <a:pt x="14" y="2"/>
                    <a:pt x="14" y="2"/>
                    <a:pt x="14" y="2"/>
                  </a:cubicBezTo>
                  <a:cubicBezTo>
                    <a:pt x="12" y="0"/>
                    <a:pt x="10" y="0"/>
                    <a:pt x="8" y="2"/>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27" name="Freeform 707">
              <a:extLst>
                <a:ext uri="{FF2B5EF4-FFF2-40B4-BE49-F238E27FC236}">
                  <a16:creationId xmlns:a16="http://schemas.microsoft.com/office/drawing/2014/main" id="{843CCA79-2493-77F9-E340-432EC55B9BEB}"/>
                </a:ext>
              </a:extLst>
            </p:cNvPr>
            <p:cNvSpPr>
              <a:spLocks/>
            </p:cNvSpPr>
            <p:nvPr/>
          </p:nvSpPr>
          <p:spPr bwMode="auto">
            <a:xfrm>
              <a:off x="4445000" y="4530726"/>
              <a:ext cx="38100" cy="38100"/>
            </a:xfrm>
            <a:custGeom>
              <a:avLst/>
              <a:gdLst>
                <a:gd name="T0" fmla="*/ 2 w 11"/>
                <a:gd name="T1" fmla="*/ 3 h 11"/>
                <a:gd name="T2" fmla="*/ 2 w 11"/>
                <a:gd name="T3" fmla="*/ 9 h 11"/>
                <a:gd name="T4" fmla="*/ 8 w 11"/>
                <a:gd name="T5" fmla="*/ 9 h 11"/>
                <a:gd name="T6" fmla="*/ 9 w 11"/>
                <a:gd name="T7" fmla="*/ 8 h 11"/>
                <a:gd name="T8" fmla="*/ 9 w 11"/>
                <a:gd name="T9" fmla="*/ 2 h 11"/>
                <a:gd name="T10" fmla="*/ 9 w 11"/>
                <a:gd name="T11" fmla="*/ 2 h 11"/>
                <a:gd name="T12" fmla="*/ 3 w 11"/>
                <a:gd name="T13" fmla="*/ 1 h 11"/>
              </a:gdLst>
              <a:ahLst/>
              <a:cxnLst>
                <a:cxn ang="0">
                  <a:pos x="T0" y="T1"/>
                </a:cxn>
                <a:cxn ang="0">
                  <a:pos x="T2" y="T3"/>
                </a:cxn>
                <a:cxn ang="0">
                  <a:pos x="T4" y="T5"/>
                </a:cxn>
                <a:cxn ang="0">
                  <a:pos x="T6" y="T7"/>
                </a:cxn>
                <a:cxn ang="0">
                  <a:pos x="T8" y="T9"/>
                </a:cxn>
                <a:cxn ang="0">
                  <a:pos x="T10" y="T11"/>
                </a:cxn>
                <a:cxn ang="0">
                  <a:pos x="T12" y="T13"/>
                </a:cxn>
              </a:cxnLst>
              <a:rect l="0" t="0" r="r" b="b"/>
              <a:pathLst>
                <a:path w="11" h="11">
                  <a:moveTo>
                    <a:pt x="2" y="3"/>
                  </a:moveTo>
                  <a:cubicBezTo>
                    <a:pt x="0" y="5"/>
                    <a:pt x="0" y="7"/>
                    <a:pt x="2" y="9"/>
                  </a:cubicBezTo>
                  <a:cubicBezTo>
                    <a:pt x="3" y="11"/>
                    <a:pt x="6" y="11"/>
                    <a:pt x="8" y="9"/>
                  </a:cubicBezTo>
                  <a:cubicBezTo>
                    <a:pt x="9" y="8"/>
                    <a:pt x="9" y="8"/>
                    <a:pt x="9" y="8"/>
                  </a:cubicBezTo>
                  <a:cubicBezTo>
                    <a:pt x="11" y="6"/>
                    <a:pt x="11" y="3"/>
                    <a:pt x="9" y="2"/>
                  </a:cubicBezTo>
                  <a:cubicBezTo>
                    <a:pt x="9" y="2"/>
                    <a:pt x="9" y="2"/>
                    <a:pt x="9" y="2"/>
                  </a:cubicBezTo>
                  <a:cubicBezTo>
                    <a:pt x="8" y="0"/>
                    <a:pt x="5" y="0"/>
                    <a:pt x="3" y="1"/>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28" name="Freeform 708">
              <a:extLst>
                <a:ext uri="{FF2B5EF4-FFF2-40B4-BE49-F238E27FC236}">
                  <a16:creationId xmlns:a16="http://schemas.microsoft.com/office/drawing/2014/main" id="{94B7B13A-F7AC-F295-E610-8E614F7ECDE7}"/>
                </a:ext>
              </a:extLst>
            </p:cNvPr>
            <p:cNvSpPr>
              <a:spLocks/>
            </p:cNvSpPr>
            <p:nvPr/>
          </p:nvSpPr>
          <p:spPr bwMode="auto">
            <a:xfrm>
              <a:off x="4552950" y="4440238"/>
              <a:ext cx="34925" cy="9525"/>
            </a:xfrm>
            <a:custGeom>
              <a:avLst/>
              <a:gdLst>
                <a:gd name="T0" fmla="*/ 10 w 10"/>
                <a:gd name="T1" fmla="*/ 2 h 3"/>
                <a:gd name="T2" fmla="*/ 0 w 10"/>
                <a:gd name="T3" fmla="*/ 0 h 3"/>
              </a:gdLst>
              <a:ahLst/>
              <a:cxnLst>
                <a:cxn ang="0">
                  <a:pos x="T0" y="T1"/>
                </a:cxn>
                <a:cxn ang="0">
                  <a:pos x="T2" y="T3"/>
                </a:cxn>
              </a:cxnLst>
              <a:rect l="0" t="0" r="r" b="b"/>
              <a:pathLst>
                <a:path w="10" h="3">
                  <a:moveTo>
                    <a:pt x="10" y="2"/>
                  </a:moveTo>
                  <a:cubicBezTo>
                    <a:pt x="4" y="3"/>
                    <a:pt x="3" y="2"/>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29" name="Freeform 709">
              <a:extLst>
                <a:ext uri="{FF2B5EF4-FFF2-40B4-BE49-F238E27FC236}">
                  <a16:creationId xmlns:a16="http://schemas.microsoft.com/office/drawing/2014/main" id="{C2D5A392-5BF4-3085-00D6-154E5283BCE1}"/>
                </a:ext>
              </a:extLst>
            </p:cNvPr>
            <p:cNvSpPr>
              <a:spLocks/>
            </p:cNvSpPr>
            <p:nvPr/>
          </p:nvSpPr>
          <p:spPr bwMode="auto">
            <a:xfrm>
              <a:off x="4351338" y="4483101"/>
              <a:ext cx="26988" cy="11113"/>
            </a:xfrm>
            <a:custGeom>
              <a:avLst/>
              <a:gdLst>
                <a:gd name="T0" fmla="*/ 8 w 8"/>
                <a:gd name="T1" fmla="*/ 3 h 3"/>
                <a:gd name="T2" fmla="*/ 0 w 8"/>
                <a:gd name="T3" fmla="*/ 0 h 3"/>
              </a:gdLst>
              <a:ahLst/>
              <a:cxnLst>
                <a:cxn ang="0">
                  <a:pos x="T0" y="T1"/>
                </a:cxn>
                <a:cxn ang="0">
                  <a:pos x="T2" y="T3"/>
                </a:cxn>
              </a:cxnLst>
              <a:rect l="0" t="0" r="r" b="b"/>
              <a:pathLst>
                <a:path w="8" h="3">
                  <a:moveTo>
                    <a:pt x="8" y="3"/>
                  </a:moveTo>
                  <a:cubicBezTo>
                    <a:pt x="7" y="1"/>
                    <a:pt x="4"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grpSp>
      <p:grpSp>
        <p:nvGrpSpPr>
          <p:cNvPr id="1130" name="Agrupar 888">
            <a:extLst>
              <a:ext uri="{FF2B5EF4-FFF2-40B4-BE49-F238E27FC236}">
                <a16:creationId xmlns:a16="http://schemas.microsoft.com/office/drawing/2014/main" id="{DAE48A57-37E9-AB29-709C-5D9A5C2A1ED4}"/>
              </a:ext>
            </a:extLst>
          </p:cNvPr>
          <p:cNvGrpSpPr/>
          <p:nvPr/>
        </p:nvGrpSpPr>
        <p:grpSpPr>
          <a:xfrm>
            <a:off x="10976341" y="1863750"/>
            <a:ext cx="355780" cy="373814"/>
            <a:chOff x="4321175" y="4210051"/>
            <a:chExt cx="344488" cy="361950"/>
          </a:xfrm>
        </p:grpSpPr>
        <p:sp>
          <p:nvSpPr>
            <p:cNvPr id="1131" name="Freeform 694">
              <a:extLst>
                <a:ext uri="{FF2B5EF4-FFF2-40B4-BE49-F238E27FC236}">
                  <a16:creationId xmlns:a16="http://schemas.microsoft.com/office/drawing/2014/main" id="{C9B90641-544D-F075-8D7E-1D0366AA9EA4}"/>
                </a:ext>
              </a:extLst>
            </p:cNvPr>
            <p:cNvSpPr>
              <a:spLocks/>
            </p:cNvSpPr>
            <p:nvPr/>
          </p:nvSpPr>
          <p:spPr bwMode="auto">
            <a:xfrm>
              <a:off x="4371975" y="4281488"/>
              <a:ext cx="57150" cy="66675"/>
            </a:xfrm>
            <a:custGeom>
              <a:avLst/>
              <a:gdLst>
                <a:gd name="T0" fmla="*/ 6 w 17"/>
                <a:gd name="T1" fmla="*/ 20 h 20"/>
                <a:gd name="T2" fmla="*/ 6 w 17"/>
                <a:gd name="T3" fmla="*/ 16 h 20"/>
                <a:gd name="T4" fmla="*/ 10 w 17"/>
                <a:gd name="T5" fmla="*/ 11 h 20"/>
                <a:gd name="T6" fmla="*/ 17 w 17"/>
                <a:gd name="T7" fmla="*/ 11 h 20"/>
                <a:gd name="T8" fmla="*/ 17 w 17"/>
                <a:gd name="T9" fmla="*/ 6 h 20"/>
                <a:gd name="T10" fmla="*/ 10 w 17"/>
                <a:gd name="T11" fmla="*/ 0 h 20"/>
                <a:gd name="T12" fmla="*/ 0 w 17"/>
                <a:gd name="T13" fmla="*/ 0 h 20"/>
              </a:gdLst>
              <a:ahLst/>
              <a:cxnLst>
                <a:cxn ang="0">
                  <a:pos x="T0" y="T1"/>
                </a:cxn>
                <a:cxn ang="0">
                  <a:pos x="T2" y="T3"/>
                </a:cxn>
                <a:cxn ang="0">
                  <a:pos x="T4" y="T5"/>
                </a:cxn>
                <a:cxn ang="0">
                  <a:pos x="T6" y="T7"/>
                </a:cxn>
                <a:cxn ang="0">
                  <a:pos x="T8" y="T9"/>
                </a:cxn>
                <a:cxn ang="0">
                  <a:pos x="T10" y="T11"/>
                </a:cxn>
                <a:cxn ang="0">
                  <a:pos x="T12" y="T13"/>
                </a:cxn>
              </a:cxnLst>
              <a:rect l="0" t="0" r="r" b="b"/>
              <a:pathLst>
                <a:path w="17" h="20">
                  <a:moveTo>
                    <a:pt x="6" y="20"/>
                  </a:moveTo>
                  <a:cubicBezTo>
                    <a:pt x="6" y="16"/>
                    <a:pt x="6" y="16"/>
                    <a:pt x="6" y="16"/>
                  </a:cubicBezTo>
                  <a:cubicBezTo>
                    <a:pt x="10" y="11"/>
                    <a:pt x="10" y="11"/>
                    <a:pt x="10" y="11"/>
                  </a:cubicBezTo>
                  <a:cubicBezTo>
                    <a:pt x="17" y="11"/>
                    <a:pt x="17" y="11"/>
                    <a:pt x="17" y="11"/>
                  </a:cubicBezTo>
                  <a:cubicBezTo>
                    <a:pt x="17" y="6"/>
                    <a:pt x="17" y="6"/>
                    <a:pt x="17" y="6"/>
                  </a:cubicBezTo>
                  <a:cubicBezTo>
                    <a:pt x="17" y="3"/>
                    <a:pt x="14" y="0"/>
                    <a:pt x="10" y="0"/>
                  </a:cubicBezTo>
                  <a:cubicBezTo>
                    <a:pt x="0" y="0"/>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32" name="Freeform 695">
              <a:extLst>
                <a:ext uri="{FF2B5EF4-FFF2-40B4-BE49-F238E27FC236}">
                  <a16:creationId xmlns:a16="http://schemas.microsoft.com/office/drawing/2014/main" id="{3F472B73-F6A4-7BA5-57D2-BE056334BF16}"/>
                </a:ext>
              </a:extLst>
            </p:cNvPr>
            <p:cNvSpPr>
              <a:spLocks/>
            </p:cNvSpPr>
            <p:nvPr/>
          </p:nvSpPr>
          <p:spPr bwMode="auto">
            <a:xfrm>
              <a:off x="4468813" y="4240213"/>
              <a:ext cx="165100" cy="101600"/>
            </a:xfrm>
            <a:custGeom>
              <a:avLst/>
              <a:gdLst>
                <a:gd name="T0" fmla="*/ 33 w 49"/>
                <a:gd name="T1" fmla="*/ 0 h 30"/>
                <a:gd name="T2" fmla="*/ 28 w 49"/>
                <a:gd name="T3" fmla="*/ 5 h 30"/>
                <a:gd name="T4" fmla="*/ 14 w 49"/>
                <a:gd name="T5" fmla="*/ 5 h 30"/>
                <a:gd name="T6" fmla="*/ 9 w 49"/>
                <a:gd name="T7" fmla="*/ 9 h 30"/>
                <a:gd name="T8" fmla="*/ 7 w 49"/>
                <a:gd name="T9" fmla="*/ 9 h 30"/>
                <a:gd name="T10" fmla="*/ 0 w 49"/>
                <a:gd name="T11" fmla="*/ 16 h 30"/>
                <a:gd name="T12" fmla="*/ 0 w 49"/>
                <a:gd name="T13" fmla="*/ 18 h 30"/>
                <a:gd name="T14" fmla="*/ 11 w 49"/>
                <a:gd name="T15" fmla="*/ 18 h 30"/>
                <a:gd name="T16" fmla="*/ 21 w 49"/>
                <a:gd name="T17" fmla="*/ 28 h 30"/>
                <a:gd name="T18" fmla="*/ 21 w 49"/>
                <a:gd name="T19" fmla="*/ 28 h 30"/>
                <a:gd name="T20" fmla="*/ 25 w 49"/>
                <a:gd name="T21" fmla="*/ 28 h 30"/>
                <a:gd name="T22" fmla="*/ 28 w 49"/>
                <a:gd name="T23" fmla="*/ 25 h 30"/>
                <a:gd name="T24" fmla="*/ 30 w 49"/>
                <a:gd name="T25" fmla="*/ 25 h 30"/>
                <a:gd name="T26" fmla="*/ 35 w 49"/>
                <a:gd name="T27" fmla="*/ 30 h 30"/>
                <a:gd name="T28" fmla="*/ 35 w 49"/>
                <a:gd name="T29" fmla="*/ 30 h 30"/>
                <a:gd name="T30" fmla="*/ 49 w 49"/>
                <a:gd name="T31"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9" h="30">
                  <a:moveTo>
                    <a:pt x="33" y="0"/>
                  </a:moveTo>
                  <a:cubicBezTo>
                    <a:pt x="28" y="5"/>
                    <a:pt x="28" y="5"/>
                    <a:pt x="28" y="5"/>
                  </a:cubicBezTo>
                  <a:cubicBezTo>
                    <a:pt x="14" y="5"/>
                    <a:pt x="14" y="5"/>
                    <a:pt x="14" y="5"/>
                  </a:cubicBezTo>
                  <a:cubicBezTo>
                    <a:pt x="9" y="9"/>
                    <a:pt x="9" y="9"/>
                    <a:pt x="9" y="9"/>
                  </a:cubicBezTo>
                  <a:cubicBezTo>
                    <a:pt x="7" y="9"/>
                    <a:pt x="7" y="9"/>
                    <a:pt x="7" y="9"/>
                  </a:cubicBezTo>
                  <a:cubicBezTo>
                    <a:pt x="3" y="9"/>
                    <a:pt x="0" y="12"/>
                    <a:pt x="0" y="16"/>
                  </a:cubicBezTo>
                  <a:cubicBezTo>
                    <a:pt x="0" y="18"/>
                    <a:pt x="0" y="18"/>
                    <a:pt x="0" y="18"/>
                  </a:cubicBezTo>
                  <a:cubicBezTo>
                    <a:pt x="11" y="18"/>
                    <a:pt x="11" y="18"/>
                    <a:pt x="11" y="18"/>
                  </a:cubicBezTo>
                  <a:cubicBezTo>
                    <a:pt x="21" y="28"/>
                    <a:pt x="21" y="28"/>
                    <a:pt x="21" y="28"/>
                  </a:cubicBezTo>
                  <a:cubicBezTo>
                    <a:pt x="21" y="28"/>
                    <a:pt x="21" y="28"/>
                    <a:pt x="21" y="28"/>
                  </a:cubicBezTo>
                  <a:cubicBezTo>
                    <a:pt x="25" y="28"/>
                    <a:pt x="25" y="28"/>
                    <a:pt x="25" y="28"/>
                  </a:cubicBezTo>
                  <a:cubicBezTo>
                    <a:pt x="28" y="25"/>
                    <a:pt x="28" y="25"/>
                    <a:pt x="28" y="25"/>
                  </a:cubicBezTo>
                  <a:cubicBezTo>
                    <a:pt x="30" y="25"/>
                    <a:pt x="30" y="25"/>
                    <a:pt x="30" y="25"/>
                  </a:cubicBezTo>
                  <a:cubicBezTo>
                    <a:pt x="35" y="30"/>
                    <a:pt x="35" y="30"/>
                    <a:pt x="35" y="30"/>
                  </a:cubicBezTo>
                  <a:cubicBezTo>
                    <a:pt x="35" y="30"/>
                    <a:pt x="35" y="30"/>
                    <a:pt x="35" y="30"/>
                  </a:cubicBezTo>
                  <a:cubicBezTo>
                    <a:pt x="49" y="30"/>
                    <a:pt x="49" y="30"/>
                    <a:pt x="49" y="3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33" name="Freeform 696">
              <a:extLst>
                <a:ext uri="{FF2B5EF4-FFF2-40B4-BE49-F238E27FC236}">
                  <a16:creationId xmlns:a16="http://schemas.microsoft.com/office/drawing/2014/main" id="{08A10440-74F9-44E3-3D72-13DD46CC601A}"/>
                </a:ext>
              </a:extLst>
            </p:cNvPr>
            <p:cNvSpPr>
              <a:spLocks/>
            </p:cNvSpPr>
            <p:nvPr/>
          </p:nvSpPr>
          <p:spPr bwMode="auto">
            <a:xfrm>
              <a:off x="4351338" y="4210051"/>
              <a:ext cx="282575" cy="138113"/>
            </a:xfrm>
            <a:custGeom>
              <a:avLst/>
              <a:gdLst>
                <a:gd name="T0" fmla="*/ 0 w 84"/>
                <a:gd name="T1" fmla="*/ 41 h 41"/>
                <a:gd name="T2" fmla="*/ 42 w 84"/>
                <a:gd name="T3" fmla="*/ 0 h 41"/>
                <a:gd name="T4" fmla="*/ 84 w 84"/>
                <a:gd name="T5" fmla="*/ 41 h 41"/>
              </a:gdLst>
              <a:ahLst/>
              <a:cxnLst>
                <a:cxn ang="0">
                  <a:pos x="T0" y="T1"/>
                </a:cxn>
                <a:cxn ang="0">
                  <a:pos x="T2" y="T3"/>
                </a:cxn>
                <a:cxn ang="0">
                  <a:pos x="T4" y="T5"/>
                </a:cxn>
              </a:cxnLst>
              <a:rect l="0" t="0" r="r" b="b"/>
              <a:pathLst>
                <a:path w="84" h="41">
                  <a:moveTo>
                    <a:pt x="0" y="41"/>
                  </a:moveTo>
                  <a:cubicBezTo>
                    <a:pt x="0" y="18"/>
                    <a:pt x="19" y="0"/>
                    <a:pt x="42" y="0"/>
                  </a:cubicBezTo>
                  <a:cubicBezTo>
                    <a:pt x="65" y="0"/>
                    <a:pt x="84" y="18"/>
                    <a:pt x="84" y="41"/>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34" name="Freeform 697">
              <a:extLst>
                <a:ext uri="{FF2B5EF4-FFF2-40B4-BE49-F238E27FC236}">
                  <a16:creationId xmlns:a16="http://schemas.microsoft.com/office/drawing/2014/main" id="{02CACA5E-7CB9-0699-0860-34B1E15F558B}"/>
                </a:ext>
              </a:extLst>
            </p:cNvPr>
            <p:cNvSpPr>
              <a:spLocks/>
            </p:cNvSpPr>
            <p:nvPr/>
          </p:nvSpPr>
          <p:spPr bwMode="auto">
            <a:xfrm>
              <a:off x="4441825" y="4365626"/>
              <a:ext cx="223838" cy="74613"/>
            </a:xfrm>
            <a:custGeom>
              <a:avLst/>
              <a:gdLst>
                <a:gd name="T0" fmla="*/ 66 w 66"/>
                <a:gd name="T1" fmla="*/ 5 h 22"/>
                <a:gd name="T2" fmla="*/ 50 w 66"/>
                <a:gd name="T3" fmla="*/ 5 h 22"/>
                <a:gd name="T4" fmla="*/ 43 w 66"/>
                <a:gd name="T5" fmla="*/ 3 h 22"/>
                <a:gd name="T6" fmla="*/ 42 w 66"/>
                <a:gd name="T7" fmla="*/ 2 h 22"/>
                <a:gd name="T8" fmla="*/ 36 w 66"/>
                <a:gd name="T9" fmla="*/ 0 h 22"/>
                <a:gd name="T10" fmla="*/ 18 w 66"/>
                <a:gd name="T11" fmla="*/ 0 h 22"/>
                <a:gd name="T12" fmla="*/ 14 w 66"/>
                <a:gd name="T13" fmla="*/ 2 h 22"/>
                <a:gd name="T14" fmla="*/ 7 w 66"/>
                <a:gd name="T15" fmla="*/ 8 h 22"/>
                <a:gd name="T16" fmla="*/ 0 w 66"/>
                <a:gd name="T17" fmla="*/ 16 h 22"/>
                <a:gd name="T18" fmla="*/ 11 w 66"/>
                <a:gd name="T19" fmla="*/ 18 h 22"/>
                <a:gd name="T20" fmla="*/ 18 w 66"/>
                <a:gd name="T21" fmla="*/ 14 h 22"/>
                <a:gd name="T22" fmla="*/ 24 w 66"/>
                <a:gd name="T23" fmla="*/ 14 h 22"/>
                <a:gd name="T24" fmla="*/ 33 w 66"/>
                <a:gd name="T2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22">
                  <a:moveTo>
                    <a:pt x="66" y="5"/>
                  </a:moveTo>
                  <a:cubicBezTo>
                    <a:pt x="50" y="5"/>
                    <a:pt x="50" y="5"/>
                    <a:pt x="50" y="5"/>
                  </a:cubicBezTo>
                  <a:cubicBezTo>
                    <a:pt x="47" y="5"/>
                    <a:pt x="45" y="4"/>
                    <a:pt x="43" y="3"/>
                  </a:cubicBezTo>
                  <a:cubicBezTo>
                    <a:pt x="42" y="2"/>
                    <a:pt x="42" y="2"/>
                    <a:pt x="42" y="2"/>
                  </a:cubicBezTo>
                  <a:cubicBezTo>
                    <a:pt x="40" y="1"/>
                    <a:pt x="38" y="0"/>
                    <a:pt x="36" y="0"/>
                  </a:cubicBezTo>
                  <a:cubicBezTo>
                    <a:pt x="18" y="0"/>
                    <a:pt x="18" y="0"/>
                    <a:pt x="18" y="0"/>
                  </a:cubicBezTo>
                  <a:cubicBezTo>
                    <a:pt x="16" y="0"/>
                    <a:pt x="15" y="1"/>
                    <a:pt x="14" y="2"/>
                  </a:cubicBezTo>
                  <a:cubicBezTo>
                    <a:pt x="7" y="8"/>
                    <a:pt x="7" y="8"/>
                    <a:pt x="7" y="8"/>
                  </a:cubicBezTo>
                  <a:cubicBezTo>
                    <a:pt x="7" y="8"/>
                    <a:pt x="3" y="12"/>
                    <a:pt x="0" y="16"/>
                  </a:cubicBezTo>
                  <a:cubicBezTo>
                    <a:pt x="4" y="19"/>
                    <a:pt x="7" y="19"/>
                    <a:pt x="11" y="18"/>
                  </a:cubicBezTo>
                  <a:cubicBezTo>
                    <a:pt x="14" y="17"/>
                    <a:pt x="18" y="14"/>
                    <a:pt x="18" y="14"/>
                  </a:cubicBezTo>
                  <a:cubicBezTo>
                    <a:pt x="24" y="14"/>
                    <a:pt x="24" y="14"/>
                    <a:pt x="24" y="14"/>
                  </a:cubicBezTo>
                  <a:cubicBezTo>
                    <a:pt x="33" y="22"/>
                    <a:pt x="33" y="22"/>
                    <a:pt x="33" y="22"/>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35" name="Freeform 698">
              <a:extLst>
                <a:ext uri="{FF2B5EF4-FFF2-40B4-BE49-F238E27FC236}">
                  <a16:creationId xmlns:a16="http://schemas.microsoft.com/office/drawing/2014/main" id="{0A1D4C78-7324-3FF4-9594-25BEF4ABEBDC}"/>
                </a:ext>
              </a:extLst>
            </p:cNvPr>
            <p:cNvSpPr>
              <a:spLocks/>
            </p:cNvSpPr>
            <p:nvPr/>
          </p:nvSpPr>
          <p:spPr bwMode="auto">
            <a:xfrm>
              <a:off x="4603750" y="4483101"/>
              <a:ext cx="30163" cy="11113"/>
            </a:xfrm>
            <a:custGeom>
              <a:avLst/>
              <a:gdLst>
                <a:gd name="T0" fmla="*/ 0 w 9"/>
                <a:gd name="T1" fmla="*/ 3 h 3"/>
                <a:gd name="T2" fmla="*/ 9 w 9"/>
                <a:gd name="T3" fmla="*/ 0 h 3"/>
              </a:gdLst>
              <a:ahLst/>
              <a:cxnLst>
                <a:cxn ang="0">
                  <a:pos x="T0" y="T1"/>
                </a:cxn>
                <a:cxn ang="0">
                  <a:pos x="T2" y="T3"/>
                </a:cxn>
              </a:cxnLst>
              <a:rect l="0" t="0" r="r" b="b"/>
              <a:pathLst>
                <a:path w="9" h="3">
                  <a:moveTo>
                    <a:pt x="0" y="3"/>
                  </a:moveTo>
                  <a:cubicBezTo>
                    <a:pt x="2" y="0"/>
                    <a:pt x="5" y="0"/>
                    <a:pt x="9"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36" name="Freeform 699">
              <a:extLst>
                <a:ext uri="{FF2B5EF4-FFF2-40B4-BE49-F238E27FC236}">
                  <a16:creationId xmlns:a16="http://schemas.microsoft.com/office/drawing/2014/main" id="{FAF00929-A180-6E9F-8278-3C08C50E1E0D}"/>
                </a:ext>
              </a:extLst>
            </p:cNvPr>
            <p:cNvSpPr>
              <a:spLocks/>
            </p:cNvSpPr>
            <p:nvPr/>
          </p:nvSpPr>
          <p:spPr bwMode="auto">
            <a:xfrm>
              <a:off x="4533900" y="4440238"/>
              <a:ext cx="84138" cy="90488"/>
            </a:xfrm>
            <a:custGeom>
              <a:avLst/>
              <a:gdLst>
                <a:gd name="T0" fmla="*/ 6 w 25"/>
                <a:gd name="T1" fmla="*/ 0 h 27"/>
                <a:gd name="T2" fmla="*/ 21 w 25"/>
                <a:gd name="T3" fmla="*/ 16 h 27"/>
                <a:gd name="T4" fmla="*/ 14 w 25"/>
                <a:gd name="T5" fmla="*/ 22 h 27"/>
                <a:gd name="T6" fmla="*/ 0 w 25"/>
                <a:gd name="T7" fmla="*/ 9 h 27"/>
              </a:gdLst>
              <a:ahLst/>
              <a:cxnLst>
                <a:cxn ang="0">
                  <a:pos x="T0" y="T1"/>
                </a:cxn>
                <a:cxn ang="0">
                  <a:pos x="T2" y="T3"/>
                </a:cxn>
                <a:cxn ang="0">
                  <a:pos x="T4" y="T5"/>
                </a:cxn>
                <a:cxn ang="0">
                  <a:pos x="T6" y="T7"/>
                </a:cxn>
              </a:cxnLst>
              <a:rect l="0" t="0" r="r" b="b"/>
              <a:pathLst>
                <a:path w="25" h="27">
                  <a:moveTo>
                    <a:pt x="6" y="0"/>
                  </a:moveTo>
                  <a:cubicBezTo>
                    <a:pt x="6" y="0"/>
                    <a:pt x="18" y="13"/>
                    <a:pt x="21" y="16"/>
                  </a:cubicBezTo>
                  <a:cubicBezTo>
                    <a:pt x="25" y="19"/>
                    <a:pt x="20" y="27"/>
                    <a:pt x="14" y="22"/>
                  </a:cubicBezTo>
                  <a:cubicBezTo>
                    <a:pt x="11" y="19"/>
                    <a:pt x="0" y="9"/>
                    <a:pt x="0" y="9"/>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37" name="Freeform 700">
              <a:extLst>
                <a:ext uri="{FF2B5EF4-FFF2-40B4-BE49-F238E27FC236}">
                  <a16:creationId xmlns:a16="http://schemas.microsoft.com/office/drawing/2014/main" id="{F5C66799-544C-0B88-B2D9-06B5BE71BB0A}"/>
                </a:ext>
              </a:extLst>
            </p:cNvPr>
            <p:cNvSpPr>
              <a:spLocks/>
            </p:cNvSpPr>
            <p:nvPr/>
          </p:nvSpPr>
          <p:spPr bwMode="auto">
            <a:xfrm>
              <a:off x="4516438" y="4500563"/>
              <a:ext cx="71438" cy="44450"/>
            </a:xfrm>
            <a:custGeom>
              <a:avLst/>
              <a:gdLst>
                <a:gd name="T0" fmla="*/ 21 w 21"/>
                <a:gd name="T1" fmla="*/ 5 h 13"/>
                <a:gd name="T2" fmla="*/ 11 w 21"/>
                <a:gd name="T3" fmla="*/ 9 h 13"/>
                <a:gd name="T4" fmla="*/ 0 w 21"/>
                <a:gd name="T5" fmla="*/ 0 h 13"/>
              </a:gdLst>
              <a:ahLst/>
              <a:cxnLst>
                <a:cxn ang="0">
                  <a:pos x="T0" y="T1"/>
                </a:cxn>
                <a:cxn ang="0">
                  <a:pos x="T2" y="T3"/>
                </a:cxn>
                <a:cxn ang="0">
                  <a:pos x="T4" y="T5"/>
                </a:cxn>
              </a:cxnLst>
              <a:rect l="0" t="0" r="r" b="b"/>
              <a:pathLst>
                <a:path w="21" h="13">
                  <a:moveTo>
                    <a:pt x="21" y="5"/>
                  </a:moveTo>
                  <a:cubicBezTo>
                    <a:pt x="20" y="7"/>
                    <a:pt x="16" y="13"/>
                    <a:pt x="11" y="9"/>
                  </a:cubicBezTo>
                  <a:cubicBezTo>
                    <a:pt x="7" y="6"/>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38" name="Freeform 701">
              <a:extLst>
                <a:ext uri="{FF2B5EF4-FFF2-40B4-BE49-F238E27FC236}">
                  <a16:creationId xmlns:a16="http://schemas.microsoft.com/office/drawing/2014/main" id="{217B5662-2AFD-ADBC-29DE-0E330CA5DE57}"/>
                </a:ext>
              </a:extLst>
            </p:cNvPr>
            <p:cNvSpPr>
              <a:spLocks/>
            </p:cNvSpPr>
            <p:nvPr/>
          </p:nvSpPr>
          <p:spPr bwMode="auto">
            <a:xfrm>
              <a:off x="4498975" y="4527551"/>
              <a:ext cx="57150" cy="30163"/>
            </a:xfrm>
            <a:custGeom>
              <a:avLst/>
              <a:gdLst>
                <a:gd name="T0" fmla="*/ 17 w 17"/>
                <a:gd name="T1" fmla="*/ 2 h 9"/>
                <a:gd name="T2" fmla="*/ 7 w 17"/>
                <a:gd name="T3" fmla="*/ 6 h 9"/>
                <a:gd name="T4" fmla="*/ 0 w 17"/>
                <a:gd name="T5" fmla="*/ 0 h 9"/>
              </a:gdLst>
              <a:ahLst/>
              <a:cxnLst>
                <a:cxn ang="0">
                  <a:pos x="T0" y="T1"/>
                </a:cxn>
                <a:cxn ang="0">
                  <a:pos x="T2" y="T3"/>
                </a:cxn>
                <a:cxn ang="0">
                  <a:pos x="T4" y="T5"/>
                </a:cxn>
              </a:cxnLst>
              <a:rect l="0" t="0" r="r" b="b"/>
              <a:pathLst>
                <a:path w="17" h="9">
                  <a:moveTo>
                    <a:pt x="17" y="2"/>
                  </a:moveTo>
                  <a:cubicBezTo>
                    <a:pt x="15" y="7"/>
                    <a:pt x="11" y="9"/>
                    <a:pt x="7" y="6"/>
                  </a:cubicBezTo>
                  <a:cubicBezTo>
                    <a:pt x="4" y="4"/>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39" name="Freeform 702">
              <a:extLst>
                <a:ext uri="{FF2B5EF4-FFF2-40B4-BE49-F238E27FC236}">
                  <a16:creationId xmlns:a16="http://schemas.microsoft.com/office/drawing/2014/main" id="{B62AC9E6-8C83-07F1-1D15-C263EA94A831}"/>
                </a:ext>
              </a:extLst>
            </p:cNvPr>
            <p:cNvSpPr>
              <a:spLocks/>
            </p:cNvSpPr>
            <p:nvPr/>
          </p:nvSpPr>
          <p:spPr bwMode="auto">
            <a:xfrm>
              <a:off x="4479925" y="4551363"/>
              <a:ext cx="46038" cy="20638"/>
            </a:xfrm>
            <a:custGeom>
              <a:avLst/>
              <a:gdLst>
                <a:gd name="T0" fmla="*/ 14 w 14"/>
                <a:gd name="T1" fmla="*/ 0 h 6"/>
                <a:gd name="T2" fmla="*/ 5 w 14"/>
                <a:gd name="T3" fmla="*/ 4 h 6"/>
                <a:gd name="T4" fmla="*/ 0 w 14"/>
                <a:gd name="T5" fmla="*/ 0 h 6"/>
              </a:gdLst>
              <a:ahLst/>
              <a:cxnLst>
                <a:cxn ang="0">
                  <a:pos x="T0" y="T1"/>
                </a:cxn>
                <a:cxn ang="0">
                  <a:pos x="T2" y="T3"/>
                </a:cxn>
                <a:cxn ang="0">
                  <a:pos x="T4" y="T5"/>
                </a:cxn>
              </a:cxnLst>
              <a:rect l="0" t="0" r="r" b="b"/>
              <a:pathLst>
                <a:path w="14" h="6">
                  <a:moveTo>
                    <a:pt x="14" y="0"/>
                  </a:moveTo>
                  <a:cubicBezTo>
                    <a:pt x="13" y="3"/>
                    <a:pt x="9" y="6"/>
                    <a:pt x="5" y="4"/>
                  </a:cubicBezTo>
                  <a:cubicBezTo>
                    <a:pt x="4" y="3"/>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40" name="Freeform 703">
              <a:extLst>
                <a:ext uri="{FF2B5EF4-FFF2-40B4-BE49-F238E27FC236}">
                  <a16:creationId xmlns:a16="http://schemas.microsoft.com/office/drawing/2014/main" id="{752D9189-90CE-79D2-355F-3F1DE5F0E118}"/>
                </a:ext>
              </a:extLst>
            </p:cNvPr>
            <p:cNvSpPr>
              <a:spLocks/>
            </p:cNvSpPr>
            <p:nvPr/>
          </p:nvSpPr>
          <p:spPr bwMode="auto">
            <a:xfrm>
              <a:off x="4321175" y="4365626"/>
              <a:ext cx="165100" cy="15875"/>
            </a:xfrm>
            <a:custGeom>
              <a:avLst/>
              <a:gdLst>
                <a:gd name="T0" fmla="*/ 0 w 49"/>
                <a:gd name="T1" fmla="*/ 5 h 5"/>
                <a:gd name="T2" fmla="*/ 20 w 49"/>
                <a:gd name="T3" fmla="*/ 5 h 5"/>
                <a:gd name="T4" fmla="*/ 25 w 49"/>
                <a:gd name="T5" fmla="*/ 3 h 5"/>
                <a:gd name="T6" fmla="*/ 28 w 49"/>
                <a:gd name="T7" fmla="*/ 2 h 5"/>
                <a:gd name="T8" fmla="*/ 33 w 49"/>
                <a:gd name="T9" fmla="*/ 0 h 5"/>
                <a:gd name="T10" fmla="*/ 44 w 49"/>
                <a:gd name="T11" fmla="*/ 0 h 5"/>
                <a:gd name="T12" fmla="*/ 47 w 49"/>
                <a:gd name="T13" fmla="*/ 1 h 5"/>
                <a:gd name="T14" fmla="*/ 49 w 49"/>
                <a:gd name="T15" fmla="*/ 2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5">
                  <a:moveTo>
                    <a:pt x="0" y="5"/>
                  </a:moveTo>
                  <a:cubicBezTo>
                    <a:pt x="20" y="5"/>
                    <a:pt x="20" y="5"/>
                    <a:pt x="20" y="5"/>
                  </a:cubicBezTo>
                  <a:cubicBezTo>
                    <a:pt x="22" y="5"/>
                    <a:pt x="24" y="4"/>
                    <a:pt x="25" y="3"/>
                  </a:cubicBezTo>
                  <a:cubicBezTo>
                    <a:pt x="28" y="2"/>
                    <a:pt x="28" y="2"/>
                    <a:pt x="28" y="2"/>
                  </a:cubicBezTo>
                  <a:cubicBezTo>
                    <a:pt x="29" y="1"/>
                    <a:pt x="31" y="0"/>
                    <a:pt x="33" y="0"/>
                  </a:cubicBezTo>
                  <a:cubicBezTo>
                    <a:pt x="44" y="0"/>
                    <a:pt x="44" y="0"/>
                    <a:pt x="44" y="0"/>
                  </a:cubicBezTo>
                  <a:cubicBezTo>
                    <a:pt x="45" y="0"/>
                    <a:pt x="46" y="0"/>
                    <a:pt x="47" y="1"/>
                  </a:cubicBezTo>
                  <a:cubicBezTo>
                    <a:pt x="49" y="2"/>
                    <a:pt x="49" y="2"/>
                    <a:pt x="49" y="2"/>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41" name="Freeform 704">
              <a:extLst>
                <a:ext uri="{FF2B5EF4-FFF2-40B4-BE49-F238E27FC236}">
                  <a16:creationId xmlns:a16="http://schemas.microsoft.com/office/drawing/2014/main" id="{73DD004C-9B5D-14D7-4C46-544A0DDEB270}"/>
                </a:ext>
              </a:extLst>
            </p:cNvPr>
            <p:cNvSpPr>
              <a:spLocks/>
            </p:cNvSpPr>
            <p:nvPr/>
          </p:nvSpPr>
          <p:spPr bwMode="auto">
            <a:xfrm>
              <a:off x="4375150" y="4479926"/>
              <a:ext cx="39688" cy="38100"/>
            </a:xfrm>
            <a:custGeom>
              <a:avLst/>
              <a:gdLst>
                <a:gd name="T0" fmla="*/ 10 w 12"/>
                <a:gd name="T1" fmla="*/ 7 h 11"/>
                <a:gd name="T2" fmla="*/ 10 w 12"/>
                <a:gd name="T3" fmla="*/ 1 h 11"/>
                <a:gd name="T4" fmla="*/ 10 w 12"/>
                <a:gd name="T5" fmla="*/ 1 h 11"/>
                <a:gd name="T6" fmla="*/ 4 w 12"/>
                <a:gd name="T7" fmla="*/ 1 h 11"/>
                <a:gd name="T8" fmla="*/ 1 w 12"/>
                <a:gd name="T9" fmla="*/ 3 h 11"/>
                <a:gd name="T10" fmla="*/ 1 w 12"/>
                <a:gd name="T11" fmla="*/ 9 h 11"/>
                <a:gd name="T12" fmla="*/ 7 w 12"/>
                <a:gd name="T13" fmla="*/ 9 h 11"/>
              </a:gdLst>
              <a:ahLst/>
              <a:cxnLst>
                <a:cxn ang="0">
                  <a:pos x="T0" y="T1"/>
                </a:cxn>
                <a:cxn ang="0">
                  <a:pos x="T2" y="T3"/>
                </a:cxn>
                <a:cxn ang="0">
                  <a:pos x="T4" y="T5"/>
                </a:cxn>
                <a:cxn ang="0">
                  <a:pos x="T6" y="T7"/>
                </a:cxn>
                <a:cxn ang="0">
                  <a:pos x="T8" y="T9"/>
                </a:cxn>
                <a:cxn ang="0">
                  <a:pos x="T10" y="T11"/>
                </a:cxn>
                <a:cxn ang="0">
                  <a:pos x="T12" y="T13"/>
                </a:cxn>
              </a:cxnLst>
              <a:rect l="0" t="0" r="r" b="b"/>
              <a:pathLst>
                <a:path w="12" h="11">
                  <a:moveTo>
                    <a:pt x="10" y="7"/>
                  </a:moveTo>
                  <a:cubicBezTo>
                    <a:pt x="12" y="5"/>
                    <a:pt x="11" y="3"/>
                    <a:pt x="10" y="1"/>
                  </a:cubicBezTo>
                  <a:cubicBezTo>
                    <a:pt x="10" y="1"/>
                    <a:pt x="10" y="1"/>
                    <a:pt x="10" y="1"/>
                  </a:cubicBezTo>
                  <a:cubicBezTo>
                    <a:pt x="8" y="0"/>
                    <a:pt x="5" y="0"/>
                    <a:pt x="4" y="1"/>
                  </a:cubicBezTo>
                  <a:cubicBezTo>
                    <a:pt x="1" y="3"/>
                    <a:pt x="1" y="3"/>
                    <a:pt x="1" y="3"/>
                  </a:cubicBezTo>
                  <a:cubicBezTo>
                    <a:pt x="0" y="5"/>
                    <a:pt x="0" y="8"/>
                    <a:pt x="1" y="9"/>
                  </a:cubicBezTo>
                  <a:cubicBezTo>
                    <a:pt x="3" y="11"/>
                    <a:pt x="6" y="11"/>
                    <a:pt x="7" y="9"/>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42" name="Freeform 705">
              <a:extLst>
                <a:ext uri="{FF2B5EF4-FFF2-40B4-BE49-F238E27FC236}">
                  <a16:creationId xmlns:a16="http://schemas.microsoft.com/office/drawing/2014/main" id="{4602B9DE-CDF9-68CD-2591-CC33CBDCE6DE}"/>
                </a:ext>
              </a:extLst>
            </p:cNvPr>
            <p:cNvSpPr>
              <a:spLocks/>
            </p:cNvSpPr>
            <p:nvPr/>
          </p:nvSpPr>
          <p:spPr bwMode="auto">
            <a:xfrm>
              <a:off x="4391025" y="4486276"/>
              <a:ext cx="53975" cy="55563"/>
            </a:xfrm>
            <a:custGeom>
              <a:avLst/>
              <a:gdLst>
                <a:gd name="T0" fmla="*/ 15 w 16"/>
                <a:gd name="T1" fmla="*/ 1 h 16"/>
                <a:gd name="T2" fmla="*/ 15 w 16"/>
                <a:gd name="T3" fmla="*/ 1 h 16"/>
                <a:gd name="T4" fmla="*/ 9 w 16"/>
                <a:gd name="T5" fmla="*/ 1 h 16"/>
                <a:gd name="T6" fmla="*/ 2 w 16"/>
                <a:gd name="T7" fmla="*/ 8 h 16"/>
                <a:gd name="T8" fmla="*/ 2 w 16"/>
                <a:gd name="T9" fmla="*/ 14 h 16"/>
                <a:gd name="T10" fmla="*/ 8 w 16"/>
                <a:gd name="T11" fmla="*/ 14 h 16"/>
                <a:gd name="T12" fmla="*/ 15 w 16"/>
                <a:gd name="T13" fmla="*/ 7 h 16"/>
                <a:gd name="T14" fmla="*/ 15 w 16"/>
                <a:gd name="T15" fmla="*/ 1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16">
                  <a:moveTo>
                    <a:pt x="15" y="1"/>
                  </a:moveTo>
                  <a:cubicBezTo>
                    <a:pt x="15" y="1"/>
                    <a:pt x="15" y="1"/>
                    <a:pt x="15" y="1"/>
                  </a:cubicBezTo>
                  <a:cubicBezTo>
                    <a:pt x="13" y="0"/>
                    <a:pt x="10" y="0"/>
                    <a:pt x="9" y="1"/>
                  </a:cubicBezTo>
                  <a:cubicBezTo>
                    <a:pt x="2" y="8"/>
                    <a:pt x="2" y="8"/>
                    <a:pt x="2" y="8"/>
                  </a:cubicBezTo>
                  <a:cubicBezTo>
                    <a:pt x="0" y="10"/>
                    <a:pt x="0" y="12"/>
                    <a:pt x="2" y="14"/>
                  </a:cubicBezTo>
                  <a:cubicBezTo>
                    <a:pt x="3" y="16"/>
                    <a:pt x="6" y="16"/>
                    <a:pt x="8" y="14"/>
                  </a:cubicBezTo>
                  <a:cubicBezTo>
                    <a:pt x="15" y="7"/>
                    <a:pt x="15" y="7"/>
                    <a:pt x="15" y="7"/>
                  </a:cubicBezTo>
                  <a:cubicBezTo>
                    <a:pt x="16" y="6"/>
                    <a:pt x="16" y="3"/>
                    <a:pt x="15" y="1"/>
                  </a:cubicBezTo>
                  <a:close/>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43" name="Freeform 706">
              <a:extLst>
                <a:ext uri="{FF2B5EF4-FFF2-40B4-BE49-F238E27FC236}">
                  <a16:creationId xmlns:a16="http://schemas.microsoft.com/office/drawing/2014/main" id="{73745C19-0D06-7729-5E3C-1AC1CCE2FC92}"/>
                </a:ext>
              </a:extLst>
            </p:cNvPr>
            <p:cNvSpPr>
              <a:spLocks/>
            </p:cNvSpPr>
            <p:nvPr/>
          </p:nvSpPr>
          <p:spPr bwMode="auto">
            <a:xfrm>
              <a:off x="4414838" y="4503738"/>
              <a:ext cx="53975" cy="53975"/>
            </a:xfrm>
            <a:custGeom>
              <a:avLst/>
              <a:gdLst>
                <a:gd name="T0" fmla="*/ 2 w 16"/>
                <a:gd name="T1" fmla="*/ 8 h 16"/>
                <a:gd name="T2" fmla="*/ 2 w 16"/>
                <a:gd name="T3" fmla="*/ 14 h 16"/>
                <a:gd name="T4" fmla="*/ 8 w 16"/>
                <a:gd name="T5" fmla="*/ 14 h 16"/>
                <a:gd name="T6" fmla="*/ 14 w 16"/>
                <a:gd name="T7" fmla="*/ 8 h 16"/>
                <a:gd name="T8" fmla="*/ 14 w 16"/>
                <a:gd name="T9" fmla="*/ 2 h 16"/>
                <a:gd name="T10" fmla="*/ 14 w 16"/>
                <a:gd name="T11" fmla="*/ 2 h 16"/>
                <a:gd name="T12" fmla="*/ 8 w 16"/>
                <a:gd name="T13" fmla="*/ 2 h 16"/>
              </a:gdLst>
              <a:ahLst/>
              <a:cxnLst>
                <a:cxn ang="0">
                  <a:pos x="T0" y="T1"/>
                </a:cxn>
                <a:cxn ang="0">
                  <a:pos x="T2" y="T3"/>
                </a:cxn>
                <a:cxn ang="0">
                  <a:pos x="T4" y="T5"/>
                </a:cxn>
                <a:cxn ang="0">
                  <a:pos x="T6" y="T7"/>
                </a:cxn>
                <a:cxn ang="0">
                  <a:pos x="T8" y="T9"/>
                </a:cxn>
                <a:cxn ang="0">
                  <a:pos x="T10" y="T11"/>
                </a:cxn>
                <a:cxn ang="0">
                  <a:pos x="T12" y="T13"/>
                </a:cxn>
              </a:cxnLst>
              <a:rect l="0" t="0" r="r" b="b"/>
              <a:pathLst>
                <a:path w="16" h="16">
                  <a:moveTo>
                    <a:pt x="2" y="8"/>
                  </a:moveTo>
                  <a:cubicBezTo>
                    <a:pt x="0" y="9"/>
                    <a:pt x="0" y="12"/>
                    <a:pt x="2" y="14"/>
                  </a:cubicBezTo>
                  <a:cubicBezTo>
                    <a:pt x="3" y="16"/>
                    <a:pt x="6" y="16"/>
                    <a:pt x="8" y="14"/>
                  </a:cubicBezTo>
                  <a:cubicBezTo>
                    <a:pt x="14" y="8"/>
                    <a:pt x="14" y="8"/>
                    <a:pt x="14" y="8"/>
                  </a:cubicBezTo>
                  <a:cubicBezTo>
                    <a:pt x="16" y="6"/>
                    <a:pt x="16" y="4"/>
                    <a:pt x="14" y="2"/>
                  </a:cubicBezTo>
                  <a:cubicBezTo>
                    <a:pt x="14" y="2"/>
                    <a:pt x="14" y="2"/>
                    <a:pt x="14" y="2"/>
                  </a:cubicBezTo>
                  <a:cubicBezTo>
                    <a:pt x="12" y="0"/>
                    <a:pt x="10" y="0"/>
                    <a:pt x="8" y="2"/>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44" name="Freeform 707">
              <a:extLst>
                <a:ext uri="{FF2B5EF4-FFF2-40B4-BE49-F238E27FC236}">
                  <a16:creationId xmlns:a16="http://schemas.microsoft.com/office/drawing/2014/main" id="{2B582401-2FDD-8980-53F2-FCB0C0478597}"/>
                </a:ext>
              </a:extLst>
            </p:cNvPr>
            <p:cNvSpPr>
              <a:spLocks/>
            </p:cNvSpPr>
            <p:nvPr/>
          </p:nvSpPr>
          <p:spPr bwMode="auto">
            <a:xfrm>
              <a:off x="4445000" y="4530726"/>
              <a:ext cx="38100" cy="38100"/>
            </a:xfrm>
            <a:custGeom>
              <a:avLst/>
              <a:gdLst>
                <a:gd name="T0" fmla="*/ 2 w 11"/>
                <a:gd name="T1" fmla="*/ 3 h 11"/>
                <a:gd name="T2" fmla="*/ 2 w 11"/>
                <a:gd name="T3" fmla="*/ 9 h 11"/>
                <a:gd name="T4" fmla="*/ 8 w 11"/>
                <a:gd name="T5" fmla="*/ 9 h 11"/>
                <a:gd name="T6" fmla="*/ 9 w 11"/>
                <a:gd name="T7" fmla="*/ 8 h 11"/>
                <a:gd name="T8" fmla="*/ 9 w 11"/>
                <a:gd name="T9" fmla="*/ 2 h 11"/>
                <a:gd name="T10" fmla="*/ 9 w 11"/>
                <a:gd name="T11" fmla="*/ 2 h 11"/>
                <a:gd name="T12" fmla="*/ 3 w 11"/>
                <a:gd name="T13" fmla="*/ 1 h 11"/>
              </a:gdLst>
              <a:ahLst/>
              <a:cxnLst>
                <a:cxn ang="0">
                  <a:pos x="T0" y="T1"/>
                </a:cxn>
                <a:cxn ang="0">
                  <a:pos x="T2" y="T3"/>
                </a:cxn>
                <a:cxn ang="0">
                  <a:pos x="T4" y="T5"/>
                </a:cxn>
                <a:cxn ang="0">
                  <a:pos x="T6" y="T7"/>
                </a:cxn>
                <a:cxn ang="0">
                  <a:pos x="T8" y="T9"/>
                </a:cxn>
                <a:cxn ang="0">
                  <a:pos x="T10" y="T11"/>
                </a:cxn>
                <a:cxn ang="0">
                  <a:pos x="T12" y="T13"/>
                </a:cxn>
              </a:cxnLst>
              <a:rect l="0" t="0" r="r" b="b"/>
              <a:pathLst>
                <a:path w="11" h="11">
                  <a:moveTo>
                    <a:pt x="2" y="3"/>
                  </a:moveTo>
                  <a:cubicBezTo>
                    <a:pt x="0" y="5"/>
                    <a:pt x="0" y="7"/>
                    <a:pt x="2" y="9"/>
                  </a:cubicBezTo>
                  <a:cubicBezTo>
                    <a:pt x="3" y="11"/>
                    <a:pt x="6" y="11"/>
                    <a:pt x="8" y="9"/>
                  </a:cubicBezTo>
                  <a:cubicBezTo>
                    <a:pt x="9" y="8"/>
                    <a:pt x="9" y="8"/>
                    <a:pt x="9" y="8"/>
                  </a:cubicBezTo>
                  <a:cubicBezTo>
                    <a:pt x="11" y="6"/>
                    <a:pt x="11" y="3"/>
                    <a:pt x="9" y="2"/>
                  </a:cubicBezTo>
                  <a:cubicBezTo>
                    <a:pt x="9" y="2"/>
                    <a:pt x="9" y="2"/>
                    <a:pt x="9" y="2"/>
                  </a:cubicBezTo>
                  <a:cubicBezTo>
                    <a:pt x="8" y="0"/>
                    <a:pt x="5" y="0"/>
                    <a:pt x="3" y="1"/>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45" name="Freeform 708">
              <a:extLst>
                <a:ext uri="{FF2B5EF4-FFF2-40B4-BE49-F238E27FC236}">
                  <a16:creationId xmlns:a16="http://schemas.microsoft.com/office/drawing/2014/main" id="{590043B6-D1C1-650C-3DEC-B5426ECE39DF}"/>
                </a:ext>
              </a:extLst>
            </p:cNvPr>
            <p:cNvSpPr>
              <a:spLocks/>
            </p:cNvSpPr>
            <p:nvPr/>
          </p:nvSpPr>
          <p:spPr bwMode="auto">
            <a:xfrm>
              <a:off x="4552950" y="4440238"/>
              <a:ext cx="34925" cy="9525"/>
            </a:xfrm>
            <a:custGeom>
              <a:avLst/>
              <a:gdLst>
                <a:gd name="T0" fmla="*/ 10 w 10"/>
                <a:gd name="T1" fmla="*/ 2 h 3"/>
                <a:gd name="T2" fmla="*/ 0 w 10"/>
                <a:gd name="T3" fmla="*/ 0 h 3"/>
              </a:gdLst>
              <a:ahLst/>
              <a:cxnLst>
                <a:cxn ang="0">
                  <a:pos x="T0" y="T1"/>
                </a:cxn>
                <a:cxn ang="0">
                  <a:pos x="T2" y="T3"/>
                </a:cxn>
              </a:cxnLst>
              <a:rect l="0" t="0" r="r" b="b"/>
              <a:pathLst>
                <a:path w="10" h="3">
                  <a:moveTo>
                    <a:pt x="10" y="2"/>
                  </a:moveTo>
                  <a:cubicBezTo>
                    <a:pt x="4" y="3"/>
                    <a:pt x="3" y="2"/>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46" name="Freeform 709">
              <a:extLst>
                <a:ext uri="{FF2B5EF4-FFF2-40B4-BE49-F238E27FC236}">
                  <a16:creationId xmlns:a16="http://schemas.microsoft.com/office/drawing/2014/main" id="{B8ABD725-30B0-5753-7938-B513E6A09AF6}"/>
                </a:ext>
              </a:extLst>
            </p:cNvPr>
            <p:cNvSpPr>
              <a:spLocks/>
            </p:cNvSpPr>
            <p:nvPr/>
          </p:nvSpPr>
          <p:spPr bwMode="auto">
            <a:xfrm>
              <a:off x="4351338" y="4483101"/>
              <a:ext cx="26988" cy="11113"/>
            </a:xfrm>
            <a:custGeom>
              <a:avLst/>
              <a:gdLst>
                <a:gd name="T0" fmla="*/ 8 w 8"/>
                <a:gd name="T1" fmla="*/ 3 h 3"/>
                <a:gd name="T2" fmla="*/ 0 w 8"/>
                <a:gd name="T3" fmla="*/ 0 h 3"/>
              </a:gdLst>
              <a:ahLst/>
              <a:cxnLst>
                <a:cxn ang="0">
                  <a:pos x="T0" y="T1"/>
                </a:cxn>
                <a:cxn ang="0">
                  <a:pos x="T2" y="T3"/>
                </a:cxn>
              </a:cxnLst>
              <a:rect l="0" t="0" r="r" b="b"/>
              <a:pathLst>
                <a:path w="8" h="3">
                  <a:moveTo>
                    <a:pt x="8" y="3"/>
                  </a:moveTo>
                  <a:cubicBezTo>
                    <a:pt x="7" y="1"/>
                    <a:pt x="4"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grpSp>
      <p:cxnSp>
        <p:nvCxnSpPr>
          <p:cNvPr id="1149" name="Conector recto 23">
            <a:extLst>
              <a:ext uri="{FF2B5EF4-FFF2-40B4-BE49-F238E27FC236}">
                <a16:creationId xmlns:a16="http://schemas.microsoft.com/office/drawing/2014/main" id="{35ED3EB8-38E4-946F-591F-E44C74AED181}"/>
              </a:ext>
            </a:extLst>
          </p:cNvPr>
          <p:cNvCxnSpPr>
            <a:cxnSpLocks/>
          </p:cNvCxnSpPr>
          <p:nvPr/>
        </p:nvCxnSpPr>
        <p:spPr>
          <a:xfrm>
            <a:off x="7735092" y="3305519"/>
            <a:ext cx="4099721" cy="0"/>
          </a:xfrm>
          <a:prstGeom prst="line">
            <a:avLst/>
          </a:prstGeom>
          <a:ln>
            <a:solidFill>
              <a:srgbClr val="EEE7E7"/>
            </a:solidFill>
          </a:ln>
        </p:spPr>
        <p:style>
          <a:lnRef idx="1">
            <a:schemeClr val="accent1"/>
          </a:lnRef>
          <a:fillRef idx="0">
            <a:schemeClr val="accent1"/>
          </a:fillRef>
          <a:effectRef idx="0">
            <a:schemeClr val="accent1"/>
          </a:effectRef>
          <a:fontRef idx="minor">
            <a:schemeClr val="tx1"/>
          </a:fontRef>
        </p:style>
      </p:cxnSp>
      <p:sp>
        <p:nvSpPr>
          <p:cNvPr id="2" name="Elipse 13">
            <a:extLst>
              <a:ext uri="{FF2B5EF4-FFF2-40B4-BE49-F238E27FC236}">
                <a16:creationId xmlns:a16="http://schemas.microsoft.com/office/drawing/2014/main" id="{FDE8613C-124E-4D37-7210-50317E4CADF2}"/>
              </a:ext>
            </a:extLst>
          </p:cNvPr>
          <p:cNvSpPr/>
          <p:nvPr/>
        </p:nvSpPr>
        <p:spPr>
          <a:xfrm>
            <a:off x="2236287" y="2696653"/>
            <a:ext cx="926042" cy="926042"/>
          </a:xfrm>
          <a:prstGeom prst="ellipse">
            <a:avLst/>
          </a:prstGeom>
          <a:blipFill dpi="0" rotWithShape="1">
            <a:blip r:embed="rId9" cstate="screen">
              <a:extLst>
                <a:ext uri="{28A0092B-C50C-407E-A947-70E740481C1C}">
                  <a14:useLocalDpi xmlns:a14="http://schemas.microsoft.com/office/drawing/2010/main"/>
                </a:ext>
              </a:extLst>
            </a:blip>
            <a:srcRect/>
            <a:stretch>
              <a:fillRect/>
            </a:stretch>
          </a:blip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4" name="Elipse 12">
            <a:extLst>
              <a:ext uri="{FF2B5EF4-FFF2-40B4-BE49-F238E27FC236}">
                <a16:creationId xmlns:a16="http://schemas.microsoft.com/office/drawing/2014/main" id="{FCA51C74-AA09-84FA-6611-EAA2F74D82B9}"/>
              </a:ext>
            </a:extLst>
          </p:cNvPr>
          <p:cNvSpPr/>
          <p:nvPr/>
        </p:nvSpPr>
        <p:spPr>
          <a:xfrm>
            <a:off x="2237129" y="1560514"/>
            <a:ext cx="925200" cy="925200"/>
          </a:xfrm>
          <a:prstGeom prst="ellipse">
            <a:avLst/>
          </a:prstGeom>
          <a:blipFill dpi="0" rotWithShape="1">
            <a:blip r:embed="rId10" cstate="screen">
              <a:duotone>
                <a:schemeClr val="bg2">
                  <a:shade val="45000"/>
                  <a:satMod val="135000"/>
                </a:schemeClr>
                <a:prstClr val="white"/>
              </a:duotone>
              <a:extLst>
                <a:ext uri="{28A0092B-C50C-407E-A947-70E740481C1C}">
                  <a14:useLocalDpi xmlns:a14="http://schemas.microsoft.com/office/drawing/2010/main"/>
                </a:ext>
              </a:extLst>
            </a:blip>
            <a:srcRect/>
            <a:stretch>
              <a:fillRect/>
            </a:stretch>
          </a:blip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graphicFrame>
        <p:nvGraphicFramePr>
          <p:cNvPr id="6" name="Chart 5">
            <a:extLst>
              <a:ext uri="{FF2B5EF4-FFF2-40B4-BE49-F238E27FC236}">
                <a16:creationId xmlns:a16="http://schemas.microsoft.com/office/drawing/2014/main" id="{BB8E373E-EA87-F7DC-2BDF-AC17E4E18E65}"/>
              </a:ext>
            </a:extLst>
          </p:cNvPr>
          <p:cNvGraphicFramePr/>
          <p:nvPr>
            <p:extLst>
              <p:ext uri="{D42A27DB-BD31-4B8C-83A1-F6EECF244321}">
                <p14:modId xmlns:p14="http://schemas.microsoft.com/office/powerpoint/2010/main" val="2986835707"/>
              </p:ext>
            </p:extLst>
          </p:nvPr>
        </p:nvGraphicFramePr>
        <p:xfrm>
          <a:off x="7782899" y="4275599"/>
          <a:ext cx="4053600" cy="1515600"/>
        </p:xfrm>
        <a:graphic>
          <a:graphicData uri="http://schemas.openxmlformats.org/drawingml/2006/chart">
            <c:chart xmlns:c="http://schemas.openxmlformats.org/drawingml/2006/chart" xmlns:r="http://schemas.openxmlformats.org/officeDocument/2006/relationships" r:id="rId11"/>
          </a:graphicData>
        </a:graphic>
      </p:graphicFrame>
    </p:spTree>
    <p:extLst>
      <p:ext uri="{BB962C8B-B14F-4D97-AF65-F5344CB8AC3E}">
        <p14:creationId xmlns:p14="http://schemas.microsoft.com/office/powerpoint/2010/main" val="9272640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85709-B916-FC93-14D7-AAEA2F943A6A}"/>
            </a:ext>
          </a:extLst>
        </p:cNvPr>
        <p:cNvGrpSpPr/>
        <p:nvPr/>
      </p:nvGrpSpPr>
      <p:grpSpPr>
        <a:xfrm>
          <a:off x="0" y="0"/>
          <a:ext cx="0" cy="0"/>
          <a:chOff x="0" y="0"/>
          <a:chExt cx="0" cy="0"/>
        </a:xfrm>
      </p:grpSpPr>
      <p:graphicFrame>
        <p:nvGraphicFramePr>
          <p:cNvPr id="47" name="Chart 46">
            <a:extLst>
              <a:ext uri="{FF2B5EF4-FFF2-40B4-BE49-F238E27FC236}">
                <a16:creationId xmlns:a16="http://schemas.microsoft.com/office/drawing/2014/main" id="{0C1D9B20-B562-CE1A-47E5-BCE0624450E0}"/>
              </a:ext>
            </a:extLst>
          </p:cNvPr>
          <p:cNvGraphicFramePr/>
          <p:nvPr>
            <p:extLst>
              <p:ext uri="{D42A27DB-BD31-4B8C-83A1-F6EECF244321}">
                <p14:modId xmlns:p14="http://schemas.microsoft.com/office/powerpoint/2010/main" val="729162687"/>
              </p:ext>
            </p:extLst>
          </p:nvPr>
        </p:nvGraphicFramePr>
        <p:xfrm>
          <a:off x="7782899" y="4275599"/>
          <a:ext cx="4053600" cy="1515600"/>
        </p:xfrm>
        <a:graphic>
          <a:graphicData uri="http://schemas.openxmlformats.org/drawingml/2006/chart">
            <c:chart xmlns:c="http://schemas.openxmlformats.org/drawingml/2006/chart" xmlns:r="http://schemas.openxmlformats.org/officeDocument/2006/relationships" r:id="rId3"/>
          </a:graphicData>
        </a:graphic>
      </p:graphicFrame>
      <p:sp>
        <p:nvSpPr>
          <p:cNvPr id="9" name="Rectangle: Single Corner Rounded 8">
            <a:extLst>
              <a:ext uri="{FF2B5EF4-FFF2-40B4-BE49-F238E27FC236}">
                <a16:creationId xmlns:a16="http://schemas.microsoft.com/office/drawing/2014/main" id="{435CD7E8-4983-C133-962D-EC2331A0832B}"/>
              </a:ext>
            </a:extLst>
          </p:cNvPr>
          <p:cNvSpPr/>
          <p:nvPr/>
        </p:nvSpPr>
        <p:spPr>
          <a:xfrm>
            <a:off x="1" y="1453569"/>
            <a:ext cx="2718290" cy="1139090"/>
          </a:xfrm>
          <a:prstGeom prst="round1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en-US" sz="1200" noProof="0" dirty="0">
              <a:solidFill>
                <a:schemeClr val="bg1"/>
              </a:solidFill>
              <a:latin typeface="Source Serif Pro" panose="02040603050405020204" pitchFamily="18" charset="0"/>
              <a:ea typeface="Source Serif Pro" panose="02040603050405020204" pitchFamily="18" charset="0"/>
            </a:endParaRPr>
          </a:p>
        </p:txBody>
      </p:sp>
      <p:sp>
        <p:nvSpPr>
          <p:cNvPr id="63" name="Rectangle 62">
            <a:extLst>
              <a:ext uri="{FF2B5EF4-FFF2-40B4-BE49-F238E27FC236}">
                <a16:creationId xmlns:a16="http://schemas.microsoft.com/office/drawing/2014/main" id="{D3255E95-4A9D-FD48-7361-8087C6DA3BAC}"/>
              </a:ext>
            </a:extLst>
          </p:cNvPr>
          <p:cNvSpPr/>
          <p:nvPr/>
        </p:nvSpPr>
        <p:spPr>
          <a:xfrm>
            <a:off x="1" y="2593440"/>
            <a:ext cx="2718290" cy="113909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en-US" sz="1200" noProof="0" dirty="0">
              <a:solidFill>
                <a:schemeClr val="bg1"/>
              </a:solidFill>
              <a:latin typeface="Source Serif Pro" panose="02040603050405020204" pitchFamily="18" charset="0"/>
              <a:ea typeface="Source Serif Pro" panose="02040603050405020204" pitchFamily="18" charset="0"/>
            </a:endParaRPr>
          </a:p>
        </p:txBody>
      </p:sp>
      <p:sp>
        <p:nvSpPr>
          <p:cNvPr id="1025" name="Rectangle 1024">
            <a:extLst>
              <a:ext uri="{FF2B5EF4-FFF2-40B4-BE49-F238E27FC236}">
                <a16:creationId xmlns:a16="http://schemas.microsoft.com/office/drawing/2014/main" id="{3600F859-2F26-3ED1-DC35-110E271E1C19}"/>
              </a:ext>
            </a:extLst>
          </p:cNvPr>
          <p:cNvSpPr/>
          <p:nvPr/>
        </p:nvSpPr>
        <p:spPr>
          <a:xfrm>
            <a:off x="1" y="3733051"/>
            <a:ext cx="2718290" cy="113909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en-US" sz="1200" noProof="0" dirty="0">
              <a:solidFill>
                <a:schemeClr val="bg1"/>
              </a:solidFill>
              <a:latin typeface="Source Serif Pro" panose="02040603050405020204" pitchFamily="18" charset="0"/>
              <a:ea typeface="Source Serif Pro" panose="02040603050405020204" pitchFamily="18" charset="0"/>
            </a:endParaRPr>
          </a:p>
        </p:txBody>
      </p:sp>
      <p:sp>
        <p:nvSpPr>
          <p:cNvPr id="1027" name="Rectangle: Single Corner Rounded 1026">
            <a:extLst>
              <a:ext uri="{FF2B5EF4-FFF2-40B4-BE49-F238E27FC236}">
                <a16:creationId xmlns:a16="http://schemas.microsoft.com/office/drawing/2014/main" id="{BC9777B8-6088-88C6-8E80-34C6E08EB0B8}"/>
              </a:ext>
            </a:extLst>
          </p:cNvPr>
          <p:cNvSpPr/>
          <p:nvPr/>
        </p:nvSpPr>
        <p:spPr>
          <a:xfrm flipV="1">
            <a:off x="1" y="4863251"/>
            <a:ext cx="2718290" cy="1139090"/>
          </a:xfrm>
          <a:prstGeom prst="round1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en-US" sz="1200" dirty="0">
              <a:solidFill>
                <a:schemeClr val="bg1"/>
              </a:solidFill>
              <a:latin typeface="Source Serif Pro" panose="02040603050405020204" pitchFamily="18" charset="0"/>
              <a:ea typeface="Source Serif Pro" panose="02040603050405020204" pitchFamily="18" charset="0"/>
            </a:endParaRPr>
          </a:p>
        </p:txBody>
      </p:sp>
      <p:sp>
        <p:nvSpPr>
          <p:cNvPr id="3" name="Título 23">
            <a:extLst>
              <a:ext uri="{FF2B5EF4-FFF2-40B4-BE49-F238E27FC236}">
                <a16:creationId xmlns:a16="http://schemas.microsoft.com/office/drawing/2014/main" id="{AAF87E86-6770-136D-39F3-6D919F55C897}"/>
              </a:ext>
            </a:extLst>
          </p:cNvPr>
          <p:cNvSpPr>
            <a:spLocks noGrp="1"/>
          </p:cNvSpPr>
          <p:nvPr>
            <p:ph type="title"/>
          </p:nvPr>
        </p:nvSpPr>
        <p:spPr>
          <a:xfrm>
            <a:off x="731837" y="733846"/>
            <a:ext cx="11102975" cy="307520"/>
          </a:xfrm>
        </p:spPr>
        <p:txBody>
          <a:bodyPr vert="horz" lIns="0" tIns="0" rIns="0" bIns="0" rtlCol="0" anchor="ctr">
            <a:noAutofit/>
          </a:bodyPr>
          <a:lstStyle/>
          <a:p>
            <a:r>
              <a:rPr lang="en-US" noProof="0" dirty="0"/>
              <a:t>…Serving as a One-Stop-Shop in Those Segments</a:t>
            </a:r>
          </a:p>
        </p:txBody>
      </p:sp>
      <p:sp>
        <p:nvSpPr>
          <p:cNvPr id="5" name="Content Placeholder 16">
            <a:extLst>
              <a:ext uri="{FF2B5EF4-FFF2-40B4-BE49-F238E27FC236}">
                <a16:creationId xmlns:a16="http://schemas.microsoft.com/office/drawing/2014/main" id="{E35F78BA-9CD9-DEC4-0589-F26BF35ACA82}"/>
              </a:ext>
            </a:extLst>
          </p:cNvPr>
          <p:cNvSpPr>
            <a:spLocks noGrp="1"/>
          </p:cNvSpPr>
          <p:nvPr>
            <p:ph sz="quarter" idx="13"/>
          </p:nvPr>
        </p:nvSpPr>
        <p:spPr/>
        <p:txBody>
          <a:bodyPr vert="horz" lIns="0" tIns="36000" rIns="0" bIns="0" rtlCol="0">
            <a:spAutoFit/>
          </a:bodyPr>
          <a:lstStyle/>
          <a:p>
            <a:r>
              <a:rPr lang="en-US" sz="1050" dirty="0" err="1"/>
              <a:t>Almatia</a:t>
            </a:r>
            <a:r>
              <a:rPr lang="en-US" sz="1050" dirty="0"/>
              <a:t> stands out with its extensive range of SKUs and product offerings across its segments, supplying everything from specialty additives to essential products</a:t>
            </a:r>
          </a:p>
        </p:txBody>
      </p:sp>
      <p:sp>
        <p:nvSpPr>
          <p:cNvPr id="26" name="Text Placeholder 23">
            <a:extLst>
              <a:ext uri="{FF2B5EF4-FFF2-40B4-BE49-F238E27FC236}">
                <a16:creationId xmlns:a16="http://schemas.microsoft.com/office/drawing/2014/main" id="{C6EDA5A6-1C28-C316-C07C-3F1CF3264C8E}"/>
              </a:ext>
            </a:extLst>
          </p:cNvPr>
          <p:cNvSpPr>
            <a:spLocks noGrp="1"/>
          </p:cNvSpPr>
          <p:nvPr>
            <p:ph type="body" sz="quarter" idx="36"/>
          </p:nvPr>
        </p:nvSpPr>
        <p:spPr>
          <a:xfrm>
            <a:off x="731838" y="6198700"/>
            <a:ext cx="9275946" cy="267766"/>
          </a:xfrm>
        </p:spPr>
        <p:txBody>
          <a:bodyPr/>
          <a:lstStyle/>
          <a:p>
            <a:r>
              <a:rPr lang="en-US" noProof="0" dirty="0"/>
              <a:t>Source: Company Information</a:t>
            </a:r>
            <a:br>
              <a:rPr lang="en-US" noProof="0" dirty="0"/>
            </a:br>
            <a:r>
              <a:rPr lang="en-US" noProof="0" dirty="0"/>
              <a:t>Notes: (1) % related to Gross Profit; </a:t>
            </a:r>
          </a:p>
        </p:txBody>
      </p:sp>
      <p:sp>
        <p:nvSpPr>
          <p:cNvPr id="1065" name="Rectángulo: esquinas redondeadas 30">
            <a:extLst>
              <a:ext uri="{FF2B5EF4-FFF2-40B4-BE49-F238E27FC236}">
                <a16:creationId xmlns:a16="http://schemas.microsoft.com/office/drawing/2014/main" id="{F22A0301-D20A-4F71-654C-999BE3384958}"/>
              </a:ext>
            </a:extLst>
          </p:cNvPr>
          <p:cNvSpPr/>
          <p:nvPr/>
        </p:nvSpPr>
        <p:spPr>
          <a:xfrm>
            <a:off x="8909090" y="1690159"/>
            <a:ext cx="1370457" cy="1346906"/>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1066" name="Rectángulo: esquinas redondeadas 30">
            <a:extLst>
              <a:ext uri="{FF2B5EF4-FFF2-40B4-BE49-F238E27FC236}">
                <a16:creationId xmlns:a16="http://schemas.microsoft.com/office/drawing/2014/main" id="{208EEB59-AC14-FD82-8B83-617DCC44557B}"/>
              </a:ext>
            </a:extLst>
          </p:cNvPr>
          <p:cNvSpPr/>
          <p:nvPr/>
        </p:nvSpPr>
        <p:spPr>
          <a:xfrm>
            <a:off x="10469003" y="1690159"/>
            <a:ext cx="1370457" cy="1346906"/>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35" name="Rectangle 34">
            <a:extLst>
              <a:ext uri="{FF2B5EF4-FFF2-40B4-BE49-F238E27FC236}">
                <a16:creationId xmlns:a16="http://schemas.microsoft.com/office/drawing/2014/main" id="{1851602E-A24C-B84B-DCBF-240AA205E8AD}"/>
              </a:ext>
            </a:extLst>
          </p:cNvPr>
          <p:cNvSpPr/>
          <p:nvPr/>
        </p:nvSpPr>
        <p:spPr>
          <a:xfrm>
            <a:off x="7743932" y="1716948"/>
            <a:ext cx="1580046" cy="179152"/>
          </a:xfrm>
          <a:prstGeom prst="rect">
            <a:avLst/>
          </a:prstGeom>
        </p:spPr>
        <p:txBody>
          <a:bodyPr vert="horz" wrap="square" lIns="0" tIns="0" rIns="0" bIns="0" rtlCol="0" anchor="ctr">
            <a:spAutoFit/>
          </a:bodyPr>
          <a:lstStyle/>
          <a:p>
            <a:pPr>
              <a:lnSpc>
                <a:spcPct val="110000"/>
              </a:lnSpc>
              <a:spcAft>
                <a:spcPts val="800"/>
              </a:spcAft>
            </a:pPr>
            <a:r>
              <a:rPr lang="en-US" sz="110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Performance</a:t>
            </a:r>
          </a:p>
        </p:txBody>
      </p:sp>
      <p:sp>
        <p:nvSpPr>
          <p:cNvPr id="1048" name="Rectangle 1047">
            <a:extLst>
              <a:ext uri="{FF2B5EF4-FFF2-40B4-BE49-F238E27FC236}">
                <a16:creationId xmlns:a16="http://schemas.microsoft.com/office/drawing/2014/main" id="{D8FF7486-E13E-BDD0-E0AA-D057507244B4}"/>
              </a:ext>
            </a:extLst>
          </p:cNvPr>
          <p:cNvSpPr/>
          <p:nvPr/>
        </p:nvSpPr>
        <p:spPr>
          <a:xfrm>
            <a:off x="7735092" y="3761147"/>
            <a:ext cx="1226865" cy="166644"/>
          </a:xfrm>
          <a:prstGeom prst="rect">
            <a:avLst/>
          </a:prstGeom>
        </p:spPr>
        <p:txBody>
          <a:bodyPr vert="horz" wrap="square" lIns="0" tIns="36000" rIns="0" bIns="0" rtlCol="0" anchor="t">
            <a:spAutoFit/>
          </a:bodyPr>
          <a:lstStyle/>
          <a:p>
            <a:pPr>
              <a:lnSpc>
                <a:spcPct val="110000"/>
              </a:lnSpc>
            </a:pPr>
            <a:r>
              <a:rPr lang="en-US" sz="800" dirty="0">
                <a:latin typeface="+mj-lt"/>
                <a:ea typeface="Source Serif Pro Light" panose="02040303050405020204" pitchFamily="18" charset="0"/>
                <a:cs typeface="Roboto" panose="02000000000000000000" pitchFamily="2" charset="0"/>
              </a:rPr>
              <a:t>(Revenue, USD ‘000)</a:t>
            </a:r>
          </a:p>
        </p:txBody>
      </p:sp>
      <p:sp>
        <p:nvSpPr>
          <p:cNvPr id="27" name="Rectangle 26">
            <a:extLst>
              <a:ext uri="{FF2B5EF4-FFF2-40B4-BE49-F238E27FC236}">
                <a16:creationId xmlns:a16="http://schemas.microsoft.com/office/drawing/2014/main" id="{38449249-6F0B-EC13-9E0C-E462E40DC27F}"/>
              </a:ext>
            </a:extLst>
          </p:cNvPr>
          <p:cNvSpPr/>
          <p:nvPr/>
        </p:nvSpPr>
        <p:spPr>
          <a:xfrm>
            <a:off x="7735092" y="3573972"/>
            <a:ext cx="1356002" cy="179152"/>
          </a:xfrm>
          <a:prstGeom prst="rect">
            <a:avLst/>
          </a:prstGeom>
        </p:spPr>
        <p:txBody>
          <a:bodyPr vert="horz" wrap="square" lIns="0" tIns="0" rIns="0" bIns="0" rtlCol="0" anchor="ctr">
            <a:spAutoFit/>
          </a:bodyPr>
          <a:lstStyle/>
          <a:p>
            <a:pPr>
              <a:lnSpc>
                <a:spcPct val="110000"/>
              </a:lnSpc>
              <a:spcAft>
                <a:spcPts val="800"/>
              </a:spcAft>
            </a:pPr>
            <a:r>
              <a:rPr lang="en-US" sz="110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Revenue Evolution</a:t>
            </a:r>
          </a:p>
        </p:txBody>
      </p:sp>
      <p:sp>
        <p:nvSpPr>
          <p:cNvPr id="1092" name="Elipse 9">
            <a:extLst>
              <a:ext uri="{FF2B5EF4-FFF2-40B4-BE49-F238E27FC236}">
                <a16:creationId xmlns:a16="http://schemas.microsoft.com/office/drawing/2014/main" id="{6361779A-72B2-E9AE-8E06-01B0728C76BD}"/>
              </a:ext>
            </a:extLst>
          </p:cNvPr>
          <p:cNvSpPr/>
          <p:nvPr/>
        </p:nvSpPr>
        <p:spPr>
          <a:xfrm>
            <a:off x="2236287" y="3834090"/>
            <a:ext cx="926042" cy="926042"/>
          </a:xfrm>
          <a:prstGeom prst="ellipse">
            <a:avLst/>
          </a:prstGeom>
          <a:blipFill dpi="0" rotWithShape="1">
            <a:blip r:embed="rId4" cstate="screen">
              <a:extLst>
                <a:ext uri="{28A0092B-C50C-407E-A947-70E740481C1C}">
                  <a14:useLocalDpi xmlns:a14="http://schemas.microsoft.com/office/drawing/2010/main"/>
                </a:ext>
              </a:extLst>
            </a:blip>
            <a:srcRect/>
            <a:stretch>
              <a:fillRect/>
            </a:stretch>
          </a:blip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095" name="Elipse 14">
            <a:extLst>
              <a:ext uri="{FF2B5EF4-FFF2-40B4-BE49-F238E27FC236}">
                <a16:creationId xmlns:a16="http://schemas.microsoft.com/office/drawing/2014/main" id="{9C7A32D5-C99F-BE6C-9316-2AFF203906C0}"/>
              </a:ext>
            </a:extLst>
          </p:cNvPr>
          <p:cNvSpPr/>
          <p:nvPr/>
        </p:nvSpPr>
        <p:spPr>
          <a:xfrm>
            <a:off x="2236287" y="4969775"/>
            <a:ext cx="926042" cy="926042"/>
          </a:xfrm>
          <a:prstGeom prst="ellipse">
            <a:avLst/>
          </a:prstGeom>
          <a:blipFill dpi="0" rotWithShape="1">
            <a:blip r:embed="rId5" cstate="screen">
              <a:duotone>
                <a:schemeClr val="bg2">
                  <a:shade val="45000"/>
                  <a:satMod val="135000"/>
                </a:schemeClr>
                <a:prstClr val="white"/>
              </a:duotone>
              <a:extLst>
                <a:ext uri="{28A0092B-C50C-407E-A947-70E740481C1C}">
                  <a14:useLocalDpi xmlns:a14="http://schemas.microsoft.com/office/drawing/2010/main"/>
                </a:ext>
              </a:extLst>
            </a:blip>
            <a:srcRect/>
            <a:stretch>
              <a:fillRect/>
            </a:stretch>
          </a:blipFill>
          <a:ln w="254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097" name="Rectangle 1096">
            <a:extLst>
              <a:ext uri="{FF2B5EF4-FFF2-40B4-BE49-F238E27FC236}">
                <a16:creationId xmlns:a16="http://schemas.microsoft.com/office/drawing/2014/main" id="{CB300D89-584F-06A6-06AD-071E5C8B794D}"/>
              </a:ext>
            </a:extLst>
          </p:cNvPr>
          <p:cNvSpPr/>
          <p:nvPr/>
        </p:nvSpPr>
        <p:spPr>
          <a:xfrm>
            <a:off x="791241" y="1883329"/>
            <a:ext cx="1135811" cy="279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1400" dirty="0">
                <a:solidFill>
                  <a:schemeClr val="tx2"/>
                </a:solidFill>
                <a:latin typeface="+mj-lt"/>
                <a:ea typeface="Source Serif Pro" panose="02040603050405020204" pitchFamily="18" charset="0"/>
                <a:cs typeface="Poppins Medium" panose="00000600000000000000" pitchFamily="2" charset="0"/>
              </a:rPr>
              <a:t>Essentials</a:t>
            </a:r>
          </a:p>
        </p:txBody>
      </p:sp>
      <p:sp>
        <p:nvSpPr>
          <p:cNvPr id="1101" name="Rectangle 1100">
            <a:extLst>
              <a:ext uri="{FF2B5EF4-FFF2-40B4-BE49-F238E27FC236}">
                <a16:creationId xmlns:a16="http://schemas.microsoft.com/office/drawing/2014/main" id="{EF70FC38-8006-139D-8A4B-8DBC25C57994}"/>
              </a:ext>
            </a:extLst>
          </p:cNvPr>
          <p:cNvSpPr/>
          <p:nvPr/>
        </p:nvSpPr>
        <p:spPr>
          <a:xfrm>
            <a:off x="481270" y="3019889"/>
            <a:ext cx="1755753" cy="279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1400" dirty="0">
                <a:solidFill>
                  <a:schemeClr val="tx2"/>
                </a:solidFill>
                <a:latin typeface="+mj-lt"/>
                <a:ea typeface="Source Serif Pro" panose="02040603050405020204" pitchFamily="18" charset="0"/>
                <a:cs typeface="Poppins Medium" panose="00000600000000000000" pitchFamily="2" charset="0"/>
              </a:rPr>
              <a:t>Differentiators</a:t>
            </a:r>
          </a:p>
        </p:txBody>
      </p:sp>
      <p:sp>
        <p:nvSpPr>
          <p:cNvPr id="1102" name="Rectangle 1101">
            <a:extLst>
              <a:ext uri="{FF2B5EF4-FFF2-40B4-BE49-F238E27FC236}">
                <a16:creationId xmlns:a16="http://schemas.microsoft.com/office/drawing/2014/main" id="{B79D15F2-73E6-88AE-2A7F-133BC85BCF50}"/>
              </a:ext>
            </a:extLst>
          </p:cNvPr>
          <p:cNvSpPr/>
          <p:nvPr/>
        </p:nvSpPr>
        <p:spPr>
          <a:xfrm>
            <a:off x="743990" y="4162811"/>
            <a:ext cx="1230313" cy="279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1400" b="1" dirty="0">
                <a:solidFill>
                  <a:schemeClr val="bg1"/>
                </a:solidFill>
                <a:latin typeface="+mj-lt"/>
                <a:ea typeface="Source Serif Pro" panose="02040603050405020204" pitchFamily="18" charset="0"/>
                <a:cs typeface="Poppins Medium" panose="00000600000000000000" pitchFamily="2" charset="0"/>
              </a:rPr>
              <a:t>Enhancers</a:t>
            </a:r>
          </a:p>
        </p:txBody>
      </p:sp>
      <p:sp>
        <p:nvSpPr>
          <p:cNvPr id="1103" name="Rectangle 1102">
            <a:extLst>
              <a:ext uri="{FF2B5EF4-FFF2-40B4-BE49-F238E27FC236}">
                <a16:creationId xmlns:a16="http://schemas.microsoft.com/office/drawing/2014/main" id="{AD73490D-1258-A869-0EA0-E7E5E92546EE}"/>
              </a:ext>
            </a:extLst>
          </p:cNvPr>
          <p:cNvSpPr/>
          <p:nvPr/>
        </p:nvSpPr>
        <p:spPr>
          <a:xfrm>
            <a:off x="685224" y="5293011"/>
            <a:ext cx="1347844" cy="279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1400" noProof="0" dirty="0">
                <a:solidFill>
                  <a:schemeClr val="tx2"/>
                </a:solidFill>
                <a:latin typeface="+mj-lt"/>
                <a:ea typeface="Source Serif Pro" panose="02040603050405020204" pitchFamily="18" charset="0"/>
                <a:cs typeface="Poppins Medium" panose="00000600000000000000" pitchFamily="2" charset="0"/>
              </a:rPr>
              <a:t>Functionals</a:t>
            </a:r>
          </a:p>
        </p:txBody>
      </p:sp>
      <p:cxnSp>
        <p:nvCxnSpPr>
          <p:cNvPr id="1104" name="Conector recto 23">
            <a:extLst>
              <a:ext uri="{FF2B5EF4-FFF2-40B4-BE49-F238E27FC236}">
                <a16:creationId xmlns:a16="http://schemas.microsoft.com/office/drawing/2014/main" id="{F21BB71E-2F67-BB7F-F69F-8CFB1F90EABF}"/>
              </a:ext>
            </a:extLst>
          </p:cNvPr>
          <p:cNvCxnSpPr>
            <a:cxnSpLocks/>
          </p:cNvCxnSpPr>
          <p:nvPr/>
        </p:nvCxnSpPr>
        <p:spPr>
          <a:xfrm>
            <a:off x="679942" y="2312718"/>
            <a:ext cx="135840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08" name="Conector recto 23">
            <a:extLst>
              <a:ext uri="{FF2B5EF4-FFF2-40B4-BE49-F238E27FC236}">
                <a16:creationId xmlns:a16="http://schemas.microsoft.com/office/drawing/2014/main" id="{6E1E72A6-F51C-5A13-DC1B-EE51CA03C320}"/>
              </a:ext>
            </a:extLst>
          </p:cNvPr>
          <p:cNvCxnSpPr>
            <a:cxnSpLocks/>
          </p:cNvCxnSpPr>
          <p:nvPr/>
        </p:nvCxnSpPr>
        <p:spPr>
          <a:xfrm>
            <a:off x="679942" y="3449278"/>
            <a:ext cx="135840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09" name="Conector recto 23">
            <a:extLst>
              <a:ext uri="{FF2B5EF4-FFF2-40B4-BE49-F238E27FC236}">
                <a16:creationId xmlns:a16="http://schemas.microsoft.com/office/drawing/2014/main" id="{76766BE7-E74A-039B-62CC-DE9844E1AE4B}"/>
              </a:ext>
            </a:extLst>
          </p:cNvPr>
          <p:cNvCxnSpPr>
            <a:cxnSpLocks/>
          </p:cNvCxnSpPr>
          <p:nvPr/>
        </p:nvCxnSpPr>
        <p:spPr>
          <a:xfrm>
            <a:off x="679942" y="4585838"/>
            <a:ext cx="1358408"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11" name="Conector recto 23">
            <a:extLst>
              <a:ext uri="{FF2B5EF4-FFF2-40B4-BE49-F238E27FC236}">
                <a16:creationId xmlns:a16="http://schemas.microsoft.com/office/drawing/2014/main" id="{FA365CE1-4083-AEF1-C67C-76C46109EA87}"/>
              </a:ext>
            </a:extLst>
          </p:cNvPr>
          <p:cNvCxnSpPr>
            <a:cxnSpLocks/>
          </p:cNvCxnSpPr>
          <p:nvPr/>
        </p:nvCxnSpPr>
        <p:spPr>
          <a:xfrm>
            <a:off x="679942" y="5673420"/>
            <a:ext cx="135840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C08A3AF3-E433-6472-8456-20EAB5CCB8BC}"/>
              </a:ext>
            </a:extLst>
          </p:cNvPr>
          <p:cNvSpPr txBox="1"/>
          <p:nvPr/>
        </p:nvSpPr>
        <p:spPr>
          <a:xfrm>
            <a:off x="9179758" y="2371031"/>
            <a:ext cx="829121" cy="492443"/>
          </a:xfrm>
          <a:prstGeom prst="rect">
            <a:avLst/>
          </a:prstGeom>
          <a:noFill/>
        </p:spPr>
        <p:txBody>
          <a:bodyPr wrap="square" lIns="0" tIns="0" rIns="0" bIns="0" rtlCol="0" anchor="ctr">
            <a:spAutoFit/>
          </a:bodyPr>
          <a:lstStyle/>
          <a:p>
            <a:pPr algn="ctr"/>
            <a:r>
              <a:rPr lang="pt-BR" sz="2000" b="1" baseline="15000" dirty="0">
                <a:latin typeface="+mj-lt"/>
                <a:ea typeface="Source Serif Pro Black" panose="02040903050405020204" pitchFamily="18" charset="0"/>
              </a:rPr>
              <a:t>+</a:t>
            </a:r>
            <a:r>
              <a:rPr lang="pt-BR" sz="2400" b="1" dirty="0">
                <a:latin typeface="+mj-lt"/>
                <a:ea typeface="Source Serif Pro Black" panose="02040903050405020204" pitchFamily="18" charset="0"/>
              </a:rPr>
              <a:t>18</a:t>
            </a:r>
            <a:endParaRPr lang="en-US" sz="1600" b="1" dirty="0">
              <a:latin typeface="+mj-lt"/>
              <a:ea typeface="Source Serif Pro Black" panose="02040903050405020204" pitchFamily="18" charset="0"/>
            </a:endParaRPr>
          </a:p>
          <a:p>
            <a:pPr algn="ctr"/>
            <a:r>
              <a:rPr lang="en-US" sz="800" dirty="0">
                <a:latin typeface="+mj-lt"/>
                <a:ea typeface="Source Serif Pro" panose="02040603050405020204" pitchFamily="18" charset="0"/>
              </a:rPr>
              <a:t># of SKUs</a:t>
            </a:r>
          </a:p>
        </p:txBody>
      </p:sp>
      <p:sp>
        <p:nvSpPr>
          <p:cNvPr id="59" name="TextBox 58">
            <a:extLst>
              <a:ext uri="{FF2B5EF4-FFF2-40B4-BE49-F238E27FC236}">
                <a16:creationId xmlns:a16="http://schemas.microsoft.com/office/drawing/2014/main" id="{C4A38179-EC83-FC0E-065F-A246AF795936}"/>
              </a:ext>
            </a:extLst>
          </p:cNvPr>
          <p:cNvSpPr txBox="1"/>
          <p:nvPr/>
        </p:nvSpPr>
        <p:spPr>
          <a:xfrm>
            <a:off x="10604361" y="2371031"/>
            <a:ext cx="1099740" cy="492443"/>
          </a:xfrm>
          <a:prstGeom prst="rect">
            <a:avLst/>
          </a:prstGeom>
          <a:noFill/>
        </p:spPr>
        <p:txBody>
          <a:bodyPr wrap="square" lIns="0" tIns="0" rIns="0" bIns="0" rtlCol="0" anchor="ctr">
            <a:spAutoFit/>
          </a:bodyPr>
          <a:lstStyle/>
          <a:p>
            <a:pPr algn="ctr"/>
            <a:r>
              <a:rPr lang="pt-BR" sz="2000" b="1" baseline="15000" dirty="0">
                <a:latin typeface="+mj-lt"/>
                <a:ea typeface="Source Serif Pro Black" panose="02040903050405020204" pitchFamily="18" charset="0"/>
              </a:rPr>
              <a:t>~</a:t>
            </a:r>
            <a:r>
              <a:rPr lang="pt-BR" sz="2400" b="1" dirty="0">
                <a:latin typeface="+mj-lt"/>
                <a:ea typeface="Source Serif Pro Black" panose="02040903050405020204" pitchFamily="18" charset="0"/>
              </a:rPr>
              <a:t>31</a:t>
            </a:r>
            <a:r>
              <a:rPr lang="pt-BR" sz="1200" b="1" dirty="0">
                <a:latin typeface="+mj-lt"/>
                <a:ea typeface="Source Serif Pro Black" panose="02040903050405020204" pitchFamily="18" charset="0"/>
              </a:rPr>
              <a:t>%</a:t>
            </a:r>
            <a:endParaRPr lang="en-US" sz="1200" b="1" dirty="0">
              <a:latin typeface="+mj-lt"/>
              <a:ea typeface="Source Serif Pro Black" panose="02040903050405020204" pitchFamily="18" charset="0"/>
            </a:endParaRPr>
          </a:p>
          <a:p>
            <a:pPr algn="ctr"/>
            <a:r>
              <a:rPr lang="en-US" sz="800" dirty="0">
                <a:latin typeface="+mj-lt"/>
                <a:ea typeface="Source Serif Pro" panose="02040603050405020204" pitchFamily="18" charset="0"/>
              </a:rPr>
              <a:t>Gross Margin FY24</a:t>
            </a:r>
          </a:p>
        </p:txBody>
      </p:sp>
      <p:grpSp>
        <p:nvGrpSpPr>
          <p:cNvPr id="1113" name="Agrupar 888">
            <a:extLst>
              <a:ext uri="{FF2B5EF4-FFF2-40B4-BE49-F238E27FC236}">
                <a16:creationId xmlns:a16="http://schemas.microsoft.com/office/drawing/2014/main" id="{1A7EB32A-E55E-FCEA-142D-3B8857B002B7}"/>
              </a:ext>
            </a:extLst>
          </p:cNvPr>
          <p:cNvGrpSpPr/>
          <p:nvPr/>
        </p:nvGrpSpPr>
        <p:grpSpPr>
          <a:xfrm>
            <a:off x="9416428" y="1863750"/>
            <a:ext cx="355780" cy="373814"/>
            <a:chOff x="4321175" y="4210051"/>
            <a:chExt cx="344488" cy="361950"/>
          </a:xfrm>
        </p:grpSpPr>
        <p:sp>
          <p:nvSpPr>
            <p:cNvPr id="1114" name="Freeform 694">
              <a:extLst>
                <a:ext uri="{FF2B5EF4-FFF2-40B4-BE49-F238E27FC236}">
                  <a16:creationId xmlns:a16="http://schemas.microsoft.com/office/drawing/2014/main" id="{D5D5C7BF-2857-272B-2A41-778B1B166BFD}"/>
                </a:ext>
              </a:extLst>
            </p:cNvPr>
            <p:cNvSpPr>
              <a:spLocks/>
            </p:cNvSpPr>
            <p:nvPr/>
          </p:nvSpPr>
          <p:spPr bwMode="auto">
            <a:xfrm>
              <a:off x="4371975" y="4281488"/>
              <a:ext cx="57150" cy="66675"/>
            </a:xfrm>
            <a:custGeom>
              <a:avLst/>
              <a:gdLst>
                <a:gd name="T0" fmla="*/ 6 w 17"/>
                <a:gd name="T1" fmla="*/ 20 h 20"/>
                <a:gd name="T2" fmla="*/ 6 w 17"/>
                <a:gd name="T3" fmla="*/ 16 h 20"/>
                <a:gd name="T4" fmla="*/ 10 w 17"/>
                <a:gd name="T5" fmla="*/ 11 h 20"/>
                <a:gd name="T6" fmla="*/ 17 w 17"/>
                <a:gd name="T7" fmla="*/ 11 h 20"/>
                <a:gd name="T8" fmla="*/ 17 w 17"/>
                <a:gd name="T9" fmla="*/ 6 h 20"/>
                <a:gd name="T10" fmla="*/ 10 w 17"/>
                <a:gd name="T11" fmla="*/ 0 h 20"/>
                <a:gd name="T12" fmla="*/ 0 w 17"/>
                <a:gd name="T13" fmla="*/ 0 h 20"/>
              </a:gdLst>
              <a:ahLst/>
              <a:cxnLst>
                <a:cxn ang="0">
                  <a:pos x="T0" y="T1"/>
                </a:cxn>
                <a:cxn ang="0">
                  <a:pos x="T2" y="T3"/>
                </a:cxn>
                <a:cxn ang="0">
                  <a:pos x="T4" y="T5"/>
                </a:cxn>
                <a:cxn ang="0">
                  <a:pos x="T6" y="T7"/>
                </a:cxn>
                <a:cxn ang="0">
                  <a:pos x="T8" y="T9"/>
                </a:cxn>
                <a:cxn ang="0">
                  <a:pos x="T10" y="T11"/>
                </a:cxn>
                <a:cxn ang="0">
                  <a:pos x="T12" y="T13"/>
                </a:cxn>
              </a:cxnLst>
              <a:rect l="0" t="0" r="r" b="b"/>
              <a:pathLst>
                <a:path w="17" h="20">
                  <a:moveTo>
                    <a:pt x="6" y="20"/>
                  </a:moveTo>
                  <a:cubicBezTo>
                    <a:pt x="6" y="16"/>
                    <a:pt x="6" y="16"/>
                    <a:pt x="6" y="16"/>
                  </a:cubicBezTo>
                  <a:cubicBezTo>
                    <a:pt x="10" y="11"/>
                    <a:pt x="10" y="11"/>
                    <a:pt x="10" y="11"/>
                  </a:cubicBezTo>
                  <a:cubicBezTo>
                    <a:pt x="17" y="11"/>
                    <a:pt x="17" y="11"/>
                    <a:pt x="17" y="11"/>
                  </a:cubicBezTo>
                  <a:cubicBezTo>
                    <a:pt x="17" y="6"/>
                    <a:pt x="17" y="6"/>
                    <a:pt x="17" y="6"/>
                  </a:cubicBezTo>
                  <a:cubicBezTo>
                    <a:pt x="17" y="3"/>
                    <a:pt x="14" y="0"/>
                    <a:pt x="10" y="0"/>
                  </a:cubicBezTo>
                  <a:cubicBezTo>
                    <a:pt x="0" y="0"/>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15" name="Freeform 695">
              <a:extLst>
                <a:ext uri="{FF2B5EF4-FFF2-40B4-BE49-F238E27FC236}">
                  <a16:creationId xmlns:a16="http://schemas.microsoft.com/office/drawing/2014/main" id="{74F5AE27-0536-795A-55A9-FA440CDFE3AE}"/>
                </a:ext>
              </a:extLst>
            </p:cNvPr>
            <p:cNvSpPr>
              <a:spLocks/>
            </p:cNvSpPr>
            <p:nvPr/>
          </p:nvSpPr>
          <p:spPr bwMode="auto">
            <a:xfrm>
              <a:off x="4468813" y="4240213"/>
              <a:ext cx="165100" cy="101600"/>
            </a:xfrm>
            <a:custGeom>
              <a:avLst/>
              <a:gdLst>
                <a:gd name="T0" fmla="*/ 33 w 49"/>
                <a:gd name="T1" fmla="*/ 0 h 30"/>
                <a:gd name="T2" fmla="*/ 28 w 49"/>
                <a:gd name="T3" fmla="*/ 5 h 30"/>
                <a:gd name="T4" fmla="*/ 14 w 49"/>
                <a:gd name="T5" fmla="*/ 5 h 30"/>
                <a:gd name="T6" fmla="*/ 9 w 49"/>
                <a:gd name="T7" fmla="*/ 9 h 30"/>
                <a:gd name="T8" fmla="*/ 7 w 49"/>
                <a:gd name="T9" fmla="*/ 9 h 30"/>
                <a:gd name="T10" fmla="*/ 0 w 49"/>
                <a:gd name="T11" fmla="*/ 16 h 30"/>
                <a:gd name="T12" fmla="*/ 0 w 49"/>
                <a:gd name="T13" fmla="*/ 18 h 30"/>
                <a:gd name="T14" fmla="*/ 11 w 49"/>
                <a:gd name="T15" fmla="*/ 18 h 30"/>
                <a:gd name="T16" fmla="*/ 21 w 49"/>
                <a:gd name="T17" fmla="*/ 28 h 30"/>
                <a:gd name="T18" fmla="*/ 21 w 49"/>
                <a:gd name="T19" fmla="*/ 28 h 30"/>
                <a:gd name="T20" fmla="*/ 25 w 49"/>
                <a:gd name="T21" fmla="*/ 28 h 30"/>
                <a:gd name="T22" fmla="*/ 28 w 49"/>
                <a:gd name="T23" fmla="*/ 25 h 30"/>
                <a:gd name="T24" fmla="*/ 30 w 49"/>
                <a:gd name="T25" fmla="*/ 25 h 30"/>
                <a:gd name="T26" fmla="*/ 35 w 49"/>
                <a:gd name="T27" fmla="*/ 30 h 30"/>
                <a:gd name="T28" fmla="*/ 35 w 49"/>
                <a:gd name="T29" fmla="*/ 30 h 30"/>
                <a:gd name="T30" fmla="*/ 49 w 49"/>
                <a:gd name="T31"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9" h="30">
                  <a:moveTo>
                    <a:pt x="33" y="0"/>
                  </a:moveTo>
                  <a:cubicBezTo>
                    <a:pt x="28" y="5"/>
                    <a:pt x="28" y="5"/>
                    <a:pt x="28" y="5"/>
                  </a:cubicBezTo>
                  <a:cubicBezTo>
                    <a:pt x="14" y="5"/>
                    <a:pt x="14" y="5"/>
                    <a:pt x="14" y="5"/>
                  </a:cubicBezTo>
                  <a:cubicBezTo>
                    <a:pt x="9" y="9"/>
                    <a:pt x="9" y="9"/>
                    <a:pt x="9" y="9"/>
                  </a:cubicBezTo>
                  <a:cubicBezTo>
                    <a:pt x="7" y="9"/>
                    <a:pt x="7" y="9"/>
                    <a:pt x="7" y="9"/>
                  </a:cubicBezTo>
                  <a:cubicBezTo>
                    <a:pt x="3" y="9"/>
                    <a:pt x="0" y="12"/>
                    <a:pt x="0" y="16"/>
                  </a:cubicBezTo>
                  <a:cubicBezTo>
                    <a:pt x="0" y="18"/>
                    <a:pt x="0" y="18"/>
                    <a:pt x="0" y="18"/>
                  </a:cubicBezTo>
                  <a:cubicBezTo>
                    <a:pt x="11" y="18"/>
                    <a:pt x="11" y="18"/>
                    <a:pt x="11" y="18"/>
                  </a:cubicBezTo>
                  <a:cubicBezTo>
                    <a:pt x="21" y="28"/>
                    <a:pt x="21" y="28"/>
                    <a:pt x="21" y="28"/>
                  </a:cubicBezTo>
                  <a:cubicBezTo>
                    <a:pt x="21" y="28"/>
                    <a:pt x="21" y="28"/>
                    <a:pt x="21" y="28"/>
                  </a:cubicBezTo>
                  <a:cubicBezTo>
                    <a:pt x="25" y="28"/>
                    <a:pt x="25" y="28"/>
                    <a:pt x="25" y="28"/>
                  </a:cubicBezTo>
                  <a:cubicBezTo>
                    <a:pt x="28" y="25"/>
                    <a:pt x="28" y="25"/>
                    <a:pt x="28" y="25"/>
                  </a:cubicBezTo>
                  <a:cubicBezTo>
                    <a:pt x="30" y="25"/>
                    <a:pt x="30" y="25"/>
                    <a:pt x="30" y="25"/>
                  </a:cubicBezTo>
                  <a:cubicBezTo>
                    <a:pt x="35" y="30"/>
                    <a:pt x="35" y="30"/>
                    <a:pt x="35" y="30"/>
                  </a:cubicBezTo>
                  <a:cubicBezTo>
                    <a:pt x="35" y="30"/>
                    <a:pt x="35" y="30"/>
                    <a:pt x="35" y="30"/>
                  </a:cubicBezTo>
                  <a:cubicBezTo>
                    <a:pt x="49" y="30"/>
                    <a:pt x="49" y="30"/>
                    <a:pt x="49" y="3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16" name="Freeform 696">
              <a:extLst>
                <a:ext uri="{FF2B5EF4-FFF2-40B4-BE49-F238E27FC236}">
                  <a16:creationId xmlns:a16="http://schemas.microsoft.com/office/drawing/2014/main" id="{9B3EF2E5-4948-F6CB-BADF-442230A24155}"/>
                </a:ext>
              </a:extLst>
            </p:cNvPr>
            <p:cNvSpPr>
              <a:spLocks/>
            </p:cNvSpPr>
            <p:nvPr/>
          </p:nvSpPr>
          <p:spPr bwMode="auto">
            <a:xfrm>
              <a:off x="4351338" y="4210051"/>
              <a:ext cx="282575" cy="138113"/>
            </a:xfrm>
            <a:custGeom>
              <a:avLst/>
              <a:gdLst>
                <a:gd name="T0" fmla="*/ 0 w 84"/>
                <a:gd name="T1" fmla="*/ 41 h 41"/>
                <a:gd name="T2" fmla="*/ 42 w 84"/>
                <a:gd name="T3" fmla="*/ 0 h 41"/>
                <a:gd name="T4" fmla="*/ 84 w 84"/>
                <a:gd name="T5" fmla="*/ 41 h 41"/>
              </a:gdLst>
              <a:ahLst/>
              <a:cxnLst>
                <a:cxn ang="0">
                  <a:pos x="T0" y="T1"/>
                </a:cxn>
                <a:cxn ang="0">
                  <a:pos x="T2" y="T3"/>
                </a:cxn>
                <a:cxn ang="0">
                  <a:pos x="T4" y="T5"/>
                </a:cxn>
              </a:cxnLst>
              <a:rect l="0" t="0" r="r" b="b"/>
              <a:pathLst>
                <a:path w="84" h="41">
                  <a:moveTo>
                    <a:pt x="0" y="41"/>
                  </a:moveTo>
                  <a:cubicBezTo>
                    <a:pt x="0" y="18"/>
                    <a:pt x="19" y="0"/>
                    <a:pt x="42" y="0"/>
                  </a:cubicBezTo>
                  <a:cubicBezTo>
                    <a:pt x="65" y="0"/>
                    <a:pt x="84" y="18"/>
                    <a:pt x="84" y="41"/>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17" name="Freeform 697">
              <a:extLst>
                <a:ext uri="{FF2B5EF4-FFF2-40B4-BE49-F238E27FC236}">
                  <a16:creationId xmlns:a16="http://schemas.microsoft.com/office/drawing/2014/main" id="{898E22F6-B5B1-DF0D-317E-350DD08BA889}"/>
                </a:ext>
              </a:extLst>
            </p:cNvPr>
            <p:cNvSpPr>
              <a:spLocks/>
            </p:cNvSpPr>
            <p:nvPr/>
          </p:nvSpPr>
          <p:spPr bwMode="auto">
            <a:xfrm>
              <a:off x="4441825" y="4365626"/>
              <a:ext cx="223838" cy="74613"/>
            </a:xfrm>
            <a:custGeom>
              <a:avLst/>
              <a:gdLst>
                <a:gd name="T0" fmla="*/ 66 w 66"/>
                <a:gd name="T1" fmla="*/ 5 h 22"/>
                <a:gd name="T2" fmla="*/ 50 w 66"/>
                <a:gd name="T3" fmla="*/ 5 h 22"/>
                <a:gd name="T4" fmla="*/ 43 w 66"/>
                <a:gd name="T5" fmla="*/ 3 h 22"/>
                <a:gd name="T6" fmla="*/ 42 w 66"/>
                <a:gd name="T7" fmla="*/ 2 h 22"/>
                <a:gd name="T8" fmla="*/ 36 w 66"/>
                <a:gd name="T9" fmla="*/ 0 h 22"/>
                <a:gd name="T10" fmla="*/ 18 w 66"/>
                <a:gd name="T11" fmla="*/ 0 h 22"/>
                <a:gd name="T12" fmla="*/ 14 w 66"/>
                <a:gd name="T13" fmla="*/ 2 h 22"/>
                <a:gd name="T14" fmla="*/ 7 w 66"/>
                <a:gd name="T15" fmla="*/ 8 h 22"/>
                <a:gd name="T16" fmla="*/ 0 w 66"/>
                <a:gd name="T17" fmla="*/ 16 h 22"/>
                <a:gd name="T18" fmla="*/ 11 w 66"/>
                <a:gd name="T19" fmla="*/ 18 h 22"/>
                <a:gd name="T20" fmla="*/ 18 w 66"/>
                <a:gd name="T21" fmla="*/ 14 h 22"/>
                <a:gd name="T22" fmla="*/ 24 w 66"/>
                <a:gd name="T23" fmla="*/ 14 h 22"/>
                <a:gd name="T24" fmla="*/ 33 w 66"/>
                <a:gd name="T2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22">
                  <a:moveTo>
                    <a:pt x="66" y="5"/>
                  </a:moveTo>
                  <a:cubicBezTo>
                    <a:pt x="50" y="5"/>
                    <a:pt x="50" y="5"/>
                    <a:pt x="50" y="5"/>
                  </a:cubicBezTo>
                  <a:cubicBezTo>
                    <a:pt x="47" y="5"/>
                    <a:pt x="45" y="4"/>
                    <a:pt x="43" y="3"/>
                  </a:cubicBezTo>
                  <a:cubicBezTo>
                    <a:pt x="42" y="2"/>
                    <a:pt x="42" y="2"/>
                    <a:pt x="42" y="2"/>
                  </a:cubicBezTo>
                  <a:cubicBezTo>
                    <a:pt x="40" y="1"/>
                    <a:pt x="38" y="0"/>
                    <a:pt x="36" y="0"/>
                  </a:cubicBezTo>
                  <a:cubicBezTo>
                    <a:pt x="18" y="0"/>
                    <a:pt x="18" y="0"/>
                    <a:pt x="18" y="0"/>
                  </a:cubicBezTo>
                  <a:cubicBezTo>
                    <a:pt x="16" y="0"/>
                    <a:pt x="15" y="1"/>
                    <a:pt x="14" y="2"/>
                  </a:cubicBezTo>
                  <a:cubicBezTo>
                    <a:pt x="7" y="8"/>
                    <a:pt x="7" y="8"/>
                    <a:pt x="7" y="8"/>
                  </a:cubicBezTo>
                  <a:cubicBezTo>
                    <a:pt x="7" y="8"/>
                    <a:pt x="3" y="12"/>
                    <a:pt x="0" y="16"/>
                  </a:cubicBezTo>
                  <a:cubicBezTo>
                    <a:pt x="4" y="19"/>
                    <a:pt x="7" y="19"/>
                    <a:pt x="11" y="18"/>
                  </a:cubicBezTo>
                  <a:cubicBezTo>
                    <a:pt x="14" y="17"/>
                    <a:pt x="18" y="14"/>
                    <a:pt x="18" y="14"/>
                  </a:cubicBezTo>
                  <a:cubicBezTo>
                    <a:pt x="24" y="14"/>
                    <a:pt x="24" y="14"/>
                    <a:pt x="24" y="14"/>
                  </a:cubicBezTo>
                  <a:cubicBezTo>
                    <a:pt x="33" y="22"/>
                    <a:pt x="33" y="22"/>
                    <a:pt x="33" y="22"/>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18" name="Freeform 698">
              <a:extLst>
                <a:ext uri="{FF2B5EF4-FFF2-40B4-BE49-F238E27FC236}">
                  <a16:creationId xmlns:a16="http://schemas.microsoft.com/office/drawing/2014/main" id="{8C4A7989-2A1B-717C-75D5-0178C1FF66F9}"/>
                </a:ext>
              </a:extLst>
            </p:cNvPr>
            <p:cNvSpPr>
              <a:spLocks/>
            </p:cNvSpPr>
            <p:nvPr/>
          </p:nvSpPr>
          <p:spPr bwMode="auto">
            <a:xfrm>
              <a:off x="4603750" y="4483101"/>
              <a:ext cx="30163" cy="11113"/>
            </a:xfrm>
            <a:custGeom>
              <a:avLst/>
              <a:gdLst>
                <a:gd name="T0" fmla="*/ 0 w 9"/>
                <a:gd name="T1" fmla="*/ 3 h 3"/>
                <a:gd name="T2" fmla="*/ 9 w 9"/>
                <a:gd name="T3" fmla="*/ 0 h 3"/>
              </a:gdLst>
              <a:ahLst/>
              <a:cxnLst>
                <a:cxn ang="0">
                  <a:pos x="T0" y="T1"/>
                </a:cxn>
                <a:cxn ang="0">
                  <a:pos x="T2" y="T3"/>
                </a:cxn>
              </a:cxnLst>
              <a:rect l="0" t="0" r="r" b="b"/>
              <a:pathLst>
                <a:path w="9" h="3">
                  <a:moveTo>
                    <a:pt x="0" y="3"/>
                  </a:moveTo>
                  <a:cubicBezTo>
                    <a:pt x="2" y="0"/>
                    <a:pt x="5" y="0"/>
                    <a:pt x="9"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19" name="Freeform 699">
              <a:extLst>
                <a:ext uri="{FF2B5EF4-FFF2-40B4-BE49-F238E27FC236}">
                  <a16:creationId xmlns:a16="http://schemas.microsoft.com/office/drawing/2014/main" id="{853E57DD-2068-E1FC-EFD6-94CB59312A8F}"/>
                </a:ext>
              </a:extLst>
            </p:cNvPr>
            <p:cNvSpPr>
              <a:spLocks/>
            </p:cNvSpPr>
            <p:nvPr/>
          </p:nvSpPr>
          <p:spPr bwMode="auto">
            <a:xfrm>
              <a:off x="4533900" y="4440238"/>
              <a:ext cx="84138" cy="90488"/>
            </a:xfrm>
            <a:custGeom>
              <a:avLst/>
              <a:gdLst>
                <a:gd name="T0" fmla="*/ 6 w 25"/>
                <a:gd name="T1" fmla="*/ 0 h 27"/>
                <a:gd name="T2" fmla="*/ 21 w 25"/>
                <a:gd name="T3" fmla="*/ 16 h 27"/>
                <a:gd name="T4" fmla="*/ 14 w 25"/>
                <a:gd name="T5" fmla="*/ 22 h 27"/>
                <a:gd name="T6" fmla="*/ 0 w 25"/>
                <a:gd name="T7" fmla="*/ 9 h 27"/>
              </a:gdLst>
              <a:ahLst/>
              <a:cxnLst>
                <a:cxn ang="0">
                  <a:pos x="T0" y="T1"/>
                </a:cxn>
                <a:cxn ang="0">
                  <a:pos x="T2" y="T3"/>
                </a:cxn>
                <a:cxn ang="0">
                  <a:pos x="T4" y="T5"/>
                </a:cxn>
                <a:cxn ang="0">
                  <a:pos x="T6" y="T7"/>
                </a:cxn>
              </a:cxnLst>
              <a:rect l="0" t="0" r="r" b="b"/>
              <a:pathLst>
                <a:path w="25" h="27">
                  <a:moveTo>
                    <a:pt x="6" y="0"/>
                  </a:moveTo>
                  <a:cubicBezTo>
                    <a:pt x="6" y="0"/>
                    <a:pt x="18" y="13"/>
                    <a:pt x="21" y="16"/>
                  </a:cubicBezTo>
                  <a:cubicBezTo>
                    <a:pt x="25" y="19"/>
                    <a:pt x="20" y="27"/>
                    <a:pt x="14" y="22"/>
                  </a:cubicBezTo>
                  <a:cubicBezTo>
                    <a:pt x="11" y="19"/>
                    <a:pt x="0" y="9"/>
                    <a:pt x="0" y="9"/>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20" name="Freeform 700">
              <a:extLst>
                <a:ext uri="{FF2B5EF4-FFF2-40B4-BE49-F238E27FC236}">
                  <a16:creationId xmlns:a16="http://schemas.microsoft.com/office/drawing/2014/main" id="{7CC06110-BE4A-3243-5C4A-A605DD3AB62A}"/>
                </a:ext>
              </a:extLst>
            </p:cNvPr>
            <p:cNvSpPr>
              <a:spLocks/>
            </p:cNvSpPr>
            <p:nvPr/>
          </p:nvSpPr>
          <p:spPr bwMode="auto">
            <a:xfrm>
              <a:off x="4516438" y="4500563"/>
              <a:ext cx="71438" cy="44450"/>
            </a:xfrm>
            <a:custGeom>
              <a:avLst/>
              <a:gdLst>
                <a:gd name="T0" fmla="*/ 21 w 21"/>
                <a:gd name="T1" fmla="*/ 5 h 13"/>
                <a:gd name="T2" fmla="*/ 11 w 21"/>
                <a:gd name="T3" fmla="*/ 9 h 13"/>
                <a:gd name="T4" fmla="*/ 0 w 21"/>
                <a:gd name="T5" fmla="*/ 0 h 13"/>
              </a:gdLst>
              <a:ahLst/>
              <a:cxnLst>
                <a:cxn ang="0">
                  <a:pos x="T0" y="T1"/>
                </a:cxn>
                <a:cxn ang="0">
                  <a:pos x="T2" y="T3"/>
                </a:cxn>
                <a:cxn ang="0">
                  <a:pos x="T4" y="T5"/>
                </a:cxn>
              </a:cxnLst>
              <a:rect l="0" t="0" r="r" b="b"/>
              <a:pathLst>
                <a:path w="21" h="13">
                  <a:moveTo>
                    <a:pt x="21" y="5"/>
                  </a:moveTo>
                  <a:cubicBezTo>
                    <a:pt x="20" y="7"/>
                    <a:pt x="16" y="13"/>
                    <a:pt x="11" y="9"/>
                  </a:cubicBezTo>
                  <a:cubicBezTo>
                    <a:pt x="7" y="6"/>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21" name="Freeform 701">
              <a:extLst>
                <a:ext uri="{FF2B5EF4-FFF2-40B4-BE49-F238E27FC236}">
                  <a16:creationId xmlns:a16="http://schemas.microsoft.com/office/drawing/2014/main" id="{B7A80A19-202B-B0AE-138F-C8C709711972}"/>
                </a:ext>
              </a:extLst>
            </p:cNvPr>
            <p:cNvSpPr>
              <a:spLocks/>
            </p:cNvSpPr>
            <p:nvPr/>
          </p:nvSpPr>
          <p:spPr bwMode="auto">
            <a:xfrm>
              <a:off x="4498975" y="4527551"/>
              <a:ext cx="57150" cy="30163"/>
            </a:xfrm>
            <a:custGeom>
              <a:avLst/>
              <a:gdLst>
                <a:gd name="T0" fmla="*/ 17 w 17"/>
                <a:gd name="T1" fmla="*/ 2 h 9"/>
                <a:gd name="T2" fmla="*/ 7 w 17"/>
                <a:gd name="T3" fmla="*/ 6 h 9"/>
                <a:gd name="T4" fmla="*/ 0 w 17"/>
                <a:gd name="T5" fmla="*/ 0 h 9"/>
              </a:gdLst>
              <a:ahLst/>
              <a:cxnLst>
                <a:cxn ang="0">
                  <a:pos x="T0" y="T1"/>
                </a:cxn>
                <a:cxn ang="0">
                  <a:pos x="T2" y="T3"/>
                </a:cxn>
                <a:cxn ang="0">
                  <a:pos x="T4" y="T5"/>
                </a:cxn>
              </a:cxnLst>
              <a:rect l="0" t="0" r="r" b="b"/>
              <a:pathLst>
                <a:path w="17" h="9">
                  <a:moveTo>
                    <a:pt x="17" y="2"/>
                  </a:moveTo>
                  <a:cubicBezTo>
                    <a:pt x="15" y="7"/>
                    <a:pt x="11" y="9"/>
                    <a:pt x="7" y="6"/>
                  </a:cubicBezTo>
                  <a:cubicBezTo>
                    <a:pt x="4" y="4"/>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22" name="Freeform 702">
              <a:extLst>
                <a:ext uri="{FF2B5EF4-FFF2-40B4-BE49-F238E27FC236}">
                  <a16:creationId xmlns:a16="http://schemas.microsoft.com/office/drawing/2014/main" id="{31F97E68-2C78-19AB-F47E-809D1A482342}"/>
                </a:ext>
              </a:extLst>
            </p:cNvPr>
            <p:cNvSpPr>
              <a:spLocks/>
            </p:cNvSpPr>
            <p:nvPr/>
          </p:nvSpPr>
          <p:spPr bwMode="auto">
            <a:xfrm>
              <a:off x="4479925" y="4551363"/>
              <a:ext cx="46038" cy="20638"/>
            </a:xfrm>
            <a:custGeom>
              <a:avLst/>
              <a:gdLst>
                <a:gd name="T0" fmla="*/ 14 w 14"/>
                <a:gd name="T1" fmla="*/ 0 h 6"/>
                <a:gd name="T2" fmla="*/ 5 w 14"/>
                <a:gd name="T3" fmla="*/ 4 h 6"/>
                <a:gd name="T4" fmla="*/ 0 w 14"/>
                <a:gd name="T5" fmla="*/ 0 h 6"/>
              </a:gdLst>
              <a:ahLst/>
              <a:cxnLst>
                <a:cxn ang="0">
                  <a:pos x="T0" y="T1"/>
                </a:cxn>
                <a:cxn ang="0">
                  <a:pos x="T2" y="T3"/>
                </a:cxn>
                <a:cxn ang="0">
                  <a:pos x="T4" y="T5"/>
                </a:cxn>
              </a:cxnLst>
              <a:rect l="0" t="0" r="r" b="b"/>
              <a:pathLst>
                <a:path w="14" h="6">
                  <a:moveTo>
                    <a:pt x="14" y="0"/>
                  </a:moveTo>
                  <a:cubicBezTo>
                    <a:pt x="13" y="3"/>
                    <a:pt x="9" y="6"/>
                    <a:pt x="5" y="4"/>
                  </a:cubicBezTo>
                  <a:cubicBezTo>
                    <a:pt x="4" y="3"/>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23" name="Freeform 703">
              <a:extLst>
                <a:ext uri="{FF2B5EF4-FFF2-40B4-BE49-F238E27FC236}">
                  <a16:creationId xmlns:a16="http://schemas.microsoft.com/office/drawing/2014/main" id="{13DFC757-74F5-8E1B-6339-F3809567D199}"/>
                </a:ext>
              </a:extLst>
            </p:cNvPr>
            <p:cNvSpPr>
              <a:spLocks/>
            </p:cNvSpPr>
            <p:nvPr/>
          </p:nvSpPr>
          <p:spPr bwMode="auto">
            <a:xfrm>
              <a:off x="4321175" y="4365626"/>
              <a:ext cx="165100" cy="15875"/>
            </a:xfrm>
            <a:custGeom>
              <a:avLst/>
              <a:gdLst>
                <a:gd name="T0" fmla="*/ 0 w 49"/>
                <a:gd name="T1" fmla="*/ 5 h 5"/>
                <a:gd name="T2" fmla="*/ 20 w 49"/>
                <a:gd name="T3" fmla="*/ 5 h 5"/>
                <a:gd name="T4" fmla="*/ 25 w 49"/>
                <a:gd name="T5" fmla="*/ 3 h 5"/>
                <a:gd name="T6" fmla="*/ 28 w 49"/>
                <a:gd name="T7" fmla="*/ 2 h 5"/>
                <a:gd name="T8" fmla="*/ 33 w 49"/>
                <a:gd name="T9" fmla="*/ 0 h 5"/>
                <a:gd name="T10" fmla="*/ 44 w 49"/>
                <a:gd name="T11" fmla="*/ 0 h 5"/>
                <a:gd name="T12" fmla="*/ 47 w 49"/>
                <a:gd name="T13" fmla="*/ 1 h 5"/>
                <a:gd name="T14" fmla="*/ 49 w 49"/>
                <a:gd name="T15" fmla="*/ 2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5">
                  <a:moveTo>
                    <a:pt x="0" y="5"/>
                  </a:moveTo>
                  <a:cubicBezTo>
                    <a:pt x="20" y="5"/>
                    <a:pt x="20" y="5"/>
                    <a:pt x="20" y="5"/>
                  </a:cubicBezTo>
                  <a:cubicBezTo>
                    <a:pt x="22" y="5"/>
                    <a:pt x="24" y="4"/>
                    <a:pt x="25" y="3"/>
                  </a:cubicBezTo>
                  <a:cubicBezTo>
                    <a:pt x="28" y="2"/>
                    <a:pt x="28" y="2"/>
                    <a:pt x="28" y="2"/>
                  </a:cubicBezTo>
                  <a:cubicBezTo>
                    <a:pt x="29" y="1"/>
                    <a:pt x="31" y="0"/>
                    <a:pt x="33" y="0"/>
                  </a:cubicBezTo>
                  <a:cubicBezTo>
                    <a:pt x="44" y="0"/>
                    <a:pt x="44" y="0"/>
                    <a:pt x="44" y="0"/>
                  </a:cubicBezTo>
                  <a:cubicBezTo>
                    <a:pt x="45" y="0"/>
                    <a:pt x="46" y="0"/>
                    <a:pt x="47" y="1"/>
                  </a:cubicBezTo>
                  <a:cubicBezTo>
                    <a:pt x="49" y="2"/>
                    <a:pt x="49" y="2"/>
                    <a:pt x="49" y="2"/>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24" name="Freeform 704">
              <a:extLst>
                <a:ext uri="{FF2B5EF4-FFF2-40B4-BE49-F238E27FC236}">
                  <a16:creationId xmlns:a16="http://schemas.microsoft.com/office/drawing/2014/main" id="{0F29F50C-EFB2-B8EF-A9F1-C37468EFCAB3}"/>
                </a:ext>
              </a:extLst>
            </p:cNvPr>
            <p:cNvSpPr>
              <a:spLocks/>
            </p:cNvSpPr>
            <p:nvPr/>
          </p:nvSpPr>
          <p:spPr bwMode="auto">
            <a:xfrm>
              <a:off x="4375150" y="4479926"/>
              <a:ext cx="39688" cy="38100"/>
            </a:xfrm>
            <a:custGeom>
              <a:avLst/>
              <a:gdLst>
                <a:gd name="T0" fmla="*/ 10 w 12"/>
                <a:gd name="T1" fmla="*/ 7 h 11"/>
                <a:gd name="T2" fmla="*/ 10 w 12"/>
                <a:gd name="T3" fmla="*/ 1 h 11"/>
                <a:gd name="T4" fmla="*/ 10 w 12"/>
                <a:gd name="T5" fmla="*/ 1 h 11"/>
                <a:gd name="T6" fmla="*/ 4 w 12"/>
                <a:gd name="T7" fmla="*/ 1 h 11"/>
                <a:gd name="T8" fmla="*/ 1 w 12"/>
                <a:gd name="T9" fmla="*/ 3 h 11"/>
                <a:gd name="T10" fmla="*/ 1 w 12"/>
                <a:gd name="T11" fmla="*/ 9 h 11"/>
                <a:gd name="T12" fmla="*/ 7 w 12"/>
                <a:gd name="T13" fmla="*/ 9 h 11"/>
              </a:gdLst>
              <a:ahLst/>
              <a:cxnLst>
                <a:cxn ang="0">
                  <a:pos x="T0" y="T1"/>
                </a:cxn>
                <a:cxn ang="0">
                  <a:pos x="T2" y="T3"/>
                </a:cxn>
                <a:cxn ang="0">
                  <a:pos x="T4" y="T5"/>
                </a:cxn>
                <a:cxn ang="0">
                  <a:pos x="T6" y="T7"/>
                </a:cxn>
                <a:cxn ang="0">
                  <a:pos x="T8" y="T9"/>
                </a:cxn>
                <a:cxn ang="0">
                  <a:pos x="T10" y="T11"/>
                </a:cxn>
                <a:cxn ang="0">
                  <a:pos x="T12" y="T13"/>
                </a:cxn>
              </a:cxnLst>
              <a:rect l="0" t="0" r="r" b="b"/>
              <a:pathLst>
                <a:path w="12" h="11">
                  <a:moveTo>
                    <a:pt x="10" y="7"/>
                  </a:moveTo>
                  <a:cubicBezTo>
                    <a:pt x="12" y="5"/>
                    <a:pt x="11" y="3"/>
                    <a:pt x="10" y="1"/>
                  </a:cubicBezTo>
                  <a:cubicBezTo>
                    <a:pt x="10" y="1"/>
                    <a:pt x="10" y="1"/>
                    <a:pt x="10" y="1"/>
                  </a:cubicBezTo>
                  <a:cubicBezTo>
                    <a:pt x="8" y="0"/>
                    <a:pt x="5" y="0"/>
                    <a:pt x="4" y="1"/>
                  </a:cubicBezTo>
                  <a:cubicBezTo>
                    <a:pt x="1" y="3"/>
                    <a:pt x="1" y="3"/>
                    <a:pt x="1" y="3"/>
                  </a:cubicBezTo>
                  <a:cubicBezTo>
                    <a:pt x="0" y="5"/>
                    <a:pt x="0" y="8"/>
                    <a:pt x="1" y="9"/>
                  </a:cubicBezTo>
                  <a:cubicBezTo>
                    <a:pt x="3" y="11"/>
                    <a:pt x="6" y="11"/>
                    <a:pt x="7" y="9"/>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25" name="Freeform 705">
              <a:extLst>
                <a:ext uri="{FF2B5EF4-FFF2-40B4-BE49-F238E27FC236}">
                  <a16:creationId xmlns:a16="http://schemas.microsoft.com/office/drawing/2014/main" id="{88CFEB6A-F498-F488-A828-F4F07B75D563}"/>
                </a:ext>
              </a:extLst>
            </p:cNvPr>
            <p:cNvSpPr>
              <a:spLocks/>
            </p:cNvSpPr>
            <p:nvPr/>
          </p:nvSpPr>
          <p:spPr bwMode="auto">
            <a:xfrm>
              <a:off x="4391025" y="4486276"/>
              <a:ext cx="53975" cy="55563"/>
            </a:xfrm>
            <a:custGeom>
              <a:avLst/>
              <a:gdLst>
                <a:gd name="T0" fmla="*/ 15 w 16"/>
                <a:gd name="T1" fmla="*/ 1 h 16"/>
                <a:gd name="T2" fmla="*/ 15 w 16"/>
                <a:gd name="T3" fmla="*/ 1 h 16"/>
                <a:gd name="T4" fmla="*/ 9 w 16"/>
                <a:gd name="T5" fmla="*/ 1 h 16"/>
                <a:gd name="T6" fmla="*/ 2 w 16"/>
                <a:gd name="T7" fmla="*/ 8 h 16"/>
                <a:gd name="T8" fmla="*/ 2 w 16"/>
                <a:gd name="T9" fmla="*/ 14 h 16"/>
                <a:gd name="T10" fmla="*/ 8 w 16"/>
                <a:gd name="T11" fmla="*/ 14 h 16"/>
                <a:gd name="T12" fmla="*/ 15 w 16"/>
                <a:gd name="T13" fmla="*/ 7 h 16"/>
                <a:gd name="T14" fmla="*/ 15 w 16"/>
                <a:gd name="T15" fmla="*/ 1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16">
                  <a:moveTo>
                    <a:pt x="15" y="1"/>
                  </a:moveTo>
                  <a:cubicBezTo>
                    <a:pt x="15" y="1"/>
                    <a:pt x="15" y="1"/>
                    <a:pt x="15" y="1"/>
                  </a:cubicBezTo>
                  <a:cubicBezTo>
                    <a:pt x="13" y="0"/>
                    <a:pt x="10" y="0"/>
                    <a:pt x="9" y="1"/>
                  </a:cubicBezTo>
                  <a:cubicBezTo>
                    <a:pt x="2" y="8"/>
                    <a:pt x="2" y="8"/>
                    <a:pt x="2" y="8"/>
                  </a:cubicBezTo>
                  <a:cubicBezTo>
                    <a:pt x="0" y="10"/>
                    <a:pt x="0" y="12"/>
                    <a:pt x="2" y="14"/>
                  </a:cubicBezTo>
                  <a:cubicBezTo>
                    <a:pt x="3" y="16"/>
                    <a:pt x="6" y="16"/>
                    <a:pt x="8" y="14"/>
                  </a:cubicBezTo>
                  <a:cubicBezTo>
                    <a:pt x="15" y="7"/>
                    <a:pt x="15" y="7"/>
                    <a:pt x="15" y="7"/>
                  </a:cubicBezTo>
                  <a:cubicBezTo>
                    <a:pt x="16" y="6"/>
                    <a:pt x="16" y="3"/>
                    <a:pt x="15" y="1"/>
                  </a:cubicBezTo>
                  <a:close/>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26" name="Freeform 706">
              <a:extLst>
                <a:ext uri="{FF2B5EF4-FFF2-40B4-BE49-F238E27FC236}">
                  <a16:creationId xmlns:a16="http://schemas.microsoft.com/office/drawing/2014/main" id="{5B7F4EF0-BE12-4D09-E217-21E83AE90CB4}"/>
                </a:ext>
              </a:extLst>
            </p:cNvPr>
            <p:cNvSpPr>
              <a:spLocks/>
            </p:cNvSpPr>
            <p:nvPr/>
          </p:nvSpPr>
          <p:spPr bwMode="auto">
            <a:xfrm>
              <a:off x="4414838" y="4503738"/>
              <a:ext cx="53975" cy="53975"/>
            </a:xfrm>
            <a:custGeom>
              <a:avLst/>
              <a:gdLst>
                <a:gd name="T0" fmla="*/ 2 w 16"/>
                <a:gd name="T1" fmla="*/ 8 h 16"/>
                <a:gd name="T2" fmla="*/ 2 w 16"/>
                <a:gd name="T3" fmla="*/ 14 h 16"/>
                <a:gd name="T4" fmla="*/ 8 w 16"/>
                <a:gd name="T5" fmla="*/ 14 h 16"/>
                <a:gd name="T6" fmla="*/ 14 w 16"/>
                <a:gd name="T7" fmla="*/ 8 h 16"/>
                <a:gd name="T8" fmla="*/ 14 w 16"/>
                <a:gd name="T9" fmla="*/ 2 h 16"/>
                <a:gd name="T10" fmla="*/ 14 w 16"/>
                <a:gd name="T11" fmla="*/ 2 h 16"/>
                <a:gd name="T12" fmla="*/ 8 w 16"/>
                <a:gd name="T13" fmla="*/ 2 h 16"/>
              </a:gdLst>
              <a:ahLst/>
              <a:cxnLst>
                <a:cxn ang="0">
                  <a:pos x="T0" y="T1"/>
                </a:cxn>
                <a:cxn ang="0">
                  <a:pos x="T2" y="T3"/>
                </a:cxn>
                <a:cxn ang="0">
                  <a:pos x="T4" y="T5"/>
                </a:cxn>
                <a:cxn ang="0">
                  <a:pos x="T6" y="T7"/>
                </a:cxn>
                <a:cxn ang="0">
                  <a:pos x="T8" y="T9"/>
                </a:cxn>
                <a:cxn ang="0">
                  <a:pos x="T10" y="T11"/>
                </a:cxn>
                <a:cxn ang="0">
                  <a:pos x="T12" y="T13"/>
                </a:cxn>
              </a:cxnLst>
              <a:rect l="0" t="0" r="r" b="b"/>
              <a:pathLst>
                <a:path w="16" h="16">
                  <a:moveTo>
                    <a:pt x="2" y="8"/>
                  </a:moveTo>
                  <a:cubicBezTo>
                    <a:pt x="0" y="9"/>
                    <a:pt x="0" y="12"/>
                    <a:pt x="2" y="14"/>
                  </a:cubicBezTo>
                  <a:cubicBezTo>
                    <a:pt x="3" y="16"/>
                    <a:pt x="6" y="16"/>
                    <a:pt x="8" y="14"/>
                  </a:cubicBezTo>
                  <a:cubicBezTo>
                    <a:pt x="14" y="8"/>
                    <a:pt x="14" y="8"/>
                    <a:pt x="14" y="8"/>
                  </a:cubicBezTo>
                  <a:cubicBezTo>
                    <a:pt x="16" y="6"/>
                    <a:pt x="16" y="4"/>
                    <a:pt x="14" y="2"/>
                  </a:cubicBezTo>
                  <a:cubicBezTo>
                    <a:pt x="14" y="2"/>
                    <a:pt x="14" y="2"/>
                    <a:pt x="14" y="2"/>
                  </a:cubicBezTo>
                  <a:cubicBezTo>
                    <a:pt x="12" y="0"/>
                    <a:pt x="10" y="0"/>
                    <a:pt x="8" y="2"/>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27" name="Freeform 707">
              <a:extLst>
                <a:ext uri="{FF2B5EF4-FFF2-40B4-BE49-F238E27FC236}">
                  <a16:creationId xmlns:a16="http://schemas.microsoft.com/office/drawing/2014/main" id="{1FC589B9-C955-E1BD-BE23-DC34E71D66D4}"/>
                </a:ext>
              </a:extLst>
            </p:cNvPr>
            <p:cNvSpPr>
              <a:spLocks/>
            </p:cNvSpPr>
            <p:nvPr/>
          </p:nvSpPr>
          <p:spPr bwMode="auto">
            <a:xfrm>
              <a:off x="4445000" y="4530726"/>
              <a:ext cx="38100" cy="38100"/>
            </a:xfrm>
            <a:custGeom>
              <a:avLst/>
              <a:gdLst>
                <a:gd name="T0" fmla="*/ 2 w 11"/>
                <a:gd name="T1" fmla="*/ 3 h 11"/>
                <a:gd name="T2" fmla="*/ 2 w 11"/>
                <a:gd name="T3" fmla="*/ 9 h 11"/>
                <a:gd name="T4" fmla="*/ 8 w 11"/>
                <a:gd name="T5" fmla="*/ 9 h 11"/>
                <a:gd name="T6" fmla="*/ 9 w 11"/>
                <a:gd name="T7" fmla="*/ 8 h 11"/>
                <a:gd name="T8" fmla="*/ 9 w 11"/>
                <a:gd name="T9" fmla="*/ 2 h 11"/>
                <a:gd name="T10" fmla="*/ 9 w 11"/>
                <a:gd name="T11" fmla="*/ 2 h 11"/>
                <a:gd name="T12" fmla="*/ 3 w 11"/>
                <a:gd name="T13" fmla="*/ 1 h 11"/>
              </a:gdLst>
              <a:ahLst/>
              <a:cxnLst>
                <a:cxn ang="0">
                  <a:pos x="T0" y="T1"/>
                </a:cxn>
                <a:cxn ang="0">
                  <a:pos x="T2" y="T3"/>
                </a:cxn>
                <a:cxn ang="0">
                  <a:pos x="T4" y="T5"/>
                </a:cxn>
                <a:cxn ang="0">
                  <a:pos x="T6" y="T7"/>
                </a:cxn>
                <a:cxn ang="0">
                  <a:pos x="T8" y="T9"/>
                </a:cxn>
                <a:cxn ang="0">
                  <a:pos x="T10" y="T11"/>
                </a:cxn>
                <a:cxn ang="0">
                  <a:pos x="T12" y="T13"/>
                </a:cxn>
              </a:cxnLst>
              <a:rect l="0" t="0" r="r" b="b"/>
              <a:pathLst>
                <a:path w="11" h="11">
                  <a:moveTo>
                    <a:pt x="2" y="3"/>
                  </a:moveTo>
                  <a:cubicBezTo>
                    <a:pt x="0" y="5"/>
                    <a:pt x="0" y="7"/>
                    <a:pt x="2" y="9"/>
                  </a:cubicBezTo>
                  <a:cubicBezTo>
                    <a:pt x="3" y="11"/>
                    <a:pt x="6" y="11"/>
                    <a:pt x="8" y="9"/>
                  </a:cubicBezTo>
                  <a:cubicBezTo>
                    <a:pt x="9" y="8"/>
                    <a:pt x="9" y="8"/>
                    <a:pt x="9" y="8"/>
                  </a:cubicBezTo>
                  <a:cubicBezTo>
                    <a:pt x="11" y="6"/>
                    <a:pt x="11" y="3"/>
                    <a:pt x="9" y="2"/>
                  </a:cubicBezTo>
                  <a:cubicBezTo>
                    <a:pt x="9" y="2"/>
                    <a:pt x="9" y="2"/>
                    <a:pt x="9" y="2"/>
                  </a:cubicBezTo>
                  <a:cubicBezTo>
                    <a:pt x="8" y="0"/>
                    <a:pt x="5" y="0"/>
                    <a:pt x="3" y="1"/>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28" name="Freeform 708">
              <a:extLst>
                <a:ext uri="{FF2B5EF4-FFF2-40B4-BE49-F238E27FC236}">
                  <a16:creationId xmlns:a16="http://schemas.microsoft.com/office/drawing/2014/main" id="{03E06867-226E-CA57-6E51-B0B46340B4A9}"/>
                </a:ext>
              </a:extLst>
            </p:cNvPr>
            <p:cNvSpPr>
              <a:spLocks/>
            </p:cNvSpPr>
            <p:nvPr/>
          </p:nvSpPr>
          <p:spPr bwMode="auto">
            <a:xfrm>
              <a:off x="4552950" y="4440238"/>
              <a:ext cx="34925" cy="9525"/>
            </a:xfrm>
            <a:custGeom>
              <a:avLst/>
              <a:gdLst>
                <a:gd name="T0" fmla="*/ 10 w 10"/>
                <a:gd name="T1" fmla="*/ 2 h 3"/>
                <a:gd name="T2" fmla="*/ 0 w 10"/>
                <a:gd name="T3" fmla="*/ 0 h 3"/>
              </a:gdLst>
              <a:ahLst/>
              <a:cxnLst>
                <a:cxn ang="0">
                  <a:pos x="T0" y="T1"/>
                </a:cxn>
                <a:cxn ang="0">
                  <a:pos x="T2" y="T3"/>
                </a:cxn>
              </a:cxnLst>
              <a:rect l="0" t="0" r="r" b="b"/>
              <a:pathLst>
                <a:path w="10" h="3">
                  <a:moveTo>
                    <a:pt x="10" y="2"/>
                  </a:moveTo>
                  <a:cubicBezTo>
                    <a:pt x="4" y="3"/>
                    <a:pt x="3" y="2"/>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29" name="Freeform 709">
              <a:extLst>
                <a:ext uri="{FF2B5EF4-FFF2-40B4-BE49-F238E27FC236}">
                  <a16:creationId xmlns:a16="http://schemas.microsoft.com/office/drawing/2014/main" id="{35BF0751-530A-3736-A8A7-9475C73B2BB0}"/>
                </a:ext>
              </a:extLst>
            </p:cNvPr>
            <p:cNvSpPr>
              <a:spLocks/>
            </p:cNvSpPr>
            <p:nvPr/>
          </p:nvSpPr>
          <p:spPr bwMode="auto">
            <a:xfrm>
              <a:off x="4351338" y="4483101"/>
              <a:ext cx="26988" cy="11113"/>
            </a:xfrm>
            <a:custGeom>
              <a:avLst/>
              <a:gdLst>
                <a:gd name="T0" fmla="*/ 8 w 8"/>
                <a:gd name="T1" fmla="*/ 3 h 3"/>
                <a:gd name="T2" fmla="*/ 0 w 8"/>
                <a:gd name="T3" fmla="*/ 0 h 3"/>
              </a:gdLst>
              <a:ahLst/>
              <a:cxnLst>
                <a:cxn ang="0">
                  <a:pos x="T0" y="T1"/>
                </a:cxn>
                <a:cxn ang="0">
                  <a:pos x="T2" y="T3"/>
                </a:cxn>
              </a:cxnLst>
              <a:rect l="0" t="0" r="r" b="b"/>
              <a:pathLst>
                <a:path w="8" h="3">
                  <a:moveTo>
                    <a:pt x="8" y="3"/>
                  </a:moveTo>
                  <a:cubicBezTo>
                    <a:pt x="7" y="1"/>
                    <a:pt x="4"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grpSp>
      <p:grpSp>
        <p:nvGrpSpPr>
          <p:cNvPr id="1130" name="Agrupar 888">
            <a:extLst>
              <a:ext uri="{FF2B5EF4-FFF2-40B4-BE49-F238E27FC236}">
                <a16:creationId xmlns:a16="http://schemas.microsoft.com/office/drawing/2014/main" id="{7618A8CB-635B-BAD2-957A-DCA3E1FD2833}"/>
              </a:ext>
            </a:extLst>
          </p:cNvPr>
          <p:cNvGrpSpPr/>
          <p:nvPr/>
        </p:nvGrpSpPr>
        <p:grpSpPr>
          <a:xfrm>
            <a:off x="10976341" y="1863750"/>
            <a:ext cx="355780" cy="373814"/>
            <a:chOff x="4321175" y="4210051"/>
            <a:chExt cx="344488" cy="361950"/>
          </a:xfrm>
        </p:grpSpPr>
        <p:sp>
          <p:nvSpPr>
            <p:cNvPr id="1131" name="Freeform 694">
              <a:extLst>
                <a:ext uri="{FF2B5EF4-FFF2-40B4-BE49-F238E27FC236}">
                  <a16:creationId xmlns:a16="http://schemas.microsoft.com/office/drawing/2014/main" id="{9C3A87EE-D66E-377E-EA8D-6A337E1C2830}"/>
                </a:ext>
              </a:extLst>
            </p:cNvPr>
            <p:cNvSpPr>
              <a:spLocks/>
            </p:cNvSpPr>
            <p:nvPr/>
          </p:nvSpPr>
          <p:spPr bwMode="auto">
            <a:xfrm>
              <a:off x="4371975" y="4281488"/>
              <a:ext cx="57150" cy="66675"/>
            </a:xfrm>
            <a:custGeom>
              <a:avLst/>
              <a:gdLst>
                <a:gd name="T0" fmla="*/ 6 w 17"/>
                <a:gd name="T1" fmla="*/ 20 h 20"/>
                <a:gd name="T2" fmla="*/ 6 w 17"/>
                <a:gd name="T3" fmla="*/ 16 h 20"/>
                <a:gd name="T4" fmla="*/ 10 w 17"/>
                <a:gd name="T5" fmla="*/ 11 h 20"/>
                <a:gd name="T6" fmla="*/ 17 w 17"/>
                <a:gd name="T7" fmla="*/ 11 h 20"/>
                <a:gd name="T8" fmla="*/ 17 w 17"/>
                <a:gd name="T9" fmla="*/ 6 h 20"/>
                <a:gd name="T10" fmla="*/ 10 w 17"/>
                <a:gd name="T11" fmla="*/ 0 h 20"/>
                <a:gd name="T12" fmla="*/ 0 w 17"/>
                <a:gd name="T13" fmla="*/ 0 h 20"/>
              </a:gdLst>
              <a:ahLst/>
              <a:cxnLst>
                <a:cxn ang="0">
                  <a:pos x="T0" y="T1"/>
                </a:cxn>
                <a:cxn ang="0">
                  <a:pos x="T2" y="T3"/>
                </a:cxn>
                <a:cxn ang="0">
                  <a:pos x="T4" y="T5"/>
                </a:cxn>
                <a:cxn ang="0">
                  <a:pos x="T6" y="T7"/>
                </a:cxn>
                <a:cxn ang="0">
                  <a:pos x="T8" y="T9"/>
                </a:cxn>
                <a:cxn ang="0">
                  <a:pos x="T10" y="T11"/>
                </a:cxn>
                <a:cxn ang="0">
                  <a:pos x="T12" y="T13"/>
                </a:cxn>
              </a:cxnLst>
              <a:rect l="0" t="0" r="r" b="b"/>
              <a:pathLst>
                <a:path w="17" h="20">
                  <a:moveTo>
                    <a:pt x="6" y="20"/>
                  </a:moveTo>
                  <a:cubicBezTo>
                    <a:pt x="6" y="16"/>
                    <a:pt x="6" y="16"/>
                    <a:pt x="6" y="16"/>
                  </a:cubicBezTo>
                  <a:cubicBezTo>
                    <a:pt x="10" y="11"/>
                    <a:pt x="10" y="11"/>
                    <a:pt x="10" y="11"/>
                  </a:cubicBezTo>
                  <a:cubicBezTo>
                    <a:pt x="17" y="11"/>
                    <a:pt x="17" y="11"/>
                    <a:pt x="17" y="11"/>
                  </a:cubicBezTo>
                  <a:cubicBezTo>
                    <a:pt x="17" y="6"/>
                    <a:pt x="17" y="6"/>
                    <a:pt x="17" y="6"/>
                  </a:cubicBezTo>
                  <a:cubicBezTo>
                    <a:pt x="17" y="3"/>
                    <a:pt x="14" y="0"/>
                    <a:pt x="10" y="0"/>
                  </a:cubicBezTo>
                  <a:cubicBezTo>
                    <a:pt x="0" y="0"/>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32" name="Freeform 695">
              <a:extLst>
                <a:ext uri="{FF2B5EF4-FFF2-40B4-BE49-F238E27FC236}">
                  <a16:creationId xmlns:a16="http://schemas.microsoft.com/office/drawing/2014/main" id="{64D0FB82-B247-BDB0-2B7A-8D2EB36D025A}"/>
                </a:ext>
              </a:extLst>
            </p:cNvPr>
            <p:cNvSpPr>
              <a:spLocks/>
            </p:cNvSpPr>
            <p:nvPr/>
          </p:nvSpPr>
          <p:spPr bwMode="auto">
            <a:xfrm>
              <a:off x="4468813" y="4240213"/>
              <a:ext cx="165100" cy="101600"/>
            </a:xfrm>
            <a:custGeom>
              <a:avLst/>
              <a:gdLst>
                <a:gd name="T0" fmla="*/ 33 w 49"/>
                <a:gd name="T1" fmla="*/ 0 h 30"/>
                <a:gd name="T2" fmla="*/ 28 w 49"/>
                <a:gd name="T3" fmla="*/ 5 h 30"/>
                <a:gd name="T4" fmla="*/ 14 w 49"/>
                <a:gd name="T5" fmla="*/ 5 h 30"/>
                <a:gd name="T6" fmla="*/ 9 w 49"/>
                <a:gd name="T7" fmla="*/ 9 h 30"/>
                <a:gd name="T8" fmla="*/ 7 w 49"/>
                <a:gd name="T9" fmla="*/ 9 h 30"/>
                <a:gd name="T10" fmla="*/ 0 w 49"/>
                <a:gd name="T11" fmla="*/ 16 h 30"/>
                <a:gd name="T12" fmla="*/ 0 w 49"/>
                <a:gd name="T13" fmla="*/ 18 h 30"/>
                <a:gd name="T14" fmla="*/ 11 w 49"/>
                <a:gd name="T15" fmla="*/ 18 h 30"/>
                <a:gd name="T16" fmla="*/ 21 w 49"/>
                <a:gd name="T17" fmla="*/ 28 h 30"/>
                <a:gd name="T18" fmla="*/ 21 w 49"/>
                <a:gd name="T19" fmla="*/ 28 h 30"/>
                <a:gd name="T20" fmla="*/ 25 w 49"/>
                <a:gd name="T21" fmla="*/ 28 h 30"/>
                <a:gd name="T22" fmla="*/ 28 w 49"/>
                <a:gd name="T23" fmla="*/ 25 h 30"/>
                <a:gd name="T24" fmla="*/ 30 w 49"/>
                <a:gd name="T25" fmla="*/ 25 h 30"/>
                <a:gd name="T26" fmla="*/ 35 w 49"/>
                <a:gd name="T27" fmla="*/ 30 h 30"/>
                <a:gd name="T28" fmla="*/ 35 w 49"/>
                <a:gd name="T29" fmla="*/ 30 h 30"/>
                <a:gd name="T30" fmla="*/ 49 w 49"/>
                <a:gd name="T31"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9" h="30">
                  <a:moveTo>
                    <a:pt x="33" y="0"/>
                  </a:moveTo>
                  <a:cubicBezTo>
                    <a:pt x="28" y="5"/>
                    <a:pt x="28" y="5"/>
                    <a:pt x="28" y="5"/>
                  </a:cubicBezTo>
                  <a:cubicBezTo>
                    <a:pt x="14" y="5"/>
                    <a:pt x="14" y="5"/>
                    <a:pt x="14" y="5"/>
                  </a:cubicBezTo>
                  <a:cubicBezTo>
                    <a:pt x="9" y="9"/>
                    <a:pt x="9" y="9"/>
                    <a:pt x="9" y="9"/>
                  </a:cubicBezTo>
                  <a:cubicBezTo>
                    <a:pt x="7" y="9"/>
                    <a:pt x="7" y="9"/>
                    <a:pt x="7" y="9"/>
                  </a:cubicBezTo>
                  <a:cubicBezTo>
                    <a:pt x="3" y="9"/>
                    <a:pt x="0" y="12"/>
                    <a:pt x="0" y="16"/>
                  </a:cubicBezTo>
                  <a:cubicBezTo>
                    <a:pt x="0" y="18"/>
                    <a:pt x="0" y="18"/>
                    <a:pt x="0" y="18"/>
                  </a:cubicBezTo>
                  <a:cubicBezTo>
                    <a:pt x="11" y="18"/>
                    <a:pt x="11" y="18"/>
                    <a:pt x="11" y="18"/>
                  </a:cubicBezTo>
                  <a:cubicBezTo>
                    <a:pt x="21" y="28"/>
                    <a:pt x="21" y="28"/>
                    <a:pt x="21" y="28"/>
                  </a:cubicBezTo>
                  <a:cubicBezTo>
                    <a:pt x="21" y="28"/>
                    <a:pt x="21" y="28"/>
                    <a:pt x="21" y="28"/>
                  </a:cubicBezTo>
                  <a:cubicBezTo>
                    <a:pt x="25" y="28"/>
                    <a:pt x="25" y="28"/>
                    <a:pt x="25" y="28"/>
                  </a:cubicBezTo>
                  <a:cubicBezTo>
                    <a:pt x="28" y="25"/>
                    <a:pt x="28" y="25"/>
                    <a:pt x="28" y="25"/>
                  </a:cubicBezTo>
                  <a:cubicBezTo>
                    <a:pt x="30" y="25"/>
                    <a:pt x="30" y="25"/>
                    <a:pt x="30" y="25"/>
                  </a:cubicBezTo>
                  <a:cubicBezTo>
                    <a:pt x="35" y="30"/>
                    <a:pt x="35" y="30"/>
                    <a:pt x="35" y="30"/>
                  </a:cubicBezTo>
                  <a:cubicBezTo>
                    <a:pt x="35" y="30"/>
                    <a:pt x="35" y="30"/>
                    <a:pt x="35" y="30"/>
                  </a:cubicBezTo>
                  <a:cubicBezTo>
                    <a:pt x="49" y="30"/>
                    <a:pt x="49" y="30"/>
                    <a:pt x="49" y="3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33" name="Freeform 696">
              <a:extLst>
                <a:ext uri="{FF2B5EF4-FFF2-40B4-BE49-F238E27FC236}">
                  <a16:creationId xmlns:a16="http://schemas.microsoft.com/office/drawing/2014/main" id="{F6348AC3-081B-6779-E1E3-8E446FC6C79E}"/>
                </a:ext>
              </a:extLst>
            </p:cNvPr>
            <p:cNvSpPr>
              <a:spLocks/>
            </p:cNvSpPr>
            <p:nvPr/>
          </p:nvSpPr>
          <p:spPr bwMode="auto">
            <a:xfrm>
              <a:off x="4351338" y="4210051"/>
              <a:ext cx="282575" cy="138113"/>
            </a:xfrm>
            <a:custGeom>
              <a:avLst/>
              <a:gdLst>
                <a:gd name="T0" fmla="*/ 0 w 84"/>
                <a:gd name="T1" fmla="*/ 41 h 41"/>
                <a:gd name="T2" fmla="*/ 42 w 84"/>
                <a:gd name="T3" fmla="*/ 0 h 41"/>
                <a:gd name="T4" fmla="*/ 84 w 84"/>
                <a:gd name="T5" fmla="*/ 41 h 41"/>
              </a:gdLst>
              <a:ahLst/>
              <a:cxnLst>
                <a:cxn ang="0">
                  <a:pos x="T0" y="T1"/>
                </a:cxn>
                <a:cxn ang="0">
                  <a:pos x="T2" y="T3"/>
                </a:cxn>
                <a:cxn ang="0">
                  <a:pos x="T4" y="T5"/>
                </a:cxn>
              </a:cxnLst>
              <a:rect l="0" t="0" r="r" b="b"/>
              <a:pathLst>
                <a:path w="84" h="41">
                  <a:moveTo>
                    <a:pt x="0" y="41"/>
                  </a:moveTo>
                  <a:cubicBezTo>
                    <a:pt x="0" y="18"/>
                    <a:pt x="19" y="0"/>
                    <a:pt x="42" y="0"/>
                  </a:cubicBezTo>
                  <a:cubicBezTo>
                    <a:pt x="65" y="0"/>
                    <a:pt x="84" y="18"/>
                    <a:pt x="84" y="41"/>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34" name="Freeform 697">
              <a:extLst>
                <a:ext uri="{FF2B5EF4-FFF2-40B4-BE49-F238E27FC236}">
                  <a16:creationId xmlns:a16="http://schemas.microsoft.com/office/drawing/2014/main" id="{A060A3F5-1B33-4780-7765-A2D55E53039E}"/>
                </a:ext>
              </a:extLst>
            </p:cNvPr>
            <p:cNvSpPr>
              <a:spLocks/>
            </p:cNvSpPr>
            <p:nvPr/>
          </p:nvSpPr>
          <p:spPr bwMode="auto">
            <a:xfrm>
              <a:off x="4441825" y="4365626"/>
              <a:ext cx="223838" cy="74613"/>
            </a:xfrm>
            <a:custGeom>
              <a:avLst/>
              <a:gdLst>
                <a:gd name="T0" fmla="*/ 66 w 66"/>
                <a:gd name="T1" fmla="*/ 5 h 22"/>
                <a:gd name="T2" fmla="*/ 50 w 66"/>
                <a:gd name="T3" fmla="*/ 5 h 22"/>
                <a:gd name="T4" fmla="*/ 43 w 66"/>
                <a:gd name="T5" fmla="*/ 3 h 22"/>
                <a:gd name="T6" fmla="*/ 42 w 66"/>
                <a:gd name="T7" fmla="*/ 2 h 22"/>
                <a:gd name="T8" fmla="*/ 36 w 66"/>
                <a:gd name="T9" fmla="*/ 0 h 22"/>
                <a:gd name="T10" fmla="*/ 18 w 66"/>
                <a:gd name="T11" fmla="*/ 0 h 22"/>
                <a:gd name="T12" fmla="*/ 14 w 66"/>
                <a:gd name="T13" fmla="*/ 2 h 22"/>
                <a:gd name="T14" fmla="*/ 7 w 66"/>
                <a:gd name="T15" fmla="*/ 8 h 22"/>
                <a:gd name="T16" fmla="*/ 0 w 66"/>
                <a:gd name="T17" fmla="*/ 16 h 22"/>
                <a:gd name="T18" fmla="*/ 11 w 66"/>
                <a:gd name="T19" fmla="*/ 18 h 22"/>
                <a:gd name="T20" fmla="*/ 18 w 66"/>
                <a:gd name="T21" fmla="*/ 14 h 22"/>
                <a:gd name="T22" fmla="*/ 24 w 66"/>
                <a:gd name="T23" fmla="*/ 14 h 22"/>
                <a:gd name="T24" fmla="*/ 33 w 66"/>
                <a:gd name="T2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22">
                  <a:moveTo>
                    <a:pt x="66" y="5"/>
                  </a:moveTo>
                  <a:cubicBezTo>
                    <a:pt x="50" y="5"/>
                    <a:pt x="50" y="5"/>
                    <a:pt x="50" y="5"/>
                  </a:cubicBezTo>
                  <a:cubicBezTo>
                    <a:pt x="47" y="5"/>
                    <a:pt x="45" y="4"/>
                    <a:pt x="43" y="3"/>
                  </a:cubicBezTo>
                  <a:cubicBezTo>
                    <a:pt x="42" y="2"/>
                    <a:pt x="42" y="2"/>
                    <a:pt x="42" y="2"/>
                  </a:cubicBezTo>
                  <a:cubicBezTo>
                    <a:pt x="40" y="1"/>
                    <a:pt x="38" y="0"/>
                    <a:pt x="36" y="0"/>
                  </a:cubicBezTo>
                  <a:cubicBezTo>
                    <a:pt x="18" y="0"/>
                    <a:pt x="18" y="0"/>
                    <a:pt x="18" y="0"/>
                  </a:cubicBezTo>
                  <a:cubicBezTo>
                    <a:pt x="16" y="0"/>
                    <a:pt x="15" y="1"/>
                    <a:pt x="14" y="2"/>
                  </a:cubicBezTo>
                  <a:cubicBezTo>
                    <a:pt x="7" y="8"/>
                    <a:pt x="7" y="8"/>
                    <a:pt x="7" y="8"/>
                  </a:cubicBezTo>
                  <a:cubicBezTo>
                    <a:pt x="7" y="8"/>
                    <a:pt x="3" y="12"/>
                    <a:pt x="0" y="16"/>
                  </a:cubicBezTo>
                  <a:cubicBezTo>
                    <a:pt x="4" y="19"/>
                    <a:pt x="7" y="19"/>
                    <a:pt x="11" y="18"/>
                  </a:cubicBezTo>
                  <a:cubicBezTo>
                    <a:pt x="14" y="17"/>
                    <a:pt x="18" y="14"/>
                    <a:pt x="18" y="14"/>
                  </a:cubicBezTo>
                  <a:cubicBezTo>
                    <a:pt x="24" y="14"/>
                    <a:pt x="24" y="14"/>
                    <a:pt x="24" y="14"/>
                  </a:cubicBezTo>
                  <a:cubicBezTo>
                    <a:pt x="33" y="22"/>
                    <a:pt x="33" y="22"/>
                    <a:pt x="33" y="22"/>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35" name="Freeform 698">
              <a:extLst>
                <a:ext uri="{FF2B5EF4-FFF2-40B4-BE49-F238E27FC236}">
                  <a16:creationId xmlns:a16="http://schemas.microsoft.com/office/drawing/2014/main" id="{839519C7-7FF1-8097-111B-355526BAC9E1}"/>
                </a:ext>
              </a:extLst>
            </p:cNvPr>
            <p:cNvSpPr>
              <a:spLocks/>
            </p:cNvSpPr>
            <p:nvPr/>
          </p:nvSpPr>
          <p:spPr bwMode="auto">
            <a:xfrm>
              <a:off x="4603750" y="4483101"/>
              <a:ext cx="30163" cy="11113"/>
            </a:xfrm>
            <a:custGeom>
              <a:avLst/>
              <a:gdLst>
                <a:gd name="T0" fmla="*/ 0 w 9"/>
                <a:gd name="T1" fmla="*/ 3 h 3"/>
                <a:gd name="T2" fmla="*/ 9 w 9"/>
                <a:gd name="T3" fmla="*/ 0 h 3"/>
              </a:gdLst>
              <a:ahLst/>
              <a:cxnLst>
                <a:cxn ang="0">
                  <a:pos x="T0" y="T1"/>
                </a:cxn>
                <a:cxn ang="0">
                  <a:pos x="T2" y="T3"/>
                </a:cxn>
              </a:cxnLst>
              <a:rect l="0" t="0" r="r" b="b"/>
              <a:pathLst>
                <a:path w="9" h="3">
                  <a:moveTo>
                    <a:pt x="0" y="3"/>
                  </a:moveTo>
                  <a:cubicBezTo>
                    <a:pt x="2" y="0"/>
                    <a:pt x="5" y="0"/>
                    <a:pt x="9"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36" name="Freeform 699">
              <a:extLst>
                <a:ext uri="{FF2B5EF4-FFF2-40B4-BE49-F238E27FC236}">
                  <a16:creationId xmlns:a16="http://schemas.microsoft.com/office/drawing/2014/main" id="{3AB9902D-CD69-CEAA-8F79-67BE933DC4E3}"/>
                </a:ext>
              </a:extLst>
            </p:cNvPr>
            <p:cNvSpPr>
              <a:spLocks/>
            </p:cNvSpPr>
            <p:nvPr/>
          </p:nvSpPr>
          <p:spPr bwMode="auto">
            <a:xfrm>
              <a:off x="4533900" y="4440238"/>
              <a:ext cx="84138" cy="90488"/>
            </a:xfrm>
            <a:custGeom>
              <a:avLst/>
              <a:gdLst>
                <a:gd name="T0" fmla="*/ 6 w 25"/>
                <a:gd name="T1" fmla="*/ 0 h 27"/>
                <a:gd name="T2" fmla="*/ 21 w 25"/>
                <a:gd name="T3" fmla="*/ 16 h 27"/>
                <a:gd name="T4" fmla="*/ 14 w 25"/>
                <a:gd name="T5" fmla="*/ 22 h 27"/>
                <a:gd name="T6" fmla="*/ 0 w 25"/>
                <a:gd name="T7" fmla="*/ 9 h 27"/>
              </a:gdLst>
              <a:ahLst/>
              <a:cxnLst>
                <a:cxn ang="0">
                  <a:pos x="T0" y="T1"/>
                </a:cxn>
                <a:cxn ang="0">
                  <a:pos x="T2" y="T3"/>
                </a:cxn>
                <a:cxn ang="0">
                  <a:pos x="T4" y="T5"/>
                </a:cxn>
                <a:cxn ang="0">
                  <a:pos x="T6" y="T7"/>
                </a:cxn>
              </a:cxnLst>
              <a:rect l="0" t="0" r="r" b="b"/>
              <a:pathLst>
                <a:path w="25" h="27">
                  <a:moveTo>
                    <a:pt x="6" y="0"/>
                  </a:moveTo>
                  <a:cubicBezTo>
                    <a:pt x="6" y="0"/>
                    <a:pt x="18" y="13"/>
                    <a:pt x="21" y="16"/>
                  </a:cubicBezTo>
                  <a:cubicBezTo>
                    <a:pt x="25" y="19"/>
                    <a:pt x="20" y="27"/>
                    <a:pt x="14" y="22"/>
                  </a:cubicBezTo>
                  <a:cubicBezTo>
                    <a:pt x="11" y="19"/>
                    <a:pt x="0" y="9"/>
                    <a:pt x="0" y="9"/>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37" name="Freeform 700">
              <a:extLst>
                <a:ext uri="{FF2B5EF4-FFF2-40B4-BE49-F238E27FC236}">
                  <a16:creationId xmlns:a16="http://schemas.microsoft.com/office/drawing/2014/main" id="{62C0EC87-43FB-2187-0B83-31062B6263AD}"/>
                </a:ext>
              </a:extLst>
            </p:cNvPr>
            <p:cNvSpPr>
              <a:spLocks/>
            </p:cNvSpPr>
            <p:nvPr/>
          </p:nvSpPr>
          <p:spPr bwMode="auto">
            <a:xfrm>
              <a:off x="4516438" y="4500563"/>
              <a:ext cx="71438" cy="44450"/>
            </a:xfrm>
            <a:custGeom>
              <a:avLst/>
              <a:gdLst>
                <a:gd name="T0" fmla="*/ 21 w 21"/>
                <a:gd name="T1" fmla="*/ 5 h 13"/>
                <a:gd name="T2" fmla="*/ 11 w 21"/>
                <a:gd name="T3" fmla="*/ 9 h 13"/>
                <a:gd name="T4" fmla="*/ 0 w 21"/>
                <a:gd name="T5" fmla="*/ 0 h 13"/>
              </a:gdLst>
              <a:ahLst/>
              <a:cxnLst>
                <a:cxn ang="0">
                  <a:pos x="T0" y="T1"/>
                </a:cxn>
                <a:cxn ang="0">
                  <a:pos x="T2" y="T3"/>
                </a:cxn>
                <a:cxn ang="0">
                  <a:pos x="T4" y="T5"/>
                </a:cxn>
              </a:cxnLst>
              <a:rect l="0" t="0" r="r" b="b"/>
              <a:pathLst>
                <a:path w="21" h="13">
                  <a:moveTo>
                    <a:pt x="21" y="5"/>
                  </a:moveTo>
                  <a:cubicBezTo>
                    <a:pt x="20" y="7"/>
                    <a:pt x="16" y="13"/>
                    <a:pt x="11" y="9"/>
                  </a:cubicBezTo>
                  <a:cubicBezTo>
                    <a:pt x="7" y="6"/>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38" name="Freeform 701">
              <a:extLst>
                <a:ext uri="{FF2B5EF4-FFF2-40B4-BE49-F238E27FC236}">
                  <a16:creationId xmlns:a16="http://schemas.microsoft.com/office/drawing/2014/main" id="{FAD01803-685A-4678-38E4-D76F50C05F1C}"/>
                </a:ext>
              </a:extLst>
            </p:cNvPr>
            <p:cNvSpPr>
              <a:spLocks/>
            </p:cNvSpPr>
            <p:nvPr/>
          </p:nvSpPr>
          <p:spPr bwMode="auto">
            <a:xfrm>
              <a:off x="4498975" y="4527551"/>
              <a:ext cx="57150" cy="30163"/>
            </a:xfrm>
            <a:custGeom>
              <a:avLst/>
              <a:gdLst>
                <a:gd name="T0" fmla="*/ 17 w 17"/>
                <a:gd name="T1" fmla="*/ 2 h 9"/>
                <a:gd name="T2" fmla="*/ 7 w 17"/>
                <a:gd name="T3" fmla="*/ 6 h 9"/>
                <a:gd name="T4" fmla="*/ 0 w 17"/>
                <a:gd name="T5" fmla="*/ 0 h 9"/>
              </a:gdLst>
              <a:ahLst/>
              <a:cxnLst>
                <a:cxn ang="0">
                  <a:pos x="T0" y="T1"/>
                </a:cxn>
                <a:cxn ang="0">
                  <a:pos x="T2" y="T3"/>
                </a:cxn>
                <a:cxn ang="0">
                  <a:pos x="T4" y="T5"/>
                </a:cxn>
              </a:cxnLst>
              <a:rect l="0" t="0" r="r" b="b"/>
              <a:pathLst>
                <a:path w="17" h="9">
                  <a:moveTo>
                    <a:pt x="17" y="2"/>
                  </a:moveTo>
                  <a:cubicBezTo>
                    <a:pt x="15" y="7"/>
                    <a:pt x="11" y="9"/>
                    <a:pt x="7" y="6"/>
                  </a:cubicBezTo>
                  <a:cubicBezTo>
                    <a:pt x="4" y="4"/>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39" name="Freeform 702">
              <a:extLst>
                <a:ext uri="{FF2B5EF4-FFF2-40B4-BE49-F238E27FC236}">
                  <a16:creationId xmlns:a16="http://schemas.microsoft.com/office/drawing/2014/main" id="{7EA08514-C86A-7DE5-E67C-40AE56A427C9}"/>
                </a:ext>
              </a:extLst>
            </p:cNvPr>
            <p:cNvSpPr>
              <a:spLocks/>
            </p:cNvSpPr>
            <p:nvPr/>
          </p:nvSpPr>
          <p:spPr bwMode="auto">
            <a:xfrm>
              <a:off x="4479925" y="4551363"/>
              <a:ext cx="46038" cy="20638"/>
            </a:xfrm>
            <a:custGeom>
              <a:avLst/>
              <a:gdLst>
                <a:gd name="T0" fmla="*/ 14 w 14"/>
                <a:gd name="T1" fmla="*/ 0 h 6"/>
                <a:gd name="T2" fmla="*/ 5 w 14"/>
                <a:gd name="T3" fmla="*/ 4 h 6"/>
                <a:gd name="T4" fmla="*/ 0 w 14"/>
                <a:gd name="T5" fmla="*/ 0 h 6"/>
              </a:gdLst>
              <a:ahLst/>
              <a:cxnLst>
                <a:cxn ang="0">
                  <a:pos x="T0" y="T1"/>
                </a:cxn>
                <a:cxn ang="0">
                  <a:pos x="T2" y="T3"/>
                </a:cxn>
                <a:cxn ang="0">
                  <a:pos x="T4" y="T5"/>
                </a:cxn>
              </a:cxnLst>
              <a:rect l="0" t="0" r="r" b="b"/>
              <a:pathLst>
                <a:path w="14" h="6">
                  <a:moveTo>
                    <a:pt x="14" y="0"/>
                  </a:moveTo>
                  <a:cubicBezTo>
                    <a:pt x="13" y="3"/>
                    <a:pt x="9" y="6"/>
                    <a:pt x="5" y="4"/>
                  </a:cubicBezTo>
                  <a:cubicBezTo>
                    <a:pt x="4" y="3"/>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40" name="Freeform 703">
              <a:extLst>
                <a:ext uri="{FF2B5EF4-FFF2-40B4-BE49-F238E27FC236}">
                  <a16:creationId xmlns:a16="http://schemas.microsoft.com/office/drawing/2014/main" id="{374E5913-6758-E6FA-34CC-C7A568A113AA}"/>
                </a:ext>
              </a:extLst>
            </p:cNvPr>
            <p:cNvSpPr>
              <a:spLocks/>
            </p:cNvSpPr>
            <p:nvPr/>
          </p:nvSpPr>
          <p:spPr bwMode="auto">
            <a:xfrm>
              <a:off x="4321175" y="4365626"/>
              <a:ext cx="165100" cy="15875"/>
            </a:xfrm>
            <a:custGeom>
              <a:avLst/>
              <a:gdLst>
                <a:gd name="T0" fmla="*/ 0 w 49"/>
                <a:gd name="T1" fmla="*/ 5 h 5"/>
                <a:gd name="T2" fmla="*/ 20 w 49"/>
                <a:gd name="T3" fmla="*/ 5 h 5"/>
                <a:gd name="T4" fmla="*/ 25 w 49"/>
                <a:gd name="T5" fmla="*/ 3 h 5"/>
                <a:gd name="T6" fmla="*/ 28 w 49"/>
                <a:gd name="T7" fmla="*/ 2 h 5"/>
                <a:gd name="T8" fmla="*/ 33 w 49"/>
                <a:gd name="T9" fmla="*/ 0 h 5"/>
                <a:gd name="T10" fmla="*/ 44 w 49"/>
                <a:gd name="T11" fmla="*/ 0 h 5"/>
                <a:gd name="T12" fmla="*/ 47 w 49"/>
                <a:gd name="T13" fmla="*/ 1 h 5"/>
                <a:gd name="T14" fmla="*/ 49 w 49"/>
                <a:gd name="T15" fmla="*/ 2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5">
                  <a:moveTo>
                    <a:pt x="0" y="5"/>
                  </a:moveTo>
                  <a:cubicBezTo>
                    <a:pt x="20" y="5"/>
                    <a:pt x="20" y="5"/>
                    <a:pt x="20" y="5"/>
                  </a:cubicBezTo>
                  <a:cubicBezTo>
                    <a:pt x="22" y="5"/>
                    <a:pt x="24" y="4"/>
                    <a:pt x="25" y="3"/>
                  </a:cubicBezTo>
                  <a:cubicBezTo>
                    <a:pt x="28" y="2"/>
                    <a:pt x="28" y="2"/>
                    <a:pt x="28" y="2"/>
                  </a:cubicBezTo>
                  <a:cubicBezTo>
                    <a:pt x="29" y="1"/>
                    <a:pt x="31" y="0"/>
                    <a:pt x="33" y="0"/>
                  </a:cubicBezTo>
                  <a:cubicBezTo>
                    <a:pt x="44" y="0"/>
                    <a:pt x="44" y="0"/>
                    <a:pt x="44" y="0"/>
                  </a:cubicBezTo>
                  <a:cubicBezTo>
                    <a:pt x="45" y="0"/>
                    <a:pt x="46" y="0"/>
                    <a:pt x="47" y="1"/>
                  </a:cubicBezTo>
                  <a:cubicBezTo>
                    <a:pt x="49" y="2"/>
                    <a:pt x="49" y="2"/>
                    <a:pt x="49" y="2"/>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41" name="Freeform 704">
              <a:extLst>
                <a:ext uri="{FF2B5EF4-FFF2-40B4-BE49-F238E27FC236}">
                  <a16:creationId xmlns:a16="http://schemas.microsoft.com/office/drawing/2014/main" id="{068D4D83-5AFE-517D-6A54-AA0D0C84DE7C}"/>
                </a:ext>
              </a:extLst>
            </p:cNvPr>
            <p:cNvSpPr>
              <a:spLocks/>
            </p:cNvSpPr>
            <p:nvPr/>
          </p:nvSpPr>
          <p:spPr bwMode="auto">
            <a:xfrm>
              <a:off x="4375150" y="4479926"/>
              <a:ext cx="39688" cy="38100"/>
            </a:xfrm>
            <a:custGeom>
              <a:avLst/>
              <a:gdLst>
                <a:gd name="T0" fmla="*/ 10 w 12"/>
                <a:gd name="T1" fmla="*/ 7 h 11"/>
                <a:gd name="T2" fmla="*/ 10 w 12"/>
                <a:gd name="T3" fmla="*/ 1 h 11"/>
                <a:gd name="T4" fmla="*/ 10 w 12"/>
                <a:gd name="T5" fmla="*/ 1 h 11"/>
                <a:gd name="T6" fmla="*/ 4 w 12"/>
                <a:gd name="T7" fmla="*/ 1 h 11"/>
                <a:gd name="T8" fmla="*/ 1 w 12"/>
                <a:gd name="T9" fmla="*/ 3 h 11"/>
                <a:gd name="T10" fmla="*/ 1 w 12"/>
                <a:gd name="T11" fmla="*/ 9 h 11"/>
                <a:gd name="T12" fmla="*/ 7 w 12"/>
                <a:gd name="T13" fmla="*/ 9 h 11"/>
              </a:gdLst>
              <a:ahLst/>
              <a:cxnLst>
                <a:cxn ang="0">
                  <a:pos x="T0" y="T1"/>
                </a:cxn>
                <a:cxn ang="0">
                  <a:pos x="T2" y="T3"/>
                </a:cxn>
                <a:cxn ang="0">
                  <a:pos x="T4" y="T5"/>
                </a:cxn>
                <a:cxn ang="0">
                  <a:pos x="T6" y="T7"/>
                </a:cxn>
                <a:cxn ang="0">
                  <a:pos x="T8" y="T9"/>
                </a:cxn>
                <a:cxn ang="0">
                  <a:pos x="T10" y="T11"/>
                </a:cxn>
                <a:cxn ang="0">
                  <a:pos x="T12" y="T13"/>
                </a:cxn>
              </a:cxnLst>
              <a:rect l="0" t="0" r="r" b="b"/>
              <a:pathLst>
                <a:path w="12" h="11">
                  <a:moveTo>
                    <a:pt x="10" y="7"/>
                  </a:moveTo>
                  <a:cubicBezTo>
                    <a:pt x="12" y="5"/>
                    <a:pt x="11" y="3"/>
                    <a:pt x="10" y="1"/>
                  </a:cubicBezTo>
                  <a:cubicBezTo>
                    <a:pt x="10" y="1"/>
                    <a:pt x="10" y="1"/>
                    <a:pt x="10" y="1"/>
                  </a:cubicBezTo>
                  <a:cubicBezTo>
                    <a:pt x="8" y="0"/>
                    <a:pt x="5" y="0"/>
                    <a:pt x="4" y="1"/>
                  </a:cubicBezTo>
                  <a:cubicBezTo>
                    <a:pt x="1" y="3"/>
                    <a:pt x="1" y="3"/>
                    <a:pt x="1" y="3"/>
                  </a:cubicBezTo>
                  <a:cubicBezTo>
                    <a:pt x="0" y="5"/>
                    <a:pt x="0" y="8"/>
                    <a:pt x="1" y="9"/>
                  </a:cubicBezTo>
                  <a:cubicBezTo>
                    <a:pt x="3" y="11"/>
                    <a:pt x="6" y="11"/>
                    <a:pt x="7" y="9"/>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42" name="Freeform 705">
              <a:extLst>
                <a:ext uri="{FF2B5EF4-FFF2-40B4-BE49-F238E27FC236}">
                  <a16:creationId xmlns:a16="http://schemas.microsoft.com/office/drawing/2014/main" id="{BB28D570-1B63-A75D-2A3C-8D0E73553631}"/>
                </a:ext>
              </a:extLst>
            </p:cNvPr>
            <p:cNvSpPr>
              <a:spLocks/>
            </p:cNvSpPr>
            <p:nvPr/>
          </p:nvSpPr>
          <p:spPr bwMode="auto">
            <a:xfrm>
              <a:off x="4391025" y="4486276"/>
              <a:ext cx="53975" cy="55563"/>
            </a:xfrm>
            <a:custGeom>
              <a:avLst/>
              <a:gdLst>
                <a:gd name="T0" fmla="*/ 15 w 16"/>
                <a:gd name="T1" fmla="*/ 1 h 16"/>
                <a:gd name="T2" fmla="*/ 15 w 16"/>
                <a:gd name="T3" fmla="*/ 1 h 16"/>
                <a:gd name="T4" fmla="*/ 9 w 16"/>
                <a:gd name="T5" fmla="*/ 1 h 16"/>
                <a:gd name="T6" fmla="*/ 2 w 16"/>
                <a:gd name="T7" fmla="*/ 8 h 16"/>
                <a:gd name="T8" fmla="*/ 2 w 16"/>
                <a:gd name="T9" fmla="*/ 14 h 16"/>
                <a:gd name="T10" fmla="*/ 8 w 16"/>
                <a:gd name="T11" fmla="*/ 14 h 16"/>
                <a:gd name="T12" fmla="*/ 15 w 16"/>
                <a:gd name="T13" fmla="*/ 7 h 16"/>
                <a:gd name="T14" fmla="*/ 15 w 16"/>
                <a:gd name="T15" fmla="*/ 1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16">
                  <a:moveTo>
                    <a:pt x="15" y="1"/>
                  </a:moveTo>
                  <a:cubicBezTo>
                    <a:pt x="15" y="1"/>
                    <a:pt x="15" y="1"/>
                    <a:pt x="15" y="1"/>
                  </a:cubicBezTo>
                  <a:cubicBezTo>
                    <a:pt x="13" y="0"/>
                    <a:pt x="10" y="0"/>
                    <a:pt x="9" y="1"/>
                  </a:cubicBezTo>
                  <a:cubicBezTo>
                    <a:pt x="2" y="8"/>
                    <a:pt x="2" y="8"/>
                    <a:pt x="2" y="8"/>
                  </a:cubicBezTo>
                  <a:cubicBezTo>
                    <a:pt x="0" y="10"/>
                    <a:pt x="0" y="12"/>
                    <a:pt x="2" y="14"/>
                  </a:cubicBezTo>
                  <a:cubicBezTo>
                    <a:pt x="3" y="16"/>
                    <a:pt x="6" y="16"/>
                    <a:pt x="8" y="14"/>
                  </a:cubicBezTo>
                  <a:cubicBezTo>
                    <a:pt x="15" y="7"/>
                    <a:pt x="15" y="7"/>
                    <a:pt x="15" y="7"/>
                  </a:cubicBezTo>
                  <a:cubicBezTo>
                    <a:pt x="16" y="6"/>
                    <a:pt x="16" y="3"/>
                    <a:pt x="15" y="1"/>
                  </a:cubicBezTo>
                  <a:close/>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43" name="Freeform 706">
              <a:extLst>
                <a:ext uri="{FF2B5EF4-FFF2-40B4-BE49-F238E27FC236}">
                  <a16:creationId xmlns:a16="http://schemas.microsoft.com/office/drawing/2014/main" id="{258BAC54-F787-447D-46DC-82CA5EB91BE1}"/>
                </a:ext>
              </a:extLst>
            </p:cNvPr>
            <p:cNvSpPr>
              <a:spLocks/>
            </p:cNvSpPr>
            <p:nvPr/>
          </p:nvSpPr>
          <p:spPr bwMode="auto">
            <a:xfrm>
              <a:off x="4414838" y="4503738"/>
              <a:ext cx="53975" cy="53975"/>
            </a:xfrm>
            <a:custGeom>
              <a:avLst/>
              <a:gdLst>
                <a:gd name="T0" fmla="*/ 2 w 16"/>
                <a:gd name="T1" fmla="*/ 8 h 16"/>
                <a:gd name="T2" fmla="*/ 2 w 16"/>
                <a:gd name="T3" fmla="*/ 14 h 16"/>
                <a:gd name="T4" fmla="*/ 8 w 16"/>
                <a:gd name="T5" fmla="*/ 14 h 16"/>
                <a:gd name="T6" fmla="*/ 14 w 16"/>
                <a:gd name="T7" fmla="*/ 8 h 16"/>
                <a:gd name="T8" fmla="*/ 14 w 16"/>
                <a:gd name="T9" fmla="*/ 2 h 16"/>
                <a:gd name="T10" fmla="*/ 14 w 16"/>
                <a:gd name="T11" fmla="*/ 2 h 16"/>
                <a:gd name="T12" fmla="*/ 8 w 16"/>
                <a:gd name="T13" fmla="*/ 2 h 16"/>
              </a:gdLst>
              <a:ahLst/>
              <a:cxnLst>
                <a:cxn ang="0">
                  <a:pos x="T0" y="T1"/>
                </a:cxn>
                <a:cxn ang="0">
                  <a:pos x="T2" y="T3"/>
                </a:cxn>
                <a:cxn ang="0">
                  <a:pos x="T4" y="T5"/>
                </a:cxn>
                <a:cxn ang="0">
                  <a:pos x="T6" y="T7"/>
                </a:cxn>
                <a:cxn ang="0">
                  <a:pos x="T8" y="T9"/>
                </a:cxn>
                <a:cxn ang="0">
                  <a:pos x="T10" y="T11"/>
                </a:cxn>
                <a:cxn ang="0">
                  <a:pos x="T12" y="T13"/>
                </a:cxn>
              </a:cxnLst>
              <a:rect l="0" t="0" r="r" b="b"/>
              <a:pathLst>
                <a:path w="16" h="16">
                  <a:moveTo>
                    <a:pt x="2" y="8"/>
                  </a:moveTo>
                  <a:cubicBezTo>
                    <a:pt x="0" y="9"/>
                    <a:pt x="0" y="12"/>
                    <a:pt x="2" y="14"/>
                  </a:cubicBezTo>
                  <a:cubicBezTo>
                    <a:pt x="3" y="16"/>
                    <a:pt x="6" y="16"/>
                    <a:pt x="8" y="14"/>
                  </a:cubicBezTo>
                  <a:cubicBezTo>
                    <a:pt x="14" y="8"/>
                    <a:pt x="14" y="8"/>
                    <a:pt x="14" y="8"/>
                  </a:cubicBezTo>
                  <a:cubicBezTo>
                    <a:pt x="16" y="6"/>
                    <a:pt x="16" y="4"/>
                    <a:pt x="14" y="2"/>
                  </a:cubicBezTo>
                  <a:cubicBezTo>
                    <a:pt x="14" y="2"/>
                    <a:pt x="14" y="2"/>
                    <a:pt x="14" y="2"/>
                  </a:cubicBezTo>
                  <a:cubicBezTo>
                    <a:pt x="12" y="0"/>
                    <a:pt x="10" y="0"/>
                    <a:pt x="8" y="2"/>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44" name="Freeform 707">
              <a:extLst>
                <a:ext uri="{FF2B5EF4-FFF2-40B4-BE49-F238E27FC236}">
                  <a16:creationId xmlns:a16="http://schemas.microsoft.com/office/drawing/2014/main" id="{44C78C55-60FF-6FF3-771C-F5B4E1B55292}"/>
                </a:ext>
              </a:extLst>
            </p:cNvPr>
            <p:cNvSpPr>
              <a:spLocks/>
            </p:cNvSpPr>
            <p:nvPr/>
          </p:nvSpPr>
          <p:spPr bwMode="auto">
            <a:xfrm>
              <a:off x="4445000" y="4530726"/>
              <a:ext cx="38100" cy="38100"/>
            </a:xfrm>
            <a:custGeom>
              <a:avLst/>
              <a:gdLst>
                <a:gd name="T0" fmla="*/ 2 w 11"/>
                <a:gd name="T1" fmla="*/ 3 h 11"/>
                <a:gd name="T2" fmla="*/ 2 w 11"/>
                <a:gd name="T3" fmla="*/ 9 h 11"/>
                <a:gd name="T4" fmla="*/ 8 w 11"/>
                <a:gd name="T5" fmla="*/ 9 h 11"/>
                <a:gd name="T6" fmla="*/ 9 w 11"/>
                <a:gd name="T7" fmla="*/ 8 h 11"/>
                <a:gd name="T8" fmla="*/ 9 w 11"/>
                <a:gd name="T9" fmla="*/ 2 h 11"/>
                <a:gd name="T10" fmla="*/ 9 w 11"/>
                <a:gd name="T11" fmla="*/ 2 h 11"/>
                <a:gd name="T12" fmla="*/ 3 w 11"/>
                <a:gd name="T13" fmla="*/ 1 h 11"/>
              </a:gdLst>
              <a:ahLst/>
              <a:cxnLst>
                <a:cxn ang="0">
                  <a:pos x="T0" y="T1"/>
                </a:cxn>
                <a:cxn ang="0">
                  <a:pos x="T2" y="T3"/>
                </a:cxn>
                <a:cxn ang="0">
                  <a:pos x="T4" y="T5"/>
                </a:cxn>
                <a:cxn ang="0">
                  <a:pos x="T6" y="T7"/>
                </a:cxn>
                <a:cxn ang="0">
                  <a:pos x="T8" y="T9"/>
                </a:cxn>
                <a:cxn ang="0">
                  <a:pos x="T10" y="T11"/>
                </a:cxn>
                <a:cxn ang="0">
                  <a:pos x="T12" y="T13"/>
                </a:cxn>
              </a:cxnLst>
              <a:rect l="0" t="0" r="r" b="b"/>
              <a:pathLst>
                <a:path w="11" h="11">
                  <a:moveTo>
                    <a:pt x="2" y="3"/>
                  </a:moveTo>
                  <a:cubicBezTo>
                    <a:pt x="0" y="5"/>
                    <a:pt x="0" y="7"/>
                    <a:pt x="2" y="9"/>
                  </a:cubicBezTo>
                  <a:cubicBezTo>
                    <a:pt x="3" y="11"/>
                    <a:pt x="6" y="11"/>
                    <a:pt x="8" y="9"/>
                  </a:cubicBezTo>
                  <a:cubicBezTo>
                    <a:pt x="9" y="8"/>
                    <a:pt x="9" y="8"/>
                    <a:pt x="9" y="8"/>
                  </a:cubicBezTo>
                  <a:cubicBezTo>
                    <a:pt x="11" y="6"/>
                    <a:pt x="11" y="3"/>
                    <a:pt x="9" y="2"/>
                  </a:cubicBezTo>
                  <a:cubicBezTo>
                    <a:pt x="9" y="2"/>
                    <a:pt x="9" y="2"/>
                    <a:pt x="9" y="2"/>
                  </a:cubicBezTo>
                  <a:cubicBezTo>
                    <a:pt x="8" y="0"/>
                    <a:pt x="5" y="0"/>
                    <a:pt x="3" y="1"/>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45" name="Freeform 708">
              <a:extLst>
                <a:ext uri="{FF2B5EF4-FFF2-40B4-BE49-F238E27FC236}">
                  <a16:creationId xmlns:a16="http://schemas.microsoft.com/office/drawing/2014/main" id="{5989A156-5CA3-BADC-7808-0014FF11D9A7}"/>
                </a:ext>
              </a:extLst>
            </p:cNvPr>
            <p:cNvSpPr>
              <a:spLocks/>
            </p:cNvSpPr>
            <p:nvPr/>
          </p:nvSpPr>
          <p:spPr bwMode="auto">
            <a:xfrm>
              <a:off x="4552950" y="4440238"/>
              <a:ext cx="34925" cy="9525"/>
            </a:xfrm>
            <a:custGeom>
              <a:avLst/>
              <a:gdLst>
                <a:gd name="T0" fmla="*/ 10 w 10"/>
                <a:gd name="T1" fmla="*/ 2 h 3"/>
                <a:gd name="T2" fmla="*/ 0 w 10"/>
                <a:gd name="T3" fmla="*/ 0 h 3"/>
              </a:gdLst>
              <a:ahLst/>
              <a:cxnLst>
                <a:cxn ang="0">
                  <a:pos x="T0" y="T1"/>
                </a:cxn>
                <a:cxn ang="0">
                  <a:pos x="T2" y="T3"/>
                </a:cxn>
              </a:cxnLst>
              <a:rect l="0" t="0" r="r" b="b"/>
              <a:pathLst>
                <a:path w="10" h="3">
                  <a:moveTo>
                    <a:pt x="10" y="2"/>
                  </a:moveTo>
                  <a:cubicBezTo>
                    <a:pt x="4" y="3"/>
                    <a:pt x="3" y="2"/>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46" name="Freeform 709">
              <a:extLst>
                <a:ext uri="{FF2B5EF4-FFF2-40B4-BE49-F238E27FC236}">
                  <a16:creationId xmlns:a16="http://schemas.microsoft.com/office/drawing/2014/main" id="{DC009059-385D-C6D4-7312-105BF815D4F7}"/>
                </a:ext>
              </a:extLst>
            </p:cNvPr>
            <p:cNvSpPr>
              <a:spLocks/>
            </p:cNvSpPr>
            <p:nvPr/>
          </p:nvSpPr>
          <p:spPr bwMode="auto">
            <a:xfrm>
              <a:off x="4351338" y="4483101"/>
              <a:ext cx="26988" cy="11113"/>
            </a:xfrm>
            <a:custGeom>
              <a:avLst/>
              <a:gdLst>
                <a:gd name="T0" fmla="*/ 8 w 8"/>
                <a:gd name="T1" fmla="*/ 3 h 3"/>
                <a:gd name="T2" fmla="*/ 0 w 8"/>
                <a:gd name="T3" fmla="*/ 0 h 3"/>
              </a:gdLst>
              <a:ahLst/>
              <a:cxnLst>
                <a:cxn ang="0">
                  <a:pos x="T0" y="T1"/>
                </a:cxn>
                <a:cxn ang="0">
                  <a:pos x="T2" y="T3"/>
                </a:cxn>
              </a:cxnLst>
              <a:rect l="0" t="0" r="r" b="b"/>
              <a:pathLst>
                <a:path w="8" h="3">
                  <a:moveTo>
                    <a:pt x="8" y="3"/>
                  </a:moveTo>
                  <a:cubicBezTo>
                    <a:pt x="7" y="1"/>
                    <a:pt x="4"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grpSp>
      <p:cxnSp>
        <p:nvCxnSpPr>
          <p:cNvPr id="1149" name="Conector recto 23">
            <a:extLst>
              <a:ext uri="{FF2B5EF4-FFF2-40B4-BE49-F238E27FC236}">
                <a16:creationId xmlns:a16="http://schemas.microsoft.com/office/drawing/2014/main" id="{9E044065-A6FC-7816-8753-D5E348B39E79}"/>
              </a:ext>
            </a:extLst>
          </p:cNvPr>
          <p:cNvCxnSpPr>
            <a:cxnSpLocks/>
          </p:cNvCxnSpPr>
          <p:nvPr/>
        </p:nvCxnSpPr>
        <p:spPr>
          <a:xfrm>
            <a:off x="7735092" y="3305519"/>
            <a:ext cx="4099721" cy="0"/>
          </a:xfrm>
          <a:prstGeom prst="line">
            <a:avLst/>
          </a:prstGeom>
          <a:ln>
            <a:solidFill>
              <a:srgbClr val="EEE7E7"/>
            </a:solidFill>
          </a:ln>
        </p:spPr>
        <p:style>
          <a:lnRef idx="1">
            <a:schemeClr val="accent1"/>
          </a:lnRef>
          <a:fillRef idx="0">
            <a:schemeClr val="accent1"/>
          </a:fillRef>
          <a:effectRef idx="0">
            <a:schemeClr val="accent1"/>
          </a:effectRef>
          <a:fontRef idx="minor">
            <a:schemeClr val="tx1"/>
          </a:fontRef>
        </p:style>
      </p:cxnSp>
      <p:sp>
        <p:nvSpPr>
          <p:cNvPr id="4" name="Elipse 12">
            <a:extLst>
              <a:ext uri="{FF2B5EF4-FFF2-40B4-BE49-F238E27FC236}">
                <a16:creationId xmlns:a16="http://schemas.microsoft.com/office/drawing/2014/main" id="{9C5C7540-7219-3D86-31B2-891572A70FC0}"/>
              </a:ext>
            </a:extLst>
          </p:cNvPr>
          <p:cNvSpPr/>
          <p:nvPr/>
        </p:nvSpPr>
        <p:spPr>
          <a:xfrm>
            <a:off x="2237129" y="1560514"/>
            <a:ext cx="925200" cy="925200"/>
          </a:xfrm>
          <a:prstGeom prst="ellipse">
            <a:avLst/>
          </a:prstGeom>
          <a:blipFill dpi="0" rotWithShape="1">
            <a:blip r:embed="rId6" cstate="screen">
              <a:duotone>
                <a:schemeClr val="bg2">
                  <a:shade val="45000"/>
                  <a:satMod val="135000"/>
                </a:schemeClr>
                <a:prstClr val="white"/>
              </a:duotone>
              <a:extLst>
                <a:ext uri="{28A0092B-C50C-407E-A947-70E740481C1C}">
                  <a14:useLocalDpi xmlns:a14="http://schemas.microsoft.com/office/drawing/2010/main"/>
                </a:ext>
              </a:extLst>
            </a:blip>
            <a:srcRect/>
            <a:stretch>
              <a:fillRect/>
            </a:stretch>
          </a:blip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6" name="Elipse 13">
            <a:extLst>
              <a:ext uri="{FF2B5EF4-FFF2-40B4-BE49-F238E27FC236}">
                <a16:creationId xmlns:a16="http://schemas.microsoft.com/office/drawing/2014/main" id="{B1121253-D52D-E665-9303-13B9ED97B813}"/>
              </a:ext>
            </a:extLst>
          </p:cNvPr>
          <p:cNvSpPr/>
          <p:nvPr/>
        </p:nvSpPr>
        <p:spPr>
          <a:xfrm>
            <a:off x="2236287" y="2696653"/>
            <a:ext cx="926042" cy="926042"/>
          </a:xfrm>
          <a:prstGeom prst="ellipse">
            <a:avLst/>
          </a:prstGeom>
          <a:blipFill dpi="0" rotWithShape="1">
            <a:blip r:embed="rId7" cstate="screen">
              <a:duotone>
                <a:schemeClr val="bg2">
                  <a:shade val="45000"/>
                  <a:satMod val="135000"/>
                </a:schemeClr>
                <a:prstClr val="white"/>
              </a:duotone>
              <a:extLst>
                <a:ext uri="{28A0092B-C50C-407E-A947-70E740481C1C}">
                  <a14:useLocalDpi xmlns:a14="http://schemas.microsoft.com/office/drawing/2010/main"/>
                </a:ext>
              </a:extLst>
            </a:blip>
            <a:srcRect/>
            <a:stretch>
              <a:fillRect/>
            </a:stretch>
          </a:blipFill>
          <a:ln w="254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7" name="Rectangle 6">
            <a:extLst>
              <a:ext uri="{FF2B5EF4-FFF2-40B4-BE49-F238E27FC236}">
                <a16:creationId xmlns:a16="http://schemas.microsoft.com/office/drawing/2014/main" id="{4BE61CFA-DF3F-5617-BC14-C35895D90F05}"/>
              </a:ext>
            </a:extLst>
          </p:cNvPr>
          <p:cNvSpPr/>
          <p:nvPr/>
        </p:nvSpPr>
        <p:spPr>
          <a:xfrm>
            <a:off x="5607737" y="1716948"/>
            <a:ext cx="1577768" cy="179152"/>
          </a:xfrm>
          <a:prstGeom prst="rect">
            <a:avLst/>
          </a:prstGeom>
        </p:spPr>
        <p:txBody>
          <a:bodyPr vert="horz" wrap="square" lIns="0" tIns="0" rIns="0" bIns="0" rtlCol="0" anchor="ctr">
            <a:spAutoFit/>
          </a:bodyPr>
          <a:lstStyle/>
          <a:p>
            <a:pPr algn="ctr">
              <a:lnSpc>
                <a:spcPct val="110000"/>
              </a:lnSpc>
              <a:spcAft>
                <a:spcPts val="800"/>
              </a:spcAft>
            </a:pPr>
            <a:r>
              <a:rPr lang="en-US" sz="110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Key end-markets¹</a:t>
            </a:r>
          </a:p>
        </p:txBody>
      </p:sp>
      <p:grpSp>
        <p:nvGrpSpPr>
          <p:cNvPr id="8" name="Group 7">
            <a:extLst>
              <a:ext uri="{FF2B5EF4-FFF2-40B4-BE49-F238E27FC236}">
                <a16:creationId xmlns:a16="http://schemas.microsoft.com/office/drawing/2014/main" id="{4681A0B8-D6C7-5463-8DB5-1C1DD965B983}"/>
              </a:ext>
            </a:extLst>
          </p:cNvPr>
          <p:cNvGrpSpPr/>
          <p:nvPr/>
        </p:nvGrpSpPr>
        <p:grpSpPr>
          <a:xfrm>
            <a:off x="5932285" y="1951460"/>
            <a:ext cx="928672" cy="1176104"/>
            <a:chOff x="5604864" y="1775117"/>
            <a:chExt cx="1069782" cy="1354812"/>
          </a:xfrm>
        </p:grpSpPr>
        <p:pic>
          <p:nvPicPr>
            <p:cNvPr id="11" name="Picture 10">
              <a:extLst>
                <a:ext uri="{FF2B5EF4-FFF2-40B4-BE49-F238E27FC236}">
                  <a16:creationId xmlns:a16="http://schemas.microsoft.com/office/drawing/2014/main" id="{DBE16B73-AB4A-E7BD-CED1-49BCD1257C61}"/>
                </a:ext>
              </a:extLst>
            </p:cNvPr>
            <p:cNvPicPr>
              <a:picLocks/>
            </p:cNvPicPr>
            <p:nvPr/>
          </p:nvPicPr>
          <p:blipFill>
            <a:blip r:embed="rId8">
              <a:extLst>
                <a:ext uri="{28A0092B-C50C-407E-A947-70E740481C1C}">
                  <a14:useLocalDpi xmlns:a14="http://schemas.microsoft.com/office/drawing/2010/main" val="0"/>
                </a:ext>
              </a:extLst>
            </a:blip>
            <a:srcRect l="5726" r="5726"/>
            <a:stretch/>
          </p:blipFill>
          <p:spPr>
            <a:xfrm>
              <a:off x="5604864" y="2056449"/>
              <a:ext cx="971509" cy="971508"/>
            </a:xfrm>
            <a:prstGeom prst="ellipse">
              <a:avLst/>
            </a:prstGeom>
            <a:ln w="190500" cap="rnd">
              <a:noFill/>
              <a:prstDash val="solid"/>
            </a:ln>
            <a:effectLst/>
          </p:spPr>
        </p:pic>
        <p:grpSp>
          <p:nvGrpSpPr>
            <p:cNvPr id="12" name="Group 11">
              <a:extLst>
                <a:ext uri="{FF2B5EF4-FFF2-40B4-BE49-F238E27FC236}">
                  <a16:creationId xmlns:a16="http://schemas.microsoft.com/office/drawing/2014/main" id="{DAA76A67-D73D-4834-F477-052F4CFAF9B0}"/>
                </a:ext>
              </a:extLst>
            </p:cNvPr>
            <p:cNvGrpSpPr/>
            <p:nvPr/>
          </p:nvGrpSpPr>
          <p:grpSpPr>
            <a:xfrm>
              <a:off x="6199446" y="2653566"/>
              <a:ext cx="475200" cy="476363"/>
              <a:chOff x="3788558" y="2653566"/>
              <a:chExt cx="475200" cy="476363"/>
            </a:xfrm>
            <a:solidFill>
              <a:schemeClr val="accent3"/>
            </a:solidFill>
          </p:grpSpPr>
          <p:sp>
            <p:nvSpPr>
              <p:cNvPr id="18" name="Google Shape;234;p23">
                <a:extLst>
                  <a:ext uri="{FF2B5EF4-FFF2-40B4-BE49-F238E27FC236}">
                    <a16:creationId xmlns:a16="http://schemas.microsoft.com/office/drawing/2014/main" id="{E3BA6255-8B34-6D3D-DCD1-A90C6D25AFC3}"/>
                  </a:ext>
                </a:extLst>
              </p:cNvPr>
              <p:cNvSpPr>
                <a:spLocks noChangeAspect="1"/>
              </p:cNvSpPr>
              <p:nvPr/>
            </p:nvSpPr>
            <p:spPr>
              <a:xfrm rot="5400000">
                <a:off x="3787976" y="2654148"/>
                <a:ext cx="476363" cy="475200"/>
              </a:xfrm>
              <a:prstGeom prst="teardrop">
                <a:avLst>
                  <a:gd name="adj" fmla="val 100000"/>
                </a:avLst>
              </a:prstGeom>
              <a:solidFill>
                <a:schemeClr val="accent1"/>
              </a:solidFill>
              <a:ln>
                <a:noFill/>
              </a:ln>
              <a:effectLst>
                <a:outerShdw blurRad="152400" dist="38100" dir="21540000" algn="bl" rotWithShape="0">
                  <a:schemeClr val="bg2">
                    <a:alpha val="25000"/>
                  </a:schemeClr>
                </a:outerShdw>
              </a:effectLst>
            </p:spPr>
            <p:txBody>
              <a:bodyPr spcFirstLastPara="1" wrap="square" lIns="91425" tIns="91425" rIns="91425" bIns="91425" anchor="ctr" anchorCtr="0">
                <a:noAutofit/>
              </a:bodyPr>
              <a:lstStyle/>
              <a:p>
                <a:pPr algn="ctr" defTabSz="457200"/>
                <a:endParaRPr lang="es-CO" dirty="0"/>
              </a:p>
            </p:txBody>
          </p:sp>
          <p:sp>
            <p:nvSpPr>
              <p:cNvPr id="19" name="Rectangle 18">
                <a:extLst>
                  <a:ext uri="{FF2B5EF4-FFF2-40B4-BE49-F238E27FC236}">
                    <a16:creationId xmlns:a16="http://schemas.microsoft.com/office/drawing/2014/main" id="{1D3B20B9-195E-02C8-9437-76A45E58B328}"/>
                  </a:ext>
                </a:extLst>
              </p:cNvPr>
              <p:cNvSpPr/>
              <p:nvPr/>
            </p:nvSpPr>
            <p:spPr>
              <a:xfrm>
                <a:off x="3860352" y="2755689"/>
                <a:ext cx="330648" cy="269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1200" b="1" dirty="0">
                    <a:solidFill>
                      <a:schemeClr val="tx2"/>
                    </a:solidFill>
                    <a:latin typeface="+mj-lt"/>
                    <a:ea typeface="Source Serif Pro" panose="02040603050405020204" pitchFamily="18" charset="0"/>
                  </a:rPr>
                  <a:t>66</a:t>
                </a:r>
                <a:r>
                  <a:rPr lang="en-US" sz="800" b="1" noProof="0" dirty="0">
                    <a:solidFill>
                      <a:schemeClr val="tx2"/>
                    </a:solidFill>
                    <a:latin typeface="+mj-lt"/>
                    <a:ea typeface="Source Serif Pro" panose="02040603050405020204" pitchFamily="18" charset="0"/>
                  </a:rPr>
                  <a:t>%</a:t>
                </a:r>
              </a:p>
            </p:txBody>
          </p:sp>
        </p:grpSp>
        <p:sp>
          <p:nvSpPr>
            <p:cNvPr id="17" name="Rectangle 16">
              <a:extLst>
                <a:ext uri="{FF2B5EF4-FFF2-40B4-BE49-F238E27FC236}">
                  <a16:creationId xmlns:a16="http://schemas.microsoft.com/office/drawing/2014/main" id="{C8C389AB-1216-0E1D-3979-FF28D3637D38}"/>
                </a:ext>
              </a:extLst>
            </p:cNvPr>
            <p:cNvSpPr/>
            <p:nvPr/>
          </p:nvSpPr>
          <p:spPr>
            <a:xfrm>
              <a:off x="5816102" y="1775117"/>
              <a:ext cx="647553" cy="2824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12000"/>
                </a:lnSpc>
                <a:spcBef>
                  <a:spcPts val="0"/>
                </a:spcBef>
                <a:spcAft>
                  <a:spcPts val="800"/>
                </a:spcAft>
                <a:buClrTx/>
                <a:buSzTx/>
                <a:buFontTx/>
                <a:buNone/>
                <a:tabLst/>
                <a:defRPr/>
              </a:pPr>
              <a:r>
                <a:rPr lang="en-US" sz="9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rPr>
                <a:t>Plastics</a:t>
              </a:r>
            </a:p>
          </p:txBody>
        </p:sp>
      </p:grpSp>
      <p:grpSp>
        <p:nvGrpSpPr>
          <p:cNvPr id="20" name="Group 19">
            <a:extLst>
              <a:ext uri="{FF2B5EF4-FFF2-40B4-BE49-F238E27FC236}">
                <a16:creationId xmlns:a16="http://schemas.microsoft.com/office/drawing/2014/main" id="{6D146AA1-2B21-2CD0-2570-3A6CE589C834}"/>
              </a:ext>
            </a:extLst>
          </p:cNvPr>
          <p:cNvGrpSpPr/>
          <p:nvPr/>
        </p:nvGrpSpPr>
        <p:grpSpPr>
          <a:xfrm>
            <a:off x="5907683" y="3237492"/>
            <a:ext cx="977876" cy="1238418"/>
            <a:chOff x="5604865" y="3157088"/>
            <a:chExt cx="1069781" cy="1354812"/>
          </a:xfrm>
        </p:grpSpPr>
        <p:pic>
          <p:nvPicPr>
            <p:cNvPr id="21" name="Picture 20">
              <a:extLst>
                <a:ext uri="{FF2B5EF4-FFF2-40B4-BE49-F238E27FC236}">
                  <a16:creationId xmlns:a16="http://schemas.microsoft.com/office/drawing/2014/main" id="{9B673060-F6DF-EEC5-1DBE-FD994ACF15A3}"/>
                </a:ext>
              </a:extLst>
            </p:cNvPr>
            <p:cNvPicPr>
              <a:picLocks/>
            </p:cNvPicPr>
            <p:nvPr/>
          </p:nvPicPr>
          <p:blipFill>
            <a:blip r:embed="rId9">
              <a:extLst>
                <a:ext uri="{28A0092B-C50C-407E-A947-70E740481C1C}">
                  <a14:useLocalDpi xmlns:a14="http://schemas.microsoft.com/office/drawing/2010/main" val="0"/>
                </a:ext>
              </a:extLst>
            </a:blip>
            <a:srcRect l="5023" r="5023"/>
            <a:stretch/>
          </p:blipFill>
          <p:spPr>
            <a:xfrm>
              <a:off x="5604865" y="3438420"/>
              <a:ext cx="971509" cy="971508"/>
            </a:xfrm>
            <a:prstGeom prst="ellipse">
              <a:avLst/>
            </a:prstGeom>
            <a:ln w="190500" cap="rnd">
              <a:noFill/>
              <a:prstDash val="solid"/>
            </a:ln>
            <a:effectLst/>
          </p:spPr>
        </p:pic>
        <p:grpSp>
          <p:nvGrpSpPr>
            <p:cNvPr id="22" name="Group 21">
              <a:extLst>
                <a:ext uri="{FF2B5EF4-FFF2-40B4-BE49-F238E27FC236}">
                  <a16:creationId xmlns:a16="http://schemas.microsoft.com/office/drawing/2014/main" id="{6588C113-432C-EE57-B9C0-09CC6768F56D}"/>
                </a:ext>
              </a:extLst>
            </p:cNvPr>
            <p:cNvGrpSpPr/>
            <p:nvPr/>
          </p:nvGrpSpPr>
          <p:grpSpPr>
            <a:xfrm>
              <a:off x="6199446" y="4035537"/>
              <a:ext cx="475200" cy="476363"/>
              <a:chOff x="3788558" y="4035537"/>
              <a:chExt cx="475200" cy="476363"/>
            </a:xfrm>
            <a:solidFill>
              <a:schemeClr val="accent3"/>
            </a:solidFill>
          </p:grpSpPr>
          <p:sp>
            <p:nvSpPr>
              <p:cNvPr id="28" name="Google Shape;234;p23">
                <a:extLst>
                  <a:ext uri="{FF2B5EF4-FFF2-40B4-BE49-F238E27FC236}">
                    <a16:creationId xmlns:a16="http://schemas.microsoft.com/office/drawing/2014/main" id="{8C3A22C1-9990-CAF4-BBC0-5FE309B74D74}"/>
                  </a:ext>
                </a:extLst>
              </p:cNvPr>
              <p:cNvSpPr>
                <a:spLocks noChangeAspect="1"/>
              </p:cNvSpPr>
              <p:nvPr/>
            </p:nvSpPr>
            <p:spPr>
              <a:xfrm rot="5400000">
                <a:off x="3787976" y="4036119"/>
                <a:ext cx="476363" cy="475200"/>
              </a:xfrm>
              <a:prstGeom prst="teardrop">
                <a:avLst>
                  <a:gd name="adj" fmla="val 100000"/>
                </a:avLst>
              </a:prstGeom>
              <a:solidFill>
                <a:schemeClr val="accent1"/>
              </a:solidFill>
              <a:ln>
                <a:noFill/>
              </a:ln>
              <a:effectLst>
                <a:outerShdw blurRad="152400" dist="38100" dir="21540000" algn="bl" rotWithShape="0">
                  <a:schemeClr val="bg2">
                    <a:alpha val="25000"/>
                  </a:schemeClr>
                </a:outerShdw>
              </a:effectLst>
            </p:spPr>
            <p:txBody>
              <a:bodyPr spcFirstLastPara="1" wrap="square" lIns="91425" tIns="91425" rIns="91425" bIns="91425" anchor="ctr" anchorCtr="0">
                <a:noAutofit/>
              </a:bodyPr>
              <a:lstStyle/>
              <a:p>
                <a:pPr algn="ctr" defTabSz="457200"/>
                <a:endParaRPr lang="es-CO" dirty="0"/>
              </a:p>
            </p:txBody>
          </p:sp>
          <p:sp>
            <p:nvSpPr>
              <p:cNvPr id="29" name="Rectangle 28">
                <a:extLst>
                  <a:ext uri="{FF2B5EF4-FFF2-40B4-BE49-F238E27FC236}">
                    <a16:creationId xmlns:a16="http://schemas.microsoft.com/office/drawing/2014/main" id="{D8D70496-BEF9-92A4-90C5-9C8777C018BD}"/>
                  </a:ext>
                </a:extLst>
              </p:cNvPr>
              <p:cNvSpPr/>
              <p:nvPr/>
            </p:nvSpPr>
            <p:spPr>
              <a:xfrm>
                <a:off x="3885865" y="4137659"/>
                <a:ext cx="279620" cy="269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1200" b="1" dirty="0">
                    <a:solidFill>
                      <a:schemeClr val="tx2"/>
                    </a:solidFill>
                    <a:latin typeface="+mj-lt"/>
                    <a:ea typeface="Source Serif Pro" panose="02040603050405020204" pitchFamily="18" charset="0"/>
                  </a:rPr>
                  <a:t>31</a:t>
                </a:r>
                <a:r>
                  <a:rPr lang="en-US" sz="800" b="1" dirty="0">
                    <a:solidFill>
                      <a:schemeClr val="tx2"/>
                    </a:solidFill>
                    <a:latin typeface="+mj-lt"/>
                    <a:ea typeface="Source Serif Pro" panose="02040603050405020204" pitchFamily="18" charset="0"/>
                  </a:rPr>
                  <a:t>%</a:t>
                </a:r>
              </a:p>
            </p:txBody>
          </p:sp>
        </p:grpSp>
        <p:sp>
          <p:nvSpPr>
            <p:cNvPr id="23" name="Rectangle 22">
              <a:extLst>
                <a:ext uri="{FF2B5EF4-FFF2-40B4-BE49-F238E27FC236}">
                  <a16:creationId xmlns:a16="http://schemas.microsoft.com/office/drawing/2014/main" id="{35857F06-5E91-5A1C-3A6C-569AF7C9C2D3}"/>
                </a:ext>
              </a:extLst>
            </p:cNvPr>
            <p:cNvSpPr/>
            <p:nvPr/>
          </p:nvSpPr>
          <p:spPr>
            <a:xfrm>
              <a:off x="5816105" y="3157088"/>
              <a:ext cx="647553" cy="2824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12000"/>
                </a:lnSpc>
                <a:spcBef>
                  <a:spcPts val="0"/>
                </a:spcBef>
                <a:spcAft>
                  <a:spcPts val="800"/>
                </a:spcAft>
                <a:buClrTx/>
                <a:buSzTx/>
                <a:buFontTx/>
                <a:buNone/>
                <a:tabLst/>
                <a:defRPr/>
              </a:pPr>
              <a:r>
                <a:rPr lang="en-US" sz="9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rPr>
                <a:t>Coatings</a:t>
              </a:r>
              <a:endParaRPr lang="en-US" sz="8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endParaRPr>
            </a:p>
          </p:txBody>
        </p:sp>
      </p:grpSp>
      <p:grpSp>
        <p:nvGrpSpPr>
          <p:cNvPr id="30" name="Group 29">
            <a:extLst>
              <a:ext uri="{FF2B5EF4-FFF2-40B4-BE49-F238E27FC236}">
                <a16:creationId xmlns:a16="http://schemas.microsoft.com/office/drawing/2014/main" id="{7E26DCB6-ED29-4B60-E368-5D9905E8D83B}"/>
              </a:ext>
            </a:extLst>
          </p:cNvPr>
          <p:cNvGrpSpPr/>
          <p:nvPr/>
        </p:nvGrpSpPr>
        <p:grpSpPr>
          <a:xfrm>
            <a:off x="5907682" y="4554730"/>
            <a:ext cx="977878" cy="1236470"/>
            <a:chOff x="5604863" y="4539058"/>
            <a:chExt cx="1069783" cy="1352682"/>
          </a:xfrm>
        </p:grpSpPr>
        <p:pic>
          <p:nvPicPr>
            <p:cNvPr id="31" name="Picture 30">
              <a:extLst>
                <a:ext uri="{FF2B5EF4-FFF2-40B4-BE49-F238E27FC236}">
                  <a16:creationId xmlns:a16="http://schemas.microsoft.com/office/drawing/2014/main" id="{13A98212-4DD1-C1D9-00C6-A2A421218C75}"/>
                </a:ext>
              </a:extLst>
            </p:cNvPr>
            <p:cNvPicPr>
              <a:picLocks/>
            </p:cNvPicPr>
            <p:nvPr/>
          </p:nvPicPr>
          <p:blipFill>
            <a:blip r:embed="rId10">
              <a:extLst>
                <a:ext uri="{28A0092B-C50C-407E-A947-70E740481C1C}">
                  <a14:useLocalDpi xmlns:a14="http://schemas.microsoft.com/office/drawing/2010/main" val="0"/>
                </a:ext>
                <a:ext uri="{837473B0-CC2E-450A-ABE3-18F120FF3D39}">
                  <a1611:picAttrSrcUrl xmlns:a1611="http://schemas.microsoft.com/office/drawing/2016/11/main" r:id="rId11"/>
                </a:ext>
              </a:extLst>
            </a:blip>
            <a:srcRect l="13861" r="13861"/>
            <a:stretch/>
          </p:blipFill>
          <p:spPr>
            <a:xfrm>
              <a:off x="5604863" y="4820391"/>
              <a:ext cx="971508" cy="971507"/>
            </a:xfrm>
            <a:prstGeom prst="ellipse">
              <a:avLst/>
            </a:prstGeom>
            <a:ln w="190500" cap="rnd">
              <a:noFill/>
              <a:prstDash val="solid"/>
            </a:ln>
            <a:effectLst/>
          </p:spPr>
        </p:pic>
        <p:grpSp>
          <p:nvGrpSpPr>
            <p:cNvPr id="32" name="Group 31">
              <a:extLst>
                <a:ext uri="{FF2B5EF4-FFF2-40B4-BE49-F238E27FC236}">
                  <a16:creationId xmlns:a16="http://schemas.microsoft.com/office/drawing/2014/main" id="{46F2A659-B8B6-8BD3-0A57-EE0F90F3BF3F}"/>
                </a:ext>
              </a:extLst>
            </p:cNvPr>
            <p:cNvGrpSpPr/>
            <p:nvPr/>
          </p:nvGrpSpPr>
          <p:grpSpPr>
            <a:xfrm>
              <a:off x="6199446" y="5415377"/>
              <a:ext cx="475200" cy="476363"/>
              <a:chOff x="3788558" y="5415377"/>
              <a:chExt cx="475200" cy="476363"/>
            </a:xfrm>
            <a:solidFill>
              <a:schemeClr val="accent3"/>
            </a:solidFill>
          </p:grpSpPr>
          <p:sp>
            <p:nvSpPr>
              <p:cNvPr id="37" name="Google Shape;234;p23">
                <a:extLst>
                  <a:ext uri="{FF2B5EF4-FFF2-40B4-BE49-F238E27FC236}">
                    <a16:creationId xmlns:a16="http://schemas.microsoft.com/office/drawing/2014/main" id="{7B27AB41-38C4-C4F7-911B-A778BEAEF469}"/>
                  </a:ext>
                </a:extLst>
              </p:cNvPr>
              <p:cNvSpPr>
                <a:spLocks noChangeAspect="1"/>
              </p:cNvSpPr>
              <p:nvPr/>
            </p:nvSpPr>
            <p:spPr>
              <a:xfrm rot="5400000">
                <a:off x="3787976" y="5415959"/>
                <a:ext cx="476363" cy="475200"/>
              </a:xfrm>
              <a:prstGeom prst="teardrop">
                <a:avLst>
                  <a:gd name="adj" fmla="val 100000"/>
                </a:avLst>
              </a:prstGeom>
              <a:solidFill>
                <a:schemeClr val="accent1"/>
              </a:solidFill>
              <a:ln>
                <a:noFill/>
              </a:ln>
              <a:effectLst>
                <a:outerShdw blurRad="152400" dist="38100" dir="21540000" algn="bl" rotWithShape="0">
                  <a:schemeClr val="bg2">
                    <a:alpha val="25000"/>
                  </a:schemeClr>
                </a:outerShdw>
              </a:effectLst>
            </p:spPr>
            <p:txBody>
              <a:bodyPr spcFirstLastPara="1" wrap="square" lIns="91425" tIns="91425" rIns="91425" bIns="91425" anchor="ctr" anchorCtr="0">
                <a:noAutofit/>
              </a:bodyPr>
              <a:lstStyle/>
              <a:p>
                <a:pPr algn="ctr" defTabSz="457200"/>
                <a:endParaRPr lang="es-CO" dirty="0"/>
              </a:p>
            </p:txBody>
          </p:sp>
          <p:sp>
            <p:nvSpPr>
              <p:cNvPr id="38" name="Rectangle 37">
                <a:extLst>
                  <a:ext uri="{FF2B5EF4-FFF2-40B4-BE49-F238E27FC236}">
                    <a16:creationId xmlns:a16="http://schemas.microsoft.com/office/drawing/2014/main" id="{D1F6CEB6-7F22-A902-FCA8-56F52371A25C}"/>
                  </a:ext>
                </a:extLst>
              </p:cNvPr>
              <p:cNvSpPr/>
              <p:nvPr/>
            </p:nvSpPr>
            <p:spPr>
              <a:xfrm>
                <a:off x="3916681" y="5516880"/>
                <a:ext cx="217992" cy="2754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1200" b="1" noProof="0" dirty="0">
                    <a:solidFill>
                      <a:schemeClr val="tx2"/>
                    </a:solidFill>
                    <a:latin typeface="+mj-lt"/>
                    <a:ea typeface="Source Serif Pro" panose="02040603050405020204" pitchFamily="18" charset="0"/>
                  </a:rPr>
                  <a:t>3</a:t>
                </a:r>
                <a:r>
                  <a:rPr lang="en-US" sz="800" b="1" dirty="0">
                    <a:solidFill>
                      <a:schemeClr val="tx2"/>
                    </a:solidFill>
                    <a:latin typeface="+mj-lt"/>
                    <a:ea typeface="Source Serif Pro" panose="02040603050405020204" pitchFamily="18" charset="0"/>
                  </a:rPr>
                  <a:t>%</a:t>
                </a:r>
              </a:p>
            </p:txBody>
          </p:sp>
        </p:grpSp>
        <p:sp>
          <p:nvSpPr>
            <p:cNvPr id="33" name="Rectangle 32">
              <a:extLst>
                <a:ext uri="{FF2B5EF4-FFF2-40B4-BE49-F238E27FC236}">
                  <a16:creationId xmlns:a16="http://schemas.microsoft.com/office/drawing/2014/main" id="{22EB0E46-4FA4-F53A-64A9-AFB079B4E5A1}"/>
                </a:ext>
              </a:extLst>
            </p:cNvPr>
            <p:cNvSpPr/>
            <p:nvPr/>
          </p:nvSpPr>
          <p:spPr>
            <a:xfrm>
              <a:off x="5816107" y="4539058"/>
              <a:ext cx="647553" cy="2824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12000"/>
                </a:lnSpc>
                <a:spcBef>
                  <a:spcPts val="0"/>
                </a:spcBef>
                <a:spcAft>
                  <a:spcPts val="800"/>
                </a:spcAft>
                <a:buClrTx/>
                <a:buSzTx/>
                <a:buFontTx/>
                <a:buNone/>
                <a:tabLst/>
                <a:defRPr/>
              </a:pPr>
              <a:r>
                <a:rPr lang="en-US" sz="9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rPr>
                <a:t>Others</a:t>
              </a:r>
            </a:p>
          </p:txBody>
        </p:sp>
      </p:grpSp>
      <p:sp>
        <p:nvSpPr>
          <p:cNvPr id="41" name="Google Shape;234;p23">
            <a:extLst>
              <a:ext uri="{FF2B5EF4-FFF2-40B4-BE49-F238E27FC236}">
                <a16:creationId xmlns:a16="http://schemas.microsoft.com/office/drawing/2014/main" id="{16913F82-0E1C-4949-4938-3B22D24B3CDD}"/>
              </a:ext>
            </a:extLst>
          </p:cNvPr>
          <p:cNvSpPr>
            <a:spLocks noChangeAspect="1"/>
          </p:cNvSpPr>
          <p:nvPr/>
        </p:nvSpPr>
        <p:spPr>
          <a:xfrm rot="5400000">
            <a:off x="3495501" y="4397054"/>
            <a:ext cx="1367969" cy="1364628"/>
          </a:xfrm>
          <a:prstGeom prst="teardrop">
            <a:avLst>
              <a:gd name="adj" fmla="val 100000"/>
            </a:avLst>
          </a:prstGeom>
          <a:noFill/>
          <a:ln>
            <a:solidFill>
              <a:schemeClr val="accent1"/>
            </a:solidFill>
          </a:ln>
          <a:effectLst>
            <a:outerShdw blurRad="628650" dist="133350" dir="8400000" algn="bl" rotWithShape="0">
              <a:srgbClr val="2E4D58">
                <a:alpha val="25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s-CO" dirty="0"/>
              <a:t> </a:t>
            </a:r>
          </a:p>
        </p:txBody>
      </p:sp>
      <p:sp>
        <p:nvSpPr>
          <p:cNvPr id="42" name="Rectangle 41">
            <a:extLst>
              <a:ext uri="{FF2B5EF4-FFF2-40B4-BE49-F238E27FC236}">
                <a16:creationId xmlns:a16="http://schemas.microsoft.com/office/drawing/2014/main" id="{09604DDA-9CB5-80BC-BC45-177F8C42F508}"/>
              </a:ext>
            </a:extLst>
          </p:cNvPr>
          <p:cNvSpPr/>
          <p:nvPr/>
        </p:nvSpPr>
        <p:spPr>
          <a:xfrm>
            <a:off x="3555647" y="2274937"/>
            <a:ext cx="1513350" cy="1297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numCol="1" spcCol="180000" rtlCol="0" anchor="t" anchorCtr="0">
            <a:spAutoFit/>
          </a:bodyPr>
          <a:lstStyle/>
          <a:p>
            <a:pPr marL="207450" marR="0" lvl="0" indent="-171450" defTabSz="914400" rtl="0" eaLnBrk="1" fontAlgn="auto" latinLnBrk="0" hangingPunct="1">
              <a:lnSpc>
                <a:spcPct val="130000"/>
              </a:lnSpc>
              <a:spcBef>
                <a:spcPts val="0"/>
              </a:spcBef>
              <a:spcAft>
                <a:spcPts val="800"/>
              </a:spcAft>
              <a:buClr>
                <a:schemeClr val="accent2"/>
              </a:buClr>
              <a:buSzTx/>
              <a:buFont typeface="Arial" panose="020B0604020202020204" pitchFamily="34" charset="0"/>
              <a:buChar char="•"/>
              <a:tabLst/>
              <a:defRPr/>
            </a:pPr>
            <a:r>
              <a:rPr kumimoji="0" lang="en-US" sz="900" i="0" u="none" strike="noStrike" kern="1200" cap="none" spc="-20" normalizeH="0" noProof="0" dirty="0">
                <a:ln>
                  <a:noFill/>
                </a:ln>
                <a:solidFill>
                  <a:schemeClr val="tx1"/>
                </a:solidFill>
                <a:effectLst/>
                <a:uLnTx/>
                <a:uFillTx/>
                <a:latin typeface="Poppins Medium" panose="00000600000000000000" pitchFamily="2" charset="0"/>
                <a:ea typeface="Source Serif Pro" panose="02040603050405020204" pitchFamily="18" charset="0"/>
                <a:cs typeface="Poppins Medium" panose="00000600000000000000" pitchFamily="2" charset="0"/>
              </a:rPr>
              <a:t>Cooking Oil Additives</a:t>
            </a:r>
          </a:p>
          <a:p>
            <a:pPr marL="207450" marR="0" lvl="0" indent="-171450" defTabSz="914400" rtl="0" eaLnBrk="1" fontAlgn="auto" latinLnBrk="0" hangingPunct="1">
              <a:lnSpc>
                <a:spcPct val="130000"/>
              </a:lnSpc>
              <a:spcBef>
                <a:spcPts val="0"/>
              </a:spcBef>
              <a:spcAft>
                <a:spcPts val="800"/>
              </a:spcAft>
              <a:buClr>
                <a:schemeClr val="accent2"/>
              </a:buClr>
              <a:buSzTx/>
              <a:buFont typeface="Arial" panose="020B0604020202020204" pitchFamily="34" charset="0"/>
              <a:buChar char="•"/>
              <a:tabLst/>
              <a:defRPr/>
            </a:pPr>
            <a:r>
              <a:rPr kumimoji="0" lang="en-US" sz="900" i="0" u="none" strike="noStrike" kern="1200" cap="none" spc="-20" normalizeH="0" noProof="0" dirty="0">
                <a:ln>
                  <a:noFill/>
                </a:ln>
                <a:solidFill>
                  <a:schemeClr val="tx1"/>
                </a:solidFill>
                <a:effectLst/>
                <a:uLnTx/>
                <a:uFillTx/>
                <a:latin typeface="Poppins Medium" panose="00000600000000000000" pitchFamily="2" charset="0"/>
                <a:ea typeface="Source Serif Pro" panose="02040603050405020204" pitchFamily="18" charset="0"/>
                <a:cs typeface="Poppins Medium" panose="00000600000000000000" pitchFamily="2" charset="0"/>
              </a:rPr>
              <a:t>Masterbatch Modifiers</a:t>
            </a:r>
          </a:p>
          <a:p>
            <a:pPr marL="207450" marR="0" lvl="0" indent="-171450" defTabSz="914400" rtl="0" eaLnBrk="1" fontAlgn="auto" latinLnBrk="0" hangingPunct="1">
              <a:lnSpc>
                <a:spcPct val="130000"/>
              </a:lnSpc>
              <a:spcBef>
                <a:spcPts val="0"/>
              </a:spcBef>
              <a:spcAft>
                <a:spcPts val="800"/>
              </a:spcAft>
              <a:buClr>
                <a:schemeClr val="accent2"/>
              </a:buClr>
              <a:buSzTx/>
              <a:buFont typeface="Arial" panose="020B0604020202020204" pitchFamily="34" charset="0"/>
              <a:buChar char="•"/>
              <a:tabLst/>
              <a:defRPr/>
            </a:pPr>
            <a:r>
              <a:rPr kumimoji="0" lang="en-US" sz="900" i="0" u="none" strike="noStrike" kern="1200" cap="none" spc="-20" normalizeH="0" noProof="0" dirty="0">
                <a:ln>
                  <a:noFill/>
                </a:ln>
                <a:solidFill>
                  <a:schemeClr val="tx1"/>
                </a:solidFill>
                <a:effectLst/>
                <a:uLnTx/>
                <a:uFillTx/>
                <a:latin typeface="Poppins Medium" panose="00000600000000000000" pitchFamily="2" charset="0"/>
                <a:ea typeface="Source Serif Pro" panose="02040603050405020204" pitchFamily="18" charset="0"/>
                <a:cs typeface="Poppins Medium" panose="00000600000000000000" pitchFamily="2" charset="0"/>
              </a:rPr>
              <a:t>Purge Compounds</a:t>
            </a:r>
          </a:p>
          <a:p>
            <a:pPr marL="207450" marR="0" lvl="0" indent="-171450" defTabSz="914400" rtl="0" eaLnBrk="1" fontAlgn="auto" latinLnBrk="0" hangingPunct="1">
              <a:lnSpc>
                <a:spcPct val="130000"/>
              </a:lnSpc>
              <a:spcBef>
                <a:spcPts val="0"/>
              </a:spcBef>
              <a:spcAft>
                <a:spcPts val="800"/>
              </a:spcAft>
              <a:buClr>
                <a:schemeClr val="accent2"/>
              </a:buClr>
              <a:buSzTx/>
              <a:buFont typeface="Arial" panose="020B0604020202020204" pitchFamily="34" charset="0"/>
              <a:buChar char="•"/>
              <a:tabLst/>
              <a:defRPr/>
            </a:pPr>
            <a:r>
              <a:rPr kumimoji="0" lang="en-US" sz="900" i="0" u="none" strike="noStrike" kern="1200" cap="none" spc="-20" normalizeH="0" noProof="0" dirty="0">
                <a:ln>
                  <a:noFill/>
                </a:ln>
                <a:solidFill>
                  <a:schemeClr val="tx1"/>
                </a:solidFill>
                <a:effectLst/>
                <a:uLnTx/>
                <a:uFillTx/>
                <a:latin typeface="Poppins Medium" panose="00000600000000000000" pitchFamily="2" charset="0"/>
                <a:ea typeface="Source Serif Pro" panose="02040603050405020204" pitchFamily="18" charset="0"/>
                <a:cs typeface="Poppins Medium" panose="00000600000000000000" pitchFamily="2" charset="0"/>
              </a:rPr>
              <a:t>Clays &amp; Emulsions</a:t>
            </a:r>
          </a:p>
          <a:p>
            <a:pPr marL="207450" marR="0" lvl="0" indent="-171450" defTabSz="914400" rtl="0" eaLnBrk="1" fontAlgn="auto" latinLnBrk="0" hangingPunct="1">
              <a:lnSpc>
                <a:spcPct val="130000"/>
              </a:lnSpc>
              <a:spcBef>
                <a:spcPts val="0"/>
              </a:spcBef>
              <a:spcAft>
                <a:spcPts val="800"/>
              </a:spcAft>
              <a:buClr>
                <a:schemeClr val="accent2"/>
              </a:buClr>
              <a:buSzTx/>
              <a:buFont typeface="Arial" panose="020B0604020202020204" pitchFamily="34" charset="0"/>
              <a:buChar char="•"/>
              <a:tabLst/>
              <a:defRPr/>
            </a:pPr>
            <a:r>
              <a:rPr kumimoji="0" lang="en-US" sz="900" i="0" u="none" strike="noStrike" kern="1200" cap="none" spc="-20" normalizeH="0" noProof="0" dirty="0">
                <a:ln>
                  <a:noFill/>
                </a:ln>
                <a:solidFill>
                  <a:schemeClr val="tx1"/>
                </a:solidFill>
                <a:effectLst/>
                <a:uLnTx/>
                <a:uFillTx/>
                <a:latin typeface="Poppins Medium" panose="00000600000000000000" pitchFamily="2" charset="0"/>
                <a:ea typeface="Source Serif Pro" panose="02040603050405020204" pitchFamily="18" charset="0"/>
                <a:cs typeface="Poppins Medium" panose="00000600000000000000" pitchFamily="2" charset="0"/>
              </a:rPr>
              <a:t>Process Aids</a:t>
            </a:r>
          </a:p>
        </p:txBody>
      </p:sp>
      <p:sp>
        <p:nvSpPr>
          <p:cNvPr id="43" name="TextBox 42">
            <a:extLst>
              <a:ext uri="{FF2B5EF4-FFF2-40B4-BE49-F238E27FC236}">
                <a16:creationId xmlns:a16="http://schemas.microsoft.com/office/drawing/2014/main" id="{91292F64-F532-587E-AFB9-9DFB4443FAAB}"/>
              </a:ext>
            </a:extLst>
          </p:cNvPr>
          <p:cNvSpPr txBox="1"/>
          <p:nvPr/>
        </p:nvSpPr>
        <p:spPr>
          <a:xfrm>
            <a:off x="3672710" y="4764250"/>
            <a:ext cx="1013551" cy="677108"/>
          </a:xfrm>
          <a:prstGeom prst="rect">
            <a:avLst/>
          </a:prstGeom>
          <a:noFill/>
        </p:spPr>
        <p:txBody>
          <a:bodyPr wrap="square" lIns="0" tIns="0" rIns="0" bIns="0" rtlCol="0" anchor="ctr">
            <a:spAutoFit/>
          </a:bodyPr>
          <a:lstStyle/>
          <a:p>
            <a:pPr algn="ctr"/>
            <a:r>
              <a:rPr lang="pt-BR" sz="2800" b="1" dirty="0">
                <a:solidFill>
                  <a:schemeClr val="bg2"/>
                </a:solidFill>
                <a:latin typeface="+mj-lt"/>
                <a:ea typeface="Source Serif Pro Black" panose="02040903050405020204" pitchFamily="18" charset="0"/>
              </a:rPr>
              <a:t>4</a:t>
            </a:r>
            <a:r>
              <a:rPr lang="pt-BR" sz="1400" b="1" dirty="0">
                <a:solidFill>
                  <a:schemeClr val="bg2"/>
                </a:solidFill>
                <a:latin typeface="+mj-lt"/>
                <a:ea typeface="Source Serif Pro Black" panose="02040903050405020204" pitchFamily="18" charset="0"/>
              </a:rPr>
              <a:t>%</a:t>
            </a:r>
            <a:r>
              <a:rPr lang="pt-BR" b="1" dirty="0">
                <a:solidFill>
                  <a:schemeClr val="bg2"/>
                </a:solidFill>
                <a:latin typeface="+mj-lt"/>
                <a:ea typeface="Source Serif Pro Black" panose="02040903050405020204" pitchFamily="18" charset="0"/>
              </a:rPr>
              <a:t> </a:t>
            </a:r>
            <a:endParaRPr lang="en-US" b="1" dirty="0">
              <a:solidFill>
                <a:schemeClr val="bg2"/>
              </a:solidFill>
              <a:latin typeface="+mj-lt"/>
              <a:ea typeface="Source Serif Pro Black" panose="02040903050405020204" pitchFamily="18" charset="0"/>
            </a:endParaRPr>
          </a:p>
          <a:p>
            <a:pPr algn="ctr"/>
            <a:r>
              <a:rPr lang="en-US" sz="800" dirty="0">
                <a:latin typeface="+mj-lt"/>
                <a:ea typeface="Source Serif Pro" panose="02040603050405020204" pitchFamily="18" charset="0"/>
              </a:rPr>
              <a:t>of FY24</a:t>
            </a:r>
            <a:br>
              <a:rPr lang="en-US" sz="800" dirty="0">
                <a:latin typeface="+mj-lt"/>
                <a:ea typeface="Source Serif Pro" panose="02040603050405020204" pitchFamily="18" charset="0"/>
              </a:rPr>
            </a:br>
            <a:r>
              <a:rPr lang="en-US" sz="800" dirty="0">
                <a:latin typeface="+mj-lt"/>
                <a:ea typeface="Source Serif Pro" panose="02040603050405020204" pitchFamily="18" charset="0"/>
              </a:rPr>
              <a:t>Gross Profit</a:t>
            </a:r>
          </a:p>
        </p:txBody>
      </p:sp>
      <p:sp>
        <p:nvSpPr>
          <p:cNvPr id="44" name="Rectangle 43">
            <a:extLst>
              <a:ext uri="{FF2B5EF4-FFF2-40B4-BE49-F238E27FC236}">
                <a16:creationId xmlns:a16="http://schemas.microsoft.com/office/drawing/2014/main" id="{432141E9-F902-0FBF-2C2F-F6D577A75F1C}"/>
              </a:ext>
            </a:extLst>
          </p:cNvPr>
          <p:cNvSpPr/>
          <p:nvPr/>
        </p:nvSpPr>
        <p:spPr>
          <a:xfrm>
            <a:off x="3555647" y="1716948"/>
            <a:ext cx="934152" cy="365356"/>
          </a:xfrm>
          <a:prstGeom prst="rect">
            <a:avLst/>
          </a:prstGeom>
        </p:spPr>
        <p:txBody>
          <a:bodyPr vert="horz" wrap="square" lIns="0" tIns="0" rIns="0" bIns="0" rtlCol="0" anchor="ctr">
            <a:spAutoFit/>
          </a:bodyPr>
          <a:lstStyle/>
          <a:p>
            <a:pPr>
              <a:lnSpc>
                <a:spcPct val="110000"/>
              </a:lnSpc>
              <a:spcAft>
                <a:spcPts val="800"/>
              </a:spcAft>
            </a:pPr>
            <a:r>
              <a:rPr lang="en-US" sz="110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Portfolio                    of solutions</a:t>
            </a:r>
          </a:p>
        </p:txBody>
      </p:sp>
      <p:cxnSp>
        <p:nvCxnSpPr>
          <p:cNvPr id="45" name="Conector recto 23">
            <a:extLst>
              <a:ext uri="{FF2B5EF4-FFF2-40B4-BE49-F238E27FC236}">
                <a16:creationId xmlns:a16="http://schemas.microsoft.com/office/drawing/2014/main" id="{6FACB6D3-95A9-EB50-E562-3CF6C0E8B4BB}"/>
              </a:ext>
            </a:extLst>
          </p:cNvPr>
          <p:cNvCxnSpPr>
            <a:cxnSpLocks/>
          </p:cNvCxnSpPr>
          <p:nvPr/>
        </p:nvCxnSpPr>
        <p:spPr>
          <a:xfrm>
            <a:off x="7417436" y="1690159"/>
            <a:ext cx="0" cy="4069933"/>
          </a:xfrm>
          <a:prstGeom prst="line">
            <a:avLst/>
          </a:prstGeom>
          <a:ln>
            <a:solidFill>
              <a:srgbClr val="EEE7E7"/>
            </a:solidFill>
          </a:ln>
        </p:spPr>
        <p:style>
          <a:lnRef idx="1">
            <a:schemeClr val="accent1"/>
          </a:lnRef>
          <a:fillRef idx="0">
            <a:schemeClr val="accent1"/>
          </a:fillRef>
          <a:effectRef idx="0">
            <a:schemeClr val="accent1"/>
          </a:effectRef>
          <a:fontRef idx="minor">
            <a:schemeClr val="tx1"/>
          </a:fontRef>
        </p:style>
      </p:cxnSp>
      <p:cxnSp>
        <p:nvCxnSpPr>
          <p:cNvPr id="46" name="Conector recto 23">
            <a:extLst>
              <a:ext uri="{FF2B5EF4-FFF2-40B4-BE49-F238E27FC236}">
                <a16:creationId xmlns:a16="http://schemas.microsoft.com/office/drawing/2014/main" id="{E3D9D2EB-A982-488B-BABF-2E0C1AC70D1A}"/>
              </a:ext>
            </a:extLst>
          </p:cNvPr>
          <p:cNvCxnSpPr>
            <a:cxnSpLocks/>
          </p:cNvCxnSpPr>
          <p:nvPr/>
        </p:nvCxnSpPr>
        <p:spPr>
          <a:xfrm>
            <a:off x="5375806" y="1690159"/>
            <a:ext cx="0" cy="4069933"/>
          </a:xfrm>
          <a:prstGeom prst="line">
            <a:avLst/>
          </a:prstGeom>
          <a:ln>
            <a:solidFill>
              <a:srgbClr val="EEE7E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56089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927C6-7DCE-A27E-1A2C-1F76DFF3A47F}"/>
            </a:ext>
          </a:extLst>
        </p:cNvPr>
        <p:cNvGrpSpPr/>
        <p:nvPr/>
      </p:nvGrpSpPr>
      <p:grpSpPr>
        <a:xfrm>
          <a:off x="0" y="0"/>
          <a:ext cx="0" cy="0"/>
          <a:chOff x="0" y="0"/>
          <a:chExt cx="0" cy="0"/>
        </a:xfrm>
      </p:grpSpPr>
      <p:sp>
        <p:nvSpPr>
          <p:cNvPr id="9" name="Rectangle: Single Corner Rounded 8">
            <a:extLst>
              <a:ext uri="{FF2B5EF4-FFF2-40B4-BE49-F238E27FC236}">
                <a16:creationId xmlns:a16="http://schemas.microsoft.com/office/drawing/2014/main" id="{24AD6637-13AF-D7F8-3EA1-D1EB57B715FB}"/>
              </a:ext>
            </a:extLst>
          </p:cNvPr>
          <p:cNvSpPr/>
          <p:nvPr/>
        </p:nvSpPr>
        <p:spPr>
          <a:xfrm>
            <a:off x="1" y="1453569"/>
            <a:ext cx="2718290" cy="1139090"/>
          </a:xfrm>
          <a:prstGeom prst="round1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en-US" sz="1200" noProof="0" dirty="0">
              <a:solidFill>
                <a:schemeClr val="bg1"/>
              </a:solidFill>
              <a:latin typeface="Source Serif Pro" panose="02040603050405020204" pitchFamily="18" charset="0"/>
              <a:ea typeface="Source Serif Pro" panose="02040603050405020204" pitchFamily="18" charset="0"/>
            </a:endParaRPr>
          </a:p>
        </p:txBody>
      </p:sp>
      <p:sp>
        <p:nvSpPr>
          <p:cNvPr id="63" name="Rectangle 62">
            <a:extLst>
              <a:ext uri="{FF2B5EF4-FFF2-40B4-BE49-F238E27FC236}">
                <a16:creationId xmlns:a16="http://schemas.microsoft.com/office/drawing/2014/main" id="{B67C2A75-DD50-DBDE-33FB-1A110014168C}"/>
              </a:ext>
            </a:extLst>
          </p:cNvPr>
          <p:cNvSpPr/>
          <p:nvPr/>
        </p:nvSpPr>
        <p:spPr>
          <a:xfrm>
            <a:off x="1" y="2593440"/>
            <a:ext cx="2718290" cy="113909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en-US" sz="1200" noProof="0" dirty="0">
              <a:solidFill>
                <a:schemeClr val="bg1"/>
              </a:solidFill>
              <a:latin typeface="Source Serif Pro" panose="02040603050405020204" pitchFamily="18" charset="0"/>
              <a:ea typeface="Source Serif Pro" panose="02040603050405020204" pitchFamily="18" charset="0"/>
            </a:endParaRPr>
          </a:p>
        </p:txBody>
      </p:sp>
      <p:sp>
        <p:nvSpPr>
          <p:cNvPr id="1025" name="Rectangle 1024">
            <a:extLst>
              <a:ext uri="{FF2B5EF4-FFF2-40B4-BE49-F238E27FC236}">
                <a16:creationId xmlns:a16="http://schemas.microsoft.com/office/drawing/2014/main" id="{688EF2E4-BD87-34BB-DD34-2CCD8E5B5438}"/>
              </a:ext>
            </a:extLst>
          </p:cNvPr>
          <p:cNvSpPr/>
          <p:nvPr/>
        </p:nvSpPr>
        <p:spPr>
          <a:xfrm>
            <a:off x="1" y="3733051"/>
            <a:ext cx="2718290" cy="113909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en-US" sz="1200" noProof="0" dirty="0">
              <a:solidFill>
                <a:schemeClr val="bg1"/>
              </a:solidFill>
              <a:latin typeface="Source Serif Pro" panose="02040603050405020204" pitchFamily="18" charset="0"/>
              <a:ea typeface="Source Serif Pro" panose="02040603050405020204" pitchFamily="18" charset="0"/>
            </a:endParaRPr>
          </a:p>
        </p:txBody>
      </p:sp>
      <p:sp>
        <p:nvSpPr>
          <p:cNvPr id="1027" name="Rectangle: Single Corner Rounded 1026">
            <a:extLst>
              <a:ext uri="{FF2B5EF4-FFF2-40B4-BE49-F238E27FC236}">
                <a16:creationId xmlns:a16="http://schemas.microsoft.com/office/drawing/2014/main" id="{0D75F76E-4F2D-9793-81CA-4C99223C1986}"/>
              </a:ext>
            </a:extLst>
          </p:cNvPr>
          <p:cNvSpPr/>
          <p:nvPr/>
        </p:nvSpPr>
        <p:spPr>
          <a:xfrm flipV="1">
            <a:off x="1" y="4863251"/>
            <a:ext cx="2718290" cy="1139090"/>
          </a:xfrm>
          <a:prstGeom prst="round1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en-US" sz="1200" dirty="0">
              <a:solidFill>
                <a:schemeClr val="bg1"/>
              </a:solidFill>
              <a:latin typeface="Source Serif Pro" panose="02040603050405020204" pitchFamily="18" charset="0"/>
              <a:ea typeface="Source Serif Pro" panose="02040603050405020204" pitchFamily="18" charset="0"/>
            </a:endParaRPr>
          </a:p>
        </p:txBody>
      </p:sp>
      <p:sp>
        <p:nvSpPr>
          <p:cNvPr id="3" name="Título 23">
            <a:extLst>
              <a:ext uri="{FF2B5EF4-FFF2-40B4-BE49-F238E27FC236}">
                <a16:creationId xmlns:a16="http://schemas.microsoft.com/office/drawing/2014/main" id="{802E07CE-52A6-4F2C-BE88-C8A7A1641FF9}"/>
              </a:ext>
            </a:extLst>
          </p:cNvPr>
          <p:cNvSpPr>
            <a:spLocks noGrp="1"/>
          </p:cNvSpPr>
          <p:nvPr>
            <p:ph type="title"/>
          </p:nvPr>
        </p:nvSpPr>
        <p:spPr>
          <a:xfrm>
            <a:off x="731837" y="733846"/>
            <a:ext cx="11102975" cy="307520"/>
          </a:xfrm>
        </p:spPr>
        <p:txBody>
          <a:bodyPr vert="horz" lIns="0" tIns="0" rIns="0" bIns="0" rtlCol="0" anchor="ctr">
            <a:noAutofit/>
          </a:bodyPr>
          <a:lstStyle/>
          <a:p>
            <a:r>
              <a:rPr lang="en-US" noProof="0" dirty="0"/>
              <a:t>…Serving as a One-Stop-Shop in Those Segments</a:t>
            </a:r>
          </a:p>
        </p:txBody>
      </p:sp>
      <p:sp>
        <p:nvSpPr>
          <p:cNvPr id="5" name="Content Placeholder 16">
            <a:extLst>
              <a:ext uri="{FF2B5EF4-FFF2-40B4-BE49-F238E27FC236}">
                <a16:creationId xmlns:a16="http://schemas.microsoft.com/office/drawing/2014/main" id="{DF3EA9D1-FB33-EA14-20AF-44C1C837798B}"/>
              </a:ext>
            </a:extLst>
          </p:cNvPr>
          <p:cNvSpPr>
            <a:spLocks noGrp="1"/>
          </p:cNvSpPr>
          <p:nvPr>
            <p:ph sz="quarter" idx="13"/>
          </p:nvPr>
        </p:nvSpPr>
        <p:spPr/>
        <p:txBody>
          <a:bodyPr vert="horz" lIns="0" tIns="36000" rIns="0" bIns="0" rtlCol="0">
            <a:spAutoFit/>
          </a:bodyPr>
          <a:lstStyle/>
          <a:p>
            <a:r>
              <a:rPr lang="en-US" sz="1050" dirty="0" err="1"/>
              <a:t>Almatia</a:t>
            </a:r>
            <a:r>
              <a:rPr lang="en-US" sz="1050" dirty="0"/>
              <a:t> stands out with its extensive range of SKUs and product offerings across its segments, supplying everything from specialty additives to essential products</a:t>
            </a:r>
          </a:p>
        </p:txBody>
      </p:sp>
      <p:sp>
        <p:nvSpPr>
          <p:cNvPr id="26" name="Text Placeholder 23">
            <a:extLst>
              <a:ext uri="{FF2B5EF4-FFF2-40B4-BE49-F238E27FC236}">
                <a16:creationId xmlns:a16="http://schemas.microsoft.com/office/drawing/2014/main" id="{561E4A9E-C384-7685-E06F-8029B95E51DA}"/>
              </a:ext>
            </a:extLst>
          </p:cNvPr>
          <p:cNvSpPr>
            <a:spLocks noGrp="1"/>
          </p:cNvSpPr>
          <p:nvPr>
            <p:ph type="body" sz="quarter" idx="36"/>
          </p:nvPr>
        </p:nvSpPr>
        <p:spPr>
          <a:xfrm>
            <a:off x="731838" y="6198700"/>
            <a:ext cx="9275946" cy="267766"/>
          </a:xfrm>
        </p:spPr>
        <p:txBody>
          <a:bodyPr/>
          <a:lstStyle/>
          <a:p>
            <a:r>
              <a:rPr lang="en-US" noProof="0" dirty="0"/>
              <a:t>Source: Company Information</a:t>
            </a:r>
            <a:br>
              <a:rPr lang="en-US" noProof="0" dirty="0"/>
            </a:br>
            <a:r>
              <a:rPr lang="en-US" noProof="0" dirty="0"/>
              <a:t>Notes: (1) % related to Gross Profit; </a:t>
            </a:r>
          </a:p>
        </p:txBody>
      </p:sp>
      <p:sp>
        <p:nvSpPr>
          <p:cNvPr id="1065" name="Rectángulo: esquinas redondeadas 30">
            <a:extLst>
              <a:ext uri="{FF2B5EF4-FFF2-40B4-BE49-F238E27FC236}">
                <a16:creationId xmlns:a16="http://schemas.microsoft.com/office/drawing/2014/main" id="{D9858453-D334-95D8-F908-9F990BE0B6C4}"/>
              </a:ext>
            </a:extLst>
          </p:cNvPr>
          <p:cNvSpPr/>
          <p:nvPr/>
        </p:nvSpPr>
        <p:spPr>
          <a:xfrm>
            <a:off x="8909090" y="1690159"/>
            <a:ext cx="1370457" cy="1346906"/>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1066" name="Rectángulo: esquinas redondeadas 30">
            <a:extLst>
              <a:ext uri="{FF2B5EF4-FFF2-40B4-BE49-F238E27FC236}">
                <a16:creationId xmlns:a16="http://schemas.microsoft.com/office/drawing/2014/main" id="{7E839785-FE35-FB15-3B53-ACDB2B79ABFD}"/>
              </a:ext>
            </a:extLst>
          </p:cNvPr>
          <p:cNvSpPr/>
          <p:nvPr/>
        </p:nvSpPr>
        <p:spPr>
          <a:xfrm>
            <a:off x="10469003" y="1690159"/>
            <a:ext cx="1370457" cy="1346906"/>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35" name="Rectangle 34">
            <a:extLst>
              <a:ext uri="{FF2B5EF4-FFF2-40B4-BE49-F238E27FC236}">
                <a16:creationId xmlns:a16="http://schemas.microsoft.com/office/drawing/2014/main" id="{DBF1E744-9DC3-4D89-92DB-080397FEE01E}"/>
              </a:ext>
            </a:extLst>
          </p:cNvPr>
          <p:cNvSpPr/>
          <p:nvPr/>
        </p:nvSpPr>
        <p:spPr>
          <a:xfrm>
            <a:off x="7743932" y="1716948"/>
            <a:ext cx="1580046" cy="179152"/>
          </a:xfrm>
          <a:prstGeom prst="rect">
            <a:avLst/>
          </a:prstGeom>
        </p:spPr>
        <p:txBody>
          <a:bodyPr vert="horz" wrap="square" lIns="0" tIns="0" rIns="0" bIns="0" rtlCol="0" anchor="ctr">
            <a:spAutoFit/>
          </a:bodyPr>
          <a:lstStyle/>
          <a:p>
            <a:pPr>
              <a:lnSpc>
                <a:spcPct val="110000"/>
              </a:lnSpc>
              <a:spcAft>
                <a:spcPts val="800"/>
              </a:spcAft>
            </a:pPr>
            <a:r>
              <a:rPr lang="en-US" sz="110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Performance</a:t>
            </a:r>
          </a:p>
        </p:txBody>
      </p:sp>
      <p:sp>
        <p:nvSpPr>
          <p:cNvPr id="1048" name="Rectangle 1047">
            <a:extLst>
              <a:ext uri="{FF2B5EF4-FFF2-40B4-BE49-F238E27FC236}">
                <a16:creationId xmlns:a16="http://schemas.microsoft.com/office/drawing/2014/main" id="{3A8D7135-098B-79ED-C74E-B330995D2587}"/>
              </a:ext>
            </a:extLst>
          </p:cNvPr>
          <p:cNvSpPr/>
          <p:nvPr/>
        </p:nvSpPr>
        <p:spPr>
          <a:xfrm>
            <a:off x="7735092" y="3761147"/>
            <a:ext cx="1226865" cy="166644"/>
          </a:xfrm>
          <a:prstGeom prst="rect">
            <a:avLst/>
          </a:prstGeom>
        </p:spPr>
        <p:txBody>
          <a:bodyPr vert="horz" wrap="square" lIns="0" tIns="36000" rIns="0" bIns="0" rtlCol="0" anchor="t">
            <a:spAutoFit/>
          </a:bodyPr>
          <a:lstStyle/>
          <a:p>
            <a:pPr>
              <a:lnSpc>
                <a:spcPct val="110000"/>
              </a:lnSpc>
            </a:pPr>
            <a:r>
              <a:rPr lang="en-US" sz="800" dirty="0">
                <a:latin typeface="+mj-lt"/>
                <a:ea typeface="Source Serif Pro Light" panose="02040303050405020204" pitchFamily="18" charset="0"/>
                <a:cs typeface="Roboto" panose="02000000000000000000" pitchFamily="2" charset="0"/>
              </a:rPr>
              <a:t>(Revenue, USD ‘000)</a:t>
            </a:r>
          </a:p>
        </p:txBody>
      </p:sp>
      <p:sp>
        <p:nvSpPr>
          <p:cNvPr id="27" name="Rectangle 26">
            <a:extLst>
              <a:ext uri="{FF2B5EF4-FFF2-40B4-BE49-F238E27FC236}">
                <a16:creationId xmlns:a16="http://schemas.microsoft.com/office/drawing/2014/main" id="{8E6F258A-945E-F2D9-6DF2-50B408FE770E}"/>
              </a:ext>
            </a:extLst>
          </p:cNvPr>
          <p:cNvSpPr/>
          <p:nvPr/>
        </p:nvSpPr>
        <p:spPr>
          <a:xfrm>
            <a:off x="7735092" y="3573972"/>
            <a:ext cx="1356002" cy="179152"/>
          </a:xfrm>
          <a:prstGeom prst="rect">
            <a:avLst/>
          </a:prstGeom>
        </p:spPr>
        <p:txBody>
          <a:bodyPr vert="horz" wrap="square" lIns="0" tIns="0" rIns="0" bIns="0" rtlCol="0" anchor="ctr">
            <a:spAutoFit/>
          </a:bodyPr>
          <a:lstStyle/>
          <a:p>
            <a:pPr>
              <a:lnSpc>
                <a:spcPct val="110000"/>
              </a:lnSpc>
              <a:spcAft>
                <a:spcPts val="800"/>
              </a:spcAft>
            </a:pPr>
            <a:r>
              <a:rPr lang="en-US" sz="110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Revenue Evolution</a:t>
            </a:r>
          </a:p>
        </p:txBody>
      </p:sp>
      <p:sp>
        <p:nvSpPr>
          <p:cNvPr id="1092" name="Elipse 9">
            <a:extLst>
              <a:ext uri="{FF2B5EF4-FFF2-40B4-BE49-F238E27FC236}">
                <a16:creationId xmlns:a16="http://schemas.microsoft.com/office/drawing/2014/main" id="{58327F89-E77F-2891-CDD4-6741FB1E1D3D}"/>
              </a:ext>
            </a:extLst>
          </p:cNvPr>
          <p:cNvSpPr/>
          <p:nvPr/>
        </p:nvSpPr>
        <p:spPr>
          <a:xfrm>
            <a:off x="2236287" y="3834090"/>
            <a:ext cx="926042" cy="926042"/>
          </a:xfrm>
          <a:prstGeom prst="ellipse">
            <a:avLst/>
          </a:prstGeom>
          <a:blipFill dpi="0" rotWithShape="1">
            <a:blip r:embed="rId3" cstate="screen">
              <a:duotone>
                <a:schemeClr val="bg2">
                  <a:shade val="45000"/>
                  <a:satMod val="135000"/>
                </a:schemeClr>
                <a:prstClr val="white"/>
              </a:duotone>
              <a:extLst>
                <a:ext uri="{28A0092B-C50C-407E-A947-70E740481C1C}">
                  <a14:useLocalDpi xmlns:a14="http://schemas.microsoft.com/office/drawing/2010/main"/>
                </a:ext>
              </a:extLst>
            </a:blip>
            <a:srcRect/>
            <a:stretch>
              <a:fillRect/>
            </a:stretch>
          </a:blipFill>
          <a:ln w="254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095" name="Elipse 14">
            <a:extLst>
              <a:ext uri="{FF2B5EF4-FFF2-40B4-BE49-F238E27FC236}">
                <a16:creationId xmlns:a16="http://schemas.microsoft.com/office/drawing/2014/main" id="{025F5C84-23A7-6BB5-053E-2452957FF7BB}"/>
              </a:ext>
            </a:extLst>
          </p:cNvPr>
          <p:cNvSpPr/>
          <p:nvPr/>
        </p:nvSpPr>
        <p:spPr>
          <a:xfrm>
            <a:off x="2236287" y="4969775"/>
            <a:ext cx="926042" cy="926042"/>
          </a:xfrm>
          <a:prstGeom prst="ellipse">
            <a:avLst/>
          </a:prstGeom>
          <a:blipFill dpi="0" rotWithShape="1">
            <a:blip r:embed="rId4" cstate="screen">
              <a:extLst>
                <a:ext uri="{28A0092B-C50C-407E-A947-70E740481C1C}">
                  <a14:useLocalDpi xmlns:a14="http://schemas.microsoft.com/office/drawing/2010/main"/>
                </a:ext>
              </a:extLst>
            </a:blip>
            <a:srcRect/>
            <a:stretch>
              <a:fillRect/>
            </a:stretch>
          </a:blip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097" name="Rectangle 1096">
            <a:extLst>
              <a:ext uri="{FF2B5EF4-FFF2-40B4-BE49-F238E27FC236}">
                <a16:creationId xmlns:a16="http://schemas.microsoft.com/office/drawing/2014/main" id="{95FD24A3-A61D-C3AF-E8F6-2EEB7D865027}"/>
              </a:ext>
            </a:extLst>
          </p:cNvPr>
          <p:cNvSpPr/>
          <p:nvPr/>
        </p:nvSpPr>
        <p:spPr>
          <a:xfrm>
            <a:off x="791241" y="1883329"/>
            <a:ext cx="1135811" cy="279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1400" dirty="0">
                <a:solidFill>
                  <a:schemeClr val="tx2"/>
                </a:solidFill>
                <a:latin typeface="+mj-lt"/>
                <a:ea typeface="Source Serif Pro" panose="02040603050405020204" pitchFamily="18" charset="0"/>
                <a:cs typeface="Poppins Medium" panose="00000600000000000000" pitchFamily="2" charset="0"/>
              </a:rPr>
              <a:t>Essentials</a:t>
            </a:r>
          </a:p>
        </p:txBody>
      </p:sp>
      <p:sp>
        <p:nvSpPr>
          <p:cNvPr id="1101" name="Rectangle 1100">
            <a:extLst>
              <a:ext uri="{FF2B5EF4-FFF2-40B4-BE49-F238E27FC236}">
                <a16:creationId xmlns:a16="http://schemas.microsoft.com/office/drawing/2014/main" id="{D9AED7B0-7FB1-33F3-E9BF-807E248CE586}"/>
              </a:ext>
            </a:extLst>
          </p:cNvPr>
          <p:cNvSpPr/>
          <p:nvPr/>
        </p:nvSpPr>
        <p:spPr>
          <a:xfrm>
            <a:off x="481270" y="3019889"/>
            <a:ext cx="1755753" cy="279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1400" dirty="0">
                <a:solidFill>
                  <a:schemeClr val="tx2"/>
                </a:solidFill>
                <a:latin typeface="+mj-lt"/>
                <a:ea typeface="Source Serif Pro" panose="02040603050405020204" pitchFamily="18" charset="0"/>
                <a:cs typeface="Poppins Medium" panose="00000600000000000000" pitchFamily="2" charset="0"/>
              </a:rPr>
              <a:t>Differentiators</a:t>
            </a:r>
          </a:p>
        </p:txBody>
      </p:sp>
      <p:sp>
        <p:nvSpPr>
          <p:cNvPr id="1102" name="Rectangle 1101">
            <a:extLst>
              <a:ext uri="{FF2B5EF4-FFF2-40B4-BE49-F238E27FC236}">
                <a16:creationId xmlns:a16="http://schemas.microsoft.com/office/drawing/2014/main" id="{10013704-8B92-7C9D-2B5E-A7A8DC303998}"/>
              </a:ext>
            </a:extLst>
          </p:cNvPr>
          <p:cNvSpPr/>
          <p:nvPr/>
        </p:nvSpPr>
        <p:spPr>
          <a:xfrm>
            <a:off x="743990" y="4162811"/>
            <a:ext cx="1230313" cy="279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1400" noProof="0" dirty="0">
                <a:solidFill>
                  <a:schemeClr val="tx2"/>
                </a:solidFill>
                <a:latin typeface="+mj-lt"/>
                <a:ea typeface="Source Serif Pro" panose="02040603050405020204" pitchFamily="18" charset="0"/>
                <a:cs typeface="Poppins Medium" panose="00000600000000000000" pitchFamily="2" charset="0"/>
              </a:rPr>
              <a:t>Enhancers</a:t>
            </a:r>
          </a:p>
        </p:txBody>
      </p:sp>
      <p:sp>
        <p:nvSpPr>
          <p:cNvPr id="1103" name="Rectangle 1102">
            <a:extLst>
              <a:ext uri="{FF2B5EF4-FFF2-40B4-BE49-F238E27FC236}">
                <a16:creationId xmlns:a16="http://schemas.microsoft.com/office/drawing/2014/main" id="{38915FA9-4358-7A36-03C6-A33C2B0A2258}"/>
              </a:ext>
            </a:extLst>
          </p:cNvPr>
          <p:cNvSpPr/>
          <p:nvPr/>
        </p:nvSpPr>
        <p:spPr>
          <a:xfrm>
            <a:off x="685224" y="5293011"/>
            <a:ext cx="1347844" cy="279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1400" b="1" dirty="0">
                <a:solidFill>
                  <a:schemeClr val="bg1"/>
                </a:solidFill>
                <a:latin typeface="+mj-lt"/>
                <a:ea typeface="Source Serif Pro" panose="02040603050405020204" pitchFamily="18" charset="0"/>
                <a:cs typeface="Poppins Medium" panose="00000600000000000000" pitchFamily="2" charset="0"/>
              </a:rPr>
              <a:t>Functionals</a:t>
            </a:r>
          </a:p>
        </p:txBody>
      </p:sp>
      <p:cxnSp>
        <p:nvCxnSpPr>
          <p:cNvPr id="1104" name="Conector recto 23">
            <a:extLst>
              <a:ext uri="{FF2B5EF4-FFF2-40B4-BE49-F238E27FC236}">
                <a16:creationId xmlns:a16="http://schemas.microsoft.com/office/drawing/2014/main" id="{C7E7DF28-CE98-9FC7-6FD1-912797971A1F}"/>
              </a:ext>
            </a:extLst>
          </p:cNvPr>
          <p:cNvCxnSpPr>
            <a:cxnSpLocks/>
          </p:cNvCxnSpPr>
          <p:nvPr/>
        </p:nvCxnSpPr>
        <p:spPr>
          <a:xfrm>
            <a:off x="679942" y="2312718"/>
            <a:ext cx="135840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08" name="Conector recto 23">
            <a:extLst>
              <a:ext uri="{FF2B5EF4-FFF2-40B4-BE49-F238E27FC236}">
                <a16:creationId xmlns:a16="http://schemas.microsoft.com/office/drawing/2014/main" id="{FA4019AE-3691-3D93-B101-655FA9DDE1A5}"/>
              </a:ext>
            </a:extLst>
          </p:cNvPr>
          <p:cNvCxnSpPr>
            <a:cxnSpLocks/>
          </p:cNvCxnSpPr>
          <p:nvPr/>
        </p:nvCxnSpPr>
        <p:spPr>
          <a:xfrm>
            <a:off x="679942" y="3449278"/>
            <a:ext cx="135840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09" name="Conector recto 23">
            <a:extLst>
              <a:ext uri="{FF2B5EF4-FFF2-40B4-BE49-F238E27FC236}">
                <a16:creationId xmlns:a16="http://schemas.microsoft.com/office/drawing/2014/main" id="{C306E544-5006-5A8D-62DE-4ED1A1C5E261}"/>
              </a:ext>
            </a:extLst>
          </p:cNvPr>
          <p:cNvCxnSpPr>
            <a:cxnSpLocks/>
          </p:cNvCxnSpPr>
          <p:nvPr/>
        </p:nvCxnSpPr>
        <p:spPr>
          <a:xfrm>
            <a:off x="679942" y="4585838"/>
            <a:ext cx="135840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11" name="Conector recto 23">
            <a:extLst>
              <a:ext uri="{FF2B5EF4-FFF2-40B4-BE49-F238E27FC236}">
                <a16:creationId xmlns:a16="http://schemas.microsoft.com/office/drawing/2014/main" id="{41055658-D2F6-0956-7A3F-B3828D813C57}"/>
              </a:ext>
            </a:extLst>
          </p:cNvPr>
          <p:cNvCxnSpPr>
            <a:cxnSpLocks/>
          </p:cNvCxnSpPr>
          <p:nvPr/>
        </p:nvCxnSpPr>
        <p:spPr>
          <a:xfrm>
            <a:off x="679942" y="5673420"/>
            <a:ext cx="1358408"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5CB4131F-85E8-433E-C101-A48CCCCC6A67}"/>
              </a:ext>
            </a:extLst>
          </p:cNvPr>
          <p:cNvSpPr txBox="1"/>
          <p:nvPr/>
        </p:nvSpPr>
        <p:spPr>
          <a:xfrm>
            <a:off x="9179758" y="2371031"/>
            <a:ext cx="829121" cy="492443"/>
          </a:xfrm>
          <a:prstGeom prst="rect">
            <a:avLst/>
          </a:prstGeom>
          <a:noFill/>
        </p:spPr>
        <p:txBody>
          <a:bodyPr wrap="square" lIns="0" tIns="0" rIns="0" bIns="0" rtlCol="0" anchor="ctr">
            <a:spAutoFit/>
          </a:bodyPr>
          <a:lstStyle/>
          <a:p>
            <a:pPr algn="ctr"/>
            <a:r>
              <a:rPr lang="pt-BR" sz="2000" b="1" baseline="15000" dirty="0">
                <a:latin typeface="+mj-lt"/>
                <a:ea typeface="Source Serif Pro Black" panose="02040903050405020204" pitchFamily="18" charset="0"/>
              </a:rPr>
              <a:t>+</a:t>
            </a:r>
            <a:r>
              <a:rPr lang="pt-BR" sz="2400" b="1" dirty="0">
                <a:latin typeface="+mj-lt"/>
                <a:ea typeface="Source Serif Pro Black" panose="02040903050405020204" pitchFamily="18" charset="0"/>
              </a:rPr>
              <a:t>94</a:t>
            </a:r>
            <a:endParaRPr lang="en-US" sz="1600" b="1" dirty="0">
              <a:latin typeface="+mj-lt"/>
              <a:ea typeface="Source Serif Pro Black" panose="02040903050405020204" pitchFamily="18" charset="0"/>
            </a:endParaRPr>
          </a:p>
          <a:p>
            <a:pPr algn="ctr"/>
            <a:r>
              <a:rPr lang="en-US" sz="800" dirty="0">
                <a:latin typeface="+mj-lt"/>
                <a:ea typeface="Source Serif Pro" panose="02040603050405020204" pitchFamily="18" charset="0"/>
              </a:rPr>
              <a:t># of SKUs</a:t>
            </a:r>
          </a:p>
        </p:txBody>
      </p:sp>
      <p:sp>
        <p:nvSpPr>
          <p:cNvPr id="59" name="TextBox 58">
            <a:extLst>
              <a:ext uri="{FF2B5EF4-FFF2-40B4-BE49-F238E27FC236}">
                <a16:creationId xmlns:a16="http://schemas.microsoft.com/office/drawing/2014/main" id="{AFBB6CE6-C4D4-BB03-6F75-7283FDFF90F3}"/>
              </a:ext>
            </a:extLst>
          </p:cNvPr>
          <p:cNvSpPr txBox="1"/>
          <p:nvPr/>
        </p:nvSpPr>
        <p:spPr>
          <a:xfrm>
            <a:off x="10604361" y="2371031"/>
            <a:ext cx="1099740" cy="492443"/>
          </a:xfrm>
          <a:prstGeom prst="rect">
            <a:avLst/>
          </a:prstGeom>
          <a:noFill/>
        </p:spPr>
        <p:txBody>
          <a:bodyPr wrap="square" lIns="0" tIns="0" rIns="0" bIns="0" rtlCol="0" anchor="ctr">
            <a:spAutoFit/>
          </a:bodyPr>
          <a:lstStyle/>
          <a:p>
            <a:pPr algn="ctr"/>
            <a:r>
              <a:rPr lang="pt-BR" sz="2000" b="1" baseline="15000" dirty="0">
                <a:latin typeface="+mj-lt"/>
                <a:ea typeface="Source Serif Pro Black" panose="02040903050405020204" pitchFamily="18" charset="0"/>
              </a:rPr>
              <a:t>~</a:t>
            </a:r>
            <a:r>
              <a:rPr lang="pt-BR" sz="2400" b="1" dirty="0">
                <a:latin typeface="+mj-lt"/>
                <a:ea typeface="Source Serif Pro Black" panose="02040903050405020204" pitchFamily="18" charset="0"/>
              </a:rPr>
              <a:t>39</a:t>
            </a:r>
            <a:r>
              <a:rPr lang="pt-BR" sz="1200" b="1" dirty="0">
                <a:latin typeface="+mj-lt"/>
                <a:ea typeface="Source Serif Pro Black" panose="02040903050405020204" pitchFamily="18" charset="0"/>
              </a:rPr>
              <a:t>%</a:t>
            </a:r>
            <a:endParaRPr lang="en-US" sz="1200" b="1" dirty="0">
              <a:latin typeface="+mj-lt"/>
              <a:ea typeface="Source Serif Pro Black" panose="02040903050405020204" pitchFamily="18" charset="0"/>
            </a:endParaRPr>
          </a:p>
          <a:p>
            <a:pPr algn="ctr"/>
            <a:r>
              <a:rPr lang="en-US" sz="800" dirty="0">
                <a:latin typeface="+mj-lt"/>
                <a:ea typeface="Source Serif Pro" panose="02040603050405020204" pitchFamily="18" charset="0"/>
              </a:rPr>
              <a:t>Gross Margin FY24</a:t>
            </a:r>
          </a:p>
        </p:txBody>
      </p:sp>
      <p:grpSp>
        <p:nvGrpSpPr>
          <p:cNvPr id="1113" name="Agrupar 888">
            <a:extLst>
              <a:ext uri="{FF2B5EF4-FFF2-40B4-BE49-F238E27FC236}">
                <a16:creationId xmlns:a16="http://schemas.microsoft.com/office/drawing/2014/main" id="{B87D609E-7EFA-57B3-CA05-E7644FD57AE1}"/>
              </a:ext>
            </a:extLst>
          </p:cNvPr>
          <p:cNvGrpSpPr/>
          <p:nvPr/>
        </p:nvGrpSpPr>
        <p:grpSpPr>
          <a:xfrm>
            <a:off x="9416428" y="1863750"/>
            <a:ext cx="355780" cy="373814"/>
            <a:chOff x="4321175" y="4210051"/>
            <a:chExt cx="344488" cy="361950"/>
          </a:xfrm>
        </p:grpSpPr>
        <p:sp>
          <p:nvSpPr>
            <p:cNvPr id="1114" name="Freeform 694">
              <a:extLst>
                <a:ext uri="{FF2B5EF4-FFF2-40B4-BE49-F238E27FC236}">
                  <a16:creationId xmlns:a16="http://schemas.microsoft.com/office/drawing/2014/main" id="{F8912CE3-4EE0-9879-9FC9-8967F307A3D9}"/>
                </a:ext>
              </a:extLst>
            </p:cNvPr>
            <p:cNvSpPr>
              <a:spLocks/>
            </p:cNvSpPr>
            <p:nvPr/>
          </p:nvSpPr>
          <p:spPr bwMode="auto">
            <a:xfrm>
              <a:off x="4371975" y="4281488"/>
              <a:ext cx="57150" cy="66675"/>
            </a:xfrm>
            <a:custGeom>
              <a:avLst/>
              <a:gdLst>
                <a:gd name="T0" fmla="*/ 6 w 17"/>
                <a:gd name="T1" fmla="*/ 20 h 20"/>
                <a:gd name="T2" fmla="*/ 6 w 17"/>
                <a:gd name="T3" fmla="*/ 16 h 20"/>
                <a:gd name="T4" fmla="*/ 10 w 17"/>
                <a:gd name="T5" fmla="*/ 11 h 20"/>
                <a:gd name="T6" fmla="*/ 17 w 17"/>
                <a:gd name="T7" fmla="*/ 11 h 20"/>
                <a:gd name="T8" fmla="*/ 17 w 17"/>
                <a:gd name="T9" fmla="*/ 6 h 20"/>
                <a:gd name="T10" fmla="*/ 10 w 17"/>
                <a:gd name="T11" fmla="*/ 0 h 20"/>
                <a:gd name="T12" fmla="*/ 0 w 17"/>
                <a:gd name="T13" fmla="*/ 0 h 20"/>
              </a:gdLst>
              <a:ahLst/>
              <a:cxnLst>
                <a:cxn ang="0">
                  <a:pos x="T0" y="T1"/>
                </a:cxn>
                <a:cxn ang="0">
                  <a:pos x="T2" y="T3"/>
                </a:cxn>
                <a:cxn ang="0">
                  <a:pos x="T4" y="T5"/>
                </a:cxn>
                <a:cxn ang="0">
                  <a:pos x="T6" y="T7"/>
                </a:cxn>
                <a:cxn ang="0">
                  <a:pos x="T8" y="T9"/>
                </a:cxn>
                <a:cxn ang="0">
                  <a:pos x="T10" y="T11"/>
                </a:cxn>
                <a:cxn ang="0">
                  <a:pos x="T12" y="T13"/>
                </a:cxn>
              </a:cxnLst>
              <a:rect l="0" t="0" r="r" b="b"/>
              <a:pathLst>
                <a:path w="17" h="20">
                  <a:moveTo>
                    <a:pt x="6" y="20"/>
                  </a:moveTo>
                  <a:cubicBezTo>
                    <a:pt x="6" y="16"/>
                    <a:pt x="6" y="16"/>
                    <a:pt x="6" y="16"/>
                  </a:cubicBezTo>
                  <a:cubicBezTo>
                    <a:pt x="10" y="11"/>
                    <a:pt x="10" y="11"/>
                    <a:pt x="10" y="11"/>
                  </a:cubicBezTo>
                  <a:cubicBezTo>
                    <a:pt x="17" y="11"/>
                    <a:pt x="17" y="11"/>
                    <a:pt x="17" y="11"/>
                  </a:cubicBezTo>
                  <a:cubicBezTo>
                    <a:pt x="17" y="6"/>
                    <a:pt x="17" y="6"/>
                    <a:pt x="17" y="6"/>
                  </a:cubicBezTo>
                  <a:cubicBezTo>
                    <a:pt x="17" y="3"/>
                    <a:pt x="14" y="0"/>
                    <a:pt x="10" y="0"/>
                  </a:cubicBezTo>
                  <a:cubicBezTo>
                    <a:pt x="0" y="0"/>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15" name="Freeform 695">
              <a:extLst>
                <a:ext uri="{FF2B5EF4-FFF2-40B4-BE49-F238E27FC236}">
                  <a16:creationId xmlns:a16="http://schemas.microsoft.com/office/drawing/2014/main" id="{A9668990-5DB9-F77D-8830-38EC336FE24A}"/>
                </a:ext>
              </a:extLst>
            </p:cNvPr>
            <p:cNvSpPr>
              <a:spLocks/>
            </p:cNvSpPr>
            <p:nvPr/>
          </p:nvSpPr>
          <p:spPr bwMode="auto">
            <a:xfrm>
              <a:off x="4468813" y="4240213"/>
              <a:ext cx="165100" cy="101600"/>
            </a:xfrm>
            <a:custGeom>
              <a:avLst/>
              <a:gdLst>
                <a:gd name="T0" fmla="*/ 33 w 49"/>
                <a:gd name="T1" fmla="*/ 0 h 30"/>
                <a:gd name="T2" fmla="*/ 28 w 49"/>
                <a:gd name="T3" fmla="*/ 5 h 30"/>
                <a:gd name="T4" fmla="*/ 14 w 49"/>
                <a:gd name="T5" fmla="*/ 5 h 30"/>
                <a:gd name="T6" fmla="*/ 9 w 49"/>
                <a:gd name="T7" fmla="*/ 9 h 30"/>
                <a:gd name="T8" fmla="*/ 7 w 49"/>
                <a:gd name="T9" fmla="*/ 9 h 30"/>
                <a:gd name="T10" fmla="*/ 0 w 49"/>
                <a:gd name="T11" fmla="*/ 16 h 30"/>
                <a:gd name="T12" fmla="*/ 0 w 49"/>
                <a:gd name="T13" fmla="*/ 18 h 30"/>
                <a:gd name="T14" fmla="*/ 11 w 49"/>
                <a:gd name="T15" fmla="*/ 18 h 30"/>
                <a:gd name="T16" fmla="*/ 21 w 49"/>
                <a:gd name="T17" fmla="*/ 28 h 30"/>
                <a:gd name="T18" fmla="*/ 21 w 49"/>
                <a:gd name="T19" fmla="*/ 28 h 30"/>
                <a:gd name="T20" fmla="*/ 25 w 49"/>
                <a:gd name="T21" fmla="*/ 28 h 30"/>
                <a:gd name="T22" fmla="*/ 28 w 49"/>
                <a:gd name="T23" fmla="*/ 25 h 30"/>
                <a:gd name="T24" fmla="*/ 30 w 49"/>
                <a:gd name="T25" fmla="*/ 25 h 30"/>
                <a:gd name="T26" fmla="*/ 35 w 49"/>
                <a:gd name="T27" fmla="*/ 30 h 30"/>
                <a:gd name="T28" fmla="*/ 35 w 49"/>
                <a:gd name="T29" fmla="*/ 30 h 30"/>
                <a:gd name="T30" fmla="*/ 49 w 49"/>
                <a:gd name="T31"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9" h="30">
                  <a:moveTo>
                    <a:pt x="33" y="0"/>
                  </a:moveTo>
                  <a:cubicBezTo>
                    <a:pt x="28" y="5"/>
                    <a:pt x="28" y="5"/>
                    <a:pt x="28" y="5"/>
                  </a:cubicBezTo>
                  <a:cubicBezTo>
                    <a:pt x="14" y="5"/>
                    <a:pt x="14" y="5"/>
                    <a:pt x="14" y="5"/>
                  </a:cubicBezTo>
                  <a:cubicBezTo>
                    <a:pt x="9" y="9"/>
                    <a:pt x="9" y="9"/>
                    <a:pt x="9" y="9"/>
                  </a:cubicBezTo>
                  <a:cubicBezTo>
                    <a:pt x="7" y="9"/>
                    <a:pt x="7" y="9"/>
                    <a:pt x="7" y="9"/>
                  </a:cubicBezTo>
                  <a:cubicBezTo>
                    <a:pt x="3" y="9"/>
                    <a:pt x="0" y="12"/>
                    <a:pt x="0" y="16"/>
                  </a:cubicBezTo>
                  <a:cubicBezTo>
                    <a:pt x="0" y="18"/>
                    <a:pt x="0" y="18"/>
                    <a:pt x="0" y="18"/>
                  </a:cubicBezTo>
                  <a:cubicBezTo>
                    <a:pt x="11" y="18"/>
                    <a:pt x="11" y="18"/>
                    <a:pt x="11" y="18"/>
                  </a:cubicBezTo>
                  <a:cubicBezTo>
                    <a:pt x="21" y="28"/>
                    <a:pt x="21" y="28"/>
                    <a:pt x="21" y="28"/>
                  </a:cubicBezTo>
                  <a:cubicBezTo>
                    <a:pt x="21" y="28"/>
                    <a:pt x="21" y="28"/>
                    <a:pt x="21" y="28"/>
                  </a:cubicBezTo>
                  <a:cubicBezTo>
                    <a:pt x="25" y="28"/>
                    <a:pt x="25" y="28"/>
                    <a:pt x="25" y="28"/>
                  </a:cubicBezTo>
                  <a:cubicBezTo>
                    <a:pt x="28" y="25"/>
                    <a:pt x="28" y="25"/>
                    <a:pt x="28" y="25"/>
                  </a:cubicBezTo>
                  <a:cubicBezTo>
                    <a:pt x="30" y="25"/>
                    <a:pt x="30" y="25"/>
                    <a:pt x="30" y="25"/>
                  </a:cubicBezTo>
                  <a:cubicBezTo>
                    <a:pt x="35" y="30"/>
                    <a:pt x="35" y="30"/>
                    <a:pt x="35" y="30"/>
                  </a:cubicBezTo>
                  <a:cubicBezTo>
                    <a:pt x="35" y="30"/>
                    <a:pt x="35" y="30"/>
                    <a:pt x="35" y="30"/>
                  </a:cubicBezTo>
                  <a:cubicBezTo>
                    <a:pt x="49" y="30"/>
                    <a:pt x="49" y="30"/>
                    <a:pt x="49" y="3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16" name="Freeform 696">
              <a:extLst>
                <a:ext uri="{FF2B5EF4-FFF2-40B4-BE49-F238E27FC236}">
                  <a16:creationId xmlns:a16="http://schemas.microsoft.com/office/drawing/2014/main" id="{1C4595EC-7EA2-114E-51EB-F2C2A76D9CEB}"/>
                </a:ext>
              </a:extLst>
            </p:cNvPr>
            <p:cNvSpPr>
              <a:spLocks/>
            </p:cNvSpPr>
            <p:nvPr/>
          </p:nvSpPr>
          <p:spPr bwMode="auto">
            <a:xfrm>
              <a:off x="4351338" y="4210051"/>
              <a:ext cx="282575" cy="138113"/>
            </a:xfrm>
            <a:custGeom>
              <a:avLst/>
              <a:gdLst>
                <a:gd name="T0" fmla="*/ 0 w 84"/>
                <a:gd name="T1" fmla="*/ 41 h 41"/>
                <a:gd name="T2" fmla="*/ 42 w 84"/>
                <a:gd name="T3" fmla="*/ 0 h 41"/>
                <a:gd name="T4" fmla="*/ 84 w 84"/>
                <a:gd name="T5" fmla="*/ 41 h 41"/>
              </a:gdLst>
              <a:ahLst/>
              <a:cxnLst>
                <a:cxn ang="0">
                  <a:pos x="T0" y="T1"/>
                </a:cxn>
                <a:cxn ang="0">
                  <a:pos x="T2" y="T3"/>
                </a:cxn>
                <a:cxn ang="0">
                  <a:pos x="T4" y="T5"/>
                </a:cxn>
              </a:cxnLst>
              <a:rect l="0" t="0" r="r" b="b"/>
              <a:pathLst>
                <a:path w="84" h="41">
                  <a:moveTo>
                    <a:pt x="0" y="41"/>
                  </a:moveTo>
                  <a:cubicBezTo>
                    <a:pt x="0" y="18"/>
                    <a:pt x="19" y="0"/>
                    <a:pt x="42" y="0"/>
                  </a:cubicBezTo>
                  <a:cubicBezTo>
                    <a:pt x="65" y="0"/>
                    <a:pt x="84" y="18"/>
                    <a:pt x="84" y="41"/>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17" name="Freeform 697">
              <a:extLst>
                <a:ext uri="{FF2B5EF4-FFF2-40B4-BE49-F238E27FC236}">
                  <a16:creationId xmlns:a16="http://schemas.microsoft.com/office/drawing/2014/main" id="{EBB88B23-E20E-47E2-271F-FE39D323D1E7}"/>
                </a:ext>
              </a:extLst>
            </p:cNvPr>
            <p:cNvSpPr>
              <a:spLocks/>
            </p:cNvSpPr>
            <p:nvPr/>
          </p:nvSpPr>
          <p:spPr bwMode="auto">
            <a:xfrm>
              <a:off x="4441825" y="4365626"/>
              <a:ext cx="223838" cy="74613"/>
            </a:xfrm>
            <a:custGeom>
              <a:avLst/>
              <a:gdLst>
                <a:gd name="T0" fmla="*/ 66 w 66"/>
                <a:gd name="T1" fmla="*/ 5 h 22"/>
                <a:gd name="T2" fmla="*/ 50 w 66"/>
                <a:gd name="T3" fmla="*/ 5 h 22"/>
                <a:gd name="T4" fmla="*/ 43 w 66"/>
                <a:gd name="T5" fmla="*/ 3 h 22"/>
                <a:gd name="T6" fmla="*/ 42 w 66"/>
                <a:gd name="T7" fmla="*/ 2 h 22"/>
                <a:gd name="T8" fmla="*/ 36 w 66"/>
                <a:gd name="T9" fmla="*/ 0 h 22"/>
                <a:gd name="T10" fmla="*/ 18 w 66"/>
                <a:gd name="T11" fmla="*/ 0 h 22"/>
                <a:gd name="T12" fmla="*/ 14 w 66"/>
                <a:gd name="T13" fmla="*/ 2 h 22"/>
                <a:gd name="T14" fmla="*/ 7 w 66"/>
                <a:gd name="T15" fmla="*/ 8 h 22"/>
                <a:gd name="T16" fmla="*/ 0 w 66"/>
                <a:gd name="T17" fmla="*/ 16 h 22"/>
                <a:gd name="T18" fmla="*/ 11 w 66"/>
                <a:gd name="T19" fmla="*/ 18 h 22"/>
                <a:gd name="T20" fmla="*/ 18 w 66"/>
                <a:gd name="T21" fmla="*/ 14 h 22"/>
                <a:gd name="T22" fmla="*/ 24 w 66"/>
                <a:gd name="T23" fmla="*/ 14 h 22"/>
                <a:gd name="T24" fmla="*/ 33 w 66"/>
                <a:gd name="T2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22">
                  <a:moveTo>
                    <a:pt x="66" y="5"/>
                  </a:moveTo>
                  <a:cubicBezTo>
                    <a:pt x="50" y="5"/>
                    <a:pt x="50" y="5"/>
                    <a:pt x="50" y="5"/>
                  </a:cubicBezTo>
                  <a:cubicBezTo>
                    <a:pt x="47" y="5"/>
                    <a:pt x="45" y="4"/>
                    <a:pt x="43" y="3"/>
                  </a:cubicBezTo>
                  <a:cubicBezTo>
                    <a:pt x="42" y="2"/>
                    <a:pt x="42" y="2"/>
                    <a:pt x="42" y="2"/>
                  </a:cubicBezTo>
                  <a:cubicBezTo>
                    <a:pt x="40" y="1"/>
                    <a:pt x="38" y="0"/>
                    <a:pt x="36" y="0"/>
                  </a:cubicBezTo>
                  <a:cubicBezTo>
                    <a:pt x="18" y="0"/>
                    <a:pt x="18" y="0"/>
                    <a:pt x="18" y="0"/>
                  </a:cubicBezTo>
                  <a:cubicBezTo>
                    <a:pt x="16" y="0"/>
                    <a:pt x="15" y="1"/>
                    <a:pt x="14" y="2"/>
                  </a:cubicBezTo>
                  <a:cubicBezTo>
                    <a:pt x="7" y="8"/>
                    <a:pt x="7" y="8"/>
                    <a:pt x="7" y="8"/>
                  </a:cubicBezTo>
                  <a:cubicBezTo>
                    <a:pt x="7" y="8"/>
                    <a:pt x="3" y="12"/>
                    <a:pt x="0" y="16"/>
                  </a:cubicBezTo>
                  <a:cubicBezTo>
                    <a:pt x="4" y="19"/>
                    <a:pt x="7" y="19"/>
                    <a:pt x="11" y="18"/>
                  </a:cubicBezTo>
                  <a:cubicBezTo>
                    <a:pt x="14" y="17"/>
                    <a:pt x="18" y="14"/>
                    <a:pt x="18" y="14"/>
                  </a:cubicBezTo>
                  <a:cubicBezTo>
                    <a:pt x="24" y="14"/>
                    <a:pt x="24" y="14"/>
                    <a:pt x="24" y="14"/>
                  </a:cubicBezTo>
                  <a:cubicBezTo>
                    <a:pt x="33" y="22"/>
                    <a:pt x="33" y="22"/>
                    <a:pt x="33" y="22"/>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18" name="Freeform 698">
              <a:extLst>
                <a:ext uri="{FF2B5EF4-FFF2-40B4-BE49-F238E27FC236}">
                  <a16:creationId xmlns:a16="http://schemas.microsoft.com/office/drawing/2014/main" id="{3D3AD6AD-447B-613A-9B4C-B6C783D32B7B}"/>
                </a:ext>
              </a:extLst>
            </p:cNvPr>
            <p:cNvSpPr>
              <a:spLocks/>
            </p:cNvSpPr>
            <p:nvPr/>
          </p:nvSpPr>
          <p:spPr bwMode="auto">
            <a:xfrm>
              <a:off x="4603750" y="4483101"/>
              <a:ext cx="30163" cy="11113"/>
            </a:xfrm>
            <a:custGeom>
              <a:avLst/>
              <a:gdLst>
                <a:gd name="T0" fmla="*/ 0 w 9"/>
                <a:gd name="T1" fmla="*/ 3 h 3"/>
                <a:gd name="T2" fmla="*/ 9 w 9"/>
                <a:gd name="T3" fmla="*/ 0 h 3"/>
              </a:gdLst>
              <a:ahLst/>
              <a:cxnLst>
                <a:cxn ang="0">
                  <a:pos x="T0" y="T1"/>
                </a:cxn>
                <a:cxn ang="0">
                  <a:pos x="T2" y="T3"/>
                </a:cxn>
              </a:cxnLst>
              <a:rect l="0" t="0" r="r" b="b"/>
              <a:pathLst>
                <a:path w="9" h="3">
                  <a:moveTo>
                    <a:pt x="0" y="3"/>
                  </a:moveTo>
                  <a:cubicBezTo>
                    <a:pt x="2" y="0"/>
                    <a:pt x="5" y="0"/>
                    <a:pt x="9"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19" name="Freeform 699">
              <a:extLst>
                <a:ext uri="{FF2B5EF4-FFF2-40B4-BE49-F238E27FC236}">
                  <a16:creationId xmlns:a16="http://schemas.microsoft.com/office/drawing/2014/main" id="{C4C732F7-31F2-286D-D39D-A8E79733657C}"/>
                </a:ext>
              </a:extLst>
            </p:cNvPr>
            <p:cNvSpPr>
              <a:spLocks/>
            </p:cNvSpPr>
            <p:nvPr/>
          </p:nvSpPr>
          <p:spPr bwMode="auto">
            <a:xfrm>
              <a:off x="4533900" y="4440238"/>
              <a:ext cx="84138" cy="90488"/>
            </a:xfrm>
            <a:custGeom>
              <a:avLst/>
              <a:gdLst>
                <a:gd name="T0" fmla="*/ 6 w 25"/>
                <a:gd name="T1" fmla="*/ 0 h 27"/>
                <a:gd name="T2" fmla="*/ 21 w 25"/>
                <a:gd name="T3" fmla="*/ 16 h 27"/>
                <a:gd name="T4" fmla="*/ 14 w 25"/>
                <a:gd name="T5" fmla="*/ 22 h 27"/>
                <a:gd name="T6" fmla="*/ 0 w 25"/>
                <a:gd name="T7" fmla="*/ 9 h 27"/>
              </a:gdLst>
              <a:ahLst/>
              <a:cxnLst>
                <a:cxn ang="0">
                  <a:pos x="T0" y="T1"/>
                </a:cxn>
                <a:cxn ang="0">
                  <a:pos x="T2" y="T3"/>
                </a:cxn>
                <a:cxn ang="0">
                  <a:pos x="T4" y="T5"/>
                </a:cxn>
                <a:cxn ang="0">
                  <a:pos x="T6" y="T7"/>
                </a:cxn>
              </a:cxnLst>
              <a:rect l="0" t="0" r="r" b="b"/>
              <a:pathLst>
                <a:path w="25" h="27">
                  <a:moveTo>
                    <a:pt x="6" y="0"/>
                  </a:moveTo>
                  <a:cubicBezTo>
                    <a:pt x="6" y="0"/>
                    <a:pt x="18" y="13"/>
                    <a:pt x="21" y="16"/>
                  </a:cubicBezTo>
                  <a:cubicBezTo>
                    <a:pt x="25" y="19"/>
                    <a:pt x="20" y="27"/>
                    <a:pt x="14" y="22"/>
                  </a:cubicBezTo>
                  <a:cubicBezTo>
                    <a:pt x="11" y="19"/>
                    <a:pt x="0" y="9"/>
                    <a:pt x="0" y="9"/>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20" name="Freeform 700">
              <a:extLst>
                <a:ext uri="{FF2B5EF4-FFF2-40B4-BE49-F238E27FC236}">
                  <a16:creationId xmlns:a16="http://schemas.microsoft.com/office/drawing/2014/main" id="{20094243-EBB9-4364-0D5E-AE5AC672D405}"/>
                </a:ext>
              </a:extLst>
            </p:cNvPr>
            <p:cNvSpPr>
              <a:spLocks/>
            </p:cNvSpPr>
            <p:nvPr/>
          </p:nvSpPr>
          <p:spPr bwMode="auto">
            <a:xfrm>
              <a:off x="4516438" y="4500563"/>
              <a:ext cx="71438" cy="44450"/>
            </a:xfrm>
            <a:custGeom>
              <a:avLst/>
              <a:gdLst>
                <a:gd name="T0" fmla="*/ 21 w 21"/>
                <a:gd name="T1" fmla="*/ 5 h 13"/>
                <a:gd name="T2" fmla="*/ 11 w 21"/>
                <a:gd name="T3" fmla="*/ 9 h 13"/>
                <a:gd name="T4" fmla="*/ 0 w 21"/>
                <a:gd name="T5" fmla="*/ 0 h 13"/>
              </a:gdLst>
              <a:ahLst/>
              <a:cxnLst>
                <a:cxn ang="0">
                  <a:pos x="T0" y="T1"/>
                </a:cxn>
                <a:cxn ang="0">
                  <a:pos x="T2" y="T3"/>
                </a:cxn>
                <a:cxn ang="0">
                  <a:pos x="T4" y="T5"/>
                </a:cxn>
              </a:cxnLst>
              <a:rect l="0" t="0" r="r" b="b"/>
              <a:pathLst>
                <a:path w="21" h="13">
                  <a:moveTo>
                    <a:pt x="21" y="5"/>
                  </a:moveTo>
                  <a:cubicBezTo>
                    <a:pt x="20" y="7"/>
                    <a:pt x="16" y="13"/>
                    <a:pt x="11" y="9"/>
                  </a:cubicBezTo>
                  <a:cubicBezTo>
                    <a:pt x="7" y="6"/>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21" name="Freeform 701">
              <a:extLst>
                <a:ext uri="{FF2B5EF4-FFF2-40B4-BE49-F238E27FC236}">
                  <a16:creationId xmlns:a16="http://schemas.microsoft.com/office/drawing/2014/main" id="{B5A752BB-049A-2386-5346-A212A5C3B0AD}"/>
                </a:ext>
              </a:extLst>
            </p:cNvPr>
            <p:cNvSpPr>
              <a:spLocks/>
            </p:cNvSpPr>
            <p:nvPr/>
          </p:nvSpPr>
          <p:spPr bwMode="auto">
            <a:xfrm>
              <a:off x="4498975" y="4527551"/>
              <a:ext cx="57150" cy="30163"/>
            </a:xfrm>
            <a:custGeom>
              <a:avLst/>
              <a:gdLst>
                <a:gd name="T0" fmla="*/ 17 w 17"/>
                <a:gd name="T1" fmla="*/ 2 h 9"/>
                <a:gd name="T2" fmla="*/ 7 w 17"/>
                <a:gd name="T3" fmla="*/ 6 h 9"/>
                <a:gd name="T4" fmla="*/ 0 w 17"/>
                <a:gd name="T5" fmla="*/ 0 h 9"/>
              </a:gdLst>
              <a:ahLst/>
              <a:cxnLst>
                <a:cxn ang="0">
                  <a:pos x="T0" y="T1"/>
                </a:cxn>
                <a:cxn ang="0">
                  <a:pos x="T2" y="T3"/>
                </a:cxn>
                <a:cxn ang="0">
                  <a:pos x="T4" y="T5"/>
                </a:cxn>
              </a:cxnLst>
              <a:rect l="0" t="0" r="r" b="b"/>
              <a:pathLst>
                <a:path w="17" h="9">
                  <a:moveTo>
                    <a:pt x="17" y="2"/>
                  </a:moveTo>
                  <a:cubicBezTo>
                    <a:pt x="15" y="7"/>
                    <a:pt x="11" y="9"/>
                    <a:pt x="7" y="6"/>
                  </a:cubicBezTo>
                  <a:cubicBezTo>
                    <a:pt x="4" y="4"/>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22" name="Freeform 702">
              <a:extLst>
                <a:ext uri="{FF2B5EF4-FFF2-40B4-BE49-F238E27FC236}">
                  <a16:creationId xmlns:a16="http://schemas.microsoft.com/office/drawing/2014/main" id="{0E7D9B8E-DC0F-7FA2-DE85-8BF304804D90}"/>
                </a:ext>
              </a:extLst>
            </p:cNvPr>
            <p:cNvSpPr>
              <a:spLocks/>
            </p:cNvSpPr>
            <p:nvPr/>
          </p:nvSpPr>
          <p:spPr bwMode="auto">
            <a:xfrm>
              <a:off x="4479925" y="4551363"/>
              <a:ext cx="46038" cy="20638"/>
            </a:xfrm>
            <a:custGeom>
              <a:avLst/>
              <a:gdLst>
                <a:gd name="T0" fmla="*/ 14 w 14"/>
                <a:gd name="T1" fmla="*/ 0 h 6"/>
                <a:gd name="T2" fmla="*/ 5 w 14"/>
                <a:gd name="T3" fmla="*/ 4 h 6"/>
                <a:gd name="T4" fmla="*/ 0 w 14"/>
                <a:gd name="T5" fmla="*/ 0 h 6"/>
              </a:gdLst>
              <a:ahLst/>
              <a:cxnLst>
                <a:cxn ang="0">
                  <a:pos x="T0" y="T1"/>
                </a:cxn>
                <a:cxn ang="0">
                  <a:pos x="T2" y="T3"/>
                </a:cxn>
                <a:cxn ang="0">
                  <a:pos x="T4" y="T5"/>
                </a:cxn>
              </a:cxnLst>
              <a:rect l="0" t="0" r="r" b="b"/>
              <a:pathLst>
                <a:path w="14" h="6">
                  <a:moveTo>
                    <a:pt x="14" y="0"/>
                  </a:moveTo>
                  <a:cubicBezTo>
                    <a:pt x="13" y="3"/>
                    <a:pt x="9" y="6"/>
                    <a:pt x="5" y="4"/>
                  </a:cubicBezTo>
                  <a:cubicBezTo>
                    <a:pt x="4" y="3"/>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23" name="Freeform 703">
              <a:extLst>
                <a:ext uri="{FF2B5EF4-FFF2-40B4-BE49-F238E27FC236}">
                  <a16:creationId xmlns:a16="http://schemas.microsoft.com/office/drawing/2014/main" id="{3D7AA5C4-3880-F949-5636-2D0A29918DAB}"/>
                </a:ext>
              </a:extLst>
            </p:cNvPr>
            <p:cNvSpPr>
              <a:spLocks/>
            </p:cNvSpPr>
            <p:nvPr/>
          </p:nvSpPr>
          <p:spPr bwMode="auto">
            <a:xfrm>
              <a:off x="4321175" y="4365626"/>
              <a:ext cx="165100" cy="15875"/>
            </a:xfrm>
            <a:custGeom>
              <a:avLst/>
              <a:gdLst>
                <a:gd name="T0" fmla="*/ 0 w 49"/>
                <a:gd name="T1" fmla="*/ 5 h 5"/>
                <a:gd name="T2" fmla="*/ 20 w 49"/>
                <a:gd name="T3" fmla="*/ 5 h 5"/>
                <a:gd name="T4" fmla="*/ 25 w 49"/>
                <a:gd name="T5" fmla="*/ 3 h 5"/>
                <a:gd name="T6" fmla="*/ 28 w 49"/>
                <a:gd name="T7" fmla="*/ 2 h 5"/>
                <a:gd name="T8" fmla="*/ 33 w 49"/>
                <a:gd name="T9" fmla="*/ 0 h 5"/>
                <a:gd name="T10" fmla="*/ 44 w 49"/>
                <a:gd name="T11" fmla="*/ 0 h 5"/>
                <a:gd name="T12" fmla="*/ 47 w 49"/>
                <a:gd name="T13" fmla="*/ 1 h 5"/>
                <a:gd name="T14" fmla="*/ 49 w 49"/>
                <a:gd name="T15" fmla="*/ 2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5">
                  <a:moveTo>
                    <a:pt x="0" y="5"/>
                  </a:moveTo>
                  <a:cubicBezTo>
                    <a:pt x="20" y="5"/>
                    <a:pt x="20" y="5"/>
                    <a:pt x="20" y="5"/>
                  </a:cubicBezTo>
                  <a:cubicBezTo>
                    <a:pt x="22" y="5"/>
                    <a:pt x="24" y="4"/>
                    <a:pt x="25" y="3"/>
                  </a:cubicBezTo>
                  <a:cubicBezTo>
                    <a:pt x="28" y="2"/>
                    <a:pt x="28" y="2"/>
                    <a:pt x="28" y="2"/>
                  </a:cubicBezTo>
                  <a:cubicBezTo>
                    <a:pt x="29" y="1"/>
                    <a:pt x="31" y="0"/>
                    <a:pt x="33" y="0"/>
                  </a:cubicBezTo>
                  <a:cubicBezTo>
                    <a:pt x="44" y="0"/>
                    <a:pt x="44" y="0"/>
                    <a:pt x="44" y="0"/>
                  </a:cubicBezTo>
                  <a:cubicBezTo>
                    <a:pt x="45" y="0"/>
                    <a:pt x="46" y="0"/>
                    <a:pt x="47" y="1"/>
                  </a:cubicBezTo>
                  <a:cubicBezTo>
                    <a:pt x="49" y="2"/>
                    <a:pt x="49" y="2"/>
                    <a:pt x="49" y="2"/>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24" name="Freeform 704">
              <a:extLst>
                <a:ext uri="{FF2B5EF4-FFF2-40B4-BE49-F238E27FC236}">
                  <a16:creationId xmlns:a16="http://schemas.microsoft.com/office/drawing/2014/main" id="{4C7F5B28-0CC0-7E3E-467C-6C6B45BEAC5B}"/>
                </a:ext>
              </a:extLst>
            </p:cNvPr>
            <p:cNvSpPr>
              <a:spLocks/>
            </p:cNvSpPr>
            <p:nvPr/>
          </p:nvSpPr>
          <p:spPr bwMode="auto">
            <a:xfrm>
              <a:off x="4375150" y="4479926"/>
              <a:ext cx="39688" cy="38100"/>
            </a:xfrm>
            <a:custGeom>
              <a:avLst/>
              <a:gdLst>
                <a:gd name="T0" fmla="*/ 10 w 12"/>
                <a:gd name="T1" fmla="*/ 7 h 11"/>
                <a:gd name="T2" fmla="*/ 10 w 12"/>
                <a:gd name="T3" fmla="*/ 1 h 11"/>
                <a:gd name="T4" fmla="*/ 10 w 12"/>
                <a:gd name="T5" fmla="*/ 1 h 11"/>
                <a:gd name="T6" fmla="*/ 4 w 12"/>
                <a:gd name="T7" fmla="*/ 1 h 11"/>
                <a:gd name="T8" fmla="*/ 1 w 12"/>
                <a:gd name="T9" fmla="*/ 3 h 11"/>
                <a:gd name="T10" fmla="*/ 1 w 12"/>
                <a:gd name="T11" fmla="*/ 9 h 11"/>
                <a:gd name="T12" fmla="*/ 7 w 12"/>
                <a:gd name="T13" fmla="*/ 9 h 11"/>
              </a:gdLst>
              <a:ahLst/>
              <a:cxnLst>
                <a:cxn ang="0">
                  <a:pos x="T0" y="T1"/>
                </a:cxn>
                <a:cxn ang="0">
                  <a:pos x="T2" y="T3"/>
                </a:cxn>
                <a:cxn ang="0">
                  <a:pos x="T4" y="T5"/>
                </a:cxn>
                <a:cxn ang="0">
                  <a:pos x="T6" y="T7"/>
                </a:cxn>
                <a:cxn ang="0">
                  <a:pos x="T8" y="T9"/>
                </a:cxn>
                <a:cxn ang="0">
                  <a:pos x="T10" y="T11"/>
                </a:cxn>
                <a:cxn ang="0">
                  <a:pos x="T12" y="T13"/>
                </a:cxn>
              </a:cxnLst>
              <a:rect l="0" t="0" r="r" b="b"/>
              <a:pathLst>
                <a:path w="12" h="11">
                  <a:moveTo>
                    <a:pt x="10" y="7"/>
                  </a:moveTo>
                  <a:cubicBezTo>
                    <a:pt x="12" y="5"/>
                    <a:pt x="11" y="3"/>
                    <a:pt x="10" y="1"/>
                  </a:cubicBezTo>
                  <a:cubicBezTo>
                    <a:pt x="10" y="1"/>
                    <a:pt x="10" y="1"/>
                    <a:pt x="10" y="1"/>
                  </a:cubicBezTo>
                  <a:cubicBezTo>
                    <a:pt x="8" y="0"/>
                    <a:pt x="5" y="0"/>
                    <a:pt x="4" y="1"/>
                  </a:cubicBezTo>
                  <a:cubicBezTo>
                    <a:pt x="1" y="3"/>
                    <a:pt x="1" y="3"/>
                    <a:pt x="1" y="3"/>
                  </a:cubicBezTo>
                  <a:cubicBezTo>
                    <a:pt x="0" y="5"/>
                    <a:pt x="0" y="8"/>
                    <a:pt x="1" y="9"/>
                  </a:cubicBezTo>
                  <a:cubicBezTo>
                    <a:pt x="3" y="11"/>
                    <a:pt x="6" y="11"/>
                    <a:pt x="7" y="9"/>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25" name="Freeform 705">
              <a:extLst>
                <a:ext uri="{FF2B5EF4-FFF2-40B4-BE49-F238E27FC236}">
                  <a16:creationId xmlns:a16="http://schemas.microsoft.com/office/drawing/2014/main" id="{49FBDC40-EB04-57C0-646C-A45CB229B38B}"/>
                </a:ext>
              </a:extLst>
            </p:cNvPr>
            <p:cNvSpPr>
              <a:spLocks/>
            </p:cNvSpPr>
            <p:nvPr/>
          </p:nvSpPr>
          <p:spPr bwMode="auto">
            <a:xfrm>
              <a:off x="4391025" y="4486276"/>
              <a:ext cx="53975" cy="55563"/>
            </a:xfrm>
            <a:custGeom>
              <a:avLst/>
              <a:gdLst>
                <a:gd name="T0" fmla="*/ 15 w 16"/>
                <a:gd name="T1" fmla="*/ 1 h 16"/>
                <a:gd name="T2" fmla="*/ 15 w 16"/>
                <a:gd name="T3" fmla="*/ 1 h 16"/>
                <a:gd name="T4" fmla="*/ 9 w 16"/>
                <a:gd name="T5" fmla="*/ 1 h 16"/>
                <a:gd name="T6" fmla="*/ 2 w 16"/>
                <a:gd name="T7" fmla="*/ 8 h 16"/>
                <a:gd name="T8" fmla="*/ 2 w 16"/>
                <a:gd name="T9" fmla="*/ 14 h 16"/>
                <a:gd name="T10" fmla="*/ 8 w 16"/>
                <a:gd name="T11" fmla="*/ 14 h 16"/>
                <a:gd name="T12" fmla="*/ 15 w 16"/>
                <a:gd name="T13" fmla="*/ 7 h 16"/>
                <a:gd name="T14" fmla="*/ 15 w 16"/>
                <a:gd name="T15" fmla="*/ 1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16">
                  <a:moveTo>
                    <a:pt x="15" y="1"/>
                  </a:moveTo>
                  <a:cubicBezTo>
                    <a:pt x="15" y="1"/>
                    <a:pt x="15" y="1"/>
                    <a:pt x="15" y="1"/>
                  </a:cubicBezTo>
                  <a:cubicBezTo>
                    <a:pt x="13" y="0"/>
                    <a:pt x="10" y="0"/>
                    <a:pt x="9" y="1"/>
                  </a:cubicBezTo>
                  <a:cubicBezTo>
                    <a:pt x="2" y="8"/>
                    <a:pt x="2" y="8"/>
                    <a:pt x="2" y="8"/>
                  </a:cubicBezTo>
                  <a:cubicBezTo>
                    <a:pt x="0" y="10"/>
                    <a:pt x="0" y="12"/>
                    <a:pt x="2" y="14"/>
                  </a:cubicBezTo>
                  <a:cubicBezTo>
                    <a:pt x="3" y="16"/>
                    <a:pt x="6" y="16"/>
                    <a:pt x="8" y="14"/>
                  </a:cubicBezTo>
                  <a:cubicBezTo>
                    <a:pt x="15" y="7"/>
                    <a:pt x="15" y="7"/>
                    <a:pt x="15" y="7"/>
                  </a:cubicBezTo>
                  <a:cubicBezTo>
                    <a:pt x="16" y="6"/>
                    <a:pt x="16" y="3"/>
                    <a:pt x="15" y="1"/>
                  </a:cubicBezTo>
                  <a:close/>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26" name="Freeform 706">
              <a:extLst>
                <a:ext uri="{FF2B5EF4-FFF2-40B4-BE49-F238E27FC236}">
                  <a16:creationId xmlns:a16="http://schemas.microsoft.com/office/drawing/2014/main" id="{6881ECDC-AC63-6882-A334-0174873C880F}"/>
                </a:ext>
              </a:extLst>
            </p:cNvPr>
            <p:cNvSpPr>
              <a:spLocks/>
            </p:cNvSpPr>
            <p:nvPr/>
          </p:nvSpPr>
          <p:spPr bwMode="auto">
            <a:xfrm>
              <a:off x="4414838" y="4503738"/>
              <a:ext cx="53975" cy="53975"/>
            </a:xfrm>
            <a:custGeom>
              <a:avLst/>
              <a:gdLst>
                <a:gd name="T0" fmla="*/ 2 w 16"/>
                <a:gd name="T1" fmla="*/ 8 h 16"/>
                <a:gd name="T2" fmla="*/ 2 w 16"/>
                <a:gd name="T3" fmla="*/ 14 h 16"/>
                <a:gd name="T4" fmla="*/ 8 w 16"/>
                <a:gd name="T5" fmla="*/ 14 h 16"/>
                <a:gd name="T6" fmla="*/ 14 w 16"/>
                <a:gd name="T7" fmla="*/ 8 h 16"/>
                <a:gd name="T8" fmla="*/ 14 w 16"/>
                <a:gd name="T9" fmla="*/ 2 h 16"/>
                <a:gd name="T10" fmla="*/ 14 w 16"/>
                <a:gd name="T11" fmla="*/ 2 h 16"/>
                <a:gd name="T12" fmla="*/ 8 w 16"/>
                <a:gd name="T13" fmla="*/ 2 h 16"/>
              </a:gdLst>
              <a:ahLst/>
              <a:cxnLst>
                <a:cxn ang="0">
                  <a:pos x="T0" y="T1"/>
                </a:cxn>
                <a:cxn ang="0">
                  <a:pos x="T2" y="T3"/>
                </a:cxn>
                <a:cxn ang="0">
                  <a:pos x="T4" y="T5"/>
                </a:cxn>
                <a:cxn ang="0">
                  <a:pos x="T6" y="T7"/>
                </a:cxn>
                <a:cxn ang="0">
                  <a:pos x="T8" y="T9"/>
                </a:cxn>
                <a:cxn ang="0">
                  <a:pos x="T10" y="T11"/>
                </a:cxn>
                <a:cxn ang="0">
                  <a:pos x="T12" y="T13"/>
                </a:cxn>
              </a:cxnLst>
              <a:rect l="0" t="0" r="r" b="b"/>
              <a:pathLst>
                <a:path w="16" h="16">
                  <a:moveTo>
                    <a:pt x="2" y="8"/>
                  </a:moveTo>
                  <a:cubicBezTo>
                    <a:pt x="0" y="9"/>
                    <a:pt x="0" y="12"/>
                    <a:pt x="2" y="14"/>
                  </a:cubicBezTo>
                  <a:cubicBezTo>
                    <a:pt x="3" y="16"/>
                    <a:pt x="6" y="16"/>
                    <a:pt x="8" y="14"/>
                  </a:cubicBezTo>
                  <a:cubicBezTo>
                    <a:pt x="14" y="8"/>
                    <a:pt x="14" y="8"/>
                    <a:pt x="14" y="8"/>
                  </a:cubicBezTo>
                  <a:cubicBezTo>
                    <a:pt x="16" y="6"/>
                    <a:pt x="16" y="4"/>
                    <a:pt x="14" y="2"/>
                  </a:cubicBezTo>
                  <a:cubicBezTo>
                    <a:pt x="14" y="2"/>
                    <a:pt x="14" y="2"/>
                    <a:pt x="14" y="2"/>
                  </a:cubicBezTo>
                  <a:cubicBezTo>
                    <a:pt x="12" y="0"/>
                    <a:pt x="10" y="0"/>
                    <a:pt x="8" y="2"/>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27" name="Freeform 707">
              <a:extLst>
                <a:ext uri="{FF2B5EF4-FFF2-40B4-BE49-F238E27FC236}">
                  <a16:creationId xmlns:a16="http://schemas.microsoft.com/office/drawing/2014/main" id="{461B49D3-C3C1-2FA9-5448-A8D760CB6217}"/>
                </a:ext>
              </a:extLst>
            </p:cNvPr>
            <p:cNvSpPr>
              <a:spLocks/>
            </p:cNvSpPr>
            <p:nvPr/>
          </p:nvSpPr>
          <p:spPr bwMode="auto">
            <a:xfrm>
              <a:off x="4445000" y="4530726"/>
              <a:ext cx="38100" cy="38100"/>
            </a:xfrm>
            <a:custGeom>
              <a:avLst/>
              <a:gdLst>
                <a:gd name="T0" fmla="*/ 2 w 11"/>
                <a:gd name="T1" fmla="*/ 3 h 11"/>
                <a:gd name="T2" fmla="*/ 2 w 11"/>
                <a:gd name="T3" fmla="*/ 9 h 11"/>
                <a:gd name="T4" fmla="*/ 8 w 11"/>
                <a:gd name="T5" fmla="*/ 9 h 11"/>
                <a:gd name="T6" fmla="*/ 9 w 11"/>
                <a:gd name="T7" fmla="*/ 8 h 11"/>
                <a:gd name="T8" fmla="*/ 9 w 11"/>
                <a:gd name="T9" fmla="*/ 2 h 11"/>
                <a:gd name="T10" fmla="*/ 9 w 11"/>
                <a:gd name="T11" fmla="*/ 2 h 11"/>
                <a:gd name="T12" fmla="*/ 3 w 11"/>
                <a:gd name="T13" fmla="*/ 1 h 11"/>
              </a:gdLst>
              <a:ahLst/>
              <a:cxnLst>
                <a:cxn ang="0">
                  <a:pos x="T0" y="T1"/>
                </a:cxn>
                <a:cxn ang="0">
                  <a:pos x="T2" y="T3"/>
                </a:cxn>
                <a:cxn ang="0">
                  <a:pos x="T4" y="T5"/>
                </a:cxn>
                <a:cxn ang="0">
                  <a:pos x="T6" y="T7"/>
                </a:cxn>
                <a:cxn ang="0">
                  <a:pos x="T8" y="T9"/>
                </a:cxn>
                <a:cxn ang="0">
                  <a:pos x="T10" y="T11"/>
                </a:cxn>
                <a:cxn ang="0">
                  <a:pos x="T12" y="T13"/>
                </a:cxn>
              </a:cxnLst>
              <a:rect l="0" t="0" r="r" b="b"/>
              <a:pathLst>
                <a:path w="11" h="11">
                  <a:moveTo>
                    <a:pt x="2" y="3"/>
                  </a:moveTo>
                  <a:cubicBezTo>
                    <a:pt x="0" y="5"/>
                    <a:pt x="0" y="7"/>
                    <a:pt x="2" y="9"/>
                  </a:cubicBezTo>
                  <a:cubicBezTo>
                    <a:pt x="3" y="11"/>
                    <a:pt x="6" y="11"/>
                    <a:pt x="8" y="9"/>
                  </a:cubicBezTo>
                  <a:cubicBezTo>
                    <a:pt x="9" y="8"/>
                    <a:pt x="9" y="8"/>
                    <a:pt x="9" y="8"/>
                  </a:cubicBezTo>
                  <a:cubicBezTo>
                    <a:pt x="11" y="6"/>
                    <a:pt x="11" y="3"/>
                    <a:pt x="9" y="2"/>
                  </a:cubicBezTo>
                  <a:cubicBezTo>
                    <a:pt x="9" y="2"/>
                    <a:pt x="9" y="2"/>
                    <a:pt x="9" y="2"/>
                  </a:cubicBezTo>
                  <a:cubicBezTo>
                    <a:pt x="8" y="0"/>
                    <a:pt x="5" y="0"/>
                    <a:pt x="3" y="1"/>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28" name="Freeform 708">
              <a:extLst>
                <a:ext uri="{FF2B5EF4-FFF2-40B4-BE49-F238E27FC236}">
                  <a16:creationId xmlns:a16="http://schemas.microsoft.com/office/drawing/2014/main" id="{6FD602B0-2605-4570-D45D-E0894EB87901}"/>
                </a:ext>
              </a:extLst>
            </p:cNvPr>
            <p:cNvSpPr>
              <a:spLocks/>
            </p:cNvSpPr>
            <p:nvPr/>
          </p:nvSpPr>
          <p:spPr bwMode="auto">
            <a:xfrm>
              <a:off x="4552950" y="4440238"/>
              <a:ext cx="34925" cy="9525"/>
            </a:xfrm>
            <a:custGeom>
              <a:avLst/>
              <a:gdLst>
                <a:gd name="T0" fmla="*/ 10 w 10"/>
                <a:gd name="T1" fmla="*/ 2 h 3"/>
                <a:gd name="T2" fmla="*/ 0 w 10"/>
                <a:gd name="T3" fmla="*/ 0 h 3"/>
              </a:gdLst>
              <a:ahLst/>
              <a:cxnLst>
                <a:cxn ang="0">
                  <a:pos x="T0" y="T1"/>
                </a:cxn>
                <a:cxn ang="0">
                  <a:pos x="T2" y="T3"/>
                </a:cxn>
              </a:cxnLst>
              <a:rect l="0" t="0" r="r" b="b"/>
              <a:pathLst>
                <a:path w="10" h="3">
                  <a:moveTo>
                    <a:pt x="10" y="2"/>
                  </a:moveTo>
                  <a:cubicBezTo>
                    <a:pt x="4" y="3"/>
                    <a:pt x="3" y="2"/>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29" name="Freeform 709">
              <a:extLst>
                <a:ext uri="{FF2B5EF4-FFF2-40B4-BE49-F238E27FC236}">
                  <a16:creationId xmlns:a16="http://schemas.microsoft.com/office/drawing/2014/main" id="{E3369A4D-7A3B-6E83-1731-10312B31E51B}"/>
                </a:ext>
              </a:extLst>
            </p:cNvPr>
            <p:cNvSpPr>
              <a:spLocks/>
            </p:cNvSpPr>
            <p:nvPr/>
          </p:nvSpPr>
          <p:spPr bwMode="auto">
            <a:xfrm>
              <a:off x="4351338" y="4483101"/>
              <a:ext cx="26988" cy="11113"/>
            </a:xfrm>
            <a:custGeom>
              <a:avLst/>
              <a:gdLst>
                <a:gd name="T0" fmla="*/ 8 w 8"/>
                <a:gd name="T1" fmla="*/ 3 h 3"/>
                <a:gd name="T2" fmla="*/ 0 w 8"/>
                <a:gd name="T3" fmla="*/ 0 h 3"/>
              </a:gdLst>
              <a:ahLst/>
              <a:cxnLst>
                <a:cxn ang="0">
                  <a:pos x="T0" y="T1"/>
                </a:cxn>
                <a:cxn ang="0">
                  <a:pos x="T2" y="T3"/>
                </a:cxn>
              </a:cxnLst>
              <a:rect l="0" t="0" r="r" b="b"/>
              <a:pathLst>
                <a:path w="8" h="3">
                  <a:moveTo>
                    <a:pt x="8" y="3"/>
                  </a:moveTo>
                  <a:cubicBezTo>
                    <a:pt x="7" y="1"/>
                    <a:pt x="4"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grpSp>
      <p:grpSp>
        <p:nvGrpSpPr>
          <p:cNvPr id="1130" name="Agrupar 888">
            <a:extLst>
              <a:ext uri="{FF2B5EF4-FFF2-40B4-BE49-F238E27FC236}">
                <a16:creationId xmlns:a16="http://schemas.microsoft.com/office/drawing/2014/main" id="{BC86D874-0B04-DB26-EED2-343D45F37615}"/>
              </a:ext>
            </a:extLst>
          </p:cNvPr>
          <p:cNvGrpSpPr/>
          <p:nvPr/>
        </p:nvGrpSpPr>
        <p:grpSpPr>
          <a:xfrm>
            <a:off x="10976341" y="1863750"/>
            <a:ext cx="355780" cy="373814"/>
            <a:chOff x="4321175" y="4210051"/>
            <a:chExt cx="344488" cy="361950"/>
          </a:xfrm>
        </p:grpSpPr>
        <p:sp>
          <p:nvSpPr>
            <p:cNvPr id="1131" name="Freeform 694">
              <a:extLst>
                <a:ext uri="{FF2B5EF4-FFF2-40B4-BE49-F238E27FC236}">
                  <a16:creationId xmlns:a16="http://schemas.microsoft.com/office/drawing/2014/main" id="{6DD0E17C-DC2F-0F17-573B-DEF451C84D2D}"/>
                </a:ext>
              </a:extLst>
            </p:cNvPr>
            <p:cNvSpPr>
              <a:spLocks/>
            </p:cNvSpPr>
            <p:nvPr/>
          </p:nvSpPr>
          <p:spPr bwMode="auto">
            <a:xfrm>
              <a:off x="4371975" y="4281488"/>
              <a:ext cx="57150" cy="66675"/>
            </a:xfrm>
            <a:custGeom>
              <a:avLst/>
              <a:gdLst>
                <a:gd name="T0" fmla="*/ 6 w 17"/>
                <a:gd name="T1" fmla="*/ 20 h 20"/>
                <a:gd name="T2" fmla="*/ 6 w 17"/>
                <a:gd name="T3" fmla="*/ 16 h 20"/>
                <a:gd name="T4" fmla="*/ 10 w 17"/>
                <a:gd name="T5" fmla="*/ 11 h 20"/>
                <a:gd name="T6" fmla="*/ 17 w 17"/>
                <a:gd name="T7" fmla="*/ 11 h 20"/>
                <a:gd name="T8" fmla="*/ 17 w 17"/>
                <a:gd name="T9" fmla="*/ 6 h 20"/>
                <a:gd name="T10" fmla="*/ 10 w 17"/>
                <a:gd name="T11" fmla="*/ 0 h 20"/>
                <a:gd name="T12" fmla="*/ 0 w 17"/>
                <a:gd name="T13" fmla="*/ 0 h 20"/>
              </a:gdLst>
              <a:ahLst/>
              <a:cxnLst>
                <a:cxn ang="0">
                  <a:pos x="T0" y="T1"/>
                </a:cxn>
                <a:cxn ang="0">
                  <a:pos x="T2" y="T3"/>
                </a:cxn>
                <a:cxn ang="0">
                  <a:pos x="T4" y="T5"/>
                </a:cxn>
                <a:cxn ang="0">
                  <a:pos x="T6" y="T7"/>
                </a:cxn>
                <a:cxn ang="0">
                  <a:pos x="T8" y="T9"/>
                </a:cxn>
                <a:cxn ang="0">
                  <a:pos x="T10" y="T11"/>
                </a:cxn>
                <a:cxn ang="0">
                  <a:pos x="T12" y="T13"/>
                </a:cxn>
              </a:cxnLst>
              <a:rect l="0" t="0" r="r" b="b"/>
              <a:pathLst>
                <a:path w="17" h="20">
                  <a:moveTo>
                    <a:pt x="6" y="20"/>
                  </a:moveTo>
                  <a:cubicBezTo>
                    <a:pt x="6" y="16"/>
                    <a:pt x="6" y="16"/>
                    <a:pt x="6" y="16"/>
                  </a:cubicBezTo>
                  <a:cubicBezTo>
                    <a:pt x="10" y="11"/>
                    <a:pt x="10" y="11"/>
                    <a:pt x="10" y="11"/>
                  </a:cubicBezTo>
                  <a:cubicBezTo>
                    <a:pt x="17" y="11"/>
                    <a:pt x="17" y="11"/>
                    <a:pt x="17" y="11"/>
                  </a:cubicBezTo>
                  <a:cubicBezTo>
                    <a:pt x="17" y="6"/>
                    <a:pt x="17" y="6"/>
                    <a:pt x="17" y="6"/>
                  </a:cubicBezTo>
                  <a:cubicBezTo>
                    <a:pt x="17" y="3"/>
                    <a:pt x="14" y="0"/>
                    <a:pt x="10" y="0"/>
                  </a:cubicBezTo>
                  <a:cubicBezTo>
                    <a:pt x="0" y="0"/>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32" name="Freeform 695">
              <a:extLst>
                <a:ext uri="{FF2B5EF4-FFF2-40B4-BE49-F238E27FC236}">
                  <a16:creationId xmlns:a16="http://schemas.microsoft.com/office/drawing/2014/main" id="{7EEB6668-B75B-86A6-8343-B4D505C0D336}"/>
                </a:ext>
              </a:extLst>
            </p:cNvPr>
            <p:cNvSpPr>
              <a:spLocks/>
            </p:cNvSpPr>
            <p:nvPr/>
          </p:nvSpPr>
          <p:spPr bwMode="auto">
            <a:xfrm>
              <a:off x="4468813" y="4240213"/>
              <a:ext cx="165100" cy="101600"/>
            </a:xfrm>
            <a:custGeom>
              <a:avLst/>
              <a:gdLst>
                <a:gd name="T0" fmla="*/ 33 w 49"/>
                <a:gd name="T1" fmla="*/ 0 h 30"/>
                <a:gd name="T2" fmla="*/ 28 w 49"/>
                <a:gd name="T3" fmla="*/ 5 h 30"/>
                <a:gd name="T4" fmla="*/ 14 w 49"/>
                <a:gd name="T5" fmla="*/ 5 h 30"/>
                <a:gd name="T6" fmla="*/ 9 w 49"/>
                <a:gd name="T7" fmla="*/ 9 h 30"/>
                <a:gd name="T8" fmla="*/ 7 w 49"/>
                <a:gd name="T9" fmla="*/ 9 h 30"/>
                <a:gd name="T10" fmla="*/ 0 w 49"/>
                <a:gd name="T11" fmla="*/ 16 h 30"/>
                <a:gd name="T12" fmla="*/ 0 w 49"/>
                <a:gd name="T13" fmla="*/ 18 h 30"/>
                <a:gd name="T14" fmla="*/ 11 w 49"/>
                <a:gd name="T15" fmla="*/ 18 h 30"/>
                <a:gd name="T16" fmla="*/ 21 w 49"/>
                <a:gd name="T17" fmla="*/ 28 h 30"/>
                <a:gd name="T18" fmla="*/ 21 w 49"/>
                <a:gd name="T19" fmla="*/ 28 h 30"/>
                <a:gd name="T20" fmla="*/ 25 w 49"/>
                <a:gd name="T21" fmla="*/ 28 h 30"/>
                <a:gd name="T22" fmla="*/ 28 w 49"/>
                <a:gd name="T23" fmla="*/ 25 h 30"/>
                <a:gd name="T24" fmla="*/ 30 w 49"/>
                <a:gd name="T25" fmla="*/ 25 h 30"/>
                <a:gd name="T26" fmla="*/ 35 w 49"/>
                <a:gd name="T27" fmla="*/ 30 h 30"/>
                <a:gd name="T28" fmla="*/ 35 w 49"/>
                <a:gd name="T29" fmla="*/ 30 h 30"/>
                <a:gd name="T30" fmla="*/ 49 w 49"/>
                <a:gd name="T31"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9" h="30">
                  <a:moveTo>
                    <a:pt x="33" y="0"/>
                  </a:moveTo>
                  <a:cubicBezTo>
                    <a:pt x="28" y="5"/>
                    <a:pt x="28" y="5"/>
                    <a:pt x="28" y="5"/>
                  </a:cubicBezTo>
                  <a:cubicBezTo>
                    <a:pt x="14" y="5"/>
                    <a:pt x="14" y="5"/>
                    <a:pt x="14" y="5"/>
                  </a:cubicBezTo>
                  <a:cubicBezTo>
                    <a:pt x="9" y="9"/>
                    <a:pt x="9" y="9"/>
                    <a:pt x="9" y="9"/>
                  </a:cubicBezTo>
                  <a:cubicBezTo>
                    <a:pt x="7" y="9"/>
                    <a:pt x="7" y="9"/>
                    <a:pt x="7" y="9"/>
                  </a:cubicBezTo>
                  <a:cubicBezTo>
                    <a:pt x="3" y="9"/>
                    <a:pt x="0" y="12"/>
                    <a:pt x="0" y="16"/>
                  </a:cubicBezTo>
                  <a:cubicBezTo>
                    <a:pt x="0" y="18"/>
                    <a:pt x="0" y="18"/>
                    <a:pt x="0" y="18"/>
                  </a:cubicBezTo>
                  <a:cubicBezTo>
                    <a:pt x="11" y="18"/>
                    <a:pt x="11" y="18"/>
                    <a:pt x="11" y="18"/>
                  </a:cubicBezTo>
                  <a:cubicBezTo>
                    <a:pt x="21" y="28"/>
                    <a:pt x="21" y="28"/>
                    <a:pt x="21" y="28"/>
                  </a:cubicBezTo>
                  <a:cubicBezTo>
                    <a:pt x="21" y="28"/>
                    <a:pt x="21" y="28"/>
                    <a:pt x="21" y="28"/>
                  </a:cubicBezTo>
                  <a:cubicBezTo>
                    <a:pt x="25" y="28"/>
                    <a:pt x="25" y="28"/>
                    <a:pt x="25" y="28"/>
                  </a:cubicBezTo>
                  <a:cubicBezTo>
                    <a:pt x="28" y="25"/>
                    <a:pt x="28" y="25"/>
                    <a:pt x="28" y="25"/>
                  </a:cubicBezTo>
                  <a:cubicBezTo>
                    <a:pt x="30" y="25"/>
                    <a:pt x="30" y="25"/>
                    <a:pt x="30" y="25"/>
                  </a:cubicBezTo>
                  <a:cubicBezTo>
                    <a:pt x="35" y="30"/>
                    <a:pt x="35" y="30"/>
                    <a:pt x="35" y="30"/>
                  </a:cubicBezTo>
                  <a:cubicBezTo>
                    <a:pt x="35" y="30"/>
                    <a:pt x="35" y="30"/>
                    <a:pt x="35" y="30"/>
                  </a:cubicBezTo>
                  <a:cubicBezTo>
                    <a:pt x="49" y="30"/>
                    <a:pt x="49" y="30"/>
                    <a:pt x="49" y="3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33" name="Freeform 696">
              <a:extLst>
                <a:ext uri="{FF2B5EF4-FFF2-40B4-BE49-F238E27FC236}">
                  <a16:creationId xmlns:a16="http://schemas.microsoft.com/office/drawing/2014/main" id="{A9B8A43D-7126-A611-7134-4D350C47B935}"/>
                </a:ext>
              </a:extLst>
            </p:cNvPr>
            <p:cNvSpPr>
              <a:spLocks/>
            </p:cNvSpPr>
            <p:nvPr/>
          </p:nvSpPr>
          <p:spPr bwMode="auto">
            <a:xfrm>
              <a:off x="4351338" y="4210051"/>
              <a:ext cx="282575" cy="138113"/>
            </a:xfrm>
            <a:custGeom>
              <a:avLst/>
              <a:gdLst>
                <a:gd name="T0" fmla="*/ 0 w 84"/>
                <a:gd name="T1" fmla="*/ 41 h 41"/>
                <a:gd name="T2" fmla="*/ 42 w 84"/>
                <a:gd name="T3" fmla="*/ 0 h 41"/>
                <a:gd name="T4" fmla="*/ 84 w 84"/>
                <a:gd name="T5" fmla="*/ 41 h 41"/>
              </a:gdLst>
              <a:ahLst/>
              <a:cxnLst>
                <a:cxn ang="0">
                  <a:pos x="T0" y="T1"/>
                </a:cxn>
                <a:cxn ang="0">
                  <a:pos x="T2" y="T3"/>
                </a:cxn>
                <a:cxn ang="0">
                  <a:pos x="T4" y="T5"/>
                </a:cxn>
              </a:cxnLst>
              <a:rect l="0" t="0" r="r" b="b"/>
              <a:pathLst>
                <a:path w="84" h="41">
                  <a:moveTo>
                    <a:pt x="0" y="41"/>
                  </a:moveTo>
                  <a:cubicBezTo>
                    <a:pt x="0" y="18"/>
                    <a:pt x="19" y="0"/>
                    <a:pt x="42" y="0"/>
                  </a:cubicBezTo>
                  <a:cubicBezTo>
                    <a:pt x="65" y="0"/>
                    <a:pt x="84" y="18"/>
                    <a:pt x="84" y="41"/>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34" name="Freeform 697">
              <a:extLst>
                <a:ext uri="{FF2B5EF4-FFF2-40B4-BE49-F238E27FC236}">
                  <a16:creationId xmlns:a16="http://schemas.microsoft.com/office/drawing/2014/main" id="{CD80E02A-D361-B7CD-26F3-4DBC98778DF5}"/>
                </a:ext>
              </a:extLst>
            </p:cNvPr>
            <p:cNvSpPr>
              <a:spLocks/>
            </p:cNvSpPr>
            <p:nvPr/>
          </p:nvSpPr>
          <p:spPr bwMode="auto">
            <a:xfrm>
              <a:off x="4441825" y="4365626"/>
              <a:ext cx="223838" cy="74613"/>
            </a:xfrm>
            <a:custGeom>
              <a:avLst/>
              <a:gdLst>
                <a:gd name="T0" fmla="*/ 66 w 66"/>
                <a:gd name="T1" fmla="*/ 5 h 22"/>
                <a:gd name="T2" fmla="*/ 50 w 66"/>
                <a:gd name="T3" fmla="*/ 5 h 22"/>
                <a:gd name="T4" fmla="*/ 43 w 66"/>
                <a:gd name="T5" fmla="*/ 3 h 22"/>
                <a:gd name="T6" fmla="*/ 42 w 66"/>
                <a:gd name="T7" fmla="*/ 2 h 22"/>
                <a:gd name="T8" fmla="*/ 36 w 66"/>
                <a:gd name="T9" fmla="*/ 0 h 22"/>
                <a:gd name="T10" fmla="*/ 18 w 66"/>
                <a:gd name="T11" fmla="*/ 0 h 22"/>
                <a:gd name="T12" fmla="*/ 14 w 66"/>
                <a:gd name="T13" fmla="*/ 2 h 22"/>
                <a:gd name="T14" fmla="*/ 7 w 66"/>
                <a:gd name="T15" fmla="*/ 8 h 22"/>
                <a:gd name="T16" fmla="*/ 0 w 66"/>
                <a:gd name="T17" fmla="*/ 16 h 22"/>
                <a:gd name="T18" fmla="*/ 11 w 66"/>
                <a:gd name="T19" fmla="*/ 18 h 22"/>
                <a:gd name="T20" fmla="*/ 18 w 66"/>
                <a:gd name="T21" fmla="*/ 14 h 22"/>
                <a:gd name="T22" fmla="*/ 24 w 66"/>
                <a:gd name="T23" fmla="*/ 14 h 22"/>
                <a:gd name="T24" fmla="*/ 33 w 66"/>
                <a:gd name="T2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22">
                  <a:moveTo>
                    <a:pt x="66" y="5"/>
                  </a:moveTo>
                  <a:cubicBezTo>
                    <a:pt x="50" y="5"/>
                    <a:pt x="50" y="5"/>
                    <a:pt x="50" y="5"/>
                  </a:cubicBezTo>
                  <a:cubicBezTo>
                    <a:pt x="47" y="5"/>
                    <a:pt x="45" y="4"/>
                    <a:pt x="43" y="3"/>
                  </a:cubicBezTo>
                  <a:cubicBezTo>
                    <a:pt x="42" y="2"/>
                    <a:pt x="42" y="2"/>
                    <a:pt x="42" y="2"/>
                  </a:cubicBezTo>
                  <a:cubicBezTo>
                    <a:pt x="40" y="1"/>
                    <a:pt x="38" y="0"/>
                    <a:pt x="36" y="0"/>
                  </a:cubicBezTo>
                  <a:cubicBezTo>
                    <a:pt x="18" y="0"/>
                    <a:pt x="18" y="0"/>
                    <a:pt x="18" y="0"/>
                  </a:cubicBezTo>
                  <a:cubicBezTo>
                    <a:pt x="16" y="0"/>
                    <a:pt x="15" y="1"/>
                    <a:pt x="14" y="2"/>
                  </a:cubicBezTo>
                  <a:cubicBezTo>
                    <a:pt x="7" y="8"/>
                    <a:pt x="7" y="8"/>
                    <a:pt x="7" y="8"/>
                  </a:cubicBezTo>
                  <a:cubicBezTo>
                    <a:pt x="7" y="8"/>
                    <a:pt x="3" y="12"/>
                    <a:pt x="0" y="16"/>
                  </a:cubicBezTo>
                  <a:cubicBezTo>
                    <a:pt x="4" y="19"/>
                    <a:pt x="7" y="19"/>
                    <a:pt x="11" y="18"/>
                  </a:cubicBezTo>
                  <a:cubicBezTo>
                    <a:pt x="14" y="17"/>
                    <a:pt x="18" y="14"/>
                    <a:pt x="18" y="14"/>
                  </a:cubicBezTo>
                  <a:cubicBezTo>
                    <a:pt x="24" y="14"/>
                    <a:pt x="24" y="14"/>
                    <a:pt x="24" y="14"/>
                  </a:cubicBezTo>
                  <a:cubicBezTo>
                    <a:pt x="33" y="22"/>
                    <a:pt x="33" y="22"/>
                    <a:pt x="33" y="22"/>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35" name="Freeform 698">
              <a:extLst>
                <a:ext uri="{FF2B5EF4-FFF2-40B4-BE49-F238E27FC236}">
                  <a16:creationId xmlns:a16="http://schemas.microsoft.com/office/drawing/2014/main" id="{A479BDC5-AE25-E87E-ED15-6FE1EEB6723E}"/>
                </a:ext>
              </a:extLst>
            </p:cNvPr>
            <p:cNvSpPr>
              <a:spLocks/>
            </p:cNvSpPr>
            <p:nvPr/>
          </p:nvSpPr>
          <p:spPr bwMode="auto">
            <a:xfrm>
              <a:off x="4603750" y="4483101"/>
              <a:ext cx="30163" cy="11113"/>
            </a:xfrm>
            <a:custGeom>
              <a:avLst/>
              <a:gdLst>
                <a:gd name="T0" fmla="*/ 0 w 9"/>
                <a:gd name="T1" fmla="*/ 3 h 3"/>
                <a:gd name="T2" fmla="*/ 9 w 9"/>
                <a:gd name="T3" fmla="*/ 0 h 3"/>
              </a:gdLst>
              <a:ahLst/>
              <a:cxnLst>
                <a:cxn ang="0">
                  <a:pos x="T0" y="T1"/>
                </a:cxn>
                <a:cxn ang="0">
                  <a:pos x="T2" y="T3"/>
                </a:cxn>
              </a:cxnLst>
              <a:rect l="0" t="0" r="r" b="b"/>
              <a:pathLst>
                <a:path w="9" h="3">
                  <a:moveTo>
                    <a:pt x="0" y="3"/>
                  </a:moveTo>
                  <a:cubicBezTo>
                    <a:pt x="2" y="0"/>
                    <a:pt x="5" y="0"/>
                    <a:pt x="9"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36" name="Freeform 699">
              <a:extLst>
                <a:ext uri="{FF2B5EF4-FFF2-40B4-BE49-F238E27FC236}">
                  <a16:creationId xmlns:a16="http://schemas.microsoft.com/office/drawing/2014/main" id="{2117ED04-AEF0-0651-7E81-F57A64782A92}"/>
                </a:ext>
              </a:extLst>
            </p:cNvPr>
            <p:cNvSpPr>
              <a:spLocks/>
            </p:cNvSpPr>
            <p:nvPr/>
          </p:nvSpPr>
          <p:spPr bwMode="auto">
            <a:xfrm>
              <a:off x="4533900" y="4440238"/>
              <a:ext cx="84138" cy="90488"/>
            </a:xfrm>
            <a:custGeom>
              <a:avLst/>
              <a:gdLst>
                <a:gd name="T0" fmla="*/ 6 w 25"/>
                <a:gd name="T1" fmla="*/ 0 h 27"/>
                <a:gd name="T2" fmla="*/ 21 w 25"/>
                <a:gd name="T3" fmla="*/ 16 h 27"/>
                <a:gd name="T4" fmla="*/ 14 w 25"/>
                <a:gd name="T5" fmla="*/ 22 h 27"/>
                <a:gd name="T6" fmla="*/ 0 w 25"/>
                <a:gd name="T7" fmla="*/ 9 h 27"/>
              </a:gdLst>
              <a:ahLst/>
              <a:cxnLst>
                <a:cxn ang="0">
                  <a:pos x="T0" y="T1"/>
                </a:cxn>
                <a:cxn ang="0">
                  <a:pos x="T2" y="T3"/>
                </a:cxn>
                <a:cxn ang="0">
                  <a:pos x="T4" y="T5"/>
                </a:cxn>
                <a:cxn ang="0">
                  <a:pos x="T6" y="T7"/>
                </a:cxn>
              </a:cxnLst>
              <a:rect l="0" t="0" r="r" b="b"/>
              <a:pathLst>
                <a:path w="25" h="27">
                  <a:moveTo>
                    <a:pt x="6" y="0"/>
                  </a:moveTo>
                  <a:cubicBezTo>
                    <a:pt x="6" y="0"/>
                    <a:pt x="18" y="13"/>
                    <a:pt x="21" y="16"/>
                  </a:cubicBezTo>
                  <a:cubicBezTo>
                    <a:pt x="25" y="19"/>
                    <a:pt x="20" y="27"/>
                    <a:pt x="14" y="22"/>
                  </a:cubicBezTo>
                  <a:cubicBezTo>
                    <a:pt x="11" y="19"/>
                    <a:pt x="0" y="9"/>
                    <a:pt x="0" y="9"/>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37" name="Freeform 700">
              <a:extLst>
                <a:ext uri="{FF2B5EF4-FFF2-40B4-BE49-F238E27FC236}">
                  <a16:creationId xmlns:a16="http://schemas.microsoft.com/office/drawing/2014/main" id="{8CF9A8B9-F895-BF1B-935D-BDE2DD8F3E3D}"/>
                </a:ext>
              </a:extLst>
            </p:cNvPr>
            <p:cNvSpPr>
              <a:spLocks/>
            </p:cNvSpPr>
            <p:nvPr/>
          </p:nvSpPr>
          <p:spPr bwMode="auto">
            <a:xfrm>
              <a:off x="4516438" y="4500563"/>
              <a:ext cx="71438" cy="44450"/>
            </a:xfrm>
            <a:custGeom>
              <a:avLst/>
              <a:gdLst>
                <a:gd name="T0" fmla="*/ 21 w 21"/>
                <a:gd name="T1" fmla="*/ 5 h 13"/>
                <a:gd name="T2" fmla="*/ 11 w 21"/>
                <a:gd name="T3" fmla="*/ 9 h 13"/>
                <a:gd name="T4" fmla="*/ 0 w 21"/>
                <a:gd name="T5" fmla="*/ 0 h 13"/>
              </a:gdLst>
              <a:ahLst/>
              <a:cxnLst>
                <a:cxn ang="0">
                  <a:pos x="T0" y="T1"/>
                </a:cxn>
                <a:cxn ang="0">
                  <a:pos x="T2" y="T3"/>
                </a:cxn>
                <a:cxn ang="0">
                  <a:pos x="T4" y="T5"/>
                </a:cxn>
              </a:cxnLst>
              <a:rect l="0" t="0" r="r" b="b"/>
              <a:pathLst>
                <a:path w="21" h="13">
                  <a:moveTo>
                    <a:pt x="21" y="5"/>
                  </a:moveTo>
                  <a:cubicBezTo>
                    <a:pt x="20" y="7"/>
                    <a:pt x="16" y="13"/>
                    <a:pt x="11" y="9"/>
                  </a:cubicBezTo>
                  <a:cubicBezTo>
                    <a:pt x="7" y="6"/>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38" name="Freeform 701">
              <a:extLst>
                <a:ext uri="{FF2B5EF4-FFF2-40B4-BE49-F238E27FC236}">
                  <a16:creationId xmlns:a16="http://schemas.microsoft.com/office/drawing/2014/main" id="{6FB42D36-F45F-BCE3-B7B2-3E560582D98C}"/>
                </a:ext>
              </a:extLst>
            </p:cNvPr>
            <p:cNvSpPr>
              <a:spLocks/>
            </p:cNvSpPr>
            <p:nvPr/>
          </p:nvSpPr>
          <p:spPr bwMode="auto">
            <a:xfrm>
              <a:off x="4498975" y="4527551"/>
              <a:ext cx="57150" cy="30163"/>
            </a:xfrm>
            <a:custGeom>
              <a:avLst/>
              <a:gdLst>
                <a:gd name="T0" fmla="*/ 17 w 17"/>
                <a:gd name="T1" fmla="*/ 2 h 9"/>
                <a:gd name="T2" fmla="*/ 7 w 17"/>
                <a:gd name="T3" fmla="*/ 6 h 9"/>
                <a:gd name="T4" fmla="*/ 0 w 17"/>
                <a:gd name="T5" fmla="*/ 0 h 9"/>
              </a:gdLst>
              <a:ahLst/>
              <a:cxnLst>
                <a:cxn ang="0">
                  <a:pos x="T0" y="T1"/>
                </a:cxn>
                <a:cxn ang="0">
                  <a:pos x="T2" y="T3"/>
                </a:cxn>
                <a:cxn ang="0">
                  <a:pos x="T4" y="T5"/>
                </a:cxn>
              </a:cxnLst>
              <a:rect l="0" t="0" r="r" b="b"/>
              <a:pathLst>
                <a:path w="17" h="9">
                  <a:moveTo>
                    <a:pt x="17" y="2"/>
                  </a:moveTo>
                  <a:cubicBezTo>
                    <a:pt x="15" y="7"/>
                    <a:pt x="11" y="9"/>
                    <a:pt x="7" y="6"/>
                  </a:cubicBezTo>
                  <a:cubicBezTo>
                    <a:pt x="4" y="4"/>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39" name="Freeform 702">
              <a:extLst>
                <a:ext uri="{FF2B5EF4-FFF2-40B4-BE49-F238E27FC236}">
                  <a16:creationId xmlns:a16="http://schemas.microsoft.com/office/drawing/2014/main" id="{3FF9B58C-57BB-3C74-6500-0737133BBF22}"/>
                </a:ext>
              </a:extLst>
            </p:cNvPr>
            <p:cNvSpPr>
              <a:spLocks/>
            </p:cNvSpPr>
            <p:nvPr/>
          </p:nvSpPr>
          <p:spPr bwMode="auto">
            <a:xfrm>
              <a:off x="4479925" y="4551363"/>
              <a:ext cx="46038" cy="20638"/>
            </a:xfrm>
            <a:custGeom>
              <a:avLst/>
              <a:gdLst>
                <a:gd name="T0" fmla="*/ 14 w 14"/>
                <a:gd name="T1" fmla="*/ 0 h 6"/>
                <a:gd name="T2" fmla="*/ 5 w 14"/>
                <a:gd name="T3" fmla="*/ 4 h 6"/>
                <a:gd name="T4" fmla="*/ 0 w 14"/>
                <a:gd name="T5" fmla="*/ 0 h 6"/>
              </a:gdLst>
              <a:ahLst/>
              <a:cxnLst>
                <a:cxn ang="0">
                  <a:pos x="T0" y="T1"/>
                </a:cxn>
                <a:cxn ang="0">
                  <a:pos x="T2" y="T3"/>
                </a:cxn>
                <a:cxn ang="0">
                  <a:pos x="T4" y="T5"/>
                </a:cxn>
              </a:cxnLst>
              <a:rect l="0" t="0" r="r" b="b"/>
              <a:pathLst>
                <a:path w="14" h="6">
                  <a:moveTo>
                    <a:pt x="14" y="0"/>
                  </a:moveTo>
                  <a:cubicBezTo>
                    <a:pt x="13" y="3"/>
                    <a:pt x="9" y="6"/>
                    <a:pt x="5" y="4"/>
                  </a:cubicBezTo>
                  <a:cubicBezTo>
                    <a:pt x="4" y="3"/>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40" name="Freeform 703">
              <a:extLst>
                <a:ext uri="{FF2B5EF4-FFF2-40B4-BE49-F238E27FC236}">
                  <a16:creationId xmlns:a16="http://schemas.microsoft.com/office/drawing/2014/main" id="{72A4804D-D6E4-B843-5CDE-BCFA2EAB4600}"/>
                </a:ext>
              </a:extLst>
            </p:cNvPr>
            <p:cNvSpPr>
              <a:spLocks/>
            </p:cNvSpPr>
            <p:nvPr/>
          </p:nvSpPr>
          <p:spPr bwMode="auto">
            <a:xfrm>
              <a:off x="4321175" y="4365626"/>
              <a:ext cx="165100" cy="15875"/>
            </a:xfrm>
            <a:custGeom>
              <a:avLst/>
              <a:gdLst>
                <a:gd name="T0" fmla="*/ 0 w 49"/>
                <a:gd name="T1" fmla="*/ 5 h 5"/>
                <a:gd name="T2" fmla="*/ 20 w 49"/>
                <a:gd name="T3" fmla="*/ 5 h 5"/>
                <a:gd name="T4" fmla="*/ 25 w 49"/>
                <a:gd name="T5" fmla="*/ 3 h 5"/>
                <a:gd name="T6" fmla="*/ 28 w 49"/>
                <a:gd name="T7" fmla="*/ 2 h 5"/>
                <a:gd name="T8" fmla="*/ 33 w 49"/>
                <a:gd name="T9" fmla="*/ 0 h 5"/>
                <a:gd name="T10" fmla="*/ 44 w 49"/>
                <a:gd name="T11" fmla="*/ 0 h 5"/>
                <a:gd name="T12" fmla="*/ 47 w 49"/>
                <a:gd name="T13" fmla="*/ 1 h 5"/>
                <a:gd name="T14" fmla="*/ 49 w 49"/>
                <a:gd name="T15" fmla="*/ 2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5">
                  <a:moveTo>
                    <a:pt x="0" y="5"/>
                  </a:moveTo>
                  <a:cubicBezTo>
                    <a:pt x="20" y="5"/>
                    <a:pt x="20" y="5"/>
                    <a:pt x="20" y="5"/>
                  </a:cubicBezTo>
                  <a:cubicBezTo>
                    <a:pt x="22" y="5"/>
                    <a:pt x="24" y="4"/>
                    <a:pt x="25" y="3"/>
                  </a:cubicBezTo>
                  <a:cubicBezTo>
                    <a:pt x="28" y="2"/>
                    <a:pt x="28" y="2"/>
                    <a:pt x="28" y="2"/>
                  </a:cubicBezTo>
                  <a:cubicBezTo>
                    <a:pt x="29" y="1"/>
                    <a:pt x="31" y="0"/>
                    <a:pt x="33" y="0"/>
                  </a:cubicBezTo>
                  <a:cubicBezTo>
                    <a:pt x="44" y="0"/>
                    <a:pt x="44" y="0"/>
                    <a:pt x="44" y="0"/>
                  </a:cubicBezTo>
                  <a:cubicBezTo>
                    <a:pt x="45" y="0"/>
                    <a:pt x="46" y="0"/>
                    <a:pt x="47" y="1"/>
                  </a:cubicBezTo>
                  <a:cubicBezTo>
                    <a:pt x="49" y="2"/>
                    <a:pt x="49" y="2"/>
                    <a:pt x="49" y="2"/>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41" name="Freeform 704">
              <a:extLst>
                <a:ext uri="{FF2B5EF4-FFF2-40B4-BE49-F238E27FC236}">
                  <a16:creationId xmlns:a16="http://schemas.microsoft.com/office/drawing/2014/main" id="{4493F045-CC73-64A6-22AF-4D8F8896A67D}"/>
                </a:ext>
              </a:extLst>
            </p:cNvPr>
            <p:cNvSpPr>
              <a:spLocks/>
            </p:cNvSpPr>
            <p:nvPr/>
          </p:nvSpPr>
          <p:spPr bwMode="auto">
            <a:xfrm>
              <a:off x="4375150" y="4479926"/>
              <a:ext cx="39688" cy="38100"/>
            </a:xfrm>
            <a:custGeom>
              <a:avLst/>
              <a:gdLst>
                <a:gd name="T0" fmla="*/ 10 w 12"/>
                <a:gd name="T1" fmla="*/ 7 h 11"/>
                <a:gd name="T2" fmla="*/ 10 w 12"/>
                <a:gd name="T3" fmla="*/ 1 h 11"/>
                <a:gd name="T4" fmla="*/ 10 w 12"/>
                <a:gd name="T5" fmla="*/ 1 h 11"/>
                <a:gd name="T6" fmla="*/ 4 w 12"/>
                <a:gd name="T7" fmla="*/ 1 h 11"/>
                <a:gd name="T8" fmla="*/ 1 w 12"/>
                <a:gd name="T9" fmla="*/ 3 h 11"/>
                <a:gd name="T10" fmla="*/ 1 w 12"/>
                <a:gd name="T11" fmla="*/ 9 h 11"/>
                <a:gd name="T12" fmla="*/ 7 w 12"/>
                <a:gd name="T13" fmla="*/ 9 h 11"/>
              </a:gdLst>
              <a:ahLst/>
              <a:cxnLst>
                <a:cxn ang="0">
                  <a:pos x="T0" y="T1"/>
                </a:cxn>
                <a:cxn ang="0">
                  <a:pos x="T2" y="T3"/>
                </a:cxn>
                <a:cxn ang="0">
                  <a:pos x="T4" y="T5"/>
                </a:cxn>
                <a:cxn ang="0">
                  <a:pos x="T6" y="T7"/>
                </a:cxn>
                <a:cxn ang="0">
                  <a:pos x="T8" y="T9"/>
                </a:cxn>
                <a:cxn ang="0">
                  <a:pos x="T10" y="T11"/>
                </a:cxn>
                <a:cxn ang="0">
                  <a:pos x="T12" y="T13"/>
                </a:cxn>
              </a:cxnLst>
              <a:rect l="0" t="0" r="r" b="b"/>
              <a:pathLst>
                <a:path w="12" h="11">
                  <a:moveTo>
                    <a:pt x="10" y="7"/>
                  </a:moveTo>
                  <a:cubicBezTo>
                    <a:pt x="12" y="5"/>
                    <a:pt x="11" y="3"/>
                    <a:pt x="10" y="1"/>
                  </a:cubicBezTo>
                  <a:cubicBezTo>
                    <a:pt x="10" y="1"/>
                    <a:pt x="10" y="1"/>
                    <a:pt x="10" y="1"/>
                  </a:cubicBezTo>
                  <a:cubicBezTo>
                    <a:pt x="8" y="0"/>
                    <a:pt x="5" y="0"/>
                    <a:pt x="4" y="1"/>
                  </a:cubicBezTo>
                  <a:cubicBezTo>
                    <a:pt x="1" y="3"/>
                    <a:pt x="1" y="3"/>
                    <a:pt x="1" y="3"/>
                  </a:cubicBezTo>
                  <a:cubicBezTo>
                    <a:pt x="0" y="5"/>
                    <a:pt x="0" y="8"/>
                    <a:pt x="1" y="9"/>
                  </a:cubicBezTo>
                  <a:cubicBezTo>
                    <a:pt x="3" y="11"/>
                    <a:pt x="6" y="11"/>
                    <a:pt x="7" y="9"/>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42" name="Freeform 705">
              <a:extLst>
                <a:ext uri="{FF2B5EF4-FFF2-40B4-BE49-F238E27FC236}">
                  <a16:creationId xmlns:a16="http://schemas.microsoft.com/office/drawing/2014/main" id="{62CD8381-9384-4007-CEB9-9BFAD8EE9BA8}"/>
                </a:ext>
              </a:extLst>
            </p:cNvPr>
            <p:cNvSpPr>
              <a:spLocks/>
            </p:cNvSpPr>
            <p:nvPr/>
          </p:nvSpPr>
          <p:spPr bwMode="auto">
            <a:xfrm>
              <a:off x="4391025" y="4486276"/>
              <a:ext cx="53975" cy="55563"/>
            </a:xfrm>
            <a:custGeom>
              <a:avLst/>
              <a:gdLst>
                <a:gd name="T0" fmla="*/ 15 w 16"/>
                <a:gd name="T1" fmla="*/ 1 h 16"/>
                <a:gd name="T2" fmla="*/ 15 w 16"/>
                <a:gd name="T3" fmla="*/ 1 h 16"/>
                <a:gd name="T4" fmla="*/ 9 w 16"/>
                <a:gd name="T5" fmla="*/ 1 h 16"/>
                <a:gd name="T6" fmla="*/ 2 w 16"/>
                <a:gd name="T7" fmla="*/ 8 h 16"/>
                <a:gd name="T8" fmla="*/ 2 w 16"/>
                <a:gd name="T9" fmla="*/ 14 h 16"/>
                <a:gd name="T10" fmla="*/ 8 w 16"/>
                <a:gd name="T11" fmla="*/ 14 h 16"/>
                <a:gd name="T12" fmla="*/ 15 w 16"/>
                <a:gd name="T13" fmla="*/ 7 h 16"/>
                <a:gd name="T14" fmla="*/ 15 w 16"/>
                <a:gd name="T15" fmla="*/ 1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16">
                  <a:moveTo>
                    <a:pt x="15" y="1"/>
                  </a:moveTo>
                  <a:cubicBezTo>
                    <a:pt x="15" y="1"/>
                    <a:pt x="15" y="1"/>
                    <a:pt x="15" y="1"/>
                  </a:cubicBezTo>
                  <a:cubicBezTo>
                    <a:pt x="13" y="0"/>
                    <a:pt x="10" y="0"/>
                    <a:pt x="9" y="1"/>
                  </a:cubicBezTo>
                  <a:cubicBezTo>
                    <a:pt x="2" y="8"/>
                    <a:pt x="2" y="8"/>
                    <a:pt x="2" y="8"/>
                  </a:cubicBezTo>
                  <a:cubicBezTo>
                    <a:pt x="0" y="10"/>
                    <a:pt x="0" y="12"/>
                    <a:pt x="2" y="14"/>
                  </a:cubicBezTo>
                  <a:cubicBezTo>
                    <a:pt x="3" y="16"/>
                    <a:pt x="6" y="16"/>
                    <a:pt x="8" y="14"/>
                  </a:cubicBezTo>
                  <a:cubicBezTo>
                    <a:pt x="15" y="7"/>
                    <a:pt x="15" y="7"/>
                    <a:pt x="15" y="7"/>
                  </a:cubicBezTo>
                  <a:cubicBezTo>
                    <a:pt x="16" y="6"/>
                    <a:pt x="16" y="3"/>
                    <a:pt x="15" y="1"/>
                  </a:cubicBezTo>
                  <a:close/>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43" name="Freeform 706">
              <a:extLst>
                <a:ext uri="{FF2B5EF4-FFF2-40B4-BE49-F238E27FC236}">
                  <a16:creationId xmlns:a16="http://schemas.microsoft.com/office/drawing/2014/main" id="{F7ADD15A-8AA6-FBA6-B441-8DB7E89D3E51}"/>
                </a:ext>
              </a:extLst>
            </p:cNvPr>
            <p:cNvSpPr>
              <a:spLocks/>
            </p:cNvSpPr>
            <p:nvPr/>
          </p:nvSpPr>
          <p:spPr bwMode="auto">
            <a:xfrm>
              <a:off x="4414838" y="4503738"/>
              <a:ext cx="53975" cy="53975"/>
            </a:xfrm>
            <a:custGeom>
              <a:avLst/>
              <a:gdLst>
                <a:gd name="T0" fmla="*/ 2 w 16"/>
                <a:gd name="T1" fmla="*/ 8 h 16"/>
                <a:gd name="T2" fmla="*/ 2 w 16"/>
                <a:gd name="T3" fmla="*/ 14 h 16"/>
                <a:gd name="T4" fmla="*/ 8 w 16"/>
                <a:gd name="T5" fmla="*/ 14 h 16"/>
                <a:gd name="T6" fmla="*/ 14 w 16"/>
                <a:gd name="T7" fmla="*/ 8 h 16"/>
                <a:gd name="T8" fmla="*/ 14 w 16"/>
                <a:gd name="T9" fmla="*/ 2 h 16"/>
                <a:gd name="T10" fmla="*/ 14 w 16"/>
                <a:gd name="T11" fmla="*/ 2 h 16"/>
                <a:gd name="T12" fmla="*/ 8 w 16"/>
                <a:gd name="T13" fmla="*/ 2 h 16"/>
              </a:gdLst>
              <a:ahLst/>
              <a:cxnLst>
                <a:cxn ang="0">
                  <a:pos x="T0" y="T1"/>
                </a:cxn>
                <a:cxn ang="0">
                  <a:pos x="T2" y="T3"/>
                </a:cxn>
                <a:cxn ang="0">
                  <a:pos x="T4" y="T5"/>
                </a:cxn>
                <a:cxn ang="0">
                  <a:pos x="T6" y="T7"/>
                </a:cxn>
                <a:cxn ang="0">
                  <a:pos x="T8" y="T9"/>
                </a:cxn>
                <a:cxn ang="0">
                  <a:pos x="T10" y="T11"/>
                </a:cxn>
                <a:cxn ang="0">
                  <a:pos x="T12" y="T13"/>
                </a:cxn>
              </a:cxnLst>
              <a:rect l="0" t="0" r="r" b="b"/>
              <a:pathLst>
                <a:path w="16" h="16">
                  <a:moveTo>
                    <a:pt x="2" y="8"/>
                  </a:moveTo>
                  <a:cubicBezTo>
                    <a:pt x="0" y="9"/>
                    <a:pt x="0" y="12"/>
                    <a:pt x="2" y="14"/>
                  </a:cubicBezTo>
                  <a:cubicBezTo>
                    <a:pt x="3" y="16"/>
                    <a:pt x="6" y="16"/>
                    <a:pt x="8" y="14"/>
                  </a:cubicBezTo>
                  <a:cubicBezTo>
                    <a:pt x="14" y="8"/>
                    <a:pt x="14" y="8"/>
                    <a:pt x="14" y="8"/>
                  </a:cubicBezTo>
                  <a:cubicBezTo>
                    <a:pt x="16" y="6"/>
                    <a:pt x="16" y="4"/>
                    <a:pt x="14" y="2"/>
                  </a:cubicBezTo>
                  <a:cubicBezTo>
                    <a:pt x="14" y="2"/>
                    <a:pt x="14" y="2"/>
                    <a:pt x="14" y="2"/>
                  </a:cubicBezTo>
                  <a:cubicBezTo>
                    <a:pt x="12" y="0"/>
                    <a:pt x="10" y="0"/>
                    <a:pt x="8" y="2"/>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44" name="Freeform 707">
              <a:extLst>
                <a:ext uri="{FF2B5EF4-FFF2-40B4-BE49-F238E27FC236}">
                  <a16:creationId xmlns:a16="http://schemas.microsoft.com/office/drawing/2014/main" id="{76B4CA10-73DE-BC23-A3E9-918011268A59}"/>
                </a:ext>
              </a:extLst>
            </p:cNvPr>
            <p:cNvSpPr>
              <a:spLocks/>
            </p:cNvSpPr>
            <p:nvPr/>
          </p:nvSpPr>
          <p:spPr bwMode="auto">
            <a:xfrm>
              <a:off x="4445000" y="4530726"/>
              <a:ext cx="38100" cy="38100"/>
            </a:xfrm>
            <a:custGeom>
              <a:avLst/>
              <a:gdLst>
                <a:gd name="T0" fmla="*/ 2 w 11"/>
                <a:gd name="T1" fmla="*/ 3 h 11"/>
                <a:gd name="T2" fmla="*/ 2 w 11"/>
                <a:gd name="T3" fmla="*/ 9 h 11"/>
                <a:gd name="T4" fmla="*/ 8 w 11"/>
                <a:gd name="T5" fmla="*/ 9 h 11"/>
                <a:gd name="T6" fmla="*/ 9 w 11"/>
                <a:gd name="T7" fmla="*/ 8 h 11"/>
                <a:gd name="T8" fmla="*/ 9 w 11"/>
                <a:gd name="T9" fmla="*/ 2 h 11"/>
                <a:gd name="T10" fmla="*/ 9 w 11"/>
                <a:gd name="T11" fmla="*/ 2 h 11"/>
                <a:gd name="T12" fmla="*/ 3 w 11"/>
                <a:gd name="T13" fmla="*/ 1 h 11"/>
              </a:gdLst>
              <a:ahLst/>
              <a:cxnLst>
                <a:cxn ang="0">
                  <a:pos x="T0" y="T1"/>
                </a:cxn>
                <a:cxn ang="0">
                  <a:pos x="T2" y="T3"/>
                </a:cxn>
                <a:cxn ang="0">
                  <a:pos x="T4" y="T5"/>
                </a:cxn>
                <a:cxn ang="0">
                  <a:pos x="T6" y="T7"/>
                </a:cxn>
                <a:cxn ang="0">
                  <a:pos x="T8" y="T9"/>
                </a:cxn>
                <a:cxn ang="0">
                  <a:pos x="T10" y="T11"/>
                </a:cxn>
                <a:cxn ang="0">
                  <a:pos x="T12" y="T13"/>
                </a:cxn>
              </a:cxnLst>
              <a:rect l="0" t="0" r="r" b="b"/>
              <a:pathLst>
                <a:path w="11" h="11">
                  <a:moveTo>
                    <a:pt x="2" y="3"/>
                  </a:moveTo>
                  <a:cubicBezTo>
                    <a:pt x="0" y="5"/>
                    <a:pt x="0" y="7"/>
                    <a:pt x="2" y="9"/>
                  </a:cubicBezTo>
                  <a:cubicBezTo>
                    <a:pt x="3" y="11"/>
                    <a:pt x="6" y="11"/>
                    <a:pt x="8" y="9"/>
                  </a:cubicBezTo>
                  <a:cubicBezTo>
                    <a:pt x="9" y="8"/>
                    <a:pt x="9" y="8"/>
                    <a:pt x="9" y="8"/>
                  </a:cubicBezTo>
                  <a:cubicBezTo>
                    <a:pt x="11" y="6"/>
                    <a:pt x="11" y="3"/>
                    <a:pt x="9" y="2"/>
                  </a:cubicBezTo>
                  <a:cubicBezTo>
                    <a:pt x="9" y="2"/>
                    <a:pt x="9" y="2"/>
                    <a:pt x="9" y="2"/>
                  </a:cubicBezTo>
                  <a:cubicBezTo>
                    <a:pt x="8" y="0"/>
                    <a:pt x="5" y="0"/>
                    <a:pt x="3" y="1"/>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45" name="Freeform 708">
              <a:extLst>
                <a:ext uri="{FF2B5EF4-FFF2-40B4-BE49-F238E27FC236}">
                  <a16:creationId xmlns:a16="http://schemas.microsoft.com/office/drawing/2014/main" id="{5B68D69D-43B6-5822-3A3C-597A1D68656E}"/>
                </a:ext>
              </a:extLst>
            </p:cNvPr>
            <p:cNvSpPr>
              <a:spLocks/>
            </p:cNvSpPr>
            <p:nvPr/>
          </p:nvSpPr>
          <p:spPr bwMode="auto">
            <a:xfrm>
              <a:off x="4552950" y="4440238"/>
              <a:ext cx="34925" cy="9525"/>
            </a:xfrm>
            <a:custGeom>
              <a:avLst/>
              <a:gdLst>
                <a:gd name="T0" fmla="*/ 10 w 10"/>
                <a:gd name="T1" fmla="*/ 2 h 3"/>
                <a:gd name="T2" fmla="*/ 0 w 10"/>
                <a:gd name="T3" fmla="*/ 0 h 3"/>
              </a:gdLst>
              <a:ahLst/>
              <a:cxnLst>
                <a:cxn ang="0">
                  <a:pos x="T0" y="T1"/>
                </a:cxn>
                <a:cxn ang="0">
                  <a:pos x="T2" y="T3"/>
                </a:cxn>
              </a:cxnLst>
              <a:rect l="0" t="0" r="r" b="b"/>
              <a:pathLst>
                <a:path w="10" h="3">
                  <a:moveTo>
                    <a:pt x="10" y="2"/>
                  </a:moveTo>
                  <a:cubicBezTo>
                    <a:pt x="4" y="3"/>
                    <a:pt x="3" y="2"/>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46" name="Freeform 709">
              <a:extLst>
                <a:ext uri="{FF2B5EF4-FFF2-40B4-BE49-F238E27FC236}">
                  <a16:creationId xmlns:a16="http://schemas.microsoft.com/office/drawing/2014/main" id="{B498A3BC-325F-4FD1-829E-DFEC21659FDD}"/>
                </a:ext>
              </a:extLst>
            </p:cNvPr>
            <p:cNvSpPr>
              <a:spLocks/>
            </p:cNvSpPr>
            <p:nvPr/>
          </p:nvSpPr>
          <p:spPr bwMode="auto">
            <a:xfrm>
              <a:off x="4351338" y="4483101"/>
              <a:ext cx="26988" cy="11113"/>
            </a:xfrm>
            <a:custGeom>
              <a:avLst/>
              <a:gdLst>
                <a:gd name="T0" fmla="*/ 8 w 8"/>
                <a:gd name="T1" fmla="*/ 3 h 3"/>
                <a:gd name="T2" fmla="*/ 0 w 8"/>
                <a:gd name="T3" fmla="*/ 0 h 3"/>
              </a:gdLst>
              <a:ahLst/>
              <a:cxnLst>
                <a:cxn ang="0">
                  <a:pos x="T0" y="T1"/>
                </a:cxn>
                <a:cxn ang="0">
                  <a:pos x="T2" y="T3"/>
                </a:cxn>
              </a:cxnLst>
              <a:rect l="0" t="0" r="r" b="b"/>
              <a:pathLst>
                <a:path w="8" h="3">
                  <a:moveTo>
                    <a:pt x="8" y="3"/>
                  </a:moveTo>
                  <a:cubicBezTo>
                    <a:pt x="7" y="1"/>
                    <a:pt x="4"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grpSp>
      <p:cxnSp>
        <p:nvCxnSpPr>
          <p:cNvPr id="1149" name="Conector recto 23">
            <a:extLst>
              <a:ext uri="{FF2B5EF4-FFF2-40B4-BE49-F238E27FC236}">
                <a16:creationId xmlns:a16="http://schemas.microsoft.com/office/drawing/2014/main" id="{DEE3D0FD-2061-8C8D-0C2B-4440611B986A}"/>
              </a:ext>
            </a:extLst>
          </p:cNvPr>
          <p:cNvCxnSpPr>
            <a:cxnSpLocks/>
          </p:cNvCxnSpPr>
          <p:nvPr/>
        </p:nvCxnSpPr>
        <p:spPr>
          <a:xfrm>
            <a:off x="7735092" y="3305519"/>
            <a:ext cx="4099721" cy="0"/>
          </a:xfrm>
          <a:prstGeom prst="line">
            <a:avLst/>
          </a:prstGeom>
          <a:ln>
            <a:solidFill>
              <a:srgbClr val="EEE7E7"/>
            </a:solidFill>
          </a:ln>
        </p:spPr>
        <p:style>
          <a:lnRef idx="1">
            <a:schemeClr val="accent1"/>
          </a:lnRef>
          <a:fillRef idx="0">
            <a:schemeClr val="accent1"/>
          </a:fillRef>
          <a:effectRef idx="0">
            <a:schemeClr val="accent1"/>
          </a:effectRef>
          <a:fontRef idx="minor">
            <a:schemeClr val="tx1"/>
          </a:fontRef>
        </p:style>
      </p:cxnSp>
      <p:sp>
        <p:nvSpPr>
          <p:cNvPr id="4" name="Elipse 12">
            <a:extLst>
              <a:ext uri="{FF2B5EF4-FFF2-40B4-BE49-F238E27FC236}">
                <a16:creationId xmlns:a16="http://schemas.microsoft.com/office/drawing/2014/main" id="{35F55AB2-E06E-B043-19F3-1E2B3B6B2BDA}"/>
              </a:ext>
            </a:extLst>
          </p:cNvPr>
          <p:cNvSpPr/>
          <p:nvPr/>
        </p:nvSpPr>
        <p:spPr>
          <a:xfrm>
            <a:off x="2237129" y="1560514"/>
            <a:ext cx="925200" cy="925200"/>
          </a:xfrm>
          <a:prstGeom prst="ellipse">
            <a:avLst/>
          </a:prstGeom>
          <a:blipFill dpi="0" rotWithShape="1">
            <a:blip r:embed="rId5" cstate="screen">
              <a:duotone>
                <a:schemeClr val="bg2">
                  <a:shade val="45000"/>
                  <a:satMod val="135000"/>
                </a:schemeClr>
                <a:prstClr val="white"/>
              </a:duotone>
              <a:extLst>
                <a:ext uri="{28A0092B-C50C-407E-A947-70E740481C1C}">
                  <a14:useLocalDpi xmlns:a14="http://schemas.microsoft.com/office/drawing/2010/main"/>
                </a:ext>
              </a:extLst>
            </a:blip>
            <a:srcRect/>
            <a:stretch>
              <a:fillRect/>
            </a:stretch>
          </a:blip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6" name="Elipse 13">
            <a:extLst>
              <a:ext uri="{FF2B5EF4-FFF2-40B4-BE49-F238E27FC236}">
                <a16:creationId xmlns:a16="http://schemas.microsoft.com/office/drawing/2014/main" id="{94592752-076E-528B-06FA-22D714AB8888}"/>
              </a:ext>
            </a:extLst>
          </p:cNvPr>
          <p:cNvSpPr/>
          <p:nvPr/>
        </p:nvSpPr>
        <p:spPr>
          <a:xfrm>
            <a:off x="2236287" y="2696653"/>
            <a:ext cx="926042" cy="926042"/>
          </a:xfrm>
          <a:prstGeom prst="ellipse">
            <a:avLst/>
          </a:prstGeom>
          <a:blipFill dpi="0" rotWithShape="1">
            <a:blip r:embed="rId6" cstate="screen">
              <a:duotone>
                <a:schemeClr val="bg2">
                  <a:shade val="45000"/>
                  <a:satMod val="135000"/>
                </a:schemeClr>
                <a:prstClr val="white"/>
              </a:duotone>
              <a:extLst>
                <a:ext uri="{28A0092B-C50C-407E-A947-70E740481C1C}">
                  <a14:useLocalDpi xmlns:a14="http://schemas.microsoft.com/office/drawing/2010/main"/>
                </a:ext>
              </a:extLst>
            </a:blip>
            <a:srcRect/>
            <a:stretch>
              <a:fillRect/>
            </a:stretch>
          </a:blipFill>
          <a:ln w="254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7" name="Rectangle 6">
            <a:extLst>
              <a:ext uri="{FF2B5EF4-FFF2-40B4-BE49-F238E27FC236}">
                <a16:creationId xmlns:a16="http://schemas.microsoft.com/office/drawing/2014/main" id="{CE7977B6-8828-2EBE-24C9-F10A8073C054}"/>
              </a:ext>
            </a:extLst>
          </p:cNvPr>
          <p:cNvSpPr/>
          <p:nvPr/>
        </p:nvSpPr>
        <p:spPr>
          <a:xfrm>
            <a:off x="5607737" y="1716948"/>
            <a:ext cx="1577768" cy="179152"/>
          </a:xfrm>
          <a:prstGeom prst="rect">
            <a:avLst/>
          </a:prstGeom>
        </p:spPr>
        <p:txBody>
          <a:bodyPr vert="horz" wrap="square" lIns="0" tIns="0" rIns="0" bIns="0" rtlCol="0" anchor="ctr">
            <a:spAutoFit/>
          </a:bodyPr>
          <a:lstStyle/>
          <a:p>
            <a:pPr algn="ctr">
              <a:lnSpc>
                <a:spcPct val="110000"/>
              </a:lnSpc>
              <a:spcAft>
                <a:spcPts val="800"/>
              </a:spcAft>
            </a:pPr>
            <a:r>
              <a:rPr lang="en-US" sz="110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Key end-markets¹</a:t>
            </a:r>
          </a:p>
        </p:txBody>
      </p:sp>
      <p:grpSp>
        <p:nvGrpSpPr>
          <p:cNvPr id="8" name="Group 7">
            <a:extLst>
              <a:ext uri="{FF2B5EF4-FFF2-40B4-BE49-F238E27FC236}">
                <a16:creationId xmlns:a16="http://schemas.microsoft.com/office/drawing/2014/main" id="{8562E566-68A0-43A7-2E96-DBE84D8F9E80}"/>
              </a:ext>
            </a:extLst>
          </p:cNvPr>
          <p:cNvGrpSpPr/>
          <p:nvPr/>
        </p:nvGrpSpPr>
        <p:grpSpPr>
          <a:xfrm>
            <a:off x="5932285" y="1951460"/>
            <a:ext cx="928672" cy="1176104"/>
            <a:chOff x="5604864" y="1775117"/>
            <a:chExt cx="1069782" cy="1354812"/>
          </a:xfrm>
        </p:grpSpPr>
        <p:pic>
          <p:nvPicPr>
            <p:cNvPr id="11" name="Picture 10">
              <a:extLst>
                <a:ext uri="{FF2B5EF4-FFF2-40B4-BE49-F238E27FC236}">
                  <a16:creationId xmlns:a16="http://schemas.microsoft.com/office/drawing/2014/main" id="{6CDD2A03-13D4-49F1-D1A1-D3CBF273A92F}"/>
                </a:ext>
              </a:extLst>
            </p:cNvPr>
            <p:cNvPicPr>
              <a:picLocks/>
            </p:cNvPicPr>
            <p:nvPr/>
          </p:nvPicPr>
          <p:blipFill>
            <a:blip r:embed="rId7">
              <a:extLst>
                <a:ext uri="{28A0092B-C50C-407E-A947-70E740481C1C}">
                  <a14:useLocalDpi xmlns:a14="http://schemas.microsoft.com/office/drawing/2010/main" val="0"/>
                </a:ext>
              </a:extLst>
            </a:blip>
            <a:srcRect l="5726" r="5726"/>
            <a:stretch/>
          </p:blipFill>
          <p:spPr>
            <a:xfrm>
              <a:off x="5604864" y="2056449"/>
              <a:ext cx="971509" cy="971508"/>
            </a:xfrm>
            <a:prstGeom prst="ellipse">
              <a:avLst/>
            </a:prstGeom>
            <a:ln w="190500" cap="rnd">
              <a:noFill/>
              <a:prstDash val="solid"/>
            </a:ln>
            <a:effectLst/>
          </p:spPr>
        </p:pic>
        <p:grpSp>
          <p:nvGrpSpPr>
            <p:cNvPr id="12" name="Group 11">
              <a:extLst>
                <a:ext uri="{FF2B5EF4-FFF2-40B4-BE49-F238E27FC236}">
                  <a16:creationId xmlns:a16="http://schemas.microsoft.com/office/drawing/2014/main" id="{9F1377B0-7DF6-7FC1-CCD5-3F8B8DA595EA}"/>
                </a:ext>
              </a:extLst>
            </p:cNvPr>
            <p:cNvGrpSpPr/>
            <p:nvPr/>
          </p:nvGrpSpPr>
          <p:grpSpPr>
            <a:xfrm>
              <a:off x="6199446" y="2653566"/>
              <a:ext cx="475200" cy="476363"/>
              <a:chOff x="3788558" y="2653566"/>
              <a:chExt cx="475200" cy="476363"/>
            </a:xfrm>
            <a:solidFill>
              <a:schemeClr val="accent3"/>
            </a:solidFill>
          </p:grpSpPr>
          <p:sp>
            <p:nvSpPr>
              <p:cNvPr id="18" name="Google Shape;234;p23">
                <a:extLst>
                  <a:ext uri="{FF2B5EF4-FFF2-40B4-BE49-F238E27FC236}">
                    <a16:creationId xmlns:a16="http://schemas.microsoft.com/office/drawing/2014/main" id="{D0F570CF-2671-1B9D-D480-8D7A7EB8CBE6}"/>
                  </a:ext>
                </a:extLst>
              </p:cNvPr>
              <p:cNvSpPr>
                <a:spLocks noChangeAspect="1"/>
              </p:cNvSpPr>
              <p:nvPr/>
            </p:nvSpPr>
            <p:spPr>
              <a:xfrm rot="5400000">
                <a:off x="3787976" y="2654148"/>
                <a:ext cx="476363" cy="475200"/>
              </a:xfrm>
              <a:prstGeom prst="teardrop">
                <a:avLst>
                  <a:gd name="adj" fmla="val 100000"/>
                </a:avLst>
              </a:prstGeom>
              <a:solidFill>
                <a:schemeClr val="accent1"/>
              </a:solidFill>
              <a:ln>
                <a:noFill/>
              </a:ln>
              <a:effectLst>
                <a:outerShdw blurRad="152400" dist="38100" dir="21540000" algn="bl" rotWithShape="0">
                  <a:schemeClr val="bg2">
                    <a:alpha val="25000"/>
                  </a:schemeClr>
                </a:outerShdw>
              </a:effectLst>
            </p:spPr>
            <p:txBody>
              <a:bodyPr spcFirstLastPara="1" wrap="square" lIns="91425" tIns="91425" rIns="91425" bIns="91425" anchor="ctr" anchorCtr="0">
                <a:noAutofit/>
              </a:bodyPr>
              <a:lstStyle/>
              <a:p>
                <a:pPr algn="ctr" defTabSz="457200"/>
                <a:endParaRPr lang="es-CO" dirty="0"/>
              </a:p>
            </p:txBody>
          </p:sp>
          <p:sp>
            <p:nvSpPr>
              <p:cNvPr id="19" name="Rectangle 18">
                <a:extLst>
                  <a:ext uri="{FF2B5EF4-FFF2-40B4-BE49-F238E27FC236}">
                    <a16:creationId xmlns:a16="http://schemas.microsoft.com/office/drawing/2014/main" id="{FE4DBBEE-895F-660C-1D09-39B3838129B2}"/>
                  </a:ext>
                </a:extLst>
              </p:cNvPr>
              <p:cNvSpPr/>
              <p:nvPr/>
            </p:nvSpPr>
            <p:spPr>
              <a:xfrm>
                <a:off x="3860352" y="2755689"/>
                <a:ext cx="330648" cy="269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1200" b="1" dirty="0">
                    <a:solidFill>
                      <a:schemeClr val="tx2"/>
                    </a:solidFill>
                    <a:latin typeface="+mj-lt"/>
                    <a:ea typeface="Source Serif Pro" panose="02040603050405020204" pitchFamily="18" charset="0"/>
                  </a:rPr>
                  <a:t>99</a:t>
                </a:r>
                <a:r>
                  <a:rPr lang="en-US" sz="800" b="1" noProof="0" dirty="0">
                    <a:solidFill>
                      <a:schemeClr val="tx2"/>
                    </a:solidFill>
                    <a:latin typeface="+mj-lt"/>
                    <a:ea typeface="Source Serif Pro" panose="02040603050405020204" pitchFamily="18" charset="0"/>
                  </a:rPr>
                  <a:t>%</a:t>
                </a:r>
              </a:p>
            </p:txBody>
          </p:sp>
        </p:grpSp>
        <p:sp>
          <p:nvSpPr>
            <p:cNvPr id="17" name="Rectangle 16">
              <a:extLst>
                <a:ext uri="{FF2B5EF4-FFF2-40B4-BE49-F238E27FC236}">
                  <a16:creationId xmlns:a16="http://schemas.microsoft.com/office/drawing/2014/main" id="{8FF82961-6C92-FFEF-D6AB-F6B48F810A81}"/>
                </a:ext>
              </a:extLst>
            </p:cNvPr>
            <p:cNvSpPr/>
            <p:nvPr/>
          </p:nvSpPr>
          <p:spPr>
            <a:xfrm>
              <a:off x="5816102" y="1775117"/>
              <a:ext cx="647553" cy="2824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12000"/>
                </a:lnSpc>
                <a:spcBef>
                  <a:spcPts val="0"/>
                </a:spcBef>
                <a:spcAft>
                  <a:spcPts val="800"/>
                </a:spcAft>
                <a:buClrTx/>
                <a:buSzTx/>
                <a:buFontTx/>
                <a:buNone/>
                <a:tabLst/>
                <a:defRPr/>
              </a:pPr>
              <a:r>
                <a:rPr lang="en-US" sz="9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rPr>
                <a:t>Plastics</a:t>
              </a:r>
            </a:p>
          </p:txBody>
        </p:sp>
      </p:grpSp>
      <p:grpSp>
        <p:nvGrpSpPr>
          <p:cNvPr id="20" name="Group 19">
            <a:extLst>
              <a:ext uri="{FF2B5EF4-FFF2-40B4-BE49-F238E27FC236}">
                <a16:creationId xmlns:a16="http://schemas.microsoft.com/office/drawing/2014/main" id="{71FB4509-235C-C49A-2744-FBEDE4550C4D}"/>
              </a:ext>
            </a:extLst>
          </p:cNvPr>
          <p:cNvGrpSpPr/>
          <p:nvPr/>
        </p:nvGrpSpPr>
        <p:grpSpPr>
          <a:xfrm>
            <a:off x="5907683" y="3237492"/>
            <a:ext cx="977876" cy="1238418"/>
            <a:chOff x="5604865" y="3157088"/>
            <a:chExt cx="1069781" cy="1354812"/>
          </a:xfrm>
        </p:grpSpPr>
        <p:pic>
          <p:nvPicPr>
            <p:cNvPr id="21" name="Picture 20">
              <a:extLst>
                <a:ext uri="{FF2B5EF4-FFF2-40B4-BE49-F238E27FC236}">
                  <a16:creationId xmlns:a16="http://schemas.microsoft.com/office/drawing/2014/main" id="{CD7D8F44-3DA1-E1AF-14F9-C754B8B262D0}"/>
                </a:ext>
              </a:extLst>
            </p:cNvPr>
            <p:cNvPicPr>
              <a:picLocks/>
            </p:cNvPicPr>
            <p:nvPr/>
          </p:nvPicPr>
          <p:blipFill>
            <a:blip r:embed="rId8">
              <a:extLst>
                <a:ext uri="{28A0092B-C50C-407E-A947-70E740481C1C}">
                  <a14:useLocalDpi xmlns:a14="http://schemas.microsoft.com/office/drawing/2010/main" val="0"/>
                </a:ext>
              </a:extLst>
            </a:blip>
            <a:srcRect l="5023" r="5023"/>
            <a:stretch/>
          </p:blipFill>
          <p:spPr>
            <a:xfrm>
              <a:off x="5604865" y="3438420"/>
              <a:ext cx="971509" cy="971508"/>
            </a:xfrm>
            <a:prstGeom prst="ellipse">
              <a:avLst/>
            </a:prstGeom>
            <a:ln w="190500" cap="rnd">
              <a:noFill/>
              <a:prstDash val="solid"/>
            </a:ln>
            <a:effectLst/>
          </p:spPr>
        </p:pic>
        <p:grpSp>
          <p:nvGrpSpPr>
            <p:cNvPr id="22" name="Group 21">
              <a:extLst>
                <a:ext uri="{FF2B5EF4-FFF2-40B4-BE49-F238E27FC236}">
                  <a16:creationId xmlns:a16="http://schemas.microsoft.com/office/drawing/2014/main" id="{CF7D3DB0-10E0-2362-12FE-F15C175842FC}"/>
                </a:ext>
              </a:extLst>
            </p:cNvPr>
            <p:cNvGrpSpPr/>
            <p:nvPr/>
          </p:nvGrpSpPr>
          <p:grpSpPr>
            <a:xfrm>
              <a:off x="6199446" y="4035537"/>
              <a:ext cx="475200" cy="476363"/>
              <a:chOff x="3788558" y="4035537"/>
              <a:chExt cx="475200" cy="476363"/>
            </a:xfrm>
            <a:solidFill>
              <a:schemeClr val="accent3"/>
            </a:solidFill>
          </p:grpSpPr>
          <p:sp>
            <p:nvSpPr>
              <p:cNvPr id="28" name="Google Shape;234;p23">
                <a:extLst>
                  <a:ext uri="{FF2B5EF4-FFF2-40B4-BE49-F238E27FC236}">
                    <a16:creationId xmlns:a16="http://schemas.microsoft.com/office/drawing/2014/main" id="{5DEB81AA-C266-2C1C-235C-E4D0687C94DE}"/>
                  </a:ext>
                </a:extLst>
              </p:cNvPr>
              <p:cNvSpPr>
                <a:spLocks noChangeAspect="1"/>
              </p:cNvSpPr>
              <p:nvPr/>
            </p:nvSpPr>
            <p:spPr>
              <a:xfrm rot="5400000">
                <a:off x="3787976" y="4036119"/>
                <a:ext cx="476363" cy="475200"/>
              </a:xfrm>
              <a:prstGeom prst="teardrop">
                <a:avLst>
                  <a:gd name="adj" fmla="val 100000"/>
                </a:avLst>
              </a:prstGeom>
              <a:solidFill>
                <a:schemeClr val="accent1"/>
              </a:solidFill>
              <a:ln>
                <a:noFill/>
              </a:ln>
              <a:effectLst>
                <a:outerShdw blurRad="152400" dist="38100" dir="21540000" algn="bl" rotWithShape="0">
                  <a:schemeClr val="bg2">
                    <a:alpha val="25000"/>
                  </a:schemeClr>
                </a:outerShdw>
              </a:effectLst>
            </p:spPr>
            <p:txBody>
              <a:bodyPr spcFirstLastPara="1" wrap="square" lIns="91425" tIns="91425" rIns="91425" bIns="91425" anchor="ctr" anchorCtr="0">
                <a:noAutofit/>
              </a:bodyPr>
              <a:lstStyle/>
              <a:p>
                <a:pPr algn="ctr" defTabSz="457200"/>
                <a:endParaRPr lang="es-CO" dirty="0"/>
              </a:p>
            </p:txBody>
          </p:sp>
          <p:sp>
            <p:nvSpPr>
              <p:cNvPr id="29" name="Rectangle 28">
                <a:extLst>
                  <a:ext uri="{FF2B5EF4-FFF2-40B4-BE49-F238E27FC236}">
                    <a16:creationId xmlns:a16="http://schemas.microsoft.com/office/drawing/2014/main" id="{53117081-B6CC-EF5A-9468-EC226A09D906}"/>
                  </a:ext>
                </a:extLst>
              </p:cNvPr>
              <p:cNvSpPr/>
              <p:nvPr/>
            </p:nvSpPr>
            <p:spPr>
              <a:xfrm>
                <a:off x="3901440" y="4137660"/>
                <a:ext cx="248470" cy="269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1200" b="1" dirty="0">
                    <a:solidFill>
                      <a:schemeClr val="tx2"/>
                    </a:solidFill>
                    <a:latin typeface="+mj-lt"/>
                    <a:ea typeface="Source Serif Pro" panose="02040603050405020204" pitchFamily="18" charset="0"/>
                  </a:rPr>
                  <a:t>1</a:t>
                </a:r>
                <a:r>
                  <a:rPr lang="en-US" sz="800" b="1" dirty="0">
                    <a:solidFill>
                      <a:schemeClr val="tx2"/>
                    </a:solidFill>
                    <a:latin typeface="+mj-lt"/>
                    <a:ea typeface="Source Serif Pro" panose="02040603050405020204" pitchFamily="18" charset="0"/>
                  </a:rPr>
                  <a:t>%</a:t>
                </a:r>
              </a:p>
            </p:txBody>
          </p:sp>
        </p:grpSp>
        <p:sp>
          <p:nvSpPr>
            <p:cNvPr id="23" name="Rectangle 22">
              <a:extLst>
                <a:ext uri="{FF2B5EF4-FFF2-40B4-BE49-F238E27FC236}">
                  <a16:creationId xmlns:a16="http://schemas.microsoft.com/office/drawing/2014/main" id="{71ACCD4D-7D46-981F-FB79-3D151671BFF3}"/>
                </a:ext>
              </a:extLst>
            </p:cNvPr>
            <p:cNvSpPr/>
            <p:nvPr/>
          </p:nvSpPr>
          <p:spPr>
            <a:xfrm>
              <a:off x="5816105" y="3157088"/>
              <a:ext cx="647553" cy="2824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12000"/>
                </a:lnSpc>
                <a:spcBef>
                  <a:spcPts val="0"/>
                </a:spcBef>
                <a:spcAft>
                  <a:spcPts val="800"/>
                </a:spcAft>
                <a:buClrTx/>
                <a:buSzTx/>
                <a:buFontTx/>
                <a:buNone/>
                <a:tabLst/>
                <a:defRPr/>
              </a:pPr>
              <a:r>
                <a:rPr lang="en-US" sz="9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rPr>
                <a:t>Coatings</a:t>
              </a:r>
              <a:endParaRPr lang="en-US" sz="8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endParaRPr>
            </a:p>
          </p:txBody>
        </p:sp>
      </p:grpSp>
      <p:grpSp>
        <p:nvGrpSpPr>
          <p:cNvPr id="30" name="Group 29">
            <a:extLst>
              <a:ext uri="{FF2B5EF4-FFF2-40B4-BE49-F238E27FC236}">
                <a16:creationId xmlns:a16="http://schemas.microsoft.com/office/drawing/2014/main" id="{EA261739-6163-7710-5D72-BA9AB4C907CA}"/>
              </a:ext>
            </a:extLst>
          </p:cNvPr>
          <p:cNvGrpSpPr/>
          <p:nvPr/>
        </p:nvGrpSpPr>
        <p:grpSpPr>
          <a:xfrm>
            <a:off x="5907682" y="4554730"/>
            <a:ext cx="977878" cy="1236470"/>
            <a:chOff x="5604863" y="4539058"/>
            <a:chExt cx="1069783" cy="1352682"/>
          </a:xfrm>
        </p:grpSpPr>
        <p:pic>
          <p:nvPicPr>
            <p:cNvPr id="31" name="Picture 30">
              <a:extLst>
                <a:ext uri="{FF2B5EF4-FFF2-40B4-BE49-F238E27FC236}">
                  <a16:creationId xmlns:a16="http://schemas.microsoft.com/office/drawing/2014/main" id="{ECFF8666-961F-94B8-E1F3-79D450D3C202}"/>
                </a:ext>
              </a:extLst>
            </p:cNvPr>
            <p:cNvPicPr>
              <a:picLocks/>
            </p:cNvPicPr>
            <p:nvPr/>
          </p:nvPicPr>
          <p:blipFill>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rcRect l="13861" r="13861"/>
            <a:stretch/>
          </p:blipFill>
          <p:spPr>
            <a:xfrm>
              <a:off x="5604863" y="4820391"/>
              <a:ext cx="971508" cy="971507"/>
            </a:xfrm>
            <a:prstGeom prst="ellipse">
              <a:avLst/>
            </a:prstGeom>
            <a:ln w="190500" cap="rnd">
              <a:noFill/>
              <a:prstDash val="solid"/>
            </a:ln>
            <a:effectLst/>
          </p:spPr>
        </p:pic>
        <p:grpSp>
          <p:nvGrpSpPr>
            <p:cNvPr id="32" name="Group 31">
              <a:extLst>
                <a:ext uri="{FF2B5EF4-FFF2-40B4-BE49-F238E27FC236}">
                  <a16:creationId xmlns:a16="http://schemas.microsoft.com/office/drawing/2014/main" id="{0668ED3C-9750-CA12-8BE5-241F3B24BAE8}"/>
                </a:ext>
              </a:extLst>
            </p:cNvPr>
            <p:cNvGrpSpPr/>
            <p:nvPr/>
          </p:nvGrpSpPr>
          <p:grpSpPr>
            <a:xfrm>
              <a:off x="6199446" y="5415377"/>
              <a:ext cx="475200" cy="476363"/>
              <a:chOff x="3788558" y="5415377"/>
              <a:chExt cx="475200" cy="476363"/>
            </a:xfrm>
            <a:solidFill>
              <a:schemeClr val="accent3"/>
            </a:solidFill>
          </p:grpSpPr>
          <p:sp>
            <p:nvSpPr>
              <p:cNvPr id="37" name="Google Shape;234;p23">
                <a:extLst>
                  <a:ext uri="{FF2B5EF4-FFF2-40B4-BE49-F238E27FC236}">
                    <a16:creationId xmlns:a16="http://schemas.microsoft.com/office/drawing/2014/main" id="{5C0E0782-8181-9088-4640-8A56DFDCD64D}"/>
                  </a:ext>
                </a:extLst>
              </p:cNvPr>
              <p:cNvSpPr>
                <a:spLocks noChangeAspect="1"/>
              </p:cNvSpPr>
              <p:nvPr/>
            </p:nvSpPr>
            <p:spPr>
              <a:xfrm rot="5400000">
                <a:off x="3787976" y="5415959"/>
                <a:ext cx="476363" cy="475200"/>
              </a:xfrm>
              <a:prstGeom prst="teardrop">
                <a:avLst>
                  <a:gd name="adj" fmla="val 100000"/>
                </a:avLst>
              </a:prstGeom>
              <a:solidFill>
                <a:schemeClr val="accent1"/>
              </a:solidFill>
              <a:ln>
                <a:noFill/>
              </a:ln>
              <a:effectLst>
                <a:outerShdw blurRad="152400" dist="38100" dir="21540000" algn="bl" rotWithShape="0">
                  <a:schemeClr val="bg2">
                    <a:alpha val="25000"/>
                  </a:schemeClr>
                </a:outerShdw>
              </a:effectLst>
            </p:spPr>
            <p:txBody>
              <a:bodyPr spcFirstLastPara="1" wrap="square" lIns="91425" tIns="91425" rIns="91425" bIns="91425" anchor="ctr" anchorCtr="0">
                <a:noAutofit/>
              </a:bodyPr>
              <a:lstStyle/>
              <a:p>
                <a:pPr algn="ctr" defTabSz="457200"/>
                <a:endParaRPr lang="es-CO" dirty="0"/>
              </a:p>
            </p:txBody>
          </p:sp>
          <p:sp>
            <p:nvSpPr>
              <p:cNvPr id="38" name="Rectangle 37">
                <a:extLst>
                  <a:ext uri="{FF2B5EF4-FFF2-40B4-BE49-F238E27FC236}">
                    <a16:creationId xmlns:a16="http://schemas.microsoft.com/office/drawing/2014/main" id="{EA430632-45CE-FCA8-A93F-45F4B567D8F9}"/>
                  </a:ext>
                </a:extLst>
              </p:cNvPr>
              <p:cNvSpPr/>
              <p:nvPr/>
            </p:nvSpPr>
            <p:spPr>
              <a:xfrm>
                <a:off x="3916681" y="5516880"/>
                <a:ext cx="217992" cy="2754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1200" b="1" noProof="0" dirty="0">
                    <a:solidFill>
                      <a:schemeClr val="tx2"/>
                    </a:solidFill>
                    <a:latin typeface="+mj-lt"/>
                    <a:ea typeface="Source Serif Pro" panose="02040603050405020204" pitchFamily="18" charset="0"/>
                  </a:rPr>
                  <a:t>0</a:t>
                </a:r>
                <a:r>
                  <a:rPr lang="en-US" sz="800" b="1" dirty="0">
                    <a:solidFill>
                      <a:schemeClr val="tx2"/>
                    </a:solidFill>
                    <a:latin typeface="+mj-lt"/>
                    <a:ea typeface="Source Serif Pro" panose="02040603050405020204" pitchFamily="18" charset="0"/>
                  </a:rPr>
                  <a:t>%</a:t>
                </a:r>
              </a:p>
            </p:txBody>
          </p:sp>
        </p:grpSp>
        <p:sp>
          <p:nvSpPr>
            <p:cNvPr id="33" name="Rectangle 32">
              <a:extLst>
                <a:ext uri="{FF2B5EF4-FFF2-40B4-BE49-F238E27FC236}">
                  <a16:creationId xmlns:a16="http://schemas.microsoft.com/office/drawing/2014/main" id="{C20B1739-C6F8-00E2-3E01-7D05A9C92911}"/>
                </a:ext>
              </a:extLst>
            </p:cNvPr>
            <p:cNvSpPr/>
            <p:nvPr/>
          </p:nvSpPr>
          <p:spPr>
            <a:xfrm>
              <a:off x="5816107" y="4539058"/>
              <a:ext cx="647553" cy="2824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12000"/>
                </a:lnSpc>
                <a:spcBef>
                  <a:spcPts val="0"/>
                </a:spcBef>
                <a:spcAft>
                  <a:spcPts val="800"/>
                </a:spcAft>
                <a:buClrTx/>
                <a:buSzTx/>
                <a:buFontTx/>
                <a:buNone/>
                <a:tabLst/>
                <a:defRPr/>
              </a:pPr>
              <a:r>
                <a:rPr lang="en-US" sz="9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rPr>
                <a:t>Others</a:t>
              </a:r>
            </a:p>
          </p:txBody>
        </p:sp>
      </p:grpSp>
      <p:sp>
        <p:nvSpPr>
          <p:cNvPr id="41" name="Google Shape;234;p23">
            <a:extLst>
              <a:ext uri="{FF2B5EF4-FFF2-40B4-BE49-F238E27FC236}">
                <a16:creationId xmlns:a16="http://schemas.microsoft.com/office/drawing/2014/main" id="{779FAEE9-85CD-1A0E-2F37-4DE57349657F}"/>
              </a:ext>
            </a:extLst>
          </p:cNvPr>
          <p:cNvSpPr>
            <a:spLocks noChangeAspect="1"/>
          </p:cNvSpPr>
          <p:nvPr/>
        </p:nvSpPr>
        <p:spPr>
          <a:xfrm rot="5400000">
            <a:off x="3495501" y="4397054"/>
            <a:ext cx="1367969" cy="1364628"/>
          </a:xfrm>
          <a:prstGeom prst="teardrop">
            <a:avLst>
              <a:gd name="adj" fmla="val 100000"/>
            </a:avLst>
          </a:prstGeom>
          <a:noFill/>
          <a:ln>
            <a:solidFill>
              <a:schemeClr val="accent1"/>
            </a:solidFill>
          </a:ln>
          <a:effectLst>
            <a:outerShdw blurRad="628650" dist="133350" dir="8400000" algn="bl" rotWithShape="0">
              <a:srgbClr val="2E4D58">
                <a:alpha val="25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s-CO" dirty="0"/>
              <a:t> </a:t>
            </a:r>
          </a:p>
        </p:txBody>
      </p:sp>
      <p:sp>
        <p:nvSpPr>
          <p:cNvPr id="42" name="Rectangle 41">
            <a:extLst>
              <a:ext uri="{FF2B5EF4-FFF2-40B4-BE49-F238E27FC236}">
                <a16:creationId xmlns:a16="http://schemas.microsoft.com/office/drawing/2014/main" id="{A8B49D1C-36C5-CF74-09F5-CA7848FE717A}"/>
              </a:ext>
            </a:extLst>
          </p:cNvPr>
          <p:cNvSpPr/>
          <p:nvPr/>
        </p:nvSpPr>
        <p:spPr>
          <a:xfrm>
            <a:off x="3555647" y="2274937"/>
            <a:ext cx="1513350" cy="8088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numCol="1" spcCol="180000" rtlCol="0" anchor="t" anchorCtr="0">
            <a:spAutoFit/>
          </a:bodyPr>
          <a:lstStyle/>
          <a:p>
            <a:pPr marL="207450" marR="0" lvl="0" indent="-171450" defTabSz="914400" rtl="0" eaLnBrk="1" fontAlgn="auto" latinLnBrk="0" hangingPunct="1">
              <a:lnSpc>
                <a:spcPct val="150000"/>
              </a:lnSpc>
              <a:spcBef>
                <a:spcPts val="0"/>
              </a:spcBef>
              <a:spcAft>
                <a:spcPts val="800"/>
              </a:spcAft>
              <a:buClr>
                <a:schemeClr val="accent2"/>
              </a:buClr>
              <a:buSzTx/>
              <a:buFont typeface="Arial" panose="020B0604020202020204" pitchFamily="34" charset="0"/>
              <a:buChar char="•"/>
              <a:tabLst/>
              <a:defRPr/>
            </a:pPr>
            <a:r>
              <a:rPr kumimoji="0" lang="en-US" sz="900" i="0" u="none" strike="noStrike" kern="1200" cap="none" spc="-20" normalizeH="0" noProof="0" dirty="0">
                <a:ln>
                  <a:noFill/>
                </a:ln>
                <a:solidFill>
                  <a:schemeClr val="tx1"/>
                </a:solidFill>
                <a:effectLst/>
                <a:uLnTx/>
                <a:uFillTx/>
                <a:latin typeface="Poppins Medium" panose="00000600000000000000" pitchFamily="2" charset="0"/>
                <a:ea typeface="Source Serif Pro" panose="02040603050405020204" pitchFamily="18" charset="0"/>
                <a:cs typeface="Poppins Medium" panose="00000600000000000000" pitchFamily="2" charset="0"/>
              </a:rPr>
              <a:t>Staron Surfaces</a:t>
            </a:r>
          </a:p>
          <a:p>
            <a:pPr marL="207450" marR="0" lvl="0" indent="-171450" defTabSz="914400" rtl="0" eaLnBrk="1" fontAlgn="auto" latinLnBrk="0" hangingPunct="1">
              <a:lnSpc>
                <a:spcPct val="150000"/>
              </a:lnSpc>
              <a:spcBef>
                <a:spcPts val="0"/>
              </a:spcBef>
              <a:spcAft>
                <a:spcPts val="800"/>
              </a:spcAft>
              <a:buClr>
                <a:schemeClr val="accent2"/>
              </a:buClr>
              <a:buSzTx/>
              <a:buFont typeface="Arial" panose="020B0604020202020204" pitchFamily="34" charset="0"/>
              <a:buChar char="•"/>
              <a:tabLst/>
              <a:defRPr/>
            </a:pPr>
            <a:r>
              <a:rPr kumimoji="0" lang="en-US" sz="900" i="0" u="none" strike="noStrike" kern="1200" cap="none" spc="-20" normalizeH="0" noProof="0" dirty="0">
                <a:ln>
                  <a:noFill/>
                </a:ln>
                <a:solidFill>
                  <a:schemeClr val="tx1"/>
                </a:solidFill>
                <a:effectLst/>
                <a:uLnTx/>
                <a:uFillTx/>
                <a:latin typeface="Poppins Medium" panose="00000600000000000000" pitchFamily="2" charset="0"/>
                <a:ea typeface="Source Serif Pro" panose="02040603050405020204" pitchFamily="18" charset="0"/>
                <a:cs typeface="Poppins Medium" panose="00000600000000000000" pitchFamily="2" charset="0"/>
              </a:rPr>
              <a:t>Sintered Stone Slabs</a:t>
            </a:r>
          </a:p>
          <a:p>
            <a:pPr marL="207450" marR="0" lvl="0" indent="-171450" defTabSz="914400" rtl="0" eaLnBrk="1" fontAlgn="auto" latinLnBrk="0" hangingPunct="1">
              <a:lnSpc>
                <a:spcPct val="150000"/>
              </a:lnSpc>
              <a:spcBef>
                <a:spcPts val="0"/>
              </a:spcBef>
              <a:spcAft>
                <a:spcPts val="800"/>
              </a:spcAft>
              <a:buClr>
                <a:schemeClr val="accent2"/>
              </a:buClr>
              <a:buSzTx/>
              <a:buFont typeface="Arial" panose="020B0604020202020204" pitchFamily="34" charset="0"/>
              <a:buChar char="•"/>
              <a:tabLst/>
              <a:defRPr/>
            </a:pPr>
            <a:r>
              <a:rPr kumimoji="0" lang="en-US" sz="900" i="0" u="none" strike="noStrike" kern="1200" cap="none" spc="-20" normalizeH="0" noProof="0" dirty="0">
                <a:ln>
                  <a:noFill/>
                </a:ln>
                <a:solidFill>
                  <a:schemeClr val="tx1"/>
                </a:solidFill>
                <a:effectLst/>
                <a:uLnTx/>
                <a:uFillTx/>
                <a:latin typeface="Poppins Medium" panose="00000600000000000000" pitchFamily="2" charset="0"/>
                <a:ea typeface="Source Serif Pro" panose="02040603050405020204" pitchFamily="18" charset="0"/>
                <a:cs typeface="Poppins Medium" panose="00000600000000000000" pitchFamily="2" charset="0"/>
              </a:rPr>
              <a:t>Staron Adhesives</a:t>
            </a:r>
          </a:p>
        </p:txBody>
      </p:sp>
      <p:sp>
        <p:nvSpPr>
          <p:cNvPr id="43" name="TextBox 42">
            <a:extLst>
              <a:ext uri="{FF2B5EF4-FFF2-40B4-BE49-F238E27FC236}">
                <a16:creationId xmlns:a16="http://schemas.microsoft.com/office/drawing/2014/main" id="{EF2337F7-70CB-4C3B-3DB7-AF769E24A018}"/>
              </a:ext>
            </a:extLst>
          </p:cNvPr>
          <p:cNvSpPr txBox="1"/>
          <p:nvPr/>
        </p:nvSpPr>
        <p:spPr>
          <a:xfrm>
            <a:off x="3672710" y="4764250"/>
            <a:ext cx="1013551" cy="677108"/>
          </a:xfrm>
          <a:prstGeom prst="rect">
            <a:avLst/>
          </a:prstGeom>
          <a:noFill/>
        </p:spPr>
        <p:txBody>
          <a:bodyPr wrap="square" lIns="0" tIns="0" rIns="0" bIns="0" rtlCol="0" anchor="ctr">
            <a:spAutoFit/>
          </a:bodyPr>
          <a:lstStyle/>
          <a:p>
            <a:pPr algn="ctr"/>
            <a:r>
              <a:rPr lang="pt-BR" sz="2800" b="1" dirty="0">
                <a:solidFill>
                  <a:schemeClr val="bg2"/>
                </a:solidFill>
                <a:latin typeface="+mj-lt"/>
                <a:ea typeface="Source Serif Pro Black" panose="02040903050405020204" pitchFamily="18" charset="0"/>
              </a:rPr>
              <a:t>3</a:t>
            </a:r>
            <a:r>
              <a:rPr lang="pt-BR" sz="1400" b="1" dirty="0">
                <a:solidFill>
                  <a:schemeClr val="bg2"/>
                </a:solidFill>
                <a:latin typeface="+mj-lt"/>
                <a:ea typeface="Source Serif Pro Black" panose="02040903050405020204" pitchFamily="18" charset="0"/>
              </a:rPr>
              <a:t>%</a:t>
            </a:r>
            <a:r>
              <a:rPr lang="pt-BR" b="1" dirty="0">
                <a:solidFill>
                  <a:schemeClr val="bg2"/>
                </a:solidFill>
                <a:latin typeface="+mj-lt"/>
                <a:ea typeface="Source Serif Pro Black" panose="02040903050405020204" pitchFamily="18" charset="0"/>
              </a:rPr>
              <a:t> </a:t>
            </a:r>
            <a:endParaRPr lang="en-US" b="1" dirty="0">
              <a:solidFill>
                <a:schemeClr val="bg2"/>
              </a:solidFill>
              <a:latin typeface="+mj-lt"/>
              <a:ea typeface="Source Serif Pro Black" panose="02040903050405020204" pitchFamily="18" charset="0"/>
            </a:endParaRPr>
          </a:p>
          <a:p>
            <a:pPr algn="ctr"/>
            <a:r>
              <a:rPr lang="en-US" sz="800" dirty="0">
                <a:latin typeface="+mj-lt"/>
                <a:ea typeface="Source Serif Pro" panose="02040603050405020204" pitchFamily="18" charset="0"/>
              </a:rPr>
              <a:t>of FY24</a:t>
            </a:r>
            <a:br>
              <a:rPr lang="en-US" sz="800" dirty="0">
                <a:latin typeface="+mj-lt"/>
                <a:ea typeface="Source Serif Pro" panose="02040603050405020204" pitchFamily="18" charset="0"/>
              </a:rPr>
            </a:br>
            <a:r>
              <a:rPr lang="en-US" sz="800" dirty="0">
                <a:latin typeface="+mj-lt"/>
                <a:ea typeface="Source Serif Pro" panose="02040603050405020204" pitchFamily="18" charset="0"/>
              </a:rPr>
              <a:t>Gross Profit</a:t>
            </a:r>
          </a:p>
        </p:txBody>
      </p:sp>
      <p:sp>
        <p:nvSpPr>
          <p:cNvPr id="44" name="Rectangle 43">
            <a:extLst>
              <a:ext uri="{FF2B5EF4-FFF2-40B4-BE49-F238E27FC236}">
                <a16:creationId xmlns:a16="http://schemas.microsoft.com/office/drawing/2014/main" id="{8C5C11C8-D836-7709-0A0C-759B21FE23DC}"/>
              </a:ext>
            </a:extLst>
          </p:cNvPr>
          <p:cNvSpPr/>
          <p:nvPr/>
        </p:nvSpPr>
        <p:spPr>
          <a:xfrm>
            <a:off x="3555647" y="1716948"/>
            <a:ext cx="934152" cy="365356"/>
          </a:xfrm>
          <a:prstGeom prst="rect">
            <a:avLst/>
          </a:prstGeom>
        </p:spPr>
        <p:txBody>
          <a:bodyPr vert="horz" wrap="square" lIns="0" tIns="0" rIns="0" bIns="0" rtlCol="0" anchor="ctr">
            <a:spAutoFit/>
          </a:bodyPr>
          <a:lstStyle/>
          <a:p>
            <a:pPr>
              <a:lnSpc>
                <a:spcPct val="110000"/>
              </a:lnSpc>
              <a:spcAft>
                <a:spcPts val="800"/>
              </a:spcAft>
            </a:pPr>
            <a:r>
              <a:rPr lang="en-US" sz="110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Portfolio                    of solutions</a:t>
            </a:r>
          </a:p>
        </p:txBody>
      </p:sp>
      <p:cxnSp>
        <p:nvCxnSpPr>
          <p:cNvPr id="45" name="Conector recto 23">
            <a:extLst>
              <a:ext uri="{FF2B5EF4-FFF2-40B4-BE49-F238E27FC236}">
                <a16:creationId xmlns:a16="http://schemas.microsoft.com/office/drawing/2014/main" id="{3DAC75A8-7D6A-6DA9-AE8C-04A881F4D29F}"/>
              </a:ext>
            </a:extLst>
          </p:cNvPr>
          <p:cNvCxnSpPr>
            <a:cxnSpLocks/>
          </p:cNvCxnSpPr>
          <p:nvPr/>
        </p:nvCxnSpPr>
        <p:spPr>
          <a:xfrm>
            <a:off x="7417436" y="1690159"/>
            <a:ext cx="0" cy="4069933"/>
          </a:xfrm>
          <a:prstGeom prst="line">
            <a:avLst/>
          </a:prstGeom>
          <a:ln>
            <a:solidFill>
              <a:srgbClr val="EEE7E7"/>
            </a:solidFill>
          </a:ln>
        </p:spPr>
        <p:style>
          <a:lnRef idx="1">
            <a:schemeClr val="accent1"/>
          </a:lnRef>
          <a:fillRef idx="0">
            <a:schemeClr val="accent1"/>
          </a:fillRef>
          <a:effectRef idx="0">
            <a:schemeClr val="accent1"/>
          </a:effectRef>
          <a:fontRef idx="minor">
            <a:schemeClr val="tx1"/>
          </a:fontRef>
        </p:style>
      </p:cxnSp>
      <p:cxnSp>
        <p:nvCxnSpPr>
          <p:cNvPr id="46" name="Conector recto 23">
            <a:extLst>
              <a:ext uri="{FF2B5EF4-FFF2-40B4-BE49-F238E27FC236}">
                <a16:creationId xmlns:a16="http://schemas.microsoft.com/office/drawing/2014/main" id="{BB7920E9-B0FF-CF86-98CC-C83FE5CE6993}"/>
              </a:ext>
            </a:extLst>
          </p:cNvPr>
          <p:cNvCxnSpPr>
            <a:cxnSpLocks/>
          </p:cNvCxnSpPr>
          <p:nvPr/>
        </p:nvCxnSpPr>
        <p:spPr>
          <a:xfrm>
            <a:off x="5375806" y="1690159"/>
            <a:ext cx="0" cy="4069933"/>
          </a:xfrm>
          <a:prstGeom prst="line">
            <a:avLst/>
          </a:prstGeom>
          <a:ln>
            <a:solidFill>
              <a:srgbClr val="EEE7E7"/>
            </a:solidFill>
          </a:ln>
        </p:spPr>
        <p:style>
          <a:lnRef idx="1">
            <a:schemeClr val="accent1"/>
          </a:lnRef>
          <a:fillRef idx="0">
            <a:schemeClr val="accent1"/>
          </a:fillRef>
          <a:effectRef idx="0">
            <a:schemeClr val="accent1"/>
          </a:effectRef>
          <a:fontRef idx="minor">
            <a:schemeClr val="tx1"/>
          </a:fontRef>
        </p:style>
      </p:cxnSp>
      <p:graphicFrame>
        <p:nvGraphicFramePr>
          <p:cNvPr id="47" name="Chart 46">
            <a:extLst>
              <a:ext uri="{FF2B5EF4-FFF2-40B4-BE49-F238E27FC236}">
                <a16:creationId xmlns:a16="http://schemas.microsoft.com/office/drawing/2014/main" id="{64DFD768-970D-2FA4-0941-27A9142F6C8E}"/>
              </a:ext>
            </a:extLst>
          </p:cNvPr>
          <p:cNvGraphicFramePr/>
          <p:nvPr>
            <p:extLst>
              <p:ext uri="{D42A27DB-BD31-4B8C-83A1-F6EECF244321}">
                <p14:modId xmlns:p14="http://schemas.microsoft.com/office/powerpoint/2010/main" val="2222948925"/>
              </p:ext>
            </p:extLst>
          </p:nvPr>
        </p:nvGraphicFramePr>
        <p:xfrm>
          <a:off x="7782899" y="4266074"/>
          <a:ext cx="4053600" cy="1515600"/>
        </p:xfrm>
        <a:graphic>
          <a:graphicData uri="http://schemas.openxmlformats.org/drawingml/2006/chart">
            <c:chart xmlns:c="http://schemas.openxmlformats.org/drawingml/2006/chart" xmlns:r="http://schemas.openxmlformats.org/officeDocument/2006/relationships" r:id="rId11"/>
          </a:graphicData>
        </a:graphic>
      </p:graphicFrame>
      <p:grpSp>
        <p:nvGrpSpPr>
          <p:cNvPr id="2" name="Group 1">
            <a:extLst>
              <a:ext uri="{FF2B5EF4-FFF2-40B4-BE49-F238E27FC236}">
                <a16:creationId xmlns:a16="http://schemas.microsoft.com/office/drawing/2014/main" id="{D62C5086-717E-576B-6CEE-FDBEC7F16C74}"/>
              </a:ext>
            </a:extLst>
          </p:cNvPr>
          <p:cNvGrpSpPr/>
          <p:nvPr/>
        </p:nvGrpSpPr>
        <p:grpSpPr>
          <a:xfrm>
            <a:off x="731836" y="357006"/>
            <a:ext cx="1054101" cy="151321"/>
            <a:chOff x="731837" y="357006"/>
            <a:chExt cx="663576" cy="151321"/>
          </a:xfrm>
        </p:grpSpPr>
        <p:sp>
          <p:nvSpPr>
            <p:cNvPr id="10" name="CaixaDeTexto 3">
              <a:extLst>
                <a:ext uri="{FF2B5EF4-FFF2-40B4-BE49-F238E27FC236}">
                  <a16:creationId xmlns:a16="http://schemas.microsoft.com/office/drawing/2014/main" id="{B186ABF8-8B15-D15B-E9B5-EDD27D3D797E}"/>
                </a:ext>
              </a:extLst>
            </p:cNvPr>
            <p:cNvSpPr txBox="1"/>
            <p:nvPr userDrawn="1"/>
          </p:nvSpPr>
          <p:spPr>
            <a:xfrm>
              <a:off x="731838" y="357006"/>
              <a:ext cx="663575" cy="123111"/>
            </a:xfrm>
            <a:prstGeom prst="rect">
              <a:avLst/>
            </a:prstGeom>
            <a:noFill/>
          </p:spPr>
          <p:txBody>
            <a:bodyPr wrap="square" lIns="0" tIns="0" rIns="0" bIns="0">
              <a:spAutoFit/>
            </a:bodyPr>
            <a:lstStyle/>
            <a:p>
              <a:pPr algn="ctr"/>
              <a:r>
                <a:rPr lang="pt-BR" sz="800"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t>Company Overview</a:t>
              </a:r>
            </a:p>
          </p:txBody>
        </p:sp>
        <p:cxnSp>
          <p:nvCxnSpPr>
            <p:cNvPr id="13" name="Straight Connector 12">
              <a:extLst>
                <a:ext uri="{FF2B5EF4-FFF2-40B4-BE49-F238E27FC236}">
                  <a16:creationId xmlns:a16="http://schemas.microsoft.com/office/drawing/2014/main" id="{2B8EBBC7-4738-EB9F-948B-B20C2C0D514C}"/>
                </a:ext>
              </a:extLst>
            </p:cNvPr>
            <p:cNvCxnSpPr/>
            <p:nvPr userDrawn="1"/>
          </p:nvCxnSpPr>
          <p:spPr>
            <a:xfrm>
              <a:off x="731837" y="508327"/>
              <a:ext cx="663576"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432271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E8113-A6FD-AE87-8607-75F45B437172}"/>
            </a:ext>
          </a:extLst>
        </p:cNvPr>
        <p:cNvGrpSpPr/>
        <p:nvPr/>
      </p:nvGrpSpPr>
      <p:grpSpPr>
        <a:xfrm>
          <a:off x="0" y="0"/>
          <a:ext cx="0" cy="0"/>
          <a:chOff x="0" y="0"/>
          <a:chExt cx="0" cy="0"/>
        </a:xfrm>
      </p:grpSpPr>
      <p:sp>
        <p:nvSpPr>
          <p:cNvPr id="82" name="Text Placeholder 81">
            <a:extLst>
              <a:ext uri="{FF2B5EF4-FFF2-40B4-BE49-F238E27FC236}">
                <a16:creationId xmlns:a16="http://schemas.microsoft.com/office/drawing/2014/main" id="{DD2B22BB-DFCB-18CD-AF87-11714FED74F0}"/>
              </a:ext>
            </a:extLst>
          </p:cNvPr>
          <p:cNvSpPr>
            <a:spLocks noGrp="1"/>
          </p:cNvSpPr>
          <p:nvPr>
            <p:ph type="body" sz="quarter" idx="36"/>
          </p:nvPr>
        </p:nvSpPr>
        <p:spPr/>
        <p:txBody>
          <a:bodyPr/>
          <a:lstStyle/>
          <a:p>
            <a:endParaRPr lang="en-US" noProof="0" dirty="0"/>
          </a:p>
        </p:txBody>
      </p:sp>
      <p:grpSp>
        <p:nvGrpSpPr>
          <p:cNvPr id="49" name="Group 48">
            <a:extLst>
              <a:ext uri="{FF2B5EF4-FFF2-40B4-BE49-F238E27FC236}">
                <a16:creationId xmlns:a16="http://schemas.microsoft.com/office/drawing/2014/main" id="{715809EE-27FE-6485-B93A-9F0E7066C08E}"/>
              </a:ext>
            </a:extLst>
          </p:cNvPr>
          <p:cNvGrpSpPr>
            <a:grpSpLocks noGrp="1" noUngrp="1" noRot="1" noMove="1" noResize="1"/>
          </p:cNvGrpSpPr>
          <p:nvPr/>
        </p:nvGrpSpPr>
        <p:grpSpPr>
          <a:xfrm flipH="1">
            <a:off x="7165069" y="0"/>
            <a:ext cx="5026931" cy="6856225"/>
            <a:chOff x="116983" y="-104776"/>
            <a:chExt cx="5181873" cy="7067551"/>
          </a:xfrm>
        </p:grpSpPr>
        <p:sp>
          <p:nvSpPr>
            <p:cNvPr id="47" name="Google Shape;440;p41">
              <a:extLst>
                <a:ext uri="{FF2B5EF4-FFF2-40B4-BE49-F238E27FC236}">
                  <a16:creationId xmlns:a16="http://schemas.microsoft.com/office/drawing/2014/main" id="{8FC5A0DB-77E1-3035-A70E-118D06DC1B0D}"/>
                </a:ext>
              </a:extLst>
            </p:cNvPr>
            <p:cNvSpPr>
              <a:spLocks noGrp="1" noRot="1" noMove="1" noResize="1" noEditPoints="1" noAdjustHandles="1" noChangeArrowheads="1" noChangeShapeType="1"/>
            </p:cNvSpPr>
            <p:nvPr/>
          </p:nvSpPr>
          <p:spPr>
            <a:xfrm rot="5400000">
              <a:off x="1419223" y="3083140"/>
              <a:ext cx="7067549" cy="691717"/>
            </a:xfrm>
            <a:prstGeom prst="round2SameRect">
              <a:avLst>
                <a:gd name="adj1" fmla="val 16667"/>
                <a:gd name="adj2" fmla="val 0"/>
              </a:avLst>
            </a:prstGeom>
            <a:solidFill>
              <a:srgbClr val="2E4D5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3" name="Imagen 3">
              <a:extLst>
                <a:ext uri="{FF2B5EF4-FFF2-40B4-BE49-F238E27FC236}">
                  <a16:creationId xmlns:a16="http://schemas.microsoft.com/office/drawing/2014/main" id="{BAB76498-7BD4-3C7E-36DB-D402D45B93D6}"/>
                </a:ext>
              </a:extLst>
            </p:cNvPr>
            <p:cNvPicPr>
              <a:picLocks noGrp="1" noRot="1" noChangeAspec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l="145" r="10398"/>
            <a:stretch/>
          </p:blipFill>
          <p:spPr>
            <a:xfrm flipH="1">
              <a:off x="116983" y="-104775"/>
              <a:ext cx="4601147" cy="7067550"/>
            </a:xfrm>
            <a:prstGeom prst="rect">
              <a:avLst/>
            </a:prstGeom>
          </p:spPr>
        </p:pic>
      </p:grpSp>
      <p:sp>
        <p:nvSpPr>
          <p:cNvPr id="2" name="Title 1">
            <a:extLst>
              <a:ext uri="{FF2B5EF4-FFF2-40B4-BE49-F238E27FC236}">
                <a16:creationId xmlns:a16="http://schemas.microsoft.com/office/drawing/2014/main" id="{72870003-3AFB-6566-C700-00443E6CACA8}"/>
              </a:ext>
            </a:extLst>
          </p:cNvPr>
          <p:cNvSpPr>
            <a:spLocks noGrp="1"/>
          </p:cNvSpPr>
          <p:nvPr>
            <p:ph type="title"/>
          </p:nvPr>
        </p:nvSpPr>
        <p:spPr>
          <a:xfrm>
            <a:off x="731837" y="733846"/>
            <a:ext cx="5139476" cy="916918"/>
          </a:xfrm>
        </p:spPr>
        <p:txBody>
          <a:bodyPr anchor="t"/>
          <a:lstStyle/>
          <a:p>
            <a:r>
              <a:rPr lang="en-US" spc="-10" noProof="0" dirty="0"/>
              <a:t>... With an Advanced Applications Laboratory to Provide Formulations and Service to Clients </a:t>
            </a:r>
          </a:p>
        </p:txBody>
      </p:sp>
      <p:sp>
        <p:nvSpPr>
          <p:cNvPr id="85" name="Content Placeholder 2">
            <a:extLst>
              <a:ext uri="{FF2B5EF4-FFF2-40B4-BE49-F238E27FC236}">
                <a16:creationId xmlns:a16="http://schemas.microsoft.com/office/drawing/2014/main" id="{2BEF8230-C79C-2D92-B539-687344E7E3D2}"/>
              </a:ext>
            </a:extLst>
          </p:cNvPr>
          <p:cNvSpPr>
            <a:spLocks noGrp="1"/>
          </p:cNvSpPr>
          <p:nvPr>
            <p:ph sz="quarter" idx="13"/>
          </p:nvPr>
        </p:nvSpPr>
        <p:spPr>
          <a:xfrm>
            <a:off x="731839" y="1740306"/>
            <a:ext cx="5717998" cy="234867"/>
          </a:xfrm>
        </p:spPr>
        <p:txBody>
          <a:bodyPr/>
          <a:lstStyle/>
          <a:p>
            <a:r>
              <a:rPr lang="en-US" noProof="0" dirty="0"/>
              <a:t>The company has an applications laboratory for it paints and coatings business</a:t>
            </a:r>
          </a:p>
        </p:txBody>
      </p:sp>
      <p:sp>
        <p:nvSpPr>
          <p:cNvPr id="50" name="TextBox 49">
            <a:extLst>
              <a:ext uri="{FF2B5EF4-FFF2-40B4-BE49-F238E27FC236}">
                <a16:creationId xmlns:a16="http://schemas.microsoft.com/office/drawing/2014/main" id="{D10FD5E7-0D94-C0AC-8178-6E6A4A181AF5}"/>
              </a:ext>
            </a:extLst>
          </p:cNvPr>
          <p:cNvSpPr txBox="1"/>
          <p:nvPr/>
        </p:nvSpPr>
        <p:spPr>
          <a:xfrm>
            <a:off x="731835" y="2100291"/>
            <a:ext cx="5717997" cy="570926"/>
          </a:xfrm>
          <a:prstGeom prst="rect">
            <a:avLst/>
          </a:prstGeom>
          <a:noFill/>
        </p:spPr>
        <p:txBody>
          <a:bodyPr wrap="square" lIns="0" tIns="0" rIns="0" bIns="0" rtlCol="0">
            <a:spAutoFit/>
          </a:bodyPr>
          <a:lstStyle/>
          <a:p>
            <a:pPr>
              <a:lnSpc>
                <a:spcPct val="120000"/>
              </a:lnSpc>
              <a:spcAft>
                <a:spcPts val="200"/>
              </a:spcAft>
            </a:pPr>
            <a:r>
              <a:rPr lang="en-US" sz="1050" dirty="0" err="1">
                <a:latin typeface="Poppins Medium" panose="00000600000000000000" pitchFamily="2" charset="0"/>
                <a:cs typeface="Poppins Medium" panose="00000600000000000000" pitchFamily="2" charset="0"/>
              </a:rPr>
              <a:t>Almatia</a:t>
            </a:r>
            <a:r>
              <a:rPr lang="en-US" sz="1050" dirty="0">
                <a:latin typeface="Poppins Medium" panose="00000600000000000000" pitchFamily="2" charset="0"/>
                <a:cs typeface="Poppins Medium" panose="00000600000000000000" pitchFamily="2" charset="0"/>
              </a:rPr>
              <a:t> has an Innovation Space in their Bogotá facilities where they support       their customers and partners in the analysis of raw materials and the development of efficient formulations, showcasing the performance of our products</a:t>
            </a:r>
          </a:p>
        </p:txBody>
      </p:sp>
      <p:sp>
        <p:nvSpPr>
          <p:cNvPr id="52" name="TextBox 51">
            <a:extLst>
              <a:ext uri="{FF2B5EF4-FFF2-40B4-BE49-F238E27FC236}">
                <a16:creationId xmlns:a16="http://schemas.microsoft.com/office/drawing/2014/main" id="{E3059092-D449-8B16-7436-D118C9FE4970}"/>
              </a:ext>
            </a:extLst>
          </p:cNvPr>
          <p:cNvSpPr txBox="1"/>
          <p:nvPr/>
        </p:nvSpPr>
        <p:spPr>
          <a:xfrm>
            <a:off x="743526" y="4185983"/>
            <a:ext cx="813947" cy="923971"/>
          </a:xfrm>
          <a:prstGeom prst="rect">
            <a:avLst/>
          </a:prstGeom>
          <a:noFill/>
        </p:spPr>
        <p:txBody>
          <a:bodyPr wrap="square" lIns="0" tIns="0" rIns="0" bIns="0" rtlCol="0">
            <a:spAutoFit/>
          </a:bodyPr>
          <a:lstStyle/>
          <a:p>
            <a:pPr>
              <a:lnSpc>
                <a:spcPct val="110000"/>
              </a:lnSpc>
              <a:spcAft>
                <a:spcPts val="200"/>
              </a:spcAft>
            </a:pPr>
            <a:r>
              <a:rPr lang="en-US" sz="110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Location in Country’s main industrial hub</a:t>
            </a:r>
          </a:p>
        </p:txBody>
      </p:sp>
      <p:sp>
        <p:nvSpPr>
          <p:cNvPr id="54" name="TextBox 53">
            <a:extLst>
              <a:ext uri="{FF2B5EF4-FFF2-40B4-BE49-F238E27FC236}">
                <a16:creationId xmlns:a16="http://schemas.microsoft.com/office/drawing/2014/main" id="{158FFBF7-12E4-414E-BEF8-A22ECB1D8344}"/>
              </a:ext>
            </a:extLst>
          </p:cNvPr>
          <p:cNvSpPr txBox="1"/>
          <p:nvPr/>
        </p:nvSpPr>
        <p:spPr>
          <a:xfrm>
            <a:off x="3979585" y="4185983"/>
            <a:ext cx="1974829" cy="365356"/>
          </a:xfrm>
          <a:prstGeom prst="rect">
            <a:avLst/>
          </a:prstGeom>
          <a:noFill/>
        </p:spPr>
        <p:txBody>
          <a:bodyPr wrap="square" lIns="0" tIns="0" rIns="0" bIns="0" rtlCol="0">
            <a:spAutoFit/>
          </a:bodyPr>
          <a:lstStyle/>
          <a:p>
            <a:pPr algn="l">
              <a:lnSpc>
                <a:spcPct val="110000"/>
              </a:lnSpc>
              <a:spcAft>
                <a:spcPts val="800"/>
              </a:spcAft>
              <a:buClr>
                <a:schemeClr val="bg2"/>
              </a:buClr>
            </a:pPr>
            <a:r>
              <a:rPr lang="en-US" sz="1100" dirty="0">
                <a:solidFill>
                  <a:schemeClr val="accent2"/>
                </a:solidFill>
                <a:latin typeface="Poppins SemiBold" panose="00000700000000000000" pitchFamily="2" charset="0"/>
                <a:ea typeface="Source Serif Pro" panose="02040603050405020204" pitchFamily="18" charset="0"/>
                <a:cs typeface="Poppins SemiBold" panose="00000700000000000000" pitchFamily="2" charset="0"/>
              </a:rPr>
              <a:t>The company has a wide range of tests available</a:t>
            </a:r>
          </a:p>
        </p:txBody>
      </p:sp>
      <p:sp>
        <p:nvSpPr>
          <p:cNvPr id="55" name="TextBox 54">
            <a:extLst>
              <a:ext uri="{FF2B5EF4-FFF2-40B4-BE49-F238E27FC236}">
                <a16:creationId xmlns:a16="http://schemas.microsoft.com/office/drawing/2014/main" id="{93F69C8D-C9D8-4B3C-2227-05FE85AE5F5C}"/>
              </a:ext>
            </a:extLst>
          </p:cNvPr>
          <p:cNvSpPr txBox="1"/>
          <p:nvPr/>
        </p:nvSpPr>
        <p:spPr>
          <a:xfrm>
            <a:off x="3907186" y="4585974"/>
            <a:ext cx="3007528" cy="1439881"/>
          </a:xfrm>
          <a:prstGeom prst="rect">
            <a:avLst/>
          </a:prstGeom>
          <a:noFill/>
        </p:spPr>
        <p:txBody>
          <a:bodyPr wrap="square" anchor="b">
            <a:spAutoFit/>
          </a:bodyPr>
          <a:lstStyle>
            <a:defPPr>
              <a:defRPr lang="pt-BR"/>
            </a:defPPr>
            <a:lvl1pPr marL="171450" indent="-171450">
              <a:lnSpc>
                <a:spcPct val="110000"/>
              </a:lnSpc>
              <a:buClr>
                <a:schemeClr val="bg2"/>
              </a:buClr>
              <a:buFont typeface="Wingdings" panose="05000000000000000000" pitchFamily="2" charset="2"/>
              <a:buChar char="ü"/>
              <a:defRPr sz="1000">
                <a:latin typeface="Source Serif Pro" panose="02040603050405020204" pitchFamily="18" charset="0"/>
                <a:ea typeface="Source Serif Pro" panose="02040603050405020204" pitchFamily="18" charset="0"/>
              </a:defRPr>
            </a:lvl1pPr>
          </a:lstStyle>
          <a:p>
            <a:pPr>
              <a:spcAft>
                <a:spcPts val="300"/>
              </a:spcAft>
              <a:buClr>
                <a:schemeClr val="accent2"/>
              </a:buClr>
              <a:buFont typeface="Arial" panose="020B0604020202020204" pitchFamily="34" charset="0"/>
              <a:buChar char="•"/>
            </a:pPr>
            <a:r>
              <a:rPr lang="en-US" sz="800" noProof="0" dirty="0">
                <a:latin typeface="+mj-lt"/>
              </a:rPr>
              <a:t>Viscosity</a:t>
            </a:r>
          </a:p>
          <a:p>
            <a:pPr>
              <a:spcAft>
                <a:spcPts val="300"/>
              </a:spcAft>
              <a:buClr>
                <a:schemeClr val="accent2"/>
              </a:buClr>
              <a:buFont typeface="Arial" panose="020B0604020202020204" pitchFamily="34" charset="0"/>
              <a:buChar char="•"/>
            </a:pPr>
            <a:r>
              <a:rPr lang="en-US" sz="800" noProof="0" dirty="0">
                <a:latin typeface="+mj-lt"/>
              </a:rPr>
              <a:t>Determination of dispersion fineness</a:t>
            </a:r>
          </a:p>
          <a:p>
            <a:pPr>
              <a:spcAft>
                <a:spcPts val="300"/>
              </a:spcAft>
              <a:buClr>
                <a:schemeClr val="accent2"/>
              </a:buClr>
              <a:buFont typeface="Arial" panose="020B0604020202020204" pitchFamily="34" charset="0"/>
              <a:buChar char="•"/>
            </a:pPr>
            <a:r>
              <a:rPr lang="en-US" sz="800" noProof="0" dirty="0">
                <a:latin typeface="+mj-lt"/>
              </a:rPr>
              <a:t>Dispersion tests using Cowles</a:t>
            </a:r>
          </a:p>
          <a:p>
            <a:pPr>
              <a:spcAft>
                <a:spcPts val="300"/>
              </a:spcAft>
              <a:buClr>
                <a:schemeClr val="accent2"/>
              </a:buClr>
              <a:buFont typeface="Arial" panose="020B0604020202020204" pitchFamily="34" charset="0"/>
              <a:buChar char="•"/>
            </a:pPr>
            <a:r>
              <a:rPr lang="en-US" sz="800" noProof="0" dirty="0">
                <a:latin typeface="+mj-lt"/>
              </a:rPr>
              <a:t>pH Determination</a:t>
            </a:r>
          </a:p>
          <a:p>
            <a:pPr>
              <a:spcAft>
                <a:spcPts val="300"/>
              </a:spcAft>
              <a:buClr>
                <a:schemeClr val="accent2"/>
              </a:buClr>
              <a:buFont typeface="Arial" panose="020B0604020202020204" pitchFamily="34" charset="0"/>
              <a:buChar char="•"/>
            </a:pPr>
            <a:r>
              <a:rPr lang="en-US" sz="800" noProof="0" dirty="0">
                <a:latin typeface="+mj-lt"/>
              </a:rPr>
              <a:t>Determination of specular gloss and gloss retention</a:t>
            </a:r>
          </a:p>
          <a:p>
            <a:pPr>
              <a:spcAft>
                <a:spcPts val="300"/>
              </a:spcAft>
              <a:buClr>
                <a:schemeClr val="accent2"/>
              </a:buClr>
              <a:buFont typeface="Arial" panose="020B0604020202020204" pitchFamily="34" charset="0"/>
              <a:buChar char="•"/>
            </a:pPr>
            <a:r>
              <a:rPr lang="en-US" sz="800" noProof="0" dirty="0">
                <a:latin typeface="+mj-lt"/>
              </a:rPr>
              <a:t>Determination of stability</a:t>
            </a:r>
          </a:p>
          <a:p>
            <a:pPr>
              <a:spcAft>
                <a:spcPts val="300"/>
              </a:spcAft>
              <a:buClr>
                <a:schemeClr val="accent2"/>
              </a:buClr>
              <a:buFont typeface="Arial" panose="020B0604020202020204" pitchFamily="34" charset="0"/>
              <a:buChar char="•"/>
            </a:pPr>
            <a:r>
              <a:rPr lang="en-US" sz="800" noProof="0" dirty="0">
                <a:latin typeface="+mj-lt"/>
              </a:rPr>
              <a:t>Color measurement by spectrophotometry</a:t>
            </a:r>
          </a:p>
          <a:p>
            <a:pPr>
              <a:spcAft>
                <a:spcPts val="300"/>
              </a:spcAft>
              <a:buClr>
                <a:schemeClr val="accent2"/>
              </a:buClr>
              <a:buFont typeface="Arial" panose="020B0604020202020204" pitchFamily="34" charset="0"/>
              <a:buChar char="•"/>
            </a:pPr>
            <a:r>
              <a:rPr lang="en-US" sz="800" noProof="0" dirty="0">
                <a:latin typeface="+mj-lt"/>
              </a:rPr>
              <a:t>Determination of hiding power</a:t>
            </a:r>
            <a:endParaRPr lang="en-US" noProof="0" dirty="0">
              <a:latin typeface="+mj-lt"/>
            </a:endParaRPr>
          </a:p>
        </p:txBody>
      </p:sp>
      <p:grpSp>
        <p:nvGrpSpPr>
          <p:cNvPr id="101" name="Group 100">
            <a:extLst>
              <a:ext uri="{FF2B5EF4-FFF2-40B4-BE49-F238E27FC236}">
                <a16:creationId xmlns:a16="http://schemas.microsoft.com/office/drawing/2014/main" id="{933BB80A-EB80-5AFA-EDC3-56155B4FF38B}"/>
              </a:ext>
            </a:extLst>
          </p:cNvPr>
          <p:cNvGrpSpPr/>
          <p:nvPr/>
        </p:nvGrpSpPr>
        <p:grpSpPr>
          <a:xfrm>
            <a:off x="1557474" y="4185982"/>
            <a:ext cx="1165736" cy="1741504"/>
            <a:chOff x="729510" y="4354313"/>
            <a:chExt cx="1024619" cy="1530687"/>
          </a:xfrm>
        </p:grpSpPr>
        <p:grpSp>
          <p:nvGrpSpPr>
            <p:cNvPr id="56" name="Group 55">
              <a:extLst>
                <a:ext uri="{FF2B5EF4-FFF2-40B4-BE49-F238E27FC236}">
                  <a16:creationId xmlns:a16="http://schemas.microsoft.com/office/drawing/2014/main" id="{2331D948-84B3-56E0-12A9-06990B207712}"/>
                </a:ext>
              </a:extLst>
            </p:cNvPr>
            <p:cNvGrpSpPr/>
            <p:nvPr/>
          </p:nvGrpSpPr>
          <p:grpSpPr>
            <a:xfrm>
              <a:off x="729510" y="4354313"/>
              <a:ext cx="1024619" cy="1530687"/>
              <a:chOff x="2603764" y="1293179"/>
              <a:chExt cx="3932238" cy="5340350"/>
            </a:xfrm>
            <a:solidFill>
              <a:schemeClr val="tx2"/>
            </a:solidFill>
          </p:grpSpPr>
          <p:sp>
            <p:nvSpPr>
              <p:cNvPr id="57" name="Freeform 43">
                <a:extLst>
                  <a:ext uri="{FF2B5EF4-FFF2-40B4-BE49-F238E27FC236}">
                    <a16:creationId xmlns:a16="http://schemas.microsoft.com/office/drawing/2014/main" id="{5D2FC54C-76C0-8D79-6B10-C66D4B2852BB}"/>
                  </a:ext>
                </a:extLst>
              </p:cNvPr>
              <p:cNvSpPr>
                <a:spLocks/>
              </p:cNvSpPr>
              <p:nvPr/>
            </p:nvSpPr>
            <p:spPr bwMode="auto">
              <a:xfrm>
                <a:off x="2603764" y="4444367"/>
                <a:ext cx="719138" cy="730250"/>
              </a:xfrm>
              <a:custGeom>
                <a:avLst/>
                <a:gdLst/>
                <a:ahLst/>
                <a:cxnLst>
                  <a:cxn ang="0">
                    <a:pos x="0" y="945"/>
                  </a:cxn>
                  <a:cxn ang="0">
                    <a:pos x="150" y="985"/>
                  </a:cxn>
                  <a:cxn ang="0">
                    <a:pos x="221" y="1105"/>
                  </a:cxn>
                  <a:cxn ang="0">
                    <a:pos x="544" y="1400"/>
                  </a:cxn>
                  <a:cxn ang="0">
                    <a:pos x="965" y="1620"/>
                  </a:cxn>
                  <a:cxn ang="0">
                    <a:pos x="1261" y="1690"/>
                  </a:cxn>
                  <a:cxn ang="0">
                    <a:pos x="1318" y="1835"/>
                  </a:cxn>
                  <a:cxn ang="0">
                    <a:pos x="1477" y="1895"/>
                  </a:cxn>
                  <a:cxn ang="0">
                    <a:pos x="1533" y="2081"/>
                  </a:cxn>
                  <a:cxn ang="0">
                    <a:pos x="1591" y="2134"/>
                  </a:cxn>
                  <a:cxn ang="0">
                    <a:pos x="1725" y="2178"/>
                  </a:cxn>
                  <a:cxn ang="0">
                    <a:pos x="1845" y="2108"/>
                  </a:cxn>
                  <a:cxn ang="0">
                    <a:pos x="1839" y="1939"/>
                  </a:cxn>
                  <a:cxn ang="0">
                    <a:pos x="1914" y="1795"/>
                  </a:cxn>
                  <a:cxn ang="0">
                    <a:pos x="1864" y="1636"/>
                  </a:cxn>
                  <a:cxn ang="0">
                    <a:pos x="1839" y="1424"/>
                  </a:cxn>
                  <a:cxn ang="0">
                    <a:pos x="1924" y="1295"/>
                  </a:cxn>
                  <a:cxn ang="0">
                    <a:pos x="2123" y="1209"/>
                  </a:cxn>
                  <a:cxn ang="0">
                    <a:pos x="2099" y="1093"/>
                  </a:cxn>
                  <a:cxn ang="0">
                    <a:pos x="2123" y="985"/>
                  </a:cxn>
                  <a:cxn ang="0">
                    <a:pos x="1922" y="874"/>
                  </a:cxn>
                  <a:cxn ang="0">
                    <a:pos x="1713" y="850"/>
                  </a:cxn>
                  <a:cxn ang="0">
                    <a:pos x="1745" y="626"/>
                  </a:cxn>
                  <a:cxn ang="0">
                    <a:pos x="1674" y="491"/>
                  </a:cxn>
                  <a:cxn ang="0">
                    <a:pos x="1548" y="395"/>
                  </a:cxn>
                  <a:cxn ang="0">
                    <a:pos x="1383" y="399"/>
                  </a:cxn>
                  <a:cxn ang="0">
                    <a:pos x="1260" y="327"/>
                  </a:cxn>
                  <a:cxn ang="0">
                    <a:pos x="1166" y="219"/>
                  </a:cxn>
                  <a:cxn ang="0">
                    <a:pos x="989" y="0"/>
                  </a:cxn>
                  <a:cxn ang="0">
                    <a:pos x="859" y="64"/>
                  </a:cxn>
                  <a:cxn ang="0">
                    <a:pos x="756" y="16"/>
                  </a:cxn>
                  <a:cxn ang="0">
                    <a:pos x="662" y="120"/>
                  </a:cxn>
                  <a:cxn ang="0">
                    <a:pos x="591" y="52"/>
                  </a:cxn>
                  <a:cxn ang="0">
                    <a:pos x="433" y="132"/>
                  </a:cxn>
                  <a:cxn ang="0">
                    <a:pos x="339" y="255"/>
                  </a:cxn>
                  <a:cxn ang="0">
                    <a:pos x="331" y="375"/>
                  </a:cxn>
                  <a:cxn ang="0">
                    <a:pos x="433" y="554"/>
                  </a:cxn>
                  <a:cxn ang="0">
                    <a:pos x="433" y="754"/>
                  </a:cxn>
                  <a:cxn ang="0">
                    <a:pos x="272" y="754"/>
                  </a:cxn>
                  <a:cxn ang="0">
                    <a:pos x="130" y="742"/>
                  </a:cxn>
                  <a:cxn ang="0">
                    <a:pos x="32" y="818"/>
                  </a:cxn>
                  <a:cxn ang="0">
                    <a:pos x="0" y="945"/>
                  </a:cxn>
                </a:cxnLst>
                <a:rect l="0" t="0" r="r" b="b"/>
                <a:pathLst>
                  <a:path w="2123" h="2178">
                    <a:moveTo>
                      <a:pt x="0" y="945"/>
                    </a:moveTo>
                    <a:lnTo>
                      <a:pt x="150" y="985"/>
                    </a:lnTo>
                    <a:lnTo>
                      <a:pt x="221" y="1105"/>
                    </a:lnTo>
                    <a:lnTo>
                      <a:pt x="544" y="1400"/>
                    </a:lnTo>
                    <a:lnTo>
                      <a:pt x="965" y="1620"/>
                    </a:lnTo>
                    <a:lnTo>
                      <a:pt x="1261" y="1690"/>
                    </a:lnTo>
                    <a:lnTo>
                      <a:pt x="1318" y="1835"/>
                    </a:lnTo>
                    <a:lnTo>
                      <a:pt x="1477" y="1895"/>
                    </a:lnTo>
                    <a:lnTo>
                      <a:pt x="1533" y="2081"/>
                    </a:lnTo>
                    <a:lnTo>
                      <a:pt x="1591" y="2134"/>
                    </a:lnTo>
                    <a:lnTo>
                      <a:pt x="1725" y="2178"/>
                    </a:lnTo>
                    <a:lnTo>
                      <a:pt x="1845" y="2108"/>
                    </a:lnTo>
                    <a:lnTo>
                      <a:pt x="1839" y="1939"/>
                    </a:lnTo>
                    <a:lnTo>
                      <a:pt x="1914" y="1795"/>
                    </a:lnTo>
                    <a:lnTo>
                      <a:pt x="1864" y="1636"/>
                    </a:lnTo>
                    <a:lnTo>
                      <a:pt x="1839" y="1424"/>
                    </a:lnTo>
                    <a:lnTo>
                      <a:pt x="1924" y="1295"/>
                    </a:lnTo>
                    <a:lnTo>
                      <a:pt x="2123" y="1209"/>
                    </a:lnTo>
                    <a:lnTo>
                      <a:pt x="2099" y="1093"/>
                    </a:lnTo>
                    <a:lnTo>
                      <a:pt x="2123" y="985"/>
                    </a:lnTo>
                    <a:lnTo>
                      <a:pt x="1922" y="874"/>
                    </a:lnTo>
                    <a:lnTo>
                      <a:pt x="1713" y="850"/>
                    </a:lnTo>
                    <a:lnTo>
                      <a:pt x="1745" y="626"/>
                    </a:lnTo>
                    <a:lnTo>
                      <a:pt x="1674" y="491"/>
                    </a:lnTo>
                    <a:lnTo>
                      <a:pt x="1548" y="395"/>
                    </a:lnTo>
                    <a:lnTo>
                      <a:pt x="1383" y="399"/>
                    </a:lnTo>
                    <a:lnTo>
                      <a:pt x="1260" y="327"/>
                    </a:lnTo>
                    <a:lnTo>
                      <a:pt x="1166" y="219"/>
                    </a:lnTo>
                    <a:lnTo>
                      <a:pt x="989" y="0"/>
                    </a:lnTo>
                    <a:lnTo>
                      <a:pt x="859" y="64"/>
                    </a:lnTo>
                    <a:lnTo>
                      <a:pt x="756" y="16"/>
                    </a:lnTo>
                    <a:lnTo>
                      <a:pt x="662" y="120"/>
                    </a:lnTo>
                    <a:lnTo>
                      <a:pt x="591" y="52"/>
                    </a:lnTo>
                    <a:lnTo>
                      <a:pt x="433" y="132"/>
                    </a:lnTo>
                    <a:lnTo>
                      <a:pt x="339" y="255"/>
                    </a:lnTo>
                    <a:lnTo>
                      <a:pt x="331" y="375"/>
                    </a:lnTo>
                    <a:lnTo>
                      <a:pt x="433" y="554"/>
                    </a:lnTo>
                    <a:lnTo>
                      <a:pt x="433" y="754"/>
                    </a:lnTo>
                    <a:lnTo>
                      <a:pt x="272" y="754"/>
                    </a:lnTo>
                    <a:lnTo>
                      <a:pt x="130" y="742"/>
                    </a:lnTo>
                    <a:lnTo>
                      <a:pt x="32" y="818"/>
                    </a:lnTo>
                    <a:lnTo>
                      <a:pt x="0" y="945"/>
                    </a:lnTo>
                    <a:close/>
                  </a:path>
                </a:pathLst>
              </a:custGeom>
              <a:grpFill/>
              <a:ln w="19050" cmpd="sng">
                <a:solidFill>
                  <a:schemeClr val="tx2"/>
                </a:solidFill>
                <a:prstDash val="solid"/>
                <a:round/>
                <a:headEnd/>
                <a:tailEnd/>
              </a:ln>
              <a:effectLst/>
            </p:spPr>
            <p:txBody>
              <a:bodyPr/>
              <a:lstStyle/>
              <a:p>
                <a:endParaRPr lang="en-US" kern="0" noProof="0" dirty="0">
                  <a:solidFill>
                    <a:sysClr val="windowText" lastClr="000000"/>
                  </a:solidFill>
                  <a:latin typeface="+mj-lt"/>
                </a:endParaRPr>
              </a:p>
            </p:txBody>
          </p:sp>
          <p:sp>
            <p:nvSpPr>
              <p:cNvPr id="58" name="Freeform 44">
                <a:extLst>
                  <a:ext uri="{FF2B5EF4-FFF2-40B4-BE49-F238E27FC236}">
                    <a16:creationId xmlns:a16="http://schemas.microsoft.com/office/drawing/2014/main" id="{E8D9E6DF-DC10-1309-E6ED-AD7E33D302A4}"/>
                  </a:ext>
                </a:extLst>
              </p:cNvPr>
              <p:cNvSpPr>
                <a:spLocks/>
              </p:cNvSpPr>
              <p:nvPr/>
            </p:nvSpPr>
            <p:spPr bwMode="auto">
              <a:xfrm>
                <a:off x="3224477" y="4826954"/>
                <a:ext cx="1027113" cy="628650"/>
              </a:xfrm>
              <a:custGeom>
                <a:avLst/>
                <a:gdLst/>
                <a:ahLst/>
                <a:cxnLst>
                  <a:cxn ang="0">
                    <a:pos x="3261" y="2349"/>
                  </a:cxn>
                  <a:cxn ang="0">
                    <a:pos x="3531" y="2289"/>
                  </a:cxn>
                  <a:cxn ang="0">
                    <a:pos x="3783" y="2165"/>
                  </a:cxn>
                  <a:cxn ang="0">
                    <a:pos x="3654" y="2020"/>
                  </a:cxn>
                  <a:cxn ang="0">
                    <a:pos x="3206" y="1825"/>
                  </a:cxn>
                  <a:cxn ang="0">
                    <a:pos x="2941" y="1805"/>
                  </a:cxn>
                  <a:cxn ang="0">
                    <a:pos x="2852" y="1481"/>
                  </a:cxn>
                  <a:cxn ang="0">
                    <a:pos x="2548" y="1361"/>
                  </a:cxn>
                  <a:cxn ang="0">
                    <a:pos x="2454" y="1118"/>
                  </a:cxn>
                  <a:cxn ang="0">
                    <a:pos x="2281" y="1108"/>
                  </a:cxn>
                  <a:cxn ang="0">
                    <a:pos x="2193" y="968"/>
                  </a:cxn>
                  <a:cxn ang="0">
                    <a:pos x="2163" y="763"/>
                  </a:cxn>
                  <a:cxn ang="0">
                    <a:pos x="1937" y="758"/>
                  </a:cxn>
                  <a:cxn ang="0">
                    <a:pos x="1583" y="639"/>
                  </a:cxn>
                  <a:cxn ang="0">
                    <a:pos x="1228" y="419"/>
                  </a:cxn>
                  <a:cxn ang="0">
                    <a:pos x="1086" y="494"/>
                  </a:cxn>
                  <a:cxn ang="0">
                    <a:pos x="954" y="509"/>
                  </a:cxn>
                  <a:cxn ang="0">
                    <a:pos x="771" y="464"/>
                  </a:cxn>
                  <a:cxn ang="0">
                    <a:pos x="659" y="354"/>
                  </a:cxn>
                  <a:cxn ang="0">
                    <a:pos x="718" y="195"/>
                  </a:cxn>
                  <a:cxn ang="0">
                    <a:pos x="659" y="40"/>
                  </a:cxn>
                  <a:cxn ang="0">
                    <a:pos x="511" y="0"/>
                  </a:cxn>
                  <a:cxn ang="0">
                    <a:pos x="358" y="85"/>
                  </a:cxn>
                  <a:cxn ang="0">
                    <a:pos x="108" y="195"/>
                  </a:cxn>
                  <a:cxn ang="0">
                    <a:pos x="3" y="355"/>
                  </a:cxn>
                  <a:cxn ang="0">
                    <a:pos x="36" y="620"/>
                  </a:cxn>
                  <a:cxn ang="0">
                    <a:pos x="98" y="818"/>
                  </a:cxn>
                  <a:cxn ang="0">
                    <a:pos x="0" y="1002"/>
                  </a:cxn>
                  <a:cxn ang="0">
                    <a:pos x="10" y="1210"/>
                  </a:cxn>
                  <a:cxn ang="0">
                    <a:pos x="245" y="1371"/>
                  </a:cxn>
                  <a:cxn ang="0">
                    <a:pos x="496" y="1361"/>
                  </a:cxn>
                  <a:cxn ang="0">
                    <a:pos x="728" y="1446"/>
                  </a:cxn>
                  <a:cxn ang="0">
                    <a:pos x="845" y="1376"/>
                  </a:cxn>
                  <a:cxn ang="0">
                    <a:pos x="850" y="1271"/>
                  </a:cxn>
                  <a:cxn ang="0">
                    <a:pos x="984" y="1206"/>
                  </a:cxn>
                  <a:cxn ang="0">
                    <a:pos x="1185" y="1241"/>
                  </a:cxn>
                  <a:cxn ang="0">
                    <a:pos x="1406" y="1481"/>
                  </a:cxn>
                  <a:cxn ang="0">
                    <a:pos x="1612" y="1644"/>
                  </a:cxn>
                  <a:cxn ang="0">
                    <a:pos x="1797" y="1646"/>
                  </a:cxn>
                  <a:cxn ang="0">
                    <a:pos x="2129" y="1823"/>
                  </a:cxn>
                  <a:cxn ang="0">
                    <a:pos x="2243" y="1744"/>
                  </a:cxn>
                  <a:cxn ang="0">
                    <a:pos x="2399" y="1735"/>
                  </a:cxn>
                  <a:cxn ang="0">
                    <a:pos x="2546" y="1886"/>
                  </a:cxn>
                  <a:cxn ang="0">
                    <a:pos x="2779" y="1961"/>
                  </a:cxn>
                  <a:cxn ang="0">
                    <a:pos x="2999" y="2198"/>
                  </a:cxn>
                  <a:cxn ang="0">
                    <a:pos x="3261" y="2349"/>
                  </a:cxn>
                </a:cxnLst>
                <a:rect l="0" t="0" r="r" b="b"/>
                <a:pathLst>
                  <a:path w="3783" h="2349">
                    <a:moveTo>
                      <a:pt x="3261" y="2349"/>
                    </a:moveTo>
                    <a:lnTo>
                      <a:pt x="3531" y="2289"/>
                    </a:lnTo>
                    <a:lnTo>
                      <a:pt x="3783" y="2165"/>
                    </a:lnTo>
                    <a:lnTo>
                      <a:pt x="3654" y="2020"/>
                    </a:lnTo>
                    <a:lnTo>
                      <a:pt x="3206" y="1825"/>
                    </a:lnTo>
                    <a:lnTo>
                      <a:pt x="2941" y="1805"/>
                    </a:lnTo>
                    <a:lnTo>
                      <a:pt x="2852" y="1481"/>
                    </a:lnTo>
                    <a:lnTo>
                      <a:pt x="2548" y="1361"/>
                    </a:lnTo>
                    <a:lnTo>
                      <a:pt x="2454" y="1118"/>
                    </a:lnTo>
                    <a:lnTo>
                      <a:pt x="2281" y="1108"/>
                    </a:lnTo>
                    <a:lnTo>
                      <a:pt x="2193" y="968"/>
                    </a:lnTo>
                    <a:lnTo>
                      <a:pt x="2163" y="763"/>
                    </a:lnTo>
                    <a:lnTo>
                      <a:pt x="1937" y="758"/>
                    </a:lnTo>
                    <a:lnTo>
                      <a:pt x="1583" y="639"/>
                    </a:lnTo>
                    <a:lnTo>
                      <a:pt x="1228" y="419"/>
                    </a:lnTo>
                    <a:lnTo>
                      <a:pt x="1086" y="494"/>
                    </a:lnTo>
                    <a:lnTo>
                      <a:pt x="954" y="509"/>
                    </a:lnTo>
                    <a:lnTo>
                      <a:pt x="771" y="464"/>
                    </a:lnTo>
                    <a:lnTo>
                      <a:pt x="659" y="354"/>
                    </a:lnTo>
                    <a:lnTo>
                      <a:pt x="718" y="195"/>
                    </a:lnTo>
                    <a:lnTo>
                      <a:pt x="659" y="40"/>
                    </a:lnTo>
                    <a:lnTo>
                      <a:pt x="511" y="0"/>
                    </a:lnTo>
                    <a:lnTo>
                      <a:pt x="358" y="85"/>
                    </a:lnTo>
                    <a:lnTo>
                      <a:pt x="108" y="195"/>
                    </a:lnTo>
                    <a:lnTo>
                      <a:pt x="3" y="355"/>
                    </a:lnTo>
                    <a:lnTo>
                      <a:pt x="36" y="620"/>
                    </a:lnTo>
                    <a:lnTo>
                      <a:pt x="98" y="818"/>
                    </a:lnTo>
                    <a:lnTo>
                      <a:pt x="0" y="1002"/>
                    </a:lnTo>
                    <a:lnTo>
                      <a:pt x="10" y="1210"/>
                    </a:lnTo>
                    <a:lnTo>
                      <a:pt x="245" y="1371"/>
                    </a:lnTo>
                    <a:lnTo>
                      <a:pt x="496" y="1361"/>
                    </a:lnTo>
                    <a:lnTo>
                      <a:pt x="728" y="1446"/>
                    </a:lnTo>
                    <a:lnTo>
                      <a:pt x="845" y="1376"/>
                    </a:lnTo>
                    <a:lnTo>
                      <a:pt x="850" y="1271"/>
                    </a:lnTo>
                    <a:lnTo>
                      <a:pt x="984" y="1206"/>
                    </a:lnTo>
                    <a:lnTo>
                      <a:pt x="1185" y="1241"/>
                    </a:lnTo>
                    <a:lnTo>
                      <a:pt x="1406" y="1481"/>
                    </a:lnTo>
                    <a:lnTo>
                      <a:pt x="1612" y="1644"/>
                    </a:lnTo>
                    <a:lnTo>
                      <a:pt x="1797" y="1646"/>
                    </a:lnTo>
                    <a:lnTo>
                      <a:pt x="2129" y="1823"/>
                    </a:lnTo>
                    <a:lnTo>
                      <a:pt x="2243" y="1744"/>
                    </a:lnTo>
                    <a:lnTo>
                      <a:pt x="2399" y="1735"/>
                    </a:lnTo>
                    <a:lnTo>
                      <a:pt x="2546" y="1886"/>
                    </a:lnTo>
                    <a:lnTo>
                      <a:pt x="2779" y="1961"/>
                    </a:lnTo>
                    <a:lnTo>
                      <a:pt x="2999" y="2198"/>
                    </a:lnTo>
                    <a:lnTo>
                      <a:pt x="3261" y="2349"/>
                    </a:lnTo>
                    <a:close/>
                  </a:path>
                </a:pathLst>
              </a:custGeom>
              <a:grpFill/>
              <a:ln w="19050" cmpd="sng">
                <a:solidFill>
                  <a:schemeClr val="tx2"/>
                </a:solidFill>
                <a:prstDash val="solid"/>
                <a:round/>
                <a:headEnd/>
                <a:tailEnd/>
              </a:ln>
              <a:effectLst/>
            </p:spPr>
            <p:txBody>
              <a:bodyPr/>
              <a:lstStyle/>
              <a:p>
                <a:endParaRPr lang="en-US" kern="0" noProof="0" dirty="0">
                  <a:solidFill>
                    <a:sysClr val="windowText" lastClr="000000"/>
                  </a:solidFill>
                  <a:latin typeface="+mj-lt"/>
                </a:endParaRPr>
              </a:p>
            </p:txBody>
          </p:sp>
          <p:sp>
            <p:nvSpPr>
              <p:cNvPr id="59" name="Freeform 45">
                <a:extLst>
                  <a:ext uri="{FF2B5EF4-FFF2-40B4-BE49-F238E27FC236}">
                    <a16:creationId xmlns:a16="http://schemas.microsoft.com/office/drawing/2014/main" id="{1792AA8F-B492-21E1-424A-08F6F506A482}"/>
                  </a:ext>
                </a:extLst>
              </p:cNvPr>
              <p:cNvSpPr>
                <a:spLocks/>
              </p:cNvSpPr>
              <p:nvPr/>
            </p:nvSpPr>
            <p:spPr bwMode="auto">
              <a:xfrm>
                <a:off x="2938727" y="4193542"/>
                <a:ext cx="720725" cy="769938"/>
              </a:xfrm>
              <a:custGeom>
                <a:avLst/>
                <a:gdLst/>
                <a:ahLst/>
                <a:cxnLst>
                  <a:cxn ang="0">
                    <a:pos x="655" y="0"/>
                  </a:cxn>
                  <a:cxn ang="0">
                    <a:pos x="536" y="150"/>
                  </a:cxn>
                  <a:cxn ang="0">
                    <a:pos x="478" y="354"/>
                  </a:cxn>
                  <a:cxn ang="0">
                    <a:pos x="345" y="404"/>
                  </a:cxn>
                  <a:cxn ang="0">
                    <a:pos x="429" y="549"/>
                  </a:cxn>
                  <a:cxn ang="0">
                    <a:pos x="256" y="718"/>
                  </a:cxn>
                  <a:cxn ang="0">
                    <a:pos x="256" y="908"/>
                  </a:cxn>
                  <a:cxn ang="0">
                    <a:pos x="0" y="938"/>
                  </a:cxn>
                  <a:cxn ang="0">
                    <a:pos x="215" y="1202"/>
                  </a:cxn>
                  <a:cxn ang="0">
                    <a:pos x="343" y="1348"/>
                  </a:cxn>
                  <a:cxn ang="0">
                    <a:pos x="493" y="1437"/>
                  </a:cxn>
                  <a:cxn ang="0">
                    <a:pos x="699" y="1432"/>
                  </a:cxn>
                  <a:cxn ang="0">
                    <a:pos x="854" y="1552"/>
                  </a:cxn>
                  <a:cxn ang="0">
                    <a:pos x="946" y="1719"/>
                  </a:cxn>
                  <a:cxn ang="0">
                    <a:pos x="906" y="2001"/>
                  </a:cxn>
                  <a:cxn ang="0">
                    <a:pos x="1166" y="2031"/>
                  </a:cxn>
                  <a:cxn ang="0">
                    <a:pos x="1416" y="2169"/>
                  </a:cxn>
                  <a:cxn ang="0">
                    <a:pos x="1387" y="2314"/>
                  </a:cxn>
                  <a:cxn ang="0">
                    <a:pos x="1417" y="2449"/>
                  </a:cxn>
                  <a:cxn ang="0">
                    <a:pos x="1565" y="2364"/>
                  </a:cxn>
                  <a:cxn ang="0">
                    <a:pos x="1717" y="2404"/>
                  </a:cxn>
                  <a:cxn ang="0">
                    <a:pos x="1776" y="2553"/>
                  </a:cxn>
                  <a:cxn ang="0">
                    <a:pos x="1719" y="2721"/>
                  </a:cxn>
                  <a:cxn ang="0">
                    <a:pos x="1832" y="2831"/>
                  </a:cxn>
                  <a:cxn ang="0">
                    <a:pos x="2011" y="2872"/>
                  </a:cxn>
                  <a:cxn ang="0">
                    <a:pos x="2151" y="2856"/>
                  </a:cxn>
                  <a:cxn ang="0">
                    <a:pos x="2286" y="2781"/>
                  </a:cxn>
                  <a:cxn ang="0">
                    <a:pos x="2168" y="2662"/>
                  </a:cxn>
                  <a:cxn ang="0">
                    <a:pos x="2068" y="2557"/>
                  </a:cxn>
                  <a:cxn ang="0">
                    <a:pos x="2072" y="2437"/>
                  </a:cxn>
                  <a:cxn ang="0">
                    <a:pos x="2142" y="2347"/>
                  </a:cxn>
                  <a:cxn ang="0">
                    <a:pos x="2160" y="2199"/>
                  </a:cxn>
                  <a:cxn ang="0">
                    <a:pos x="2007" y="2151"/>
                  </a:cxn>
                  <a:cxn ang="0">
                    <a:pos x="1890" y="2051"/>
                  </a:cxn>
                  <a:cxn ang="0">
                    <a:pos x="1821" y="1895"/>
                  </a:cxn>
                  <a:cxn ang="0">
                    <a:pos x="1669" y="1795"/>
                  </a:cxn>
                  <a:cxn ang="0">
                    <a:pos x="1629" y="1657"/>
                  </a:cxn>
                  <a:cxn ang="0">
                    <a:pos x="1609" y="1512"/>
                  </a:cxn>
                  <a:cxn ang="0">
                    <a:pos x="1786" y="1467"/>
                  </a:cxn>
                  <a:cxn ang="0">
                    <a:pos x="1865" y="1582"/>
                  </a:cxn>
                  <a:cxn ang="0">
                    <a:pos x="1983" y="1542"/>
                  </a:cxn>
                  <a:cxn ang="0">
                    <a:pos x="1948" y="1317"/>
                  </a:cxn>
                  <a:cxn ang="0">
                    <a:pos x="2126" y="1153"/>
                  </a:cxn>
                  <a:cxn ang="0">
                    <a:pos x="2263" y="1123"/>
                  </a:cxn>
                  <a:cxn ang="0">
                    <a:pos x="2411" y="1018"/>
                  </a:cxn>
                  <a:cxn ang="0">
                    <a:pos x="2553" y="1133"/>
                  </a:cxn>
                  <a:cxn ang="0">
                    <a:pos x="2657" y="1093"/>
                  </a:cxn>
                  <a:cxn ang="0">
                    <a:pos x="2495" y="823"/>
                  </a:cxn>
                  <a:cxn ang="0">
                    <a:pos x="2263" y="314"/>
                  </a:cxn>
                  <a:cxn ang="0">
                    <a:pos x="2273" y="165"/>
                  </a:cxn>
                  <a:cxn ang="0">
                    <a:pos x="2116" y="115"/>
                  </a:cxn>
                  <a:cxn ang="0">
                    <a:pos x="1933" y="40"/>
                  </a:cxn>
                  <a:cxn ang="0">
                    <a:pos x="1801" y="100"/>
                  </a:cxn>
                  <a:cxn ang="0">
                    <a:pos x="1831" y="190"/>
                  </a:cxn>
                  <a:cxn ang="0">
                    <a:pos x="1585" y="309"/>
                  </a:cxn>
                  <a:cxn ang="0">
                    <a:pos x="1417" y="459"/>
                  </a:cxn>
                  <a:cxn ang="0">
                    <a:pos x="1260" y="389"/>
                  </a:cxn>
                  <a:cxn ang="0">
                    <a:pos x="1009" y="359"/>
                  </a:cxn>
                  <a:cxn ang="0">
                    <a:pos x="841" y="284"/>
                  </a:cxn>
                  <a:cxn ang="0">
                    <a:pos x="744" y="165"/>
                  </a:cxn>
                  <a:cxn ang="0">
                    <a:pos x="655" y="0"/>
                  </a:cxn>
                </a:cxnLst>
                <a:rect l="0" t="0" r="r" b="b"/>
                <a:pathLst>
                  <a:path w="2657" h="2872">
                    <a:moveTo>
                      <a:pt x="655" y="0"/>
                    </a:moveTo>
                    <a:lnTo>
                      <a:pt x="536" y="150"/>
                    </a:lnTo>
                    <a:lnTo>
                      <a:pt x="478" y="354"/>
                    </a:lnTo>
                    <a:lnTo>
                      <a:pt x="345" y="404"/>
                    </a:lnTo>
                    <a:lnTo>
                      <a:pt x="429" y="549"/>
                    </a:lnTo>
                    <a:lnTo>
                      <a:pt x="256" y="718"/>
                    </a:lnTo>
                    <a:lnTo>
                      <a:pt x="256" y="908"/>
                    </a:lnTo>
                    <a:lnTo>
                      <a:pt x="0" y="938"/>
                    </a:lnTo>
                    <a:lnTo>
                      <a:pt x="215" y="1202"/>
                    </a:lnTo>
                    <a:lnTo>
                      <a:pt x="343" y="1348"/>
                    </a:lnTo>
                    <a:lnTo>
                      <a:pt x="493" y="1437"/>
                    </a:lnTo>
                    <a:lnTo>
                      <a:pt x="699" y="1432"/>
                    </a:lnTo>
                    <a:lnTo>
                      <a:pt x="854" y="1552"/>
                    </a:lnTo>
                    <a:lnTo>
                      <a:pt x="946" y="1719"/>
                    </a:lnTo>
                    <a:lnTo>
                      <a:pt x="906" y="2001"/>
                    </a:lnTo>
                    <a:lnTo>
                      <a:pt x="1166" y="2031"/>
                    </a:lnTo>
                    <a:lnTo>
                      <a:pt x="1416" y="2169"/>
                    </a:lnTo>
                    <a:lnTo>
                      <a:pt x="1387" y="2314"/>
                    </a:lnTo>
                    <a:lnTo>
                      <a:pt x="1417" y="2449"/>
                    </a:lnTo>
                    <a:lnTo>
                      <a:pt x="1565" y="2364"/>
                    </a:lnTo>
                    <a:lnTo>
                      <a:pt x="1717" y="2404"/>
                    </a:lnTo>
                    <a:lnTo>
                      <a:pt x="1776" y="2553"/>
                    </a:lnTo>
                    <a:lnTo>
                      <a:pt x="1719" y="2721"/>
                    </a:lnTo>
                    <a:lnTo>
                      <a:pt x="1832" y="2831"/>
                    </a:lnTo>
                    <a:lnTo>
                      <a:pt x="2011" y="2872"/>
                    </a:lnTo>
                    <a:lnTo>
                      <a:pt x="2151" y="2856"/>
                    </a:lnTo>
                    <a:lnTo>
                      <a:pt x="2286" y="2781"/>
                    </a:lnTo>
                    <a:lnTo>
                      <a:pt x="2168" y="2662"/>
                    </a:lnTo>
                    <a:lnTo>
                      <a:pt x="2068" y="2557"/>
                    </a:lnTo>
                    <a:lnTo>
                      <a:pt x="2072" y="2437"/>
                    </a:lnTo>
                    <a:lnTo>
                      <a:pt x="2142" y="2347"/>
                    </a:lnTo>
                    <a:lnTo>
                      <a:pt x="2160" y="2199"/>
                    </a:lnTo>
                    <a:lnTo>
                      <a:pt x="2007" y="2151"/>
                    </a:lnTo>
                    <a:lnTo>
                      <a:pt x="1890" y="2051"/>
                    </a:lnTo>
                    <a:lnTo>
                      <a:pt x="1821" y="1895"/>
                    </a:lnTo>
                    <a:lnTo>
                      <a:pt x="1669" y="1795"/>
                    </a:lnTo>
                    <a:lnTo>
                      <a:pt x="1629" y="1657"/>
                    </a:lnTo>
                    <a:lnTo>
                      <a:pt x="1609" y="1512"/>
                    </a:lnTo>
                    <a:lnTo>
                      <a:pt x="1786" y="1467"/>
                    </a:lnTo>
                    <a:lnTo>
                      <a:pt x="1865" y="1582"/>
                    </a:lnTo>
                    <a:lnTo>
                      <a:pt x="1983" y="1542"/>
                    </a:lnTo>
                    <a:lnTo>
                      <a:pt x="1948" y="1317"/>
                    </a:lnTo>
                    <a:lnTo>
                      <a:pt x="2126" y="1153"/>
                    </a:lnTo>
                    <a:lnTo>
                      <a:pt x="2263" y="1123"/>
                    </a:lnTo>
                    <a:lnTo>
                      <a:pt x="2411" y="1018"/>
                    </a:lnTo>
                    <a:lnTo>
                      <a:pt x="2553" y="1133"/>
                    </a:lnTo>
                    <a:lnTo>
                      <a:pt x="2657" y="1093"/>
                    </a:lnTo>
                    <a:lnTo>
                      <a:pt x="2495" y="823"/>
                    </a:lnTo>
                    <a:lnTo>
                      <a:pt x="2263" y="314"/>
                    </a:lnTo>
                    <a:lnTo>
                      <a:pt x="2273" y="165"/>
                    </a:lnTo>
                    <a:lnTo>
                      <a:pt x="2116" y="115"/>
                    </a:lnTo>
                    <a:lnTo>
                      <a:pt x="1933" y="40"/>
                    </a:lnTo>
                    <a:lnTo>
                      <a:pt x="1801" y="100"/>
                    </a:lnTo>
                    <a:lnTo>
                      <a:pt x="1831" y="190"/>
                    </a:lnTo>
                    <a:lnTo>
                      <a:pt x="1585" y="309"/>
                    </a:lnTo>
                    <a:lnTo>
                      <a:pt x="1417" y="459"/>
                    </a:lnTo>
                    <a:lnTo>
                      <a:pt x="1260" y="389"/>
                    </a:lnTo>
                    <a:lnTo>
                      <a:pt x="1009" y="359"/>
                    </a:lnTo>
                    <a:lnTo>
                      <a:pt x="841" y="284"/>
                    </a:lnTo>
                    <a:lnTo>
                      <a:pt x="744" y="165"/>
                    </a:lnTo>
                    <a:lnTo>
                      <a:pt x="655" y="0"/>
                    </a:lnTo>
                    <a:close/>
                  </a:path>
                </a:pathLst>
              </a:custGeom>
              <a:grpFill/>
              <a:ln w="19050" cmpd="sng">
                <a:solidFill>
                  <a:schemeClr val="tx2"/>
                </a:solidFill>
                <a:prstDash val="solid"/>
                <a:round/>
                <a:headEnd/>
                <a:tailEnd/>
              </a:ln>
              <a:effectLst/>
            </p:spPr>
            <p:txBody>
              <a:bodyPr/>
              <a:lstStyle/>
              <a:p>
                <a:endParaRPr lang="en-US" kern="0" noProof="0" dirty="0">
                  <a:solidFill>
                    <a:sysClr val="windowText" lastClr="000000"/>
                  </a:solidFill>
                  <a:latin typeface="+mj-lt"/>
                </a:endParaRPr>
              </a:p>
            </p:txBody>
          </p:sp>
          <p:sp>
            <p:nvSpPr>
              <p:cNvPr id="60" name="Freeform 46">
                <a:extLst>
                  <a:ext uri="{FF2B5EF4-FFF2-40B4-BE49-F238E27FC236}">
                    <a16:creationId xmlns:a16="http://schemas.microsoft.com/office/drawing/2014/main" id="{77171FC4-D80C-E2B3-B157-5BA74D836C70}"/>
                  </a:ext>
                </a:extLst>
              </p:cNvPr>
              <p:cNvSpPr>
                <a:spLocks/>
              </p:cNvSpPr>
              <p:nvPr/>
            </p:nvSpPr>
            <p:spPr bwMode="auto">
              <a:xfrm>
                <a:off x="3375289" y="4025267"/>
                <a:ext cx="709613" cy="757238"/>
              </a:xfrm>
              <a:custGeom>
                <a:avLst/>
                <a:gdLst/>
                <a:ahLst/>
                <a:cxnLst>
                  <a:cxn ang="0">
                    <a:pos x="578" y="874"/>
                  </a:cxn>
                  <a:cxn ang="0">
                    <a:pos x="1002" y="666"/>
                  </a:cxn>
                  <a:cxn ang="0">
                    <a:pos x="1112" y="539"/>
                  </a:cxn>
                  <a:cxn ang="0">
                    <a:pos x="1250" y="467"/>
                  </a:cxn>
                  <a:cxn ang="0">
                    <a:pos x="1396" y="443"/>
                  </a:cxn>
                  <a:cxn ang="0">
                    <a:pos x="1546" y="455"/>
                  </a:cxn>
                  <a:cxn ang="0">
                    <a:pos x="1581" y="594"/>
                  </a:cxn>
                  <a:cxn ang="0">
                    <a:pos x="1735" y="451"/>
                  </a:cxn>
                  <a:cxn ang="0">
                    <a:pos x="1865" y="152"/>
                  </a:cxn>
                  <a:cxn ang="0">
                    <a:pos x="1995" y="24"/>
                  </a:cxn>
                  <a:cxn ang="0">
                    <a:pos x="2093" y="0"/>
                  </a:cxn>
                  <a:cxn ang="0">
                    <a:pos x="2093" y="152"/>
                  </a:cxn>
                  <a:cxn ang="0">
                    <a:pos x="1947" y="407"/>
                  </a:cxn>
                  <a:cxn ang="0">
                    <a:pos x="1939" y="634"/>
                  </a:cxn>
                  <a:cxn ang="0">
                    <a:pos x="1735" y="778"/>
                  </a:cxn>
                  <a:cxn ang="0">
                    <a:pos x="1628" y="922"/>
                  </a:cxn>
                  <a:cxn ang="0">
                    <a:pos x="1534" y="1013"/>
                  </a:cxn>
                  <a:cxn ang="0">
                    <a:pos x="1573" y="1161"/>
                  </a:cxn>
                  <a:cxn ang="0">
                    <a:pos x="1443" y="1281"/>
                  </a:cxn>
                  <a:cxn ang="0">
                    <a:pos x="1349" y="1289"/>
                  </a:cxn>
                  <a:cxn ang="0">
                    <a:pos x="1274" y="1376"/>
                  </a:cxn>
                  <a:cxn ang="0">
                    <a:pos x="971" y="1851"/>
                  </a:cxn>
                  <a:cxn ang="0">
                    <a:pos x="782" y="1995"/>
                  </a:cxn>
                  <a:cxn ang="0">
                    <a:pos x="624" y="2250"/>
                  </a:cxn>
                  <a:cxn ang="0">
                    <a:pos x="439" y="2262"/>
                  </a:cxn>
                  <a:cxn ang="0">
                    <a:pos x="317" y="2223"/>
                  </a:cxn>
                  <a:cxn ang="0">
                    <a:pos x="222" y="2142"/>
                  </a:cxn>
                  <a:cxn ang="0">
                    <a:pos x="170" y="2022"/>
                  </a:cxn>
                  <a:cxn ang="0">
                    <a:pos x="45" y="1939"/>
                  </a:cxn>
                  <a:cxn ang="0">
                    <a:pos x="14" y="1827"/>
                  </a:cxn>
                  <a:cxn ang="0">
                    <a:pos x="0" y="1710"/>
                  </a:cxn>
                  <a:cxn ang="0">
                    <a:pos x="140" y="1676"/>
                  </a:cxn>
                  <a:cxn ang="0">
                    <a:pos x="204" y="1768"/>
                  </a:cxn>
                  <a:cxn ang="0">
                    <a:pos x="296" y="1735"/>
                  </a:cxn>
                  <a:cxn ang="0">
                    <a:pos x="270" y="1556"/>
                  </a:cxn>
                  <a:cxn ang="0">
                    <a:pos x="413" y="1423"/>
                  </a:cxn>
                  <a:cxn ang="0">
                    <a:pos x="518" y="1402"/>
                  </a:cxn>
                  <a:cxn ang="0">
                    <a:pos x="639" y="1317"/>
                  </a:cxn>
                  <a:cxn ang="0">
                    <a:pos x="755" y="1408"/>
                  </a:cxn>
                  <a:cxn ang="0">
                    <a:pos x="837" y="1378"/>
                  </a:cxn>
                  <a:cxn ang="0">
                    <a:pos x="705" y="1158"/>
                  </a:cxn>
                  <a:cxn ang="0">
                    <a:pos x="578" y="874"/>
                  </a:cxn>
                </a:cxnLst>
                <a:rect l="0" t="0" r="r" b="b"/>
                <a:pathLst>
                  <a:path w="2093" h="2262">
                    <a:moveTo>
                      <a:pt x="578" y="874"/>
                    </a:moveTo>
                    <a:lnTo>
                      <a:pt x="1002" y="666"/>
                    </a:lnTo>
                    <a:lnTo>
                      <a:pt x="1112" y="539"/>
                    </a:lnTo>
                    <a:lnTo>
                      <a:pt x="1250" y="467"/>
                    </a:lnTo>
                    <a:lnTo>
                      <a:pt x="1396" y="443"/>
                    </a:lnTo>
                    <a:lnTo>
                      <a:pt x="1546" y="455"/>
                    </a:lnTo>
                    <a:lnTo>
                      <a:pt x="1581" y="594"/>
                    </a:lnTo>
                    <a:lnTo>
                      <a:pt x="1735" y="451"/>
                    </a:lnTo>
                    <a:lnTo>
                      <a:pt x="1865" y="152"/>
                    </a:lnTo>
                    <a:lnTo>
                      <a:pt x="1995" y="24"/>
                    </a:lnTo>
                    <a:lnTo>
                      <a:pt x="2093" y="0"/>
                    </a:lnTo>
                    <a:lnTo>
                      <a:pt x="2093" y="152"/>
                    </a:lnTo>
                    <a:lnTo>
                      <a:pt x="1947" y="407"/>
                    </a:lnTo>
                    <a:lnTo>
                      <a:pt x="1939" y="634"/>
                    </a:lnTo>
                    <a:lnTo>
                      <a:pt x="1735" y="778"/>
                    </a:lnTo>
                    <a:lnTo>
                      <a:pt x="1628" y="922"/>
                    </a:lnTo>
                    <a:lnTo>
                      <a:pt x="1534" y="1013"/>
                    </a:lnTo>
                    <a:lnTo>
                      <a:pt x="1573" y="1161"/>
                    </a:lnTo>
                    <a:lnTo>
                      <a:pt x="1443" y="1281"/>
                    </a:lnTo>
                    <a:lnTo>
                      <a:pt x="1349" y="1289"/>
                    </a:lnTo>
                    <a:lnTo>
                      <a:pt x="1274" y="1376"/>
                    </a:lnTo>
                    <a:lnTo>
                      <a:pt x="971" y="1851"/>
                    </a:lnTo>
                    <a:lnTo>
                      <a:pt x="782" y="1995"/>
                    </a:lnTo>
                    <a:lnTo>
                      <a:pt x="624" y="2250"/>
                    </a:lnTo>
                    <a:lnTo>
                      <a:pt x="439" y="2262"/>
                    </a:lnTo>
                    <a:lnTo>
                      <a:pt x="317" y="2223"/>
                    </a:lnTo>
                    <a:lnTo>
                      <a:pt x="222" y="2142"/>
                    </a:lnTo>
                    <a:lnTo>
                      <a:pt x="170" y="2022"/>
                    </a:lnTo>
                    <a:lnTo>
                      <a:pt x="45" y="1939"/>
                    </a:lnTo>
                    <a:lnTo>
                      <a:pt x="14" y="1827"/>
                    </a:lnTo>
                    <a:lnTo>
                      <a:pt x="0" y="1710"/>
                    </a:lnTo>
                    <a:lnTo>
                      <a:pt x="140" y="1676"/>
                    </a:lnTo>
                    <a:lnTo>
                      <a:pt x="204" y="1768"/>
                    </a:lnTo>
                    <a:lnTo>
                      <a:pt x="296" y="1735"/>
                    </a:lnTo>
                    <a:lnTo>
                      <a:pt x="270" y="1556"/>
                    </a:lnTo>
                    <a:lnTo>
                      <a:pt x="413" y="1423"/>
                    </a:lnTo>
                    <a:lnTo>
                      <a:pt x="518" y="1402"/>
                    </a:lnTo>
                    <a:lnTo>
                      <a:pt x="639" y="1317"/>
                    </a:lnTo>
                    <a:lnTo>
                      <a:pt x="755" y="1408"/>
                    </a:lnTo>
                    <a:lnTo>
                      <a:pt x="837" y="1378"/>
                    </a:lnTo>
                    <a:lnTo>
                      <a:pt x="705" y="1158"/>
                    </a:lnTo>
                    <a:lnTo>
                      <a:pt x="578" y="874"/>
                    </a:lnTo>
                    <a:close/>
                  </a:path>
                </a:pathLst>
              </a:custGeom>
              <a:grpFill/>
              <a:ln w="19050" cmpd="sng">
                <a:solidFill>
                  <a:schemeClr val="tx2"/>
                </a:solidFill>
                <a:prstDash val="solid"/>
                <a:round/>
                <a:headEnd/>
                <a:tailEnd/>
              </a:ln>
              <a:effectLst/>
            </p:spPr>
            <p:txBody>
              <a:bodyPr/>
              <a:lstStyle/>
              <a:p>
                <a:endParaRPr lang="en-US" kern="0" noProof="0" dirty="0">
                  <a:solidFill>
                    <a:sysClr val="windowText" lastClr="000000"/>
                  </a:solidFill>
                  <a:latin typeface="+mj-lt"/>
                </a:endParaRPr>
              </a:p>
            </p:txBody>
          </p:sp>
          <p:sp>
            <p:nvSpPr>
              <p:cNvPr id="61" name="Freeform 47">
                <a:extLst>
                  <a:ext uri="{FF2B5EF4-FFF2-40B4-BE49-F238E27FC236}">
                    <a16:creationId xmlns:a16="http://schemas.microsoft.com/office/drawing/2014/main" id="{B516AB3D-390E-440D-46EB-AD625D8C3347}"/>
                  </a:ext>
                </a:extLst>
              </p:cNvPr>
              <p:cNvSpPr>
                <a:spLocks/>
              </p:cNvSpPr>
              <p:nvPr/>
            </p:nvSpPr>
            <p:spPr bwMode="auto">
              <a:xfrm>
                <a:off x="3499114" y="4328479"/>
                <a:ext cx="1547813" cy="1171575"/>
              </a:xfrm>
              <a:custGeom>
                <a:avLst/>
                <a:gdLst/>
                <a:ahLst/>
                <a:cxnLst>
                  <a:cxn ang="0">
                    <a:pos x="4347" y="2853"/>
                  </a:cxn>
                  <a:cxn ang="0">
                    <a:pos x="4055" y="3116"/>
                  </a:cxn>
                  <a:cxn ang="0">
                    <a:pos x="3831" y="3307"/>
                  </a:cxn>
                  <a:cxn ang="0">
                    <a:pos x="3630" y="3399"/>
                  </a:cxn>
                  <a:cxn ang="0">
                    <a:pos x="3343" y="3375"/>
                  </a:cxn>
                  <a:cxn ang="0">
                    <a:pos x="3071" y="3343"/>
                  </a:cxn>
                  <a:cxn ang="0">
                    <a:pos x="2815" y="3355"/>
                  </a:cxn>
                  <a:cxn ang="0">
                    <a:pos x="2366" y="3224"/>
                  </a:cxn>
                  <a:cxn ang="0">
                    <a:pos x="2116" y="3102"/>
                  </a:cxn>
                  <a:cxn ang="0">
                    <a:pos x="1548" y="2931"/>
                  </a:cxn>
                  <a:cxn ang="0">
                    <a:pos x="1231" y="2578"/>
                  </a:cxn>
                  <a:cxn ang="0">
                    <a:pos x="1021" y="2373"/>
                  </a:cxn>
                  <a:cxn ang="0">
                    <a:pos x="925" y="2098"/>
                  </a:cxn>
                  <a:cxn ang="0">
                    <a:pos x="462" y="1999"/>
                  </a:cxn>
                  <a:cxn ang="0">
                    <a:pos x="0" y="1644"/>
                  </a:cxn>
                  <a:cxn ang="0">
                    <a:pos x="59" y="1476"/>
                  </a:cxn>
                  <a:cxn ang="0">
                    <a:pos x="259" y="1342"/>
                  </a:cxn>
                  <a:cxn ang="0">
                    <a:pos x="606" y="945"/>
                  </a:cxn>
                  <a:cxn ang="0">
                    <a:pos x="982" y="382"/>
                  </a:cxn>
                  <a:cxn ang="0">
                    <a:pos x="1207" y="255"/>
                  </a:cxn>
                  <a:cxn ang="0">
                    <a:pos x="1276" y="0"/>
                  </a:cxn>
                  <a:cxn ang="0">
                    <a:pos x="1563" y="192"/>
                  </a:cxn>
                  <a:cxn ang="0">
                    <a:pos x="1512" y="459"/>
                  </a:cxn>
                  <a:cxn ang="0">
                    <a:pos x="1575" y="922"/>
                  </a:cxn>
                  <a:cxn ang="0">
                    <a:pos x="1902" y="1125"/>
                  </a:cxn>
                  <a:cxn ang="0">
                    <a:pos x="2461" y="1261"/>
                  </a:cxn>
                  <a:cxn ang="0">
                    <a:pos x="2709" y="1728"/>
                  </a:cxn>
                  <a:cxn ang="0">
                    <a:pos x="3110" y="1915"/>
                  </a:cxn>
                  <a:cxn ang="0">
                    <a:pos x="3252" y="1712"/>
                  </a:cxn>
                  <a:cxn ang="0">
                    <a:pos x="3630" y="1847"/>
                  </a:cxn>
                  <a:cxn ang="0">
                    <a:pos x="4006" y="2218"/>
                  </a:cxn>
                  <a:cxn ang="0">
                    <a:pos x="4386" y="2645"/>
                  </a:cxn>
                </a:cxnLst>
                <a:rect l="0" t="0" r="r" b="b"/>
                <a:pathLst>
                  <a:path w="4569" h="3499">
                    <a:moveTo>
                      <a:pt x="4569" y="2701"/>
                    </a:moveTo>
                    <a:lnTo>
                      <a:pt x="4347" y="2853"/>
                    </a:lnTo>
                    <a:lnTo>
                      <a:pt x="4193" y="3124"/>
                    </a:lnTo>
                    <a:lnTo>
                      <a:pt x="4055" y="3116"/>
                    </a:lnTo>
                    <a:lnTo>
                      <a:pt x="3937" y="3196"/>
                    </a:lnTo>
                    <a:lnTo>
                      <a:pt x="3831" y="3307"/>
                    </a:lnTo>
                    <a:lnTo>
                      <a:pt x="3795" y="3447"/>
                    </a:lnTo>
                    <a:lnTo>
                      <a:pt x="3630" y="3399"/>
                    </a:lnTo>
                    <a:lnTo>
                      <a:pt x="3484" y="3499"/>
                    </a:lnTo>
                    <a:lnTo>
                      <a:pt x="3343" y="3375"/>
                    </a:lnTo>
                    <a:lnTo>
                      <a:pt x="3193" y="3391"/>
                    </a:lnTo>
                    <a:lnTo>
                      <a:pt x="3071" y="3343"/>
                    </a:lnTo>
                    <a:lnTo>
                      <a:pt x="2941" y="3447"/>
                    </a:lnTo>
                    <a:lnTo>
                      <a:pt x="2815" y="3355"/>
                    </a:lnTo>
                    <a:lnTo>
                      <a:pt x="2587" y="3355"/>
                    </a:lnTo>
                    <a:lnTo>
                      <a:pt x="2366" y="3224"/>
                    </a:lnTo>
                    <a:lnTo>
                      <a:pt x="2220" y="3222"/>
                    </a:lnTo>
                    <a:lnTo>
                      <a:pt x="2116" y="3102"/>
                    </a:lnTo>
                    <a:lnTo>
                      <a:pt x="1762" y="2950"/>
                    </a:lnTo>
                    <a:lnTo>
                      <a:pt x="1548" y="2931"/>
                    </a:lnTo>
                    <a:lnTo>
                      <a:pt x="1477" y="2674"/>
                    </a:lnTo>
                    <a:lnTo>
                      <a:pt x="1231" y="2578"/>
                    </a:lnTo>
                    <a:lnTo>
                      <a:pt x="1158" y="2383"/>
                    </a:lnTo>
                    <a:lnTo>
                      <a:pt x="1021" y="2373"/>
                    </a:lnTo>
                    <a:lnTo>
                      <a:pt x="946" y="2257"/>
                    </a:lnTo>
                    <a:lnTo>
                      <a:pt x="925" y="2098"/>
                    </a:lnTo>
                    <a:lnTo>
                      <a:pt x="742" y="2095"/>
                    </a:lnTo>
                    <a:lnTo>
                      <a:pt x="462" y="1999"/>
                    </a:lnTo>
                    <a:lnTo>
                      <a:pt x="180" y="1824"/>
                    </a:lnTo>
                    <a:lnTo>
                      <a:pt x="0" y="1644"/>
                    </a:lnTo>
                    <a:lnTo>
                      <a:pt x="4" y="1544"/>
                    </a:lnTo>
                    <a:lnTo>
                      <a:pt x="59" y="1476"/>
                    </a:lnTo>
                    <a:lnTo>
                      <a:pt x="75" y="1357"/>
                    </a:lnTo>
                    <a:lnTo>
                      <a:pt x="259" y="1342"/>
                    </a:lnTo>
                    <a:lnTo>
                      <a:pt x="414" y="1092"/>
                    </a:lnTo>
                    <a:lnTo>
                      <a:pt x="606" y="945"/>
                    </a:lnTo>
                    <a:lnTo>
                      <a:pt x="909" y="472"/>
                    </a:lnTo>
                    <a:lnTo>
                      <a:pt x="982" y="382"/>
                    </a:lnTo>
                    <a:lnTo>
                      <a:pt x="1077" y="375"/>
                    </a:lnTo>
                    <a:lnTo>
                      <a:pt x="1207" y="255"/>
                    </a:lnTo>
                    <a:lnTo>
                      <a:pt x="1170" y="103"/>
                    </a:lnTo>
                    <a:lnTo>
                      <a:pt x="1276" y="0"/>
                    </a:lnTo>
                    <a:lnTo>
                      <a:pt x="1409" y="64"/>
                    </a:lnTo>
                    <a:lnTo>
                      <a:pt x="1563" y="192"/>
                    </a:lnTo>
                    <a:lnTo>
                      <a:pt x="1575" y="327"/>
                    </a:lnTo>
                    <a:lnTo>
                      <a:pt x="1512" y="459"/>
                    </a:lnTo>
                    <a:lnTo>
                      <a:pt x="1535" y="694"/>
                    </a:lnTo>
                    <a:lnTo>
                      <a:pt x="1575" y="922"/>
                    </a:lnTo>
                    <a:lnTo>
                      <a:pt x="1665" y="1081"/>
                    </a:lnTo>
                    <a:lnTo>
                      <a:pt x="1902" y="1125"/>
                    </a:lnTo>
                    <a:lnTo>
                      <a:pt x="2165" y="1341"/>
                    </a:lnTo>
                    <a:lnTo>
                      <a:pt x="2461" y="1261"/>
                    </a:lnTo>
                    <a:lnTo>
                      <a:pt x="2661" y="1580"/>
                    </a:lnTo>
                    <a:lnTo>
                      <a:pt x="2709" y="1728"/>
                    </a:lnTo>
                    <a:lnTo>
                      <a:pt x="2957" y="1955"/>
                    </a:lnTo>
                    <a:lnTo>
                      <a:pt x="3110" y="1915"/>
                    </a:lnTo>
                    <a:lnTo>
                      <a:pt x="3213" y="1811"/>
                    </a:lnTo>
                    <a:lnTo>
                      <a:pt x="3252" y="1712"/>
                    </a:lnTo>
                    <a:lnTo>
                      <a:pt x="3437" y="1700"/>
                    </a:lnTo>
                    <a:lnTo>
                      <a:pt x="3630" y="1847"/>
                    </a:lnTo>
                    <a:lnTo>
                      <a:pt x="3784" y="2087"/>
                    </a:lnTo>
                    <a:lnTo>
                      <a:pt x="4006" y="2218"/>
                    </a:lnTo>
                    <a:lnTo>
                      <a:pt x="4185" y="2458"/>
                    </a:lnTo>
                    <a:lnTo>
                      <a:pt x="4386" y="2645"/>
                    </a:lnTo>
                    <a:lnTo>
                      <a:pt x="4569" y="2701"/>
                    </a:lnTo>
                    <a:close/>
                  </a:path>
                </a:pathLst>
              </a:custGeom>
              <a:grpFill/>
              <a:ln w="19050" cmpd="sng">
                <a:solidFill>
                  <a:schemeClr val="tx2"/>
                </a:solidFill>
                <a:prstDash val="solid"/>
                <a:round/>
                <a:headEnd/>
                <a:tailEnd/>
              </a:ln>
              <a:effectLst/>
            </p:spPr>
            <p:txBody>
              <a:bodyPr/>
              <a:lstStyle/>
              <a:p>
                <a:endParaRPr lang="en-US" kern="0" noProof="0" dirty="0">
                  <a:solidFill>
                    <a:sysClr val="windowText" lastClr="000000"/>
                  </a:solidFill>
                  <a:latin typeface="+mj-lt"/>
                </a:endParaRPr>
              </a:p>
            </p:txBody>
          </p:sp>
          <p:sp>
            <p:nvSpPr>
              <p:cNvPr id="62" name="Freeform 48">
                <a:extLst>
                  <a:ext uri="{FF2B5EF4-FFF2-40B4-BE49-F238E27FC236}">
                    <a16:creationId xmlns:a16="http://schemas.microsoft.com/office/drawing/2014/main" id="{AE971A05-ED49-320A-4BF4-A4118D499056}"/>
                  </a:ext>
                </a:extLst>
              </p:cNvPr>
              <p:cNvSpPr>
                <a:spLocks/>
              </p:cNvSpPr>
              <p:nvPr/>
            </p:nvSpPr>
            <p:spPr bwMode="auto">
              <a:xfrm>
                <a:off x="3114939" y="3677604"/>
                <a:ext cx="561975" cy="639763"/>
              </a:xfrm>
              <a:custGeom>
                <a:avLst/>
                <a:gdLst/>
                <a:ahLst/>
                <a:cxnLst>
                  <a:cxn ang="0">
                    <a:pos x="1206" y="11"/>
                  </a:cxn>
                  <a:cxn ang="0">
                    <a:pos x="1119" y="188"/>
                  </a:cxn>
                  <a:cxn ang="0">
                    <a:pos x="981" y="323"/>
                  </a:cxn>
                  <a:cxn ang="0">
                    <a:pos x="886" y="527"/>
                  </a:cxn>
                  <a:cxn ang="0">
                    <a:pos x="870" y="810"/>
                  </a:cxn>
                  <a:cxn ang="0">
                    <a:pos x="658" y="934"/>
                  </a:cxn>
                  <a:cxn ang="0">
                    <a:pos x="504" y="838"/>
                  </a:cxn>
                  <a:cxn ang="0">
                    <a:pos x="386" y="834"/>
                  </a:cxn>
                  <a:cxn ang="0">
                    <a:pos x="315" y="750"/>
                  </a:cxn>
                  <a:cxn ang="0">
                    <a:pos x="209" y="754"/>
                  </a:cxn>
                  <a:cxn ang="0">
                    <a:pos x="67" y="762"/>
                  </a:cxn>
                  <a:cxn ang="0">
                    <a:pos x="12" y="850"/>
                  </a:cxn>
                  <a:cxn ang="0">
                    <a:pos x="24" y="946"/>
                  </a:cxn>
                  <a:cxn ang="0">
                    <a:pos x="138" y="970"/>
                  </a:cxn>
                  <a:cxn ang="0">
                    <a:pos x="189" y="1050"/>
                  </a:cxn>
                  <a:cxn ang="0">
                    <a:pos x="327" y="1062"/>
                  </a:cxn>
                  <a:cxn ang="0">
                    <a:pos x="252" y="1154"/>
                  </a:cxn>
                  <a:cxn ang="0">
                    <a:pos x="256" y="1265"/>
                  </a:cxn>
                  <a:cxn ang="0">
                    <a:pos x="173" y="1337"/>
                  </a:cxn>
                  <a:cxn ang="0">
                    <a:pos x="106" y="1469"/>
                  </a:cxn>
                  <a:cxn ang="0">
                    <a:pos x="0" y="1545"/>
                  </a:cxn>
                  <a:cxn ang="0">
                    <a:pos x="69" y="1673"/>
                  </a:cxn>
                  <a:cxn ang="0">
                    <a:pos x="153" y="1774"/>
                  </a:cxn>
                  <a:cxn ang="0">
                    <a:pos x="284" y="1832"/>
                  </a:cxn>
                  <a:cxn ang="0">
                    <a:pos x="486" y="1858"/>
                  </a:cxn>
                  <a:cxn ang="0">
                    <a:pos x="610" y="1912"/>
                  </a:cxn>
                  <a:cxn ang="0">
                    <a:pos x="744" y="1793"/>
                  </a:cxn>
                  <a:cxn ang="0">
                    <a:pos x="943" y="1697"/>
                  </a:cxn>
                  <a:cxn ang="0">
                    <a:pos x="918" y="1625"/>
                  </a:cxn>
                  <a:cxn ang="0">
                    <a:pos x="1023" y="1577"/>
                  </a:cxn>
                  <a:cxn ang="0">
                    <a:pos x="1179" y="1640"/>
                  </a:cxn>
                  <a:cxn ang="0">
                    <a:pos x="1296" y="1677"/>
                  </a:cxn>
                  <a:cxn ang="0">
                    <a:pos x="1418" y="1245"/>
                  </a:cxn>
                  <a:cxn ang="0">
                    <a:pos x="1544" y="1002"/>
                  </a:cxn>
                  <a:cxn ang="0">
                    <a:pos x="1654" y="918"/>
                  </a:cxn>
                  <a:cxn ang="0">
                    <a:pos x="1656" y="786"/>
                  </a:cxn>
                  <a:cxn ang="0">
                    <a:pos x="1595" y="703"/>
                  </a:cxn>
                  <a:cxn ang="0">
                    <a:pos x="1548" y="511"/>
                  </a:cxn>
                  <a:cxn ang="0">
                    <a:pos x="1619" y="283"/>
                  </a:cxn>
                  <a:cxn ang="0">
                    <a:pos x="1556" y="236"/>
                  </a:cxn>
                  <a:cxn ang="0">
                    <a:pos x="1401" y="130"/>
                  </a:cxn>
                  <a:cxn ang="0">
                    <a:pos x="1300" y="0"/>
                  </a:cxn>
                  <a:cxn ang="0">
                    <a:pos x="1206" y="11"/>
                  </a:cxn>
                </a:cxnLst>
                <a:rect l="0" t="0" r="r" b="b"/>
                <a:pathLst>
                  <a:path w="1656" h="1912">
                    <a:moveTo>
                      <a:pt x="1206" y="11"/>
                    </a:moveTo>
                    <a:lnTo>
                      <a:pt x="1119" y="188"/>
                    </a:lnTo>
                    <a:lnTo>
                      <a:pt x="981" y="323"/>
                    </a:lnTo>
                    <a:lnTo>
                      <a:pt x="886" y="527"/>
                    </a:lnTo>
                    <a:lnTo>
                      <a:pt x="870" y="810"/>
                    </a:lnTo>
                    <a:lnTo>
                      <a:pt x="658" y="934"/>
                    </a:lnTo>
                    <a:lnTo>
                      <a:pt x="504" y="838"/>
                    </a:lnTo>
                    <a:lnTo>
                      <a:pt x="386" y="834"/>
                    </a:lnTo>
                    <a:lnTo>
                      <a:pt x="315" y="750"/>
                    </a:lnTo>
                    <a:lnTo>
                      <a:pt x="209" y="754"/>
                    </a:lnTo>
                    <a:lnTo>
                      <a:pt x="67" y="762"/>
                    </a:lnTo>
                    <a:lnTo>
                      <a:pt x="12" y="850"/>
                    </a:lnTo>
                    <a:lnTo>
                      <a:pt x="24" y="946"/>
                    </a:lnTo>
                    <a:lnTo>
                      <a:pt x="138" y="970"/>
                    </a:lnTo>
                    <a:lnTo>
                      <a:pt x="189" y="1050"/>
                    </a:lnTo>
                    <a:lnTo>
                      <a:pt x="327" y="1062"/>
                    </a:lnTo>
                    <a:lnTo>
                      <a:pt x="252" y="1154"/>
                    </a:lnTo>
                    <a:lnTo>
                      <a:pt x="256" y="1265"/>
                    </a:lnTo>
                    <a:lnTo>
                      <a:pt x="173" y="1337"/>
                    </a:lnTo>
                    <a:lnTo>
                      <a:pt x="106" y="1469"/>
                    </a:lnTo>
                    <a:lnTo>
                      <a:pt x="0" y="1545"/>
                    </a:lnTo>
                    <a:lnTo>
                      <a:pt x="69" y="1673"/>
                    </a:lnTo>
                    <a:lnTo>
                      <a:pt x="153" y="1774"/>
                    </a:lnTo>
                    <a:lnTo>
                      <a:pt x="284" y="1832"/>
                    </a:lnTo>
                    <a:lnTo>
                      <a:pt x="486" y="1858"/>
                    </a:lnTo>
                    <a:lnTo>
                      <a:pt x="610" y="1912"/>
                    </a:lnTo>
                    <a:lnTo>
                      <a:pt x="744" y="1793"/>
                    </a:lnTo>
                    <a:lnTo>
                      <a:pt x="943" y="1697"/>
                    </a:lnTo>
                    <a:lnTo>
                      <a:pt x="918" y="1625"/>
                    </a:lnTo>
                    <a:lnTo>
                      <a:pt x="1023" y="1577"/>
                    </a:lnTo>
                    <a:lnTo>
                      <a:pt x="1179" y="1640"/>
                    </a:lnTo>
                    <a:lnTo>
                      <a:pt x="1296" y="1677"/>
                    </a:lnTo>
                    <a:lnTo>
                      <a:pt x="1418" y="1245"/>
                    </a:lnTo>
                    <a:lnTo>
                      <a:pt x="1544" y="1002"/>
                    </a:lnTo>
                    <a:lnTo>
                      <a:pt x="1654" y="918"/>
                    </a:lnTo>
                    <a:lnTo>
                      <a:pt x="1656" y="786"/>
                    </a:lnTo>
                    <a:lnTo>
                      <a:pt x="1595" y="703"/>
                    </a:lnTo>
                    <a:lnTo>
                      <a:pt x="1548" y="511"/>
                    </a:lnTo>
                    <a:lnTo>
                      <a:pt x="1619" y="283"/>
                    </a:lnTo>
                    <a:lnTo>
                      <a:pt x="1556" y="236"/>
                    </a:lnTo>
                    <a:lnTo>
                      <a:pt x="1401" y="130"/>
                    </a:lnTo>
                    <a:lnTo>
                      <a:pt x="1300" y="0"/>
                    </a:lnTo>
                    <a:lnTo>
                      <a:pt x="1206" y="11"/>
                    </a:lnTo>
                    <a:close/>
                  </a:path>
                </a:pathLst>
              </a:custGeom>
              <a:grpFill/>
              <a:ln w="19050" cmpd="sng">
                <a:solidFill>
                  <a:schemeClr val="tx2"/>
                </a:solidFill>
                <a:prstDash val="solid"/>
                <a:round/>
                <a:headEnd/>
                <a:tailEnd/>
              </a:ln>
              <a:effectLst/>
            </p:spPr>
            <p:txBody>
              <a:bodyPr/>
              <a:lstStyle/>
              <a:p>
                <a:pPr fontAlgn="base">
                  <a:spcBef>
                    <a:spcPct val="0"/>
                  </a:spcBef>
                  <a:spcAft>
                    <a:spcPct val="0"/>
                  </a:spcAft>
                </a:pPr>
                <a:endParaRPr lang="en-US" b="1" kern="0" noProof="0" dirty="0">
                  <a:solidFill>
                    <a:srgbClr val="000000"/>
                  </a:solidFill>
                  <a:latin typeface="+mj-lt"/>
                </a:endParaRPr>
              </a:p>
            </p:txBody>
          </p:sp>
          <p:sp>
            <p:nvSpPr>
              <p:cNvPr id="63" name="Freeform 49">
                <a:extLst>
                  <a:ext uri="{FF2B5EF4-FFF2-40B4-BE49-F238E27FC236}">
                    <a16:creationId xmlns:a16="http://schemas.microsoft.com/office/drawing/2014/main" id="{CF51CC4F-1575-E144-FC91-3C6D13C124A9}"/>
                  </a:ext>
                </a:extLst>
              </p:cNvPr>
              <p:cNvSpPr>
                <a:spLocks/>
              </p:cNvSpPr>
              <p:nvPr/>
            </p:nvSpPr>
            <p:spPr bwMode="auto">
              <a:xfrm>
                <a:off x="2981589" y="2496504"/>
                <a:ext cx="596900" cy="1493838"/>
              </a:xfrm>
              <a:custGeom>
                <a:avLst/>
                <a:gdLst/>
                <a:ahLst/>
                <a:cxnLst>
                  <a:cxn ang="0">
                    <a:pos x="176" y="1345"/>
                  </a:cxn>
                  <a:cxn ang="0">
                    <a:pos x="383" y="1281"/>
                  </a:cxn>
                  <a:cxn ang="0">
                    <a:pos x="638" y="1009"/>
                  </a:cxn>
                  <a:cxn ang="0">
                    <a:pos x="885" y="832"/>
                  </a:cxn>
                  <a:cxn ang="0">
                    <a:pos x="650" y="420"/>
                  </a:cxn>
                  <a:cxn ang="0">
                    <a:pos x="488" y="195"/>
                  </a:cxn>
                  <a:cxn ang="0">
                    <a:pos x="651" y="0"/>
                  </a:cxn>
                  <a:cxn ang="0">
                    <a:pos x="1240" y="629"/>
                  </a:cxn>
                  <a:cxn ang="0">
                    <a:pos x="1078" y="854"/>
                  </a:cxn>
                  <a:cxn ang="0">
                    <a:pos x="1658" y="1704"/>
                  </a:cxn>
                  <a:cxn ang="0">
                    <a:pos x="1376" y="1955"/>
                  </a:cxn>
                  <a:cxn ang="0">
                    <a:pos x="1288" y="2154"/>
                  </a:cxn>
                  <a:cxn ang="0">
                    <a:pos x="1126" y="2316"/>
                  </a:cxn>
                  <a:cxn ang="0">
                    <a:pos x="1286" y="2682"/>
                  </a:cxn>
                  <a:cxn ang="0">
                    <a:pos x="1406" y="2935"/>
                  </a:cxn>
                  <a:cxn ang="0">
                    <a:pos x="1920" y="2912"/>
                  </a:cxn>
                  <a:cxn ang="0">
                    <a:pos x="2115" y="3426"/>
                  </a:cxn>
                  <a:cxn ang="0">
                    <a:pos x="2200" y="3825"/>
                  </a:cxn>
                  <a:cxn ang="0">
                    <a:pos x="1846" y="4035"/>
                  </a:cxn>
                  <a:cxn ang="0">
                    <a:pos x="1920" y="4324"/>
                  </a:cxn>
                  <a:cxn ang="0">
                    <a:pos x="1890" y="4649"/>
                  </a:cxn>
                  <a:cxn ang="0">
                    <a:pos x="1599" y="5069"/>
                  </a:cxn>
                  <a:cxn ang="0">
                    <a:pos x="1314" y="5581"/>
                  </a:cxn>
                  <a:cxn ang="0">
                    <a:pos x="971" y="5454"/>
                  </a:cxn>
                  <a:cxn ang="0">
                    <a:pos x="738" y="5356"/>
                  </a:cxn>
                  <a:cxn ang="0">
                    <a:pos x="625" y="5267"/>
                  </a:cxn>
                  <a:cxn ang="0">
                    <a:pos x="684" y="4699"/>
                  </a:cxn>
                  <a:cxn ang="0">
                    <a:pos x="566" y="3810"/>
                  </a:cxn>
                  <a:cxn ang="0">
                    <a:pos x="458" y="3621"/>
                  </a:cxn>
                  <a:cxn ang="0">
                    <a:pos x="758" y="3411"/>
                  </a:cxn>
                  <a:cxn ang="0">
                    <a:pos x="458" y="2897"/>
                  </a:cxn>
                  <a:cxn ang="0">
                    <a:pos x="610" y="2872"/>
                  </a:cxn>
                  <a:cxn ang="0">
                    <a:pos x="581" y="2364"/>
                  </a:cxn>
                  <a:cxn ang="0">
                    <a:pos x="429" y="2245"/>
                  </a:cxn>
                  <a:cxn ang="0">
                    <a:pos x="256" y="2170"/>
                  </a:cxn>
                  <a:cxn ang="0">
                    <a:pos x="280" y="1910"/>
                  </a:cxn>
                </a:cxnLst>
                <a:rect l="0" t="0" r="r" b="b"/>
                <a:pathLst>
                  <a:path w="2200" h="5581">
                    <a:moveTo>
                      <a:pt x="0" y="1641"/>
                    </a:moveTo>
                    <a:lnTo>
                      <a:pt x="176" y="1345"/>
                    </a:lnTo>
                    <a:lnTo>
                      <a:pt x="221" y="1132"/>
                    </a:lnTo>
                    <a:lnTo>
                      <a:pt x="383" y="1281"/>
                    </a:lnTo>
                    <a:lnTo>
                      <a:pt x="603" y="1192"/>
                    </a:lnTo>
                    <a:lnTo>
                      <a:pt x="638" y="1009"/>
                    </a:lnTo>
                    <a:lnTo>
                      <a:pt x="707" y="877"/>
                    </a:lnTo>
                    <a:lnTo>
                      <a:pt x="885" y="832"/>
                    </a:lnTo>
                    <a:lnTo>
                      <a:pt x="818" y="599"/>
                    </a:lnTo>
                    <a:lnTo>
                      <a:pt x="650" y="420"/>
                    </a:lnTo>
                    <a:lnTo>
                      <a:pt x="636" y="219"/>
                    </a:lnTo>
                    <a:lnTo>
                      <a:pt x="488" y="195"/>
                    </a:lnTo>
                    <a:lnTo>
                      <a:pt x="531" y="75"/>
                    </a:lnTo>
                    <a:lnTo>
                      <a:pt x="651" y="0"/>
                    </a:lnTo>
                    <a:lnTo>
                      <a:pt x="930" y="324"/>
                    </a:lnTo>
                    <a:lnTo>
                      <a:pt x="1240" y="629"/>
                    </a:lnTo>
                    <a:lnTo>
                      <a:pt x="1093" y="729"/>
                    </a:lnTo>
                    <a:lnTo>
                      <a:pt x="1078" y="854"/>
                    </a:lnTo>
                    <a:lnTo>
                      <a:pt x="935" y="972"/>
                    </a:lnTo>
                    <a:lnTo>
                      <a:pt x="1658" y="1704"/>
                    </a:lnTo>
                    <a:lnTo>
                      <a:pt x="1625" y="2020"/>
                    </a:lnTo>
                    <a:lnTo>
                      <a:pt x="1376" y="1955"/>
                    </a:lnTo>
                    <a:lnTo>
                      <a:pt x="1290" y="2045"/>
                    </a:lnTo>
                    <a:lnTo>
                      <a:pt x="1288" y="2154"/>
                    </a:lnTo>
                    <a:lnTo>
                      <a:pt x="1123" y="2195"/>
                    </a:lnTo>
                    <a:lnTo>
                      <a:pt x="1126" y="2316"/>
                    </a:lnTo>
                    <a:lnTo>
                      <a:pt x="1186" y="2449"/>
                    </a:lnTo>
                    <a:lnTo>
                      <a:pt x="1286" y="2682"/>
                    </a:lnTo>
                    <a:lnTo>
                      <a:pt x="1305" y="2829"/>
                    </a:lnTo>
                    <a:lnTo>
                      <a:pt x="1406" y="2935"/>
                    </a:lnTo>
                    <a:lnTo>
                      <a:pt x="1639" y="2962"/>
                    </a:lnTo>
                    <a:lnTo>
                      <a:pt x="1920" y="2912"/>
                    </a:lnTo>
                    <a:lnTo>
                      <a:pt x="2044" y="3201"/>
                    </a:lnTo>
                    <a:lnTo>
                      <a:pt x="2115" y="3426"/>
                    </a:lnTo>
                    <a:lnTo>
                      <a:pt x="2096" y="3651"/>
                    </a:lnTo>
                    <a:lnTo>
                      <a:pt x="2200" y="3825"/>
                    </a:lnTo>
                    <a:lnTo>
                      <a:pt x="1994" y="3920"/>
                    </a:lnTo>
                    <a:lnTo>
                      <a:pt x="1846" y="4035"/>
                    </a:lnTo>
                    <a:lnTo>
                      <a:pt x="1850" y="4185"/>
                    </a:lnTo>
                    <a:lnTo>
                      <a:pt x="1920" y="4324"/>
                    </a:lnTo>
                    <a:lnTo>
                      <a:pt x="1999" y="4424"/>
                    </a:lnTo>
                    <a:lnTo>
                      <a:pt x="1890" y="4649"/>
                    </a:lnTo>
                    <a:lnTo>
                      <a:pt x="1715" y="4819"/>
                    </a:lnTo>
                    <a:lnTo>
                      <a:pt x="1599" y="5069"/>
                    </a:lnTo>
                    <a:lnTo>
                      <a:pt x="1580" y="5426"/>
                    </a:lnTo>
                    <a:lnTo>
                      <a:pt x="1314" y="5581"/>
                    </a:lnTo>
                    <a:lnTo>
                      <a:pt x="1123" y="5461"/>
                    </a:lnTo>
                    <a:lnTo>
                      <a:pt x="971" y="5454"/>
                    </a:lnTo>
                    <a:lnTo>
                      <a:pt x="886" y="5349"/>
                    </a:lnTo>
                    <a:lnTo>
                      <a:pt x="738" y="5356"/>
                    </a:lnTo>
                    <a:lnTo>
                      <a:pt x="729" y="5277"/>
                    </a:lnTo>
                    <a:lnTo>
                      <a:pt x="625" y="5267"/>
                    </a:lnTo>
                    <a:lnTo>
                      <a:pt x="595" y="5082"/>
                    </a:lnTo>
                    <a:lnTo>
                      <a:pt x="684" y="4699"/>
                    </a:lnTo>
                    <a:lnTo>
                      <a:pt x="595" y="4439"/>
                    </a:lnTo>
                    <a:lnTo>
                      <a:pt x="566" y="3810"/>
                    </a:lnTo>
                    <a:lnTo>
                      <a:pt x="399" y="3726"/>
                    </a:lnTo>
                    <a:lnTo>
                      <a:pt x="458" y="3621"/>
                    </a:lnTo>
                    <a:lnTo>
                      <a:pt x="709" y="3546"/>
                    </a:lnTo>
                    <a:lnTo>
                      <a:pt x="758" y="3411"/>
                    </a:lnTo>
                    <a:lnTo>
                      <a:pt x="503" y="2992"/>
                    </a:lnTo>
                    <a:lnTo>
                      <a:pt x="458" y="2897"/>
                    </a:lnTo>
                    <a:lnTo>
                      <a:pt x="488" y="2837"/>
                    </a:lnTo>
                    <a:lnTo>
                      <a:pt x="610" y="2872"/>
                    </a:lnTo>
                    <a:lnTo>
                      <a:pt x="650" y="2604"/>
                    </a:lnTo>
                    <a:lnTo>
                      <a:pt x="581" y="2364"/>
                    </a:lnTo>
                    <a:lnTo>
                      <a:pt x="448" y="2364"/>
                    </a:lnTo>
                    <a:lnTo>
                      <a:pt x="429" y="2245"/>
                    </a:lnTo>
                    <a:lnTo>
                      <a:pt x="354" y="2170"/>
                    </a:lnTo>
                    <a:lnTo>
                      <a:pt x="256" y="2170"/>
                    </a:lnTo>
                    <a:lnTo>
                      <a:pt x="221" y="2075"/>
                    </a:lnTo>
                    <a:lnTo>
                      <a:pt x="280" y="1910"/>
                    </a:lnTo>
                    <a:lnTo>
                      <a:pt x="0" y="1641"/>
                    </a:lnTo>
                    <a:close/>
                  </a:path>
                </a:pathLst>
              </a:custGeom>
              <a:grpFill/>
              <a:ln w="19050" cmpd="sng">
                <a:solidFill>
                  <a:schemeClr val="tx2"/>
                </a:solidFill>
                <a:prstDash val="solid"/>
                <a:round/>
                <a:headEnd/>
                <a:tailEnd/>
              </a:ln>
              <a:effectLst/>
            </p:spPr>
            <p:txBody>
              <a:bodyPr/>
              <a:lstStyle/>
              <a:p>
                <a:endParaRPr lang="en-US" kern="0" noProof="0" dirty="0">
                  <a:solidFill>
                    <a:sysClr val="windowText" lastClr="000000"/>
                  </a:solidFill>
                  <a:latin typeface="+mj-lt"/>
                </a:endParaRPr>
              </a:p>
            </p:txBody>
          </p:sp>
          <p:sp>
            <p:nvSpPr>
              <p:cNvPr id="64" name="Freeform 50">
                <a:extLst>
                  <a:ext uri="{FF2B5EF4-FFF2-40B4-BE49-F238E27FC236}">
                    <a16:creationId xmlns:a16="http://schemas.microsoft.com/office/drawing/2014/main" id="{8DF414DC-118D-2F0B-27E5-9E63A3543F0F}"/>
                  </a:ext>
                </a:extLst>
              </p:cNvPr>
              <p:cNvSpPr>
                <a:spLocks/>
              </p:cNvSpPr>
              <p:nvPr/>
            </p:nvSpPr>
            <p:spPr bwMode="auto">
              <a:xfrm>
                <a:off x="3640402" y="3769679"/>
                <a:ext cx="134938" cy="171450"/>
              </a:xfrm>
              <a:custGeom>
                <a:avLst/>
                <a:gdLst/>
                <a:ahLst/>
                <a:cxnLst>
                  <a:cxn ang="0">
                    <a:pos x="499" y="15"/>
                  </a:cxn>
                  <a:cxn ang="0">
                    <a:pos x="248" y="0"/>
                  </a:cxn>
                  <a:cxn ang="0">
                    <a:pos x="89" y="7"/>
                  </a:cxn>
                  <a:cxn ang="0">
                    <a:pos x="0" y="294"/>
                  </a:cxn>
                  <a:cxn ang="0">
                    <a:pos x="61" y="537"/>
                  </a:cxn>
                  <a:cxn ang="0">
                    <a:pos x="134" y="636"/>
                  </a:cxn>
                  <a:cxn ang="0">
                    <a:pos x="240" y="523"/>
                  </a:cxn>
                  <a:cxn ang="0">
                    <a:pos x="312" y="402"/>
                  </a:cxn>
                  <a:cxn ang="0">
                    <a:pos x="359" y="222"/>
                  </a:cxn>
                  <a:cxn ang="0">
                    <a:pos x="499" y="115"/>
                  </a:cxn>
                  <a:cxn ang="0">
                    <a:pos x="499" y="15"/>
                  </a:cxn>
                </a:cxnLst>
                <a:rect l="0" t="0" r="r" b="b"/>
                <a:pathLst>
                  <a:path w="499" h="636">
                    <a:moveTo>
                      <a:pt x="499" y="15"/>
                    </a:moveTo>
                    <a:lnTo>
                      <a:pt x="248" y="0"/>
                    </a:lnTo>
                    <a:lnTo>
                      <a:pt x="89" y="7"/>
                    </a:lnTo>
                    <a:lnTo>
                      <a:pt x="0" y="294"/>
                    </a:lnTo>
                    <a:lnTo>
                      <a:pt x="61" y="537"/>
                    </a:lnTo>
                    <a:lnTo>
                      <a:pt x="134" y="636"/>
                    </a:lnTo>
                    <a:lnTo>
                      <a:pt x="240" y="523"/>
                    </a:lnTo>
                    <a:lnTo>
                      <a:pt x="312" y="402"/>
                    </a:lnTo>
                    <a:lnTo>
                      <a:pt x="359" y="222"/>
                    </a:lnTo>
                    <a:lnTo>
                      <a:pt x="499" y="115"/>
                    </a:lnTo>
                    <a:lnTo>
                      <a:pt x="499" y="15"/>
                    </a:lnTo>
                    <a:close/>
                  </a:path>
                </a:pathLst>
              </a:custGeom>
              <a:grpFill/>
              <a:ln w="19050" cmpd="sng">
                <a:solidFill>
                  <a:schemeClr val="tx2"/>
                </a:solidFill>
                <a:prstDash val="solid"/>
                <a:round/>
                <a:headEnd/>
                <a:tailEnd/>
              </a:ln>
              <a:effectLst/>
            </p:spPr>
            <p:txBody>
              <a:bodyPr/>
              <a:lstStyle/>
              <a:p>
                <a:endParaRPr lang="en-US" kern="0" noProof="0" dirty="0">
                  <a:solidFill>
                    <a:sysClr val="windowText" lastClr="000000"/>
                  </a:solidFill>
                  <a:latin typeface="+mj-lt"/>
                </a:endParaRPr>
              </a:p>
            </p:txBody>
          </p:sp>
          <p:sp>
            <p:nvSpPr>
              <p:cNvPr id="65" name="Freeform 51">
                <a:extLst>
                  <a:ext uri="{FF2B5EF4-FFF2-40B4-BE49-F238E27FC236}">
                    <a16:creationId xmlns:a16="http://schemas.microsoft.com/office/drawing/2014/main" id="{AAF7353D-C32A-0932-A390-2AACF328013D}"/>
                  </a:ext>
                </a:extLst>
              </p:cNvPr>
              <p:cNvSpPr>
                <a:spLocks/>
              </p:cNvSpPr>
              <p:nvPr/>
            </p:nvSpPr>
            <p:spPr bwMode="auto">
              <a:xfrm>
                <a:off x="3483239" y="3517267"/>
                <a:ext cx="301625" cy="255588"/>
              </a:xfrm>
              <a:custGeom>
                <a:avLst/>
                <a:gdLst/>
                <a:ahLst/>
                <a:cxnLst>
                  <a:cxn ang="0">
                    <a:pos x="355" y="11"/>
                  </a:cxn>
                  <a:cxn ang="0">
                    <a:pos x="525" y="0"/>
                  </a:cxn>
                  <a:cxn ang="0">
                    <a:pos x="560" y="130"/>
                  </a:cxn>
                  <a:cxn ang="0">
                    <a:pos x="743" y="120"/>
                  </a:cxn>
                  <a:cxn ang="0">
                    <a:pos x="856" y="165"/>
                  </a:cxn>
                  <a:cxn ang="0">
                    <a:pos x="802" y="269"/>
                  </a:cxn>
                  <a:cxn ang="0">
                    <a:pos x="619" y="324"/>
                  </a:cxn>
                  <a:cxn ang="0">
                    <a:pos x="595" y="459"/>
                  </a:cxn>
                  <a:cxn ang="0">
                    <a:pos x="487" y="459"/>
                  </a:cxn>
                  <a:cxn ang="0">
                    <a:pos x="433" y="549"/>
                  </a:cxn>
                  <a:cxn ang="0">
                    <a:pos x="520" y="684"/>
                  </a:cxn>
                  <a:cxn ang="0">
                    <a:pos x="669" y="629"/>
                  </a:cxn>
                  <a:cxn ang="0">
                    <a:pos x="871" y="704"/>
                  </a:cxn>
                  <a:cxn ang="0">
                    <a:pos x="1063" y="748"/>
                  </a:cxn>
                  <a:cxn ang="0">
                    <a:pos x="1112" y="853"/>
                  </a:cxn>
                  <a:cxn ang="0">
                    <a:pos x="1077" y="958"/>
                  </a:cxn>
                  <a:cxn ang="0">
                    <a:pos x="841" y="943"/>
                  </a:cxn>
                  <a:cxn ang="0">
                    <a:pos x="665" y="948"/>
                  </a:cxn>
                  <a:cxn ang="0">
                    <a:pos x="392" y="761"/>
                  </a:cxn>
                  <a:cxn ang="0">
                    <a:pos x="270" y="599"/>
                  </a:cxn>
                  <a:cxn ang="0">
                    <a:pos x="154" y="610"/>
                  </a:cxn>
                  <a:cxn ang="0">
                    <a:pos x="74" y="510"/>
                  </a:cxn>
                  <a:cxn ang="0">
                    <a:pos x="4" y="371"/>
                  </a:cxn>
                  <a:cxn ang="0">
                    <a:pos x="0" y="218"/>
                  </a:cxn>
                  <a:cxn ang="0">
                    <a:pos x="149" y="104"/>
                  </a:cxn>
                  <a:cxn ang="0">
                    <a:pos x="355" y="11"/>
                  </a:cxn>
                </a:cxnLst>
                <a:rect l="0" t="0" r="r" b="b"/>
                <a:pathLst>
                  <a:path w="1112" h="958">
                    <a:moveTo>
                      <a:pt x="355" y="11"/>
                    </a:moveTo>
                    <a:lnTo>
                      <a:pt x="525" y="0"/>
                    </a:lnTo>
                    <a:lnTo>
                      <a:pt x="560" y="130"/>
                    </a:lnTo>
                    <a:lnTo>
                      <a:pt x="743" y="120"/>
                    </a:lnTo>
                    <a:lnTo>
                      <a:pt x="856" y="165"/>
                    </a:lnTo>
                    <a:lnTo>
                      <a:pt x="802" y="269"/>
                    </a:lnTo>
                    <a:lnTo>
                      <a:pt x="619" y="324"/>
                    </a:lnTo>
                    <a:lnTo>
                      <a:pt x="595" y="459"/>
                    </a:lnTo>
                    <a:lnTo>
                      <a:pt x="487" y="459"/>
                    </a:lnTo>
                    <a:lnTo>
                      <a:pt x="433" y="549"/>
                    </a:lnTo>
                    <a:lnTo>
                      <a:pt x="520" y="684"/>
                    </a:lnTo>
                    <a:lnTo>
                      <a:pt x="669" y="629"/>
                    </a:lnTo>
                    <a:lnTo>
                      <a:pt x="871" y="704"/>
                    </a:lnTo>
                    <a:lnTo>
                      <a:pt x="1063" y="748"/>
                    </a:lnTo>
                    <a:lnTo>
                      <a:pt x="1112" y="853"/>
                    </a:lnTo>
                    <a:lnTo>
                      <a:pt x="1077" y="958"/>
                    </a:lnTo>
                    <a:lnTo>
                      <a:pt x="841" y="943"/>
                    </a:lnTo>
                    <a:lnTo>
                      <a:pt x="665" y="948"/>
                    </a:lnTo>
                    <a:lnTo>
                      <a:pt x="392" y="761"/>
                    </a:lnTo>
                    <a:lnTo>
                      <a:pt x="270" y="599"/>
                    </a:lnTo>
                    <a:lnTo>
                      <a:pt x="154" y="610"/>
                    </a:lnTo>
                    <a:lnTo>
                      <a:pt x="74" y="510"/>
                    </a:lnTo>
                    <a:lnTo>
                      <a:pt x="4" y="371"/>
                    </a:lnTo>
                    <a:lnTo>
                      <a:pt x="0" y="218"/>
                    </a:lnTo>
                    <a:lnTo>
                      <a:pt x="149" y="104"/>
                    </a:lnTo>
                    <a:lnTo>
                      <a:pt x="355" y="11"/>
                    </a:lnTo>
                    <a:close/>
                  </a:path>
                </a:pathLst>
              </a:custGeom>
              <a:grpFill/>
              <a:ln w="19050" cmpd="sng">
                <a:solidFill>
                  <a:schemeClr val="tx2"/>
                </a:solidFill>
                <a:prstDash val="solid"/>
                <a:round/>
                <a:headEnd/>
                <a:tailEnd/>
              </a:ln>
              <a:effectLst/>
            </p:spPr>
            <p:txBody>
              <a:bodyPr/>
              <a:lstStyle/>
              <a:p>
                <a:endParaRPr lang="en-US" kern="0" noProof="0" dirty="0">
                  <a:solidFill>
                    <a:sysClr val="windowText" lastClr="000000"/>
                  </a:solidFill>
                  <a:latin typeface="+mj-lt"/>
                </a:endParaRPr>
              </a:p>
            </p:txBody>
          </p:sp>
          <p:sp>
            <p:nvSpPr>
              <p:cNvPr id="66" name="Freeform 52">
                <a:extLst>
                  <a:ext uri="{FF2B5EF4-FFF2-40B4-BE49-F238E27FC236}">
                    <a16:creationId xmlns:a16="http://schemas.microsoft.com/office/drawing/2014/main" id="{7DDFB966-C088-BCA5-0234-2EE88648E543}"/>
                  </a:ext>
                </a:extLst>
              </p:cNvPr>
              <p:cNvSpPr>
                <a:spLocks/>
              </p:cNvSpPr>
              <p:nvPr/>
            </p:nvSpPr>
            <p:spPr bwMode="auto">
              <a:xfrm>
                <a:off x="3600714" y="3433129"/>
                <a:ext cx="436563" cy="284163"/>
              </a:xfrm>
              <a:custGeom>
                <a:avLst/>
                <a:gdLst/>
                <a:ahLst/>
                <a:cxnLst>
                  <a:cxn ang="0">
                    <a:pos x="1180" y="20"/>
                  </a:cxn>
                  <a:cxn ang="0">
                    <a:pos x="1285" y="0"/>
                  </a:cxn>
                  <a:cxn ang="0">
                    <a:pos x="1254" y="153"/>
                  </a:cxn>
                  <a:cxn ang="0">
                    <a:pos x="1239" y="312"/>
                  </a:cxn>
                  <a:cxn ang="0">
                    <a:pos x="1134" y="383"/>
                  </a:cxn>
                  <a:cxn ang="0">
                    <a:pos x="861" y="475"/>
                  </a:cxn>
                  <a:cxn ang="0">
                    <a:pos x="621" y="623"/>
                  </a:cxn>
                  <a:cxn ang="0">
                    <a:pos x="588" y="834"/>
                  </a:cxn>
                  <a:cxn ang="0">
                    <a:pos x="507" y="851"/>
                  </a:cxn>
                  <a:cxn ang="0">
                    <a:pos x="330" y="809"/>
                  </a:cxn>
                  <a:cxn ang="0">
                    <a:pos x="189" y="756"/>
                  </a:cxn>
                  <a:cxn ang="0">
                    <a:pos x="70" y="800"/>
                  </a:cxn>
                  <a:cxn ang="0">
                    <a:pos x="0" y="692"/>
                  </a:cxn>
                  <a:cxn ang="0">
                    <a:pos x="42" y="619"/>
                  </a:cxn>
                  <a:cxn ang="0">
                    <a:pos x="129" y="617"/>
                  </a:cxn>
                  <a:cxn ang="0">
                    <a:pos x="150" y="512"/>
                  </a:cxn>
                  <a:cxn ang="0">
                    <a:pos x="292" y="470"/>
                  </a:cxn>
                  <a:cxn ang="0">
                    <a:pos x="337" y="384"/>
                  </a:cxn>
                  <a:cxn ang="0">
                    <a:pos x="249" y="348"/>
                  </a:cxn>
                  <a:cxn ang="0">
                    <a:pos x="99" y="356"/>
                  </a:cxn>
                  <a:cxn ang="0">
                    <a:pos x="74" y="251"/>
                  </a:cxn>
                  <a:cxn ang="0">
                    <a:pos x="314" y="176"/>
                  </a:cxn>
                  <a:cxn ang="0">
                    <a:pos x="338" y="68"/>
                  </a:cxn>
                  <a:cxn ang="0">
                    <a:pos x="424" y="36"/>
                  </a:cxn>
                  <a:cxn ang="0">
                    <a:pos x="554" y="104"/>
                  </a:cxn>
                  <a:cxn ang="0">
                    <a:pos x="656" y="84"/>
                  </a:cxn>
                  <a:cxn ang="0">
                    <a:pos x="755" y="188"/>
                  </a:cxn>
                  <a:cxn ang="0">
                    <a:pos x="944" y="36"/>
                  </a:cxn>
                  <a:cxn ang="0">
                    <a:pos x="1093" y="36"/>
                  </a:cxn>
                  <a:cxn ang="0">
                    <a:pos x="1180" y="20"/>
                  </a:cxn>
                </a:cxnLst>
                <a:rect l="0" t="0" r="r" b="b"/>
                <a:pathLst>
                  <a:path w="1285" h="851">
                    <a:moveTo>
                      <a:pt x="1180" y="20"/>
                    </a:moveTo>
                    <a:lnTo>
                      <a:pt x="1285" y="0"/>
                    </a:lnTo>
                    <a:lnTo>
                      <a:pt x="1254" y="153"/>
                    </a:lnTo>
                    <a:lnTo>
                      <a:pt x="1239" y="312"/>
                    </a:lnTo>
                    <a:lnTo>
                      <a:pt x="1134" y="383"/>
                    </a:lnTo>
                    <a:lnTo>
                      <a:pt x="861" y="475"/>
                    </a:lnTo>
                    <a:lnTo>
                      <a:pt x="621" y="623"/>
                    </a:lnTo>
                    <a:lnTo>
                      <a:pt x="588" y="834"/>
                    </a:lnTo>
                    <a:lnTo>
                      <a:pt x="507" y="851"/>
                    </a:lnTo>
                    <a:lnTo>
                      <a:pt x="330" y="809"/>
                    </a:lnTo>
                    <a:lnTo>
                      <a:pt x="189" y="756"/>
                    </a:lnTo>
                    <a:lnTo>
                      <a:pt x="70" y="800"/>
                    </a:lnTo>
                    <a:lnTo>
                      <a:pt x="0" y="692"/>
                    </a:lnTo>
                    <a:lnTo>
                      <a:pt x="42" y="619"/>
                    </a:lnTo>
                    <a:lnTo>
                      <a:pt x="129" y="617"/>
                    </a:lnTo>
                    <a:lnTo>
                      <a:pt x="150" y="512"/>
                    </a:lnTo>
                    <a:lnTo>
                      <a:pt x="292" y="470"/>
                    </a:lnTo>
                    <a:lnTo>
                      <a:pt x="337" y="384"/>
                    </a:lnTo>
                    <a:lnTo>
                      <a:pt x="249" y="348"/>
                    </a:lnTo>
                    <a:lnTo>
                      <a:pt x="99" y="356"/>
                    </a:lnTo>
                    <a:lnTo>
                      <a:pt x="74" y="251"/>
                    </a:lnTo>
                    <a:lnTo>
                      <a:pt x="314" y="176"/>
                    </a:lnTo>
                    <a:lnTo>
                      <a:pt x="338" y="68"/>
                    </a:lnTo>
                    <a:lnTo>
                      <a:pt x="424" y="36"/>
                    </a:lnTo>
                    <a:lnTo>
                      <a:pt x="554" y="104"/>
                    </a:lnTo>
                    <a:lnTo>
                      <a:pt x="656" y="84"/>
                    </a:lnTo>
                    <a:lnTo>
                      <a:pt x="755" y="188"/>
                    </a:lnTo>
                    <a:lnTo>
                      <a:pt x="944" y="36"/>
                    </a:lnTo>
                    <a:lnTo>
                      <a:pt x="1093" y="36"/>
                    </a:lnTo>
                    <a:lnTo>
                      <a:pt x="1180" y="20"/>
                    </a:lnTo>
                    <a:close/>
                  </a:path>
                </a:pathLst>
              </a:custGeom>
              <a:grpFill/>
              <a:ln w="19050" cmpd="sng">
                <a:solidFill>
                  <a:schemeClr val="tx2"/>
                </a:solidFill>
                <a:prstDash val="solid"/>
                <a:round/>
                <a:headEnd/>
                <a:tailEnd/>
              </a:ln>
              <a:effectLst/>
            </p:spPr>
            <p:txBody>
              <a:bodyPr/>
              <a:lstStyle/>
              <a:p>
                <a:endParaRPr lang="en-US" kern="0" noProof="0" dirty="0">
                  <a:solidFill>
                    <a:sysClr val="windowText" lastClr="000000"/>
                  </a:solidFill>
                  <a:latin typeface="+mj-lt"/>
                </a:endParaRPr>
              </a:p>
            </p:txBody>
          </p:sp>
          <p:sp>
            <p:nvSpPr>
              <p:cNvPr id="67" name="Freeform 53">
                <a:extLst>
                  <a:ext uri="{FF2B5EF4-FFF2-40B4-BE49-F238E27FC236}">
                    <a16:creationId xmlns:a16="http://schemas.microsoft.com/office/drawing/2014/main" id="{5BAC8548-6B20-6CEA-1643-A7ACAEEDFE6D}"/>
                  </a:ext>
                </a:extLst>
              </p:cNvPr>
              <p:cNvSpPr>
                <a:spLocks/>
              </p:cNvSpPr>
              <p:nvPr/>
            </p:nvSpPr>
            <p:spPr bwMode="auto">
              <a:xfrm>
                <a:off x="3551502" y="3561717"/>
                <a:ext cx="520700" cy="757238"/>
              </a:xfrm>
              <a:custGeom>
                <a:avLst/>
                <a:gdLst/>
                <a:ahLst/>
                <a:cxnLst>
                  <a:cxn ang="0">
                    <a:pos x="1594" y="0"/>
                  </a:cxn>
                  <a:cxn ang="0">
                    <a:pos x="1252" y="116"/>
                  </a:cxn>
                  <a:cxn ang="0">
                    <a:pos x="955" y="299"/>
                  </a:cxn>
                  <a:cxn ang="0">
                    <a:pos x="911" y="563"/>
                  </a:cxn>
                  <a:cxn ang="0">
                    <a:pos x="808" y="583"/>
                  </a:cxn>
                  <a:cxn ang="0">
                    <a:pos x="856" y="688"/>
                  </a:cxn>
                  <a:cxn ang="0">
                    <a:pos x="823" y="793"/>
                  </a:cxn>
                  <a:cxn ang="0">
                    <a:pos x="820" y="893"/>
                  </a:cxn>
                  <a:cxn ang="0">
                    <a:pos x="680" y="1001"/>
                  </a:cxn>
                  <a:cxn ang="0">
                    <a:pos x="636" y="1178"/>
                  </a:cxn>
                  <a:cxn ang="0">
                    <a:pos x="563" y="1298"/>
                  </a:cxn>
                  <a:cxn ang="0">
                    <a:pos x="458" y="1413"/>
                  </a:cxn>
                  <a:cxn ang="0">
                    <a:pos x="458" y="1580"/>
                  </a:cxn>
                  <a:cxn ang="0">
                    <a:pos x="320" y="1684"/>
                  </a:cxn>
                  <a:cxn ang="0">
                    <a:pos x="159" y="1994"/>
                  </a:cxn>
                  <a:cxn ang="0">
                    <a:pos x="11" y="2528"/>
                  </a:cxn>
                  <a:cxn ang="0">
                    <a:pos x="0" y="2677"/>
                  </a:cxn>
                  <a:cxn ang="0">
                    <a:pos x="70" y="2827"/>
                  </a:cxn>
                  <a:cxn ang="0">
                    <a:pos x="601" y="2567"/>
                  </a:cxn>
                  <a:cxn ang="0">
                    <a:pos x="724" y="2419"/>
                  </a:cxn>
                  <a:cxn ang="0">
                    <a:pos x="900" y="2320"/>
                  </a:cxn>
                  <a:cxn ang="0">
                    <a:pos x="1094" y="2290"/>
                  </a:cxn>
                  <a:cxn ang="0">
                    <a:pos x="1278" y="2301"/>
                  </a:cxn>
                  <a:cxn ang="0">
                    <a:pos x="1326" y="2477"/>
                  </a:cxn>
                  <a:cxn ang="0">
                    <a:pos x="1517" y="2299"/>
                  </a:cxn>
                  <a:cxn ang="0">
                    <a:pos x="1678" y="1923"/>
                  </a:cxn>
                  <a:cxn ang="0">
                    <a:pos x="1844" y="1761"/>
                  </a:cxn>
                  <a:cxn ang="0">
                    <a:pos x="1855" y="1630"/>
                  </a:cxn>
                  <a:cxn ang="0">
                    <a:pos x="1914" y="1475"/>
                  </a:cxn>
                  <a:cxn ang="0">
                    <a:pos x="1693" y="1420"/>
                  </a:cxn>
                  <a:cxn ang="0">
                    <a:pos x="1475" y="1293"/>
                  </a:cxn>
                  <a:cxn ang="0">
                    <a:pos x="1460" y="1106"/>
                  </a:cxn>
                  <a:cxn ang="0">
                    <a:pos x="1531" y="942"/>
                  </a:cxn>
                  <a:cxn ang="0">
                    <a:pos x="1534" y="726"/>
                  </a:cxn>
                  <a:cxn ang="0">
                    <a:pos x="1619" y="458"/>
                  </a:cxn>
                  <a:cxn ang="0">
                    <a:pos x="1594" y="0"/>
                  </a:cxn>
                </a:cxnLst>
                <a:rect l="0" t="0" r="r" b="b"/>
                <a:pathLst>
                  <a:path w="1914" h="2827">
                    <a:moveTo>
                      <a:pt x="1594" y="0"/>
                    </a:moveTo>
                    <a:lnTo>
                      <a:pt x="1252" y="116"/>
                    </a:lnTo>
                    <a:lnTo>
                      <a:pt x="955" y="299"/>
                    </a:lnTo>
                    <a:lnTo>
                      <a:pt x="911" y="563"/>
                    </a:lnTo>
                    <a:lnTo>
                      <a:pt x="808" y="583"/>
                    </a:lnTo>
                    <a:lnTo>
                      <a:pt x="856" y="688"/>
                    </a:lnTo>
                    <a:lnTo>
                      <a:pt x="823" y="793"/>
                    </a:lnTo>
                    <a:lnTo>
                      <a:pt x="820" y="893"/>
                    </a:lnTo>
                    <a:lnTo>
                      <a:pt x="680" y="1001"/>
                    </a:lnTo>
                    <a:lnTo>
                      <a:pt x="636" y="1178"/>
                    </a:lnTo>
                    <a:lnTo>
                      <a:pt x="563" y="1298"/>
                    </a:lnTo>
                    <a:lnTo>
                      <a:pt x="458" y="1413"/>
                    </a:lnTo>
                    <a:lnTo>
                      <a:pt x="458" y="1580"/>
                    </a:lnTo>
                    <a:lnTo>
                      <a:pt x="320" y="1684"/>
                    </a:lnTo>
                    <a:lnTo>
                      <a:pt x="159" y="1994"/>
                    </a:lnTo>
                    <a:lnTo>
                      <a:pt x="11" y="2528"/>
                    </a:lnTo>
                    <a:lnTo>
                      <a:pt x="0" y="2677"/>
                    </a:lnTo>
                    <a:lnTo>
                      <a:pt x="70" y="2827"/>
                    </a:lnTo>
                    <a:lnTo>
                      <a:pt x="601" y="2567"/>
                    </a:lnTo>
                    <a:lnTo>
                      <a:pt x="724" y="2419"/>
                    </a:lnTo>
                    <a:lnTo>
                      <a:pt x="900" y="2320"/>
                    </a:lnTo>
                    <a:lnTo>
                      <a:pt x="1094" y="2290"/>
                    </a:lnTo>
                    <a:lnTo>
                      <a:pt x="1278" y="2301"/>
                    </a:lnTo>
                    <a:lnTo>
                      <a:pt x="1326" y="2477"/>
                    </a:lnTo>
                    <a:lnTo>
                      <a:pt x="1517" y="2299"/>
                    </a:lnTo>
                    <a:lnTo>
                      <a:pt x="1678" y="1923"/>
                    </a:lnTo>
                    <a:lnTo>
                      <a:pt x="1844" y="1761"/>
                    </a:lnTo>
                    <a:lnTo>
                      <a:pt x="1855" y="1630"/>
                    </a:lnTo>
                    <a:lnTo>
                      <a:pt x="1914" y="1475"/>
                    </a:lnTo>
                    <a:lnTo>
                      <a:pt x="1693" y="1420"/>
                    </a:lnTo>
                    <a:lnTo>
                      <a:pt x="1475" y="1293"/>
                    </a:lnTo>
                    <a:lnTo>
                      <a:pt x="1460" y="1106"/>
                    </a:lnTo>
                    <a:lnTo>
                      <a:pt x="1531" y="942"/>
                    </a:lnTo>
                    <a:lnTo>
                      <a:pt x="1534" y="726"/>
                    </a:lnTo>
                    <a:lnTo>
                      <a:pt x="1619" y="458"/>
                    </a:lnTo>
                    <a:lnTo>
                      <a:pt x="1594" y="0"/>
                    </a:lnTo>
                    <a:close/>
                  </a:path>
                </a:pathLst>
              </a:custGeom>
              <a:grpFill/>
              <a:ln w="19050" cmpd="sng">
                <a:solidFill>
                  <a:schemeClr val="tx2"/>
                </a:solidFill>
                <a:prstDash val="solid"/>
                <a:round/>
                <a:headEnd/>
                <a:tailEnd/>
              </a:ln>
              <a:effectLst/>
            </p:spPr>
            <p:txBody>
              <a:bodyPr/>
              <a:lstStyle/>
              <a:p>
                <a:endParaRPr lang="en-US" kern="0" noProof="0" dirty="0">
                  <a:solidFill>
                    <a:sysClr val="windowText" lastClr="000000"/>
                  </a:solidFill>
                  <a:latin typeface="+mj-lt"/>
                </a:endParaRPr>
              </a:p>
            </p:txBody>
          </p:sp>
          <p:sp>
            <p:nvSpPr>
              <p:cNvPr id="68" name="Freeform 54">
                <a:extLst>
                  <a:ext uri="{FF2B5EF4-FFF2-40B4-BE49-F238E27FC236}">
                    <a16:creationId xmlns:a16="http://schemas.microsoft.com/office/drawing/2014/main" id="{10A522C9-DA01-A951-3E67-DF365CFDEC4E}"/>
                  </a:ext>
                </a:extLst>
              </p:cNvPr>
              <p:cNvSpPr>
                <a:spLocks/>
              </p:cNvSpPr>
              <p:nvPr/>
            </p:nvSpPr>
            <p:spPr bwMode="auto">
              <a:xfrm>
                <a:off x="3235589" y="2428242"/>
                <a:ext cx="1038225" cy="1092200"/>
              </a:xfrm>
              <a:custGeom>
                <a:avLst/>
                <a:gdLst/>
                <a:ahLst/>
                <a:cxnLst>
                  <a:cxn ang="0">
                    <a:pos x="340" y="1163"/>
                  </a:cxn>
                  <a:cxn ang="0">
                    <a:pos x="246" y="1003"/>
                  </a:cxn>
                  <a:cxn ang="0">
                    <a:pos x="158" y="983"/>
                  </a:cxn>
                  <a:cxn ang="0">
                    <a:pos x="0" y="1228"/>
                  </a:cxn>
                  <a:cxn ang="0">
                    <a:pos x="689" y="2275"/>
                  </a:cxn>
                  <a:cxn ang="0">
                    <a:pos x="354" y="2304"/>
                  </a:cxn>
                  <a:cxn ang="0">
                    <a:pos x="188" y="2449"/>
                  </a:cxn>
                  <a:cxn ang="0">
                    <a:pos x="350" y="2933"/>
                  </a:cxn>
                  <a:cxn ang="0">
                    <a:pos x="472" y="3190"/>
                  </a:cxn>
                  <a:cxn ang="0">
                    <a:pos x="984" y="3168"/>
                  </a:cxn>
                  <a:cxn ang="0">
                    <a:pos x="1181" y="3681"/>
                  </a:cxn>
                  <a:cxn ang="0">
                    <a:pos x="1265" y="4080"/>
                  </a:cxn>
                  <a:cxn ang="0">
                    <a:pos x="1738" y="3975"/>
                  </a:cxn>
                  <a:cxn ang="0">
                    <a:pos x="1875" y="3801"/>
                  </a:cxn>
                  <a:cxn ang="0">
                    <a:pos x="2166" y="3860"/>
                  </a:cxn>
                  <a:cxn ang="0">
                    <a:pos x="2526" y="3800"/>
                  </a:cxn>
                  <a:cxn ang="0">
                    <a:pos x="2889" y="3766"/>
                  </a:cxn>
                  <a:cxn ang="0">
                    <a:pos x="2983" y="3321"/>
                  </a:cxn>
                  <a:cxn ang="0">
                    <a:pos x="3155" y="3008"/>
                  </a:cxn>
                  <a:cxn ang="0">
                    <a:pos x="3824" y="2255"/>
                  </a:cxn>
                  <a:cxn ang="0">
                    <a:pos x="3780" y="1925"/>
                  </a:cxn>
                  <a:cxn ang="0">
                    <a:pos x="3539" y="2185"/>
                  </a:cxn>
                  <a:cxn ang="0">
                    <a:pos x="3258" y="2050"/>
                  </a:cxn>
                  <a:cxn ang="0">
                    <a:pos x="3234" y="1661"/>
                  </a:cxn>
                  <a:cxn ang="0">
                    <a:pos x="2998" y="1676"/>
                  </a:cxn>
                  <a:cxn ang="0">
                    <a:pos x="3140" y="1436"/>
                  </a:cxn>
                  <a:cxn ang="0">
                    <a:pos x="2731" y="868"/>
                  </a:cxn>
                  <a:cxn ang="0">
                    <a:pos x="2421" y="1013"/>
                  </a:cxn>
                  <a:cxn ang="0">
                    <a:pos x="1944" y="1391"/>
                  </a:cxn>
                  <a:cxn ang="0">
                    <a:pos x="1669" y="1551"/>
                  </a:cxn>
                  <a:cxn ang="0">
                    <a:pos x="1344" y="1825"/>
                  </a:cxn>
                  <a:cxn ang="0">
                    <a:pos x="910" y="1810"/>
                  </a:cxn>
                  <a:cxn ang="0">
                    <a:pos x="704" y="1421"/>
                  </a:cxn>
                  <a:cxn ang="0">
                    <a:pos x="1131" y="564"/>
                  </a:cxn>
                  <a:cxn ang="0">
                    <a:pos x="940" y="225"/>
                  </a:cxn>
                  <a:cxn ang="0">
                    <a:pos x="488" y="235"/>
                  </a:cxn>
                  <a:cxn ang="0">
                    <a:pos x="251" y="374"/>
                  </a:cxn>
                  <a:cxn ang="0">
                    <a:pos x="458" y="778"/>
                  </a:cxn>
                </a:cxnLst>
                <a:rect l="0" t="0" r="r" b="b"/>
                <a:pathLst>
                  <a:path w="3824" h="4080">
                    <a:moveTo>
                      <a:pt x="488" y="1078"/>
                    </a:moveTo>
                    <a:lnTo>
                      <a:pt x="340" y="1163"/>
                    </a:lnTo>
                    <a:lnTo>
                      <a:pt x="246" y="1093"/>
                    </a:lnTo>
                    <a:lnTo>
                      <a:pt x="246" y="1003"/>
                    </a:lnTo>
                    <a:lnTo>
                      <a:pt x="305" y="883"/>
                    </a:lnTo>
                    <a:lnTo>
                      <a:pt x="158" y="983"/>
                    </a:lnTo>
                    <a:lnTo>
                      <a:pt x="143" y="1108"/>
                    </a:lnTo>
                    <a:lnTo>
                      <a:pt x="0" y="1228"/>
                    </a:lnTo>
                    <a:lnTo>
                      <a:pt x="724" y="1960"/>
                    </a:lnTo>
                    <a:lnTo>
                      <a:pt x="689" y="2275"/>
                    </a:lnTo>
                    <a:lnTo>
                      <a:pt x="438" y="2210"/>
                    </a:lnTo>
                    <a:lnTo>
                      <a:pt x="354" y="2304"/>
                    </a:lnTo>
                    <a:lnTo>
                      <a:pt x="354" y="2409"/>
                    </a:lnTo>
                    <a:lnTo>
                      <a:pt x="188" y="2449"/>
                    </a:lnTo>
                    <a:lnTo>
                      <a:pt x="193" y="2569"/>
                    </a:lnTo>
                    <a:lnTo>
                      <a:pt x="350" y="2933"/>
                    </a:lnTo>
                    <a:lnTo>
                      <a:pt x="369" y="3083"/>
                    </a:lnTo>
                    <a:lnTo>
                      <a:pt x="472" y="3190"/>
                    </a:lnTo>
                    <a:lnTo>
                      <a:pt x="709" y="3218"/>
                    </a:lnTo>
                    <a:lnTo>
                      <a:pt x="984" y="3168"/>
                    </a:lnTo>
                    <a:lnTo>
                      <a:pt x="1108" y="3456"/>
                    </a:lnTo>
                    <a:lnTo>
                      <a:pt x="1181" y="3681"/>
                    </a:lnTo>
                    <a:lnTo>
                      <a:pt x="1161" y="3905"/>
                    </a:lnTo>
                    <a:lnTo>
                      <a:pt x="1265" y="4080"/>
                    </a:lnTo>
                    <a:lnTo>
                      <a:pt x="1443" y="4070"/>
                    </a:lnTo>
                    <a:lnTo>
                      <a:pt x="1738" y="3975"/>
                    </a:lnTo>
                    <a:lnTo>
                      <a:pt x="1766" y="3840"/>
                    </a:lnTo>
                    <a:lnTo>
                      <a:pt x="1875" y="3801"/>
                    </a:lnTo>
                    <a:lnTo>
                      <a:pt x="2036" y="3885"/>
                    </a:lnTo>
                    <a:lnTo>
                      <a:pt x="2166" y="3860"/>
                    </a:lnTo>
                    <a:lnTo>
                      <a:pt x="2288" y="3991"/>
                    </a:lnTo>
                    <a:lnTo>
                      <a:pt x="2526" y="3800"/>
                    </a:lnTo>
                    <a:lnTo>
                      <a:pt x="2726" y="3800"/>
                    </a:lnTo>
                    <a:lnTo>
                      <a:pt x="2889" y="3766"/>
                    </a:lnTo>
                    <a:lnTo>
                      <a:pt x="2924" y="3531"/>
                    </a:lnTo>
                    <a:lnTo>
                      <a:pt x="2983" y="3321"/>
                    </a:lnTo>
                    <a:lnTo>
                      <a:pt x="3049" y="3189"/>
                    </a:lnTo>
                    <a:lnTo>
                      <a:pt x="3155" y="3008"/>
                    </a:lnTo>
                    <a:lnTo>
                      <a:pt x="3219" y="2769"/>
                    </a:lnTo>
                    <a:lnTo>
                      <a:pt x="3824" y="2255"/>
                    </a:lnTo>
                    <a:lnTo>
                      <a:pt x="3760" y="2080"/>
                    </a:lnTo>
                    <a:lnTo>
                      <a:pt x="3780" y="1925"/>
                    </a:lnTo>
                    <a:lnTo>
                      <a:pt x="3613" y="2000"/>
                    </a:lnTo>
                    <a:lnTo>
                      <a:pt x="3539" y="2185"/>
                    </a:lnTo>
                    <a:lnTo>
                      <a:pt x="3351" y="2258"/>
                    </a:lnTo>
                    <a:lnTo>
                      <a:pt x="3258" y="2050"/>
                    </a:lnTo>
                    <a:lnTo>
                      <a:pt x="3316" y="1795"/>
                    </a:lnTo>
                    <a:lnTo>
                      <a:pt x="3234" y="1661"/>
                    </a:lnTo>
                    <a:lnTo>
                      <a:pt x="3066" y="1870"/>
                    </a:lnTo>
                    <a:lnTo>
                      <a:pt x="2998" y="1676"/>
                    </a:lnTo>
                    <a:lnTo>
                      <a:pt x="3081" y="1521"/>
                    </a:lnTo>
                    <a:lnTo>
                      <a:pt x="3140" y="1436"/>
                    </a:lnTo>
                    <a:lnTo>
                      <a:pt x="2998" y="1058"/>
                    </a:lnTo>
                    <a:lnTo>
                      <a:pt x="2731" y="868"/>
                    </a:lnTo>
                    <a:lnTo>
                      <a:pt x="2594" y="968"/>
                    </a:lnTo>
                    <a:lnTo>
                      <a:pt x="2421" y="1013"/>
                    </a:lnTo>
                    <a:lnTo>
                      <a:pt x="2239" y="1028"/>
                    </a:lnTo>
                    <a:lnTo>
                      <a:pt x="1944" y="1391"/>
                    </a:lnTo>
                    <a:lnTo>
                      <a:pt x="1743" y="1341"/>
                    </a:lnTo>
                    <a:lnTo>
                      <a:pt x="1669" y="1551"/>
                    </a:lnTo>
                    <a:lnTo>
                      <a:pt x="1550" y="1746"/>
                    </a:lnTo>
                    <a:lnTo>
                      <a:pt x="1344" y="1825"/>
                    </a:lnTo>
                    <a:lnTo>
                      <a:pt x="1131" y="1820"/>
                    </a:lnTo>
                    <a:lnTo>
                      <a:pt x="910" y="1810"/>
                    </a:lnTo>
                    <a:lnTo>
                      <a:pt x="768" y="1616"/>
                    </a:lnTo>
                    <a:lnTo>
                      <a:pt x="704" y="1421"/>
                    </a:lnTo>
                    <a:lnTo>
                      <a:pt x="945" y="704"/>
                    </a:lnTo>
                    <a:lnTo>
                      <a:pt x="1131" y="564"/>
                    </a:lnTo>
                    <a:lnTo>
                      <a:pt x="1118" y="369"/>
                    </a:lnTo>
                    <a:lnTo>
                      <a:pt x="940" y="225"/>
                    </a:lnTo>
                    <a:lnTo>
                      <a:pt x="871" y="0"/>
                    </a:lnTo>
                    <a:lnTo>
                      <a:pt x="488" y="235"/>
                    </a:lnTo>
                    <a:lnTo>
                      <a:pt x="310" y="269"/>
                    </a:lnTo>
                    <a:lnTo>
                      <a:pt x="251" y="374"/>
                    </a:lnTo>
                    <a:lnTo>
                      <a:pt x="424" y="474"/>
                    </a:lnTo>
                    <a:lnTo>
                      <a:pt x="458" y="778"/>
                    </a:lnTo>
                    <a:lnTo>
                      <a:pt x="488" y="1078"/>
                    </a:lnTo>
                    <a:close/>
                  </a:path>
                </a:pathLst>
              </a:custGeom>
              <a:grpFill/>
              <a:ln w="19050" cmpd="sng">
                <a:solidFill>
                  <a:schemeClr val="tx2"/>
                </a:solidFill>
                <a:prstDash val="solid"/>
                <a:round/>
                <a:headEnd/>
                <a:tailEnd/>
              </a:ln>
              <a:effectLst/>
            </p:spPr>
            <p:txBody>
              <a:bodyPr/>
              <a:lstStyle/>
              <a:p>
                <a:endParaRPr lang="en-US" kern="0" noProof="0" dirty="0">
                  <a:solidFill>
                    <a:sysClr val="windowText" lastClr="000000"/>
                  </a:solidFill>
                  <a:latin typeface="+mj-lt"/>
                </a:endParaRPr>
              </a:p>
            </p:txBody>
          </p:sp>
          <p:sp>
            <p:nvSpPr>
              <p:cNvPr id="69" name="Freeform 55">
                <a:extLst>
                  <a:ext uri="{FF2B5EF4-FFF2-40B4-BE49-F238E27FC236}">
                    <a16:creationId xmlns:a16="http://schemas.microsoft.com/office/drawing/2014/main" id="{DBF7DEB5-75B6-6C7D-B2EB-5CD7D290FDE0}"/>
                  </a:ext>
                </a:extLst>
              </p:cNvPr>
              <p:cNvSpPr>
                <a:spLocks/>
              </p:cNvSpPr>
              <p:nvPr/>
            </p:nvSpPr>
            <p:spPr bwMode="auto">
              <a:xfrm>
                <a:off x="4110302" y="5233354"/>
                <a:ext cx="1620838" cy="1400175"/>
              </a:xfrm>
              <a:custGeom>
                <a:avLst/>
                <a:gdLst/>
                <a:ahLst/>
                <a:cxnLst>
                  <a:cxn ang="0">
                    <a:pos x="49" y="1074"/>
                  </a:cxn>
                  <a:cxn ang="0">
                    <a:pos x="276" y="1475"/>
                  </a:cxn>
                  <a:cxn ang="0">
                    <a:pos x="544" y="1564"/>
                  </a:cxn>
                  <a:cxn ang="0">
                    <a:pos x="833" y="1711"/>
                  </a:cxn>
                  <a:cxn ang="0">
                    <a:pos x="1103" y="2077"/>
                  </a:cxn>
                  <a:cxn ang="0">
                    <a:pos x="1163" y="2431"/>
                  </a:cxn>
                  <a:cxn ang="0">
                    <a:pos x="1510" y="2506"/>
                  </a:cxn>
                  <a:cxn ang="0">
                    <a:pos x="1450" y="2956"/>
                  </a:cxn>
                  <a:cxn ang="0">
                    <a:pos x="1815" y="3147"/>
                  </a:cxn>
                  <a:cxn ang="0">
                    <a:pos x="2596" y="3138"/>
                  </a:cxn>
                  <a:cxn ang="0">
                    <a:pos x="2987" y="2983"/>
                  </a:cxn>
                  <a:cxn ang="0">
                    <a:pos x="3331" y="2820"/>
                  </a:cxn>
                  <a:cxn ang="0">
                    <a:pos x="3980" y="2937"/>
                  </a:cxn>
                  <a:cxn ang="0">
                    <a:pos x="4242" y="2853"/>
                  </a:cxn>
                  <a:cxn ang="0">
                    <a:pos x="4861" y="3176"/>
                  </a:cxn>
                  <a:cxn ang="0">
                    <a:pos x="4338" y="4707"/>
                  </a:cxn>
                  <a:cxn ang="0">
                    <a:pos x="4940" y="4901"/>
                  </a:cxn>
                  <a:cxn ang="0">
                    <a:pos x="5251" y="5232"/>
                  </a:cxn>
                  <a:cxn ang="0">
                    <a:pos x="5827" y="2056"/>
                  </a:cxn>
                  <a:cxn ang="0">
                    <a:pos x="5926" y="1567"/>
                  </a:cxn>
                  <a:cxn ang="0">
                    <a:pos x="5782" y="1502"/>
                  </a:cxn>
                  <a:cxn ang="0">
                    <a:pos x="5635" y="1517"/>
                  </a:cxn>
                  <a:cxn ang="0">
                    <a:pos x="5325" y="1412"/>
                  </a:cxn>
                  <a:cxn ang="0">
                    <a:pos x="5010" y="1322"/>
                  </a:cxn>
                  <a:cxn ang="0">
                    <a:pos x="4809" y="1337"/>
                  </a:cxn>
                  <a:cxn ang="0">
                    <a:pos x="4847" y="844"/>
                  </a:cxn>
                  <a:cxn ang="0">
                    <a:pos x="4882" y="655"/>
                  </a:cxn>
                  <a:cxn ang="0">
                    <a:pos x="4435" y="550"/>
                  </a:cxn>
                  <a:cxn ang="0">
                    <a:pos x="4247" y="610"/>
                  </a:cxn>
                  <a:cxn ang="0">
                    <a:pos x="3991" y="156"/>
                  </a:cxn>
                  <a:cxn ang="0">
                    <a:pos x="3179" y="191"/>
                  </a:cxn>
                  <a:cxn ang="0">
                    <a:pos x="2817" y="517"/>
                  </a:cxn>
                  <a:cxn ang="0">
                    <a:pos x="2532" y="757"/>
                  </a:cxn>
                  <a:cxn ang="0">
                    <a:pos x="2278" y="874"/>
                  </a:cxn>
                  <a:cxn ang="0">
                    <a:pos x="1924" y="842"/>
                  </a:cxn>
                  <a:cxn ang="0">
                    <a:pos x="1587" y="800"/>
                  </a:cxn>
                  <a:cxn ang="0">
                    <a:pos x="1264" y="820"/>
                  </a:cxn>
                  <a:cxn ang="0">
                    <a:pos x="699" y="652"/>
                  </a:cxn>
                  <a:cxn ang="0">
                    <a:pos x="270" y="772"/>
                  </a:cxn>
                </a:cxnLst>
                <a:rect l="0" t="0" r="r" b="b"/>
                <a:pathLst>
                  <a:path w="5975" h="5232">
                    <a:moveTo>
                      <a:pt x="0" y="834"/>
                    </a:moveTo>
                    <a:lnTo>
                      <a:pt x="49" y="1074"/>
                    </a:lnTo>
                    <a:lnTo>
                      <a:pt x="108" y="1354"/>
                    </a:lnTo>
                    <a:lnTo>
                      <a:pt x="276" y="1475"/>
                    </a:lnTo>
                    <a:lnTo>
                      <a:pt x="428" y="1462"/>
                    </a:lnTo>
                    <a:lnTo>
                      <a:pt x="544" y="1564"/>
                    </a:lnTo>
                    <a:lnTo>
                      <a:pt x="609" y="1701"/>
                    </a:lnTo>
                    <a:lnTo>
                      <a:pt x="833" y="1711"/>
                    </a:lnTo>
                    <a:lnTo>
                      <a:pt x="970" y="1925"/>
                    </a:lnTo>
                    <a:lnTo>
                      <a:pt x="1103" y="2077"/>
                    </a:lnTo>
                    <a:lnTo>
                      <a:pt x="1028" y="2280"/>
                    </a:lnTo>
                    <a:lnTo>
                      <a:pt x="1163" y="2431"/>
                    </a:lnTo>
                    <a:lnTo>
                      <a:pt x="1394" y="2385"/>
                    </a:lnTo>
                    <a:lnTo>
                      <a:pt x="1510" y="2506"/>
                    </a:lnTo>
                    <a:lnTo>
                      <a:pt x="1515" y="2758"/>
                    </a:lnTo>
                    <a:lnTo>
                      <a:pt x="1450" y="2956"/>
                    </a:lnTo>
                    <a:lnTo>
                      <a:pt x="1567" y="3057"/>
                    </a:lnTo>
                    <a:lnTo>
                      <a:pt x="1815" y="3147"/>
                    </a:lnTo>
                    <a:lnTo>
                      <a:pt x="2009" y="3091"/>
                    </a:lnTo>
                    <a:lnTo>
                      <a:pt x="2596" y="3138"/>
                    </a:lnTo>
                    <a:lnTo>
                      <a:pt x="2736" y="3043"/>
                    </a:lnTo>
                    <a:lnTo>
                      <a:pt x="2987" y="2983"/>
                    </a:lnTo>
                    <a:lnTo>
                      <a:pt x="3061" y="2808"/>
                    </a:lnTo>
                    <a:lnTo>
                      <a:pt x="3331" y="2820"/>
                    </a:lnTo>
                    <a:lnTo>
                      <a:pt x="3548" y="3012"/>
                    </a:lnTo>
                    <a:lnTo>
                      <a:pt x="3980" y="2937"/>
                    </a:lnTo>
                    <a:lnTo>
                      <a:pt x="4053" y="2850"/>
                    </a:lnTo>
                    <a:lnTo>
                      <a:pt x="4242" y="2853"/>
                    </a:lnTo>
                    <a:lnTo>
                      <a:pt x="4390" y="3063"/>
                    </a:lnTo>
                    <a:lnTo>
                      <a:pt x="4861" y="3176"/>
                    </a:lnTo>
                    <a:lnTo>
                      <a:pt x="5120" y="3466"/>
                    </a:lnTo>
                    <a:lnTo>
                      <a:pt x="4338" y="4707"/>
                    </a:lnTo>
                    <a:lnTo>
                      <a:pt x="4760" y="4792"/>
                    </a:lnTo>
                    <a:lnTo>
                      <a:pt x="4940" y="4901"/>
                    </a:lnTo>
                    <a:lnTo>
                      <a:pt x="4995" y="5041"/>
                    </a:lnTo>
                    <a:lnTo>
                      <a:pt x="5251" y="5232"/>
                    </a:lnTo>
                    <a:lnTo>
                      <a:pt x="5360" y="4545"/>
                    </a:lnTo>
                    <a:lnTo>
                      <a:pt x="5827" y="2056"/>
                    </a:lnTo>
                    <a:lnTo>
                      <a:pt x="5975" y="1741"/>
                    </a:lnTo>
                    <a:lnTo>
                      <a:pt x="5926" y="1567"/>
                    </a:lnTo>
                    <a:lnTo>
                      <a:pt x="5866" y="1402"/>
                    </a:lnTo>
                    <a:lnTo>
                      <a:pt x="5782" y="1502"/>
                    </a:lnTo>
                    <a:lnTo>
                      <a:pt x="5764" y="1582"/>
                    </a:lnTo>
                    <a:lnTo>
                      <a:pt x="5635" y="1517"/>
                    </a:lnTo>
                    <a:lnTo>
                      <a:pt x="5502" y="1357"/>
                    </a:lnTo>
                    <a:lnTo>
                      <a:pt x="5325" y="1412"/>
                    </a:lnTo>
                    <a:lnTo>
                      <a:pt x="5310" y="1262"/>
                    </a:lnTo>
                    <a:lnTo>
                      <a:pt x="5010" y="1322"/>
                    </a:lnTo>
                    <a:lnTo>
                      <a:pt x="4986" y="1462"/>
                    </a:lnTo>
                    <a:lnTo>
                      <a:pt x="4809" y="1337"/>
                    </a:lnTo>
                    <a:lnTo>
                      <a:pt x="4882" y="1262"/>
                    </a:lnTo>
                    <a:lnTo>
                      <a:pt x="4847" y="844"/>
                    </a:lnTo>
                    <a:lnTo>
                      <a:pt x="4941" y="744"/>
                    </a:lnTo>
                    <a:lnTo>
                      <a:pt x="4882" y="655"/>
                    </a:lnTo>
                    <a:lnTo>
                      <a:pt x="4730" y="739"/>
                    </a:lnTo>
                    <a:lnTo>
                      <a:pt x="4435" y="550"/>
                    </a:lnTo>
                    <a:lnTo>
                      <a:pt x="4316" y="515"/>
                    </a:lnTo>
                    <a:lnTo>
                      <a:pt x="4247" y="610"/>
                    </a:lnTo>
                    <a:lnTo>
                      <a:pt x="4085" y="370"/>
                    </a:lnTo>
                    <a:lnTo>
                      <a:pt x="3991" y="156"/>
                    </a:lnTo>
                    <a:lnTo>
                      <a:pt x="3457" y="0"/>
                    </a:lnTo>
                    <a:lnTo>
                      <a:pt x="3179" y="191"/>
                    </a:lnTo>
                    <a:lnTo>
                      <a:pt x="2984" y="530"/>
                    </a:lnTo>
                    <a:lnTo>
                      <a:pt x="2817" y="517"/>
                    </a:lnTo>
                    <a:lnTo>
                      <a:pt x="2667" y="620"/>
                    </a:lnTo>
                    <a:lnTo>
                      <a:pt x="2532" y="757"/>
                    </a:lnTo>
                    <a:lnTo>
                      <a:pt x="2492" y="935"/>
                    </a:lnTo>
                    <a:lnTo>
                      <a:pt x="2278" y="874"/>
                    </a:lnTo>
                    <a:lnTo>
                      <a:pt x="2097" y="1000"/>
                    </a:lnTo>
                    <a:lnTo>
                      <a:pt x="1924" y="842"/>
                    </a:lnTo>
                    <a:lnTo>
                      <a:pt x="1739" y="862"/>
                    </a:lnTo>
                    <a:lnTo>
                      <a:pt x="1587" y="800"/>
                    </a:lnTo>
                    <a:lnTo>
                      <a:pt x="1422" y="934"/>
                    </a:lnTo>
                    <a:lnTo>
                      <a:pt x="1264" y="820"/>
                    </a:lnTo>
                    <a:lnTo>
                      <a:pt x="979" y="817"/>
                    </a:lnTo>
                    <a:lnTo>
                      <a:pt x="699" y="652"/>
                    </a:lnTo>
                    <a:lnTo>
                      <a:pt x="520" y="652"/>
                    </a:lnTo>
                    <a:lnTo>
                      <a:pt x="270" y="772"/>
                    </a:lnTo>
                    <a:lnTo>
                      <a:pt x="0" y="834"/>
                    </a:lnTo>
                    <a:close/>
                  </a:path>
                </a:pathLst>
              </a:custGeom>
              <a:grpFill/>
              <a:ln w="19050" cmpd="sng">
                <a:solidFill>
                  <a:schemeClr val="tx2"/>
                </a:solidFill>
                <a:prstDash val="solid"/>
                <a:round/>
                <a:headEnd/>
                <a:tailEnd/>
              </a:ln>
              <a:effectLst/>
            </p:spPr>
            <p:txBody>
              <a:bodyPr/>
              <a:lstStyle/>
              <a:p>
                <a:endParaRPr lang="en-US" kern="0" noProof="0" dirty="0">
                  <a:solidFill>
                    <a:sysClr val="windowText" lastClr="000000"/>
                  </a:solidFill>
                  <a:latin typeface="+mj-lt"/>
                </a:endParaRPr>
              </a:p>
            </p:txBody>
          </p:sp>
          <p:sp>
            <p:nvSpPr>
              <p:cNvPr id="70" name="Freeform 56">
                <a:extLst>
                  <a:ext uri="{FF2B5EF4-FFF2-40B4-BE49-F238E27FC236}">
                    <a16:creationId xmlns:a16="http://schemas.microsoft.com/office/drawing/2014/main" id="{5CAC8AA6-0BC5-C957-77FE-4A8E55F29CAA}"/>
                  </a:ext>
                </a:extLst>
              </p:cNvPr>
              <p:cNvSpPr>
                <a:spLocks/>
              </p:cNvSpPr>
              <p:nvPr/>
            </p:nvSpPr>
            <p:spPr bwMode="auto">
              <a:xfrm>
                <a:off x="4856427" y="4618992"/>
                <a:ext cx="938213" cy="1036638"/>
              </a:xfrm>
              <a:custGeom>
                <a:avLst/>
                <a:gdLst/>
                <a:ahLst/>
                <a:cxnLst>
                  <a:cxn ang="0">
                    <a:pos x="2603" y="461"/>
                  </a:cxn>
                  <a:cxn ang="0">
                    <a:pos x="2436" y="396"/>
                  </a:cxn>
                  <a:cxn ang="0">
                    <a:pos x="2293" y="336"/>
                  </a:cxn>
                  <a:cxn ang="0">
                    <a:pos x="2218" y="0"/>
                  </a:cxn>
                  <a:cxn ang="0">
                    <a:pos x="1343" y="208"/>
                  </a:cxn>
                  <a:cxn ang="0">
                    <a:pos x="1048" y="366"/>
                  </a:cxn>
                  <a:cxn ang="0">
                    <a:pos x="698" y="716"/>
                  </a:cxn>
                  <a:cxn ang="0">
                    <a:pos x="609" y="865"/>
                  </a:cxn>
                  <a:cxn ang="0">
                    <a:pos x="604" y="1085"/>
                  </a:cxn>
                  <a:cxn ang="0">
                    <a:pos x="0" y="1689"/>
                  </a:cxn>
                  <a:cxn ang="0">
                    <a:pos x="221" y="1988"/>
                  </a:cxn>
                  <a:cxn ang="0">
                    <a:pos x="474" y="2222"/>
                  </a:cxn>
                  <a:cxn ang="0">
                    <a:pos x="709" y="2293"/>
                  </a:cxn>
                  <a:cxn ang="0">
                    <a:pos x="1238" y="2447"/>
                  </a:cxn>
                  <a:cxn ang="0">
                    <a:pos x="1339" y="2675"/>
                  </a:cxn>
                  <a:cxn ang="0">
                    <a:pos x="1497" y="2901"/>
                  </a:cxn>
                  <a:cxn ang="0">
                    <a:pos x="1564" y="2806"/>
                  </a:cxn>
                  <a:cxn ang="0">
                    <a:pos x="1693" y="2847"/>
                  </a:cxn>
                  <a:cxn ang="0">
                    <a:pos x="1978" y="3031"/>
                  </a:cxn>
                  <a:cxn ang="0">
                    <a:pos x="2131" y="2947"/>
                  </a:cxn>
                  <a:cxn ang="0">
                    <a:pos x="2191" y="3036"/>
                  </a:cxn>
                  <a:cxn ang="0">
                    <a:pos x="2097" y="3134"/>
                  </a:cxn>
                  <a:cxn ang="0">
                    <a:pos x="2131" y="3554"/>
                  </a:cxn>
                  <a:cxn ang="0">
                    <a:pos x="2057" y="3631"/>
                  </a:cxn>
                  <a:cxn ang="0">
                    <a:pos x="2233" y="3756"/>
                  </a:cxn>
                  <a:cxn ang="0">
                    <a:pos x="2260" y="3614"/>
                  </a:cxn>
                  <a:cxn ang="0">
                    <a:pos x="2558" y="3557"/>
                  </a:cxn>
                  <a:cxn ang="0">
                    <a:pos x="2573" y="3705"/>
                  </a:cxn>
                  <a:cxn ang="0">
                    <a:pos x="2750" y="3650"/>
                  </a:cxn>
                  <a:cxn ang="0">
                    <a:pos x="2879" y="3807"/>
                  </a:cxn>
                  <a:cxn ang="0">
                    <a:pos x="3012" y="3875"/>
                  </a:cxn>
                  <a:cxn ang="0">
                    <a:pos x="3031" y="3797"/>
                  </a:cxn>
                  <a:cxn ang="0">
                    <a:pos x="3118" y="3696"/>
                  </a:cxn>
                  <a:cxn ang="0">
                    <a:pos x="2900" y="3391"/>
                  </a:cxn>
                  <a:cxn ang="0">
                    <a:pos x="2929" y="3301"/>
                  </a:cxn>
                  <a:cxn ang="0">
                    <a:pos x="2926" y="3092"/>
                  </a:cxn>
                  <a:cxn ang="0">
                    <a:pos x="2687" y="2962"/>
                  </a:cxn>
                  <a:cxn ang="0">
                    <a:pos x="2485" y="2797"/>
                  </a:cxn>
                  <a:cxn ang="0">
                    <a:pos x="2367" y="2642"/>
                  </a:cxn>
                  <a:cxn ang="0">
                    <a:pos x="2382" y="1774"/>
                  </a:cxn>
                  <a:cxn ang="0">
                    <a:pos x="2855" y="1719"/>
                  </a:cxn>
                  <a:cxn ang="0">
                    <a:pos x="3135" y="1599"/>
                  </a:cxn>
                  <a:cxn ang="0">
                    <a:pos x="3351" y="1749"/>
                  </a:cxn>
                  <a:cxn ang="0">
                    <a:pos x="3460" y="1629"/>
                  </a:cxn>
                  <a:cxn ang="0">
                    <a:pos x="3401" y="1315"/>
                  </a:cxn>
                  <a:cxn ang="0">
                    <a:pos x="3277" y="1220"/>
                  </a:cxn>
                  <a:cxn ang="0">
                    <a:pos x="2628" y="1190"/>
                  </a:cxn>
                  <a:cxn ang="0">
                    <a:pos x="2603" y="461"/>
                  </a:cxn>
                </a:cxnLst>
                <a:rect l="0" t="0" r="r" b="b"/>
                <a:pathLst>
                  <a:path w="3460" h="3875">
                    <a:moveTo>
                      <a:pt x="2603" y="461"/>
                    </a:moveTo>
                    <a:lnTo>
                      <a:pt x="2436" y="396"/>
                    </a:lnTo>
                    <a:lnTo>
                      <a:pt x="2293" y="336"/>
                    </a:lnTo>
                    <a:lnTo>
                      <a:pt x="2218" y="0"/>
                    </a:lnTo>
                    <a:lnTo>
                      <a:pt x="1343" y="208"/>
                    </a:lnTo>
                    <a:lnTo>
                      <a:pt x="1048" y="366"/>
                    </a:lnTo>
                    <a:lnTo>
                      <a:pt x="698" y="716"/>
                    </a:lnTo>
                    <a:lnTo>
                      <a:pt x="609" y="865"/>
                    </a:lnTo>
                    <a:lnTo>
                      <a:pt x="604" y="1085"/>
                    </a:lnTo>
                    <a:lnTo>
                      <a:pt x="0" y="1689"/>
                    </a:lnTo>
                    <a:lnTo>
                      <a:pt x="221" y="1988"/>
                    </a:lnTo>
                    <a:lnTo>
                      <a:pt x="474" y="2222"/>
                    </a:lnTo>
                    <a:lnTo>
                      <a:pt x="709" y="2293"/>
                    </a:lnTo>
                    <a:lnTo>
                      <a:pt x="1238" y="2447"/>
                    </a:lnTo>
                    <a:lnTo>
                      <a:pt x="1339" y="2675"/>
                    </a:lnTo>
                    <a:lnTo>
                      <a:pt x="1497" y="2901"/>
                    </a:lnTo>
                    <a:lnTo>
                      <a:pt x="1564" y="2806"/>
                    </a:lnTo>
                    <a:lnTo>
                      <a:pt x="1693" y="2847"/>
                    </a:lnTo>
                    <a:lnTo>
                      <a:pt x="1978" y="3031"/>
                    </a:lnTo>
                    <a:lnTo>
                      <a:pt x="2131" y="2947"/>
                    </a:lnTo>
                    <a:lnTo>
                      <a:pt x="2191" y="3036"/>
                    </a:lnTo>
                    <a:lnTo>
                      <a:pt x="2097" y="3134"/>
                    </a:lnTo>
                    <a:lnTo>
                      <a:pt x="2131" y="3554"/>
                    </a:lnTo>
                    <a:lnTo>
                      <a:pt x="2057" y="3631"/>
                    </a:lnTo>
                    <a:lnTo>
                      <a:pt x="2233" y="3756"/>
                    </a:lnTo>
                    <a:lnTo>
                      <a:pt x="2260" y="3614"/>
                    </a:lnTo>
                    <a:lnTo>
                      <a:pt x="2558" y="3557"/>
                    </a:lnTo>
                    <a:lnTo>
                      <a:pt x="2573" y="3705"/>
                    </a:lnTo>
                    <a:lnTo>
                      <a:pt x="2750" y="3650"/>
                    </a:lnTo>
                    <a:lnTo>
                      <a:pt x="2879" y="3807"/>
                    </a:lnTo>
                    <a:lnTo>
                      <a:pt x="3012" y="3875"/>
                    </a:lnTo>
                    <a:lnTo>
                      <a:pt x="3031" y="3797"/>
                    </a:lnTo>
                    <a:lnTo>
                      <a:pt x="3118" y="3696"/>
                    </a:lnTo>
                    <a:lnTo>
                      <a:pt x="2900" y="3391"/>
                    </a:lnTo>
                    <a:lnTo>
                      <a:pt x="2929" y="3301"/>
                    </a:lnTo>
                    <a:lnTo>
                      <a:pt x="2926" y="3092"/>
                    </a:lnTo>
                    <a:lnTo>
                      <a:pt x="2687" y="2962"/>
                    </a:lnTo>
                    <a:lnTo>
                      <a:pt x="2485" y="2797"/>
                    </a:lnTo>
                    <a:lnTo>
                      <a:pt x="2367" y="2642"/>
                    </a:lnTo>
                    <a:lnTo>
                      <a:pt x="2382" y="1774"/>
                    </a:lnTo>
                    <a:lnTo>
                      <a:pt x="2855" y="1719"/>
                    </a:lnTo>
                    <a:lnTo>
                      <a:pt x="3135" y="1599"/>
                    </a:lnTo>
                    <a:lnTo>
                      <a:pt x="3351" y="1749"/>
                    </a:lnTo>
                    <a:lnTo>
                      <a:pt x="3460" y="1629"/>
                    </a:lnTo>
                    <a:lnTo>
                      <a:pt x="3401" y="1315"/>
                    </a:lnTo>
                    <a:lnTo>
                      <a:pt x="3277" y="1220"/>
                    </a:lnTo>
                    <a:lnTo>
                      <a:pt x="2628" y="1190"/>
                    </a:lnTo>
                    <a:lnTo>
                      <a:pt x="2603" y="461"/>
                    </a:lnTo>
                    <a:close/>
                  </a:path>
                </a:pathLst>
              </a:custGeom>
              <a:grpFill/>
              <a:ln w="19050" cmpd="sng">
                <a:solidFill>
                  <a:schemeClr val="tx2"/>
                </a:solidFill>
                <a:prstDash val="solid"/>
                <a:round/>
                <a:headEnd/>
                <a:tailEnd/>
              </a:ln>
              <a:effectLst/>
            </p:spPr>
            <p:txBody>
              <a:bodyPr/>
              <a:lstStyle/>
              <a:p>
                <a:endParaRPr lang="en-US" kern="0" noProof="0" dirty="0">
                  <a:solidFill>
                    <a:sysClr val="windowText" lastClr="000000"/>
                  </a:solidFill>
                  <a:latin typeface="+mj-lt"/>
                </a:endParaRPr>
              </a:p>
            </p:txBody>
          </p:sp>
          <p:sp>
            <p:nvSpPr>
              <p:cNvPr id="71" name="Freeform 57">
                <a:extLst>
                  <a:ext uri="{FF2B5EF4-FFF2-40B4-BE49-F238E27FC236}">
                    <a16:creationId xmlns:a16="http://schemas.microsoft.com/office/drawing/2014/main" id="{6A52D170-CA39-5A24-E609-E348DAD0E0E0}"/>
                  </a:ext>
                </a:extLst>
              </p:cNvPr>
              <p:cNvSpPr>
                <a:spLocks/>
              </p:cNvSpPr>
              <p:nvPr/>
            </p:nvSpPr>
            <p:spPr bwMode="auto">
              <a:xfrm>
                <a:off x="4332552" y="4342767"/>
                <a:ext cx="1185863" cy="728663"/>
              </a:xfrm>
              <a:custGeom>
                <a:avLst/>
                <a:gdLst/>
                <a:ahLst/>
                <a:cxnLst>
                  <a:cxn ang="0">
                    <a:pos x="28" y="598"/>
                  </a:cxn>
                  <a:cxn ang="0">
                    <a:pos x="0" y="1217"/>
                  </a:cxn>
                  <a:cxn ang="0">
                    <a:pos x="205" y="1540"/>
                  </a:cxn>
                  <a:cxn ang="0">
                    <a:pos x="252" y="1687"/>
                  </a:cxn>
                  <a:cxn ang="0">
                    <a:pos x="500" y="1912"/>
                  </a:cxn>
                  <a:cxn ang="0">
                    <a:pos x="654" y="1875"/>
                  </a:cxn>
                  <a:cxn ang="0">
                    <a:pos x="756" y="1767"/>
                  </a:cxn>
                  <a:cxn ang="0">
                    <a:pos x="796" y="1672"/>
                  </a:cxn>
                  <a:cxn ang="0">
                    <a:pos x="984" y="1660"/>
                  </a:cxn>
                  <a:cxn ang="0">
                    <a:pos x="1173" y="1807"/>
                  </a:cxn>
                  <a:cxn ang="0">
                    <a:pos x="1323" y="2042"/>
                  </a:cxn>
                  <a:cxn ang="0">
                    <a:pos x="1547" y="2178"/>
                  </a:cxn>
                  <a:cxn ang="0">
                    <a:pos x="2032" y="1694"/>
                  </a:cxn>
                  <a:cxn ang="0">
                    <a:pos x="2034" y="1517"/>
                  </a:cxn>
                  <a:cxn ang="0">
                    <a:pos x="2106" y="1401"/>
                  </a:cxn>
                  <a:cxn ang="0">
                    <a:pos x="2380" y="1125"/>
                  </a:cxn>
                  <a:cxn ang="0">
                    <a:pos x="2623" y="992"/>
                  </a:cxn>
                  <a:cxn ang="0">
                    <a:pos x="3323" y="826"/>
                  </a:cxn>
                  <a:cxn ang="0">
                    <a:pos x="3499" y="680"/>
                  </a:cxn>
                  <a:cxn ang="0">
                    <a:pos x="3429" y="618"/>
                  </a:cxn>
                  <a:cxn ang="0">
                    <a:pos x="3252" y="634"/>
                  </a:cxn>
                  <a:cxn ang="0">
                    <a:pos x="2956" y="657"/>
                  </a:cxn>
                  <a:cxn ang="0">
                    <a:pos x="2856" y="554"/>
                  </a:cxn>
                  <a:cxn ang="0">
                    <a:pos x="2757" y="369"/>
                  </a:cxn>
                  <a:cxn ang="0">
                    <a:pos x="2821" y="254"/>
                  </a:cxn>
                  <a:cxn ang="0">
                    <a:pos x="3033" y="120"/>
                  </a:cxn>
                  <a:cxn ang="0">
                    <a:pos x="2862" y="72"/>
                  </a:cxn>
                  <a:cxn ang="0">
                    <a:pos x="2769" y="155"/>
                  </a:cxn>
                  <a:cxn ang="0">
                    <a:pos x="2665" y="107"/>
                  </a:cxn>
                  <a:cxn ang="0">
                    <a:pos x="2543" y="108"/>
                  </a:cxn>
                  <a:cxn ang="0">
                    <a:pos x="2446" y="35"/>
                  </a:cxn>
                  <a:cxn ang="0">
                    <a:pos x="2283" y="44"/>
                  </a:cxn>
                  <a:cxn ang="0">
                    <a:pos x="2197" y="0"/>
                  </a:cxn>
                  <a:cxn ang="0">
                    <a:pos x="2035" y="68"/>
                  </a:cxn>
                  <a:cxn ang="0">
                    <a:pos x="1799" y="60"/>
                  </a:cxn>
                  <a:cxn ang="0">
                    <a:pos x="1622" y="104"/>
                  </a:cxn>
                  <a:cxn ang="0">
                    <a:pos x="1445" y="48"/>
                  </a:cxn>
                  <a:cxn ang="0">
                    <a:pos x="1362" y="60"/>
                  </a:cxn>
                  <a:cxn ang="0">
                    <a:pos x="1398" y="140"/>
                  </a:cxn>
                  <a:cxn ang="0">
                    <a:pos x="1232" y="140"/>
                  </a:cxn>
                  <a:cxn ang="0">
                    <a:pos x="1055" y="239"/>
                  </a:cxn>
                  <a:cxn ang="0">
                    <a:pos x="760" y="311"/>
                  </a:cxn>
                  <a:cxn ang="0">
                    <a:pos x="618" y="455"/>
                  </a:cxn>
                  <a:cxn ang="0">
                    <a:pos x="382" y="546"/>
                  </a:cxn>
                  <a:cxn ang="0">
                    <a:pos x="98" y="511"/>
                  </a:cxn>
                  <a:cxn ang="0">
                    <a:pos x="28" y="598"/>
                  </a:cxn>
                </a:cxnLst>
                <a:rect l="0" t="0" r="r" b="b"/>
                <a:pathLst>
                  <a:path w="3499" h="2178">
                    <a:moveTo>
                      <a:pt x="28" y="598"/>
                    </a:moveTo>
                    <a:lnTo>
                      <a:pt x="0" y="1217"/>
                    </a:lnTo>
                    <a:lnTo>
                      <a:pt x="205" y="1540"/>
                    </a:lnTo>
                    <a:lnTo>
                      <a:pt x="252" y="1687"/>
                    </a:lnTo>
                    <a:lnTo>
                      <a:pt x="500" y="1912"/>
                    </a:lnTo>
                    <a:lnTo>
                      <a:pt x="654" y="1875"/>
                    </a:lnTo>
                    <a:lnTo>
                      <a:pt x="756" y="1767"/>
                    </a:lnTo>
                    <a:lnTo>
                      <a:pt x="796" y="1672"/>
                    </a:lnTo>
                    <a:lnTo>
                      <a:pt x="984" y="1660"/>
                    </a:lnTo>
                    <a:lnTo>
                      <a:pt x="1173" y="1807"/>
                    </a:lnTo>
                    <a:lnTo>
                      <a:pt x="1323" y="2042"/>
                    </a:lnTo>
                    <a:lnTo>
                      <a:pt x="1547" y="2178"/>
                    </a:lnTo>
                    <a:lnTo>
                      <a:pt x="2032" y="1694"/>
                    </a:lnTo>
                    <a:lnTo>
                      <a:pt x="2034" y="1517"/>
                    </a:lnTo>
                    <a:lnTo>
                      <a:pt x="2106" y="1401"/>
                    </a:lnTo>
                    <a:lnTo>
                      <a:pt x="2380" y="1125"/>
                    </a:lnTo>
                    <a:lnTo>
                      <a:pt x="2623" y="992"/>
                    </a:lnTo>
                    <a:lnTo>
                      <a:pt x="3323" y="826"/>
                    </a:lnTo>
                    <a:lnTo>
                      <a:pt x="3499" y="680"/>
                    </a:lnTo>
                    <a:lnTo>
                      <a:pt x="3429" y="618"/>
                    </a:lnTo>
                    <a:lnTo>
                      <a:pt x="3252" y="634"/>
                    </a:lnTo>
                    <a:lnTo>
                      <a:pt x="2956" y="657"/>
                    </a:lnTo>
                    <a:lnTo>
                      <a:pt x="2856" y="554"/>
                    </a:lnTo>
                    <a:lnTo>
                      <a:pt x="2757" y="369"/>
                    </a:lnTo>
                    <a:lnTo>
                      <a:pt x="2821" y="254"/>
                    </a:lnTo>
                    <a:lnTo>
                      <a:pt x="3033" y="120"/>
                    </a:lnTo>
                    <a:lnTo>
                      <a:pt x="2862" y="72"/>
                    </a:lnTo>
                    <a:lnTo>
                      <a:pt x="2769" y="155"/>
                    </a:lnTo>
                    <a:lnTo>
                      <a:pt x="2665" y="107"/>
                    </a:lnTo>
                    <a:lnTo>
                      <a:pt x="2543" y="108"/>
                    </a:lnTo>
                    <a:lnTo>
                      <a:pt x="2446" y="35"/>
                    </a:lnTo>
                    <a:lnTo>
                      <a:pt x="2283" y="44"/>
                    </a:lnTo>
                    <a:lnTo>
                      <a:pt x="2197" y="0"/>
                    </a:lnTo>
                    <a:lnTo>
                      <a:pt x="2035" y="68"/>
                    </a:lnTo>
                    <a:lnTo>
                      <a:pt x="1799" y="60"/>
                    </a:lnTo>
                    <a:lnTo>
                      <a:pt x="1622" y="104"/>
                    </a:lnTo>
                    <a:lnTo>
                      <a:pt x="1445" y="48"/>
                    </a:lnTo>
                    <a:lnTo>
                      <a:pt x="1362" y="60"/>
                    </a:lnTo>
                    <a:lnTo>
                      <a:pt x="1398" y="140"/>
                    </a:lnTo>
                    <a:lnTo>
                      <a:pt x="1232" y="140"/>
                    </a:lnTo>
                    <a:lnTo>
                      <a:pt x="1055" y="239"/>
                    </a:lnTo>
                    <a:lnTo>
                      <a:pt x="760" y="311"/>
                    </a:lnTo>
                    <a:lnTo>
                      <a:pt x="618" y="455"/>
                    </a:lnTo>
                    <a:lnTo>
                      <a:pt x="382" y="546"/>
                    </a:lnTo>
                    <a:lnTo>
                      <a:pt x="98" y="511"/>
                    </a:lnTo>
                    <a:lnTo>
                      <a:pt x="28" y="598"/>
                    </a:lnTo>
                    <a:close/>
                  </a:path>
                </a:pathLst>
              </a:custGeom>
              <a:grpFill/>
              <a:ln w="19050" cmpd="sng">
                <a:solidFill>
                  <a:schemeClr val="tx2"/>
                </a:solidFill>
                <a:prstDash val="solid"/>
                <a:round/>
                <a:headEnd/>
                <a:tailEnd/>
              </a:ln>
              <a:effectLst/>
            </p:spPr>
            <p:txBody>
              <a:bodyPr/>
              <a:lstStyle/>
              <a:p>
                <a:endParaRPr lang="en-US" kern="0" noProof="0" dirty="0">
                  <a:solidFill>
                    <a:sysClr val="windowText" lastClr="000000"/>
                  </a:solidFill>
                  <a:latin typeface="+mj-lt"/>
                </a:endParaRPr>
              </a:p>
            </p:txBody>
          </p:sp>
          <p:sp>
            <p:nvSpPr>
              <p:cNvPr id="72" name="Freeform 58">
                <a:extLst>
                  <a:ext uri="{FF2B5EF4-FFF2-40B4-BE49-F238E27FC236}">
                    <a16:creationId xmlns:a16="http://schemas.microsoft.com/office/drawing/2014/main" id="{9BBB6EFD-1FF3-B227-CAE5-FFF30DF1279F}"/>
                  </a:ext>
                </a:extLst>
              </p:cNvPr>
              <p:cNvSpPr>
                <a:spLocks/>
              </p:cNvSpPr>
              <p:nvPr/>
            </p:nvSpPr>
            <p:spPr bwMode="auto">
              <a:xfrm>
                <a:off x="3930914" y="3712529"/>
                <a:ext cx="1233488" cy="1065213"/>
              </a:xfrm>
              <a:custGeom>
                <a:avLst/>
                <a:gdLst/>
                <a:ahLst/>
                <a:cxnLst>
                  <a:cxn ang="0">
                    <a:pos x="453" y="1091"/>
                  </a:cxn>
                  <a:cxn ang="0">
                    <a:pos x="606" y="958"/>
                  </a:cxn>
                  <a:cxn ang="0">
                    <a:pos x="770" y="812"/>
                  </a:cxn>
                  <a:cxn ang="0">
                    <a:pos x="980" y="722"/>
                  </a:cxn>
                  <a:cxn ang="0">
                    <a:pos x="1110" y="602"/>
                  </a:cxn>
                  <a:cxn ang="0">
                    <a:pos x="1090" y="483"/>
                  </a:cxn>
                  <a:cxn ang="0">
                    <a:pos x="1043" y="395"/>
                  </a:cxn>
                  <a:cxn ang="0">
                    <a:pos x="1196" y="323"/>
                  </a:cxn>
                  <a:cxn ang="0">
                    <a:pos x="1232" y="435"/>
                  </a:cxn>
                  <a:cxn ang="0">
                    <a:pos x="1334" y="531"/>
                  </a:cxn>
                  <a:cxn ang="0">
                    <a:pos x="1571" y="610"/>
                  </a:cxn>
                  <a:cxn ang="0">
                    <a:pos x="1681" y="575"/>
                  </a:cxn>
                  <a:cxn ang="0">
                    <a:pos x="1785" y="195"/>
                  </a:cxn>
                  <a:cxn ang="0">
                    <a:pos x="2006" y="429"/>
                  </a:cxn>
                  <a:cxn ang="0">
                    <a:pos x="2114" y="543"/>
                  </a:cxn>
                  <a:cxn ang="0">
                    <a:pos x="2268" y="519"/>
                  </a:cxn>
                  <a:cxn ang="0">
                    <a:pos x="2421" y="543"/>
                  </a:cxn>
                  <a:cxn ang="0">
                    <a:pos x="2516" y="459"/>
                  </a:cxn>
                  <a:cxn ang="0">
                    <a:pos x="2638" y="435"/>
                  </a:cxn>
                  <a:cxn ang="0">
                    <a:pos x="2768" y="467"/>
                  </a:cxn>
                  <a:cxn ang="0">
                    <a:pos x="2976" y="311"/>
                  </a:cxn>
                  <a:cxn ang="0">
                    <a:pos x="3307" y="172"/>
                  </a:cxn>
                  <a:cxn ang="0">
                    <a:pos x="3638" y="0"/>
                  </a:cxn>
                  <a:cxn ang="0">
                    <a:pos x="3629" y="1919"/>
                  </a:cxn>
                  <a:cxn ang="0">
                    <a:pos x="3464" y="1929"/>
                  </a:cxn>
                  <a:cxn ang="0">
                    <a:pos x="3378" y="1884"/>
                  </a:cxn>
                  <a:cxn ang="0">
                    <a:pos x="3215" y="1952"/>
                  </a:cxn>
                  <a:cxn ang="0">
                    <a:pos x="2976" y="1944"/>
                  </a:cxn>
                  <a:cxn ang="0">
                    <a:pos x="2802" y="1988"/>
                  </a:cxn>
                  <a:cxn ang="0">
                    <a:pos x="2625" y="1931"/>
                  </a:cxn>
                  <a:cxn ang="0">
                    <a:pos x="2544" y="1944"/>
                  </a:cxn>
                  <a:cxn ang="0">
                    <a:pos x="2579" y="2024"/>
                  </a:cxn>
                  <a:cxn ang="0">
                    <a:pos x="2412" y="2025"/>
                  </a:cxn>
                  <a:cxn ang="0">
                    <a:pos x="2237" y="2124"/>
                  </a:cxn>
                  <a:cxn ang="0">
                    <a:pos x="1941" y="2196"/>
                  </a:cxn>
                  <a:cxn ang="0">
                    <a:pos x="1807" y="2334"/>
                  </a:cxn>
                  <a:cxn ang="0">
                    <a:pos x="1563" y="2430"/>
                  </a:cxn>
                  <a:cxn ang="0">
                    <a:pos x="1278" y="2396"/>
                  </a:cxn>
                  <a:cxn ang="0">
                    <a:pos x="1208" y="2482"/>
                  </a:cxn>
                  <a:cxn ang="0">
                    <a:pos x="1183" y="3104"/>
                  </a:cxn>
                  <a:cxn ang="0">
                    <a:pos x="889" y="3184"/>
                  </a:cxn>
                  <a:cxn ang="0">
                    <a:pos x="623" y="2968"/>
                  </a:cxn>
                  <a:cxn ang="0">
                    <a:pos x="387" y="2926"/>
                  </a:cxn>
                  <a:cxn ang="0">
                    <a:pos x="299" y="2769"/>
                  </a:cxn>
                  <a:cxn ang="0">
                    <a:pos x="260" y="2538"/>
                  </a:cxn>
                  <a:cxn ang="0">
                    <a:pos x="236" y="2301"/>
                  </a:cxn>
                  <a:cxn ang="0">
                    <a:pos x="299" y="2171"/>
                  </a:cxn>
                  <a:cxn ang="0">
                    <a:pos x="287" y="2035"/>
                  </a:cxn>
                  <a:cxn ang="0">
                    <a:pos x="134" y="1910"/>
                  </a:cxn>
                  <a:cxn ang="0">
                    <a:pos x="0" y="1842"/>
                  </a:cxn>
                  <a:cxn ang="0">
                    <a:pos x="90" y="1719"/>
                  </a:cxn>
                  <a:cxn ang="0">
                    <a:pos x="300" y="1572"/>
                  </a:cxn>
                  <a:cxn ang="0">
                    <a:pos x="306" y="1345"/>
                  </a:cxn>
                  <a:cxn ang="0">
                    <a:pos x="453" y="1091"/>
                  </a:cxn>
                </a:cxnLst>
                <a:rect l="0" t="0" r="r" b="b"/>
                <a:pathLst>
                  <a:path w="3638" h="3184">
                    <a:moveTo>
                      <a:pt x="453" y="1091"/>
                    </a:moveTo>
                    <a:lnTo>
                      <a:pt x="606" y="958"/>
                    </a:lnTo>
                    <a:lnTo>
                      <a:pt x="770" y="812"/>
                    </a:lnTo>
                    <a:lnTo>
                      <a:pt x="980" y="722"/>
                    </a:lnTo>
                    <a:lnTo>
                      <a:pt x="1110" y="602"/>
                    </a:lnTo>
                    <a:lnTo>
                      <a:pt x="1090" y="483"/>
                    </a:lnTo>
                    <a:lnTo>
                      <a:pt x="1043" y="395"/>
                    </a:lnTo>
                    <a:lnTo>
                      <a:pt x="1196" y="323"/>
                    </a:lnTo>
                    <a:lnTo>
                      <a:pt x="1232" y="435"/>
                    </a:lnTo>
                    <a:lnTo>
                      <a:pt x="1334" y="531"/>
                    </a:lnTo>
                    <a:lnTo>
                      <a:pt x="1571" y="610"/>
                    </a:lnTo>
                    <a:lnTo>
                      <a:pt x="1681" y="575"/>
                    </a:lnTo>
                    <a:lnTo>
                      <a:pt x="1785" y="195"/>
                    </a:lnTo>
                    <a:lnTo>
                      <a:pt x="2006" y="429"/>
                    </a:lnTo>
                    <a:lnTo>
                      <a:pt x="2114" y="543"/>
                    </a:lnTo>
                    <a:lnTo>
                      <a:pt x="2268" y="519"/>
                    </a:lnTo>
                    <a:lnTo>
                      <a:pt x="2421" y="543"/>
                    </a:lnTo>
                    <a:lnTo>
                      <a:pt x="2516" y="459"/>
                    </a:lnTo>
                    <a:lnTo>
                      <a:pt x="2638" y="435"/>
                    </a:lnTo>
                    <a:lnTo>
                      <a:pt x="2768" y="467"/>
                    </a:lnTo>
                    <a:lnTo>
                      <a:pt x="2976" y="311"/>
                    </a:lnTo>
                    <a:lnTo>
                      <a:pt x="3307" y="172"/>
                    </a:lnTo>
                    <a:lnTo>
                      <a:pt x="3638" y="0"/>
                    </a:lnTo>
                    <a:lnTo>
                      <a:pt x="3629" y="1919"/>
                    </a:lnTo>
                    <a:lnTo>
                      <a:pt x="3464" y="1929"/>
                    </a:lnTo>
                    <a:lnTo>
                      <a:pt x="3378" y="1884"/>
                    </a:lnTo>
                    <a:lnTo>
                      <a:pt x="3215" y="1952"/>
                    </a:lnTo>
                    <a:lnTo>
                      <a:pt x="2976" y="1944"/>
                    </a:lnTo>
                    <a:lnTo>
                      <a:pt x="2802" y="1988"/>
                    </a:lnTo>
                    <a:lnTo>
                      <a:pt x="2625" y="1931"/>
                    </a:lnTo>
                    <a:lnTo>
                      <a:pt x="2544" y="1944"/>
                    </a:lnTo>
                    <a:lnTo>
                      <a:pt x="2579" y="2024"/>
                    </a:lnTo>
                    <a:lnTo>
                      <a:pt x="2412" y="2025"/>
                    </a:lnTo>
                    <a:lnTo>
                      <a:pt x="2237" y="2124"/>
                    </a:lnTo>
                    <a:lnTo>
                      <a:pt x="1941" y="2196"/>
                    </a:lnTo>
                    <a:lnTo>
                      <a:pt x="1807" y="2334"/>
                    </a:lnTo>
                    <a:lnTo>
                      <a:pt x="1563" y="2430"/>
                    </a:lnTo>
                    <a:lnTo>
                      <a:pt x="1278" y="2396"/>
                    </a:lnTo>
                    <a:lnTo>
                      <a:pt x="1208" y="2482"/>
                    </a:lnTo>
                    <a:lnTo>
                      <a:pt x="1183" y="3104"/>
                    </a:lnTo>
                    <a:lnTo>
                      <a:pt x="889" y="3184"/>
                    </a:lnTo>
                    <a:lnTo>
                      <a:pt x="623" y="2968"/>
                    </a:lnTo>
                    <a:lnTo>
                      <a:pt x="387" y="2926"/>
                    </a:lnTo>
                    <a:lnTo>
                      <a:pt x="299" y="2769"/>
                    </a:lnTo>
                    <a:lnTo>
                      <a:pt x="260" y="2538"/>
                    </a:lnTo>
                    <a:lnTo>
                      <a:pt x="236" y="2301"/>
                    </a:lnTo>
                    <a:lnTo>
                      <a:pt x="299" y="2171"/>
                    </a:lnTo>
                    <a:lnTo>
                      <a:pt x="287" y="2035"/>
                    </a:lnTo>
                    <a:lnTo>
                      <a:pt x="134" y="1910"/>
                    </a:lnTo>
                    <a:lnTo>
                      <a:pt x="0" y="1842"/>
                    </a:lnTo>
                    <a:lnTo>
                      <a:pt x="90" y="1719"/>
                    </a:lnTo>
                    <a:lnTo>
                      <a:pt x="300" y="1572"/>
                    </a:lnTo>
                    <a:lnTo>
                      <a:pt x="306" y="1345"/>
                    </a:lnTo>
                    <a:lnTo>
                      <a:pt x="453" y="1091"/>
                    </a:lnTo>
                    <a:close/>
                  </a:path>
                </a:pathLst>
              </a:custGeom>
              <a:grpFill/>
              <a:ln w="19050" cmpd="sng">
                <a:solidFill>
                  <a:schemeClr val="tx2"/>
                </a:solidFill>
                <a:prstDash val="solid"/>
                <a:round/>
                <a:headEnd/>
                <a:tailEnd/>
              </a:ln>
              <a:effectLst/>
            </p:spPr>
            <p:txBody>
              <a:bodyPr/>
              <a:lstStyle/>
              <a:p>
                <a:endParaRPr lang="en-US" kern="0" noProof="0" dirty="0">
                  <a:solidFill>
                    <a:sysClr val="windowText" lastClr="000000"/>
                  </a:solidFill>
                  <a:latin typeface="+mj-lt"/>
                </a:endParaRPr>
              </a:p>
            </p:txBody>
          </p:sp>
          <p:sp>
            <p:nvSpPr>
              <p:cNvPr id="73" name="Freeform 59">
                <a:extLst>
                  <a:ext uri="{FF2B5EF4-FFF2-40B4-BE49-F238E27FC236}">
                    <a16:creationId xmlns:a16="http://schemas.microsoft.com/office/drawing/2014/main" id="{30AB3DB5-A8D6-C933-61C3-0CE39061B0D0}"/>
                  </a:ext>
                </a:extLst>
              </p:cNvPr>
              <p:cNvSpPr>
                <a:spLocks/>
              </p:cNvSpPr>
              <p:nvPr/>
            </p:nvSpPr>
            <p:spPr bwMode="auto">
              <a:xfrm>
                <a:off x="4084902" y="3723642"/>
                <a:ext cx="147638" cy="354013"/>
              </a:xfrm>
              <a:custGeom>
                <a:avLst/>
                <a:gdLst/>
                <a:ahLst/>
                <a:cxnLst>
                  <a:cxn ang="0">
                    <a:pos x="498" y="0"/>
                  </a:cxn>
                  <a:cxn ang="0">
                    <a:pos x="364" y="125"/>
                  </a:cxn>
                  <a:cxn ang="0">
                    <a:pos x="315" y="359"/>
                  </a:cxn>
                  <a:cxn ang="0">
                    <a:pos x="237" y="902"/>
                  </a:cxn>
                  <a:cxn ang="0">
                    <a:pos x="99" y="927"/>
                  </a:cxn>
                  <a:cxn ang="0">
                    <a:pos x="0" y="1125"/>
                  </a:cxn>
                  <a:cxn ang="0">
                    <a:pos x="0" y="1320"/>
                  </a:cxn>
                  <a:cxn ang="0">
                    <a:pos x="399" y="971"/>
                  </a:cxn>
                  <a:cxn ang="0">
                    <a:pos x="438" y="717"/>
                  </a:cxn>
                  <a:cxn ang="0">
                    <a:pos x="488" y="469"/>
                  </a:cxn>
                  <a:cxn ang="0">
                    <a:pos x="542" y="224"/>
                  </a:cxn>
                  <a:cxn ang="0">
                    <a:pos x="498" y="0"/>
                  </a:cxn>
                </a:cxnLst>
                <a:rect l="0" t="0" r="r" b="b"/>
                <a:pathLst>
                  <a:path w="542" h="1320">
                    <a:moveTo>
                      <a:pt x="498" y="0"/>
                    </a:moveTo>
                    <a:lnTo>
                      <a:pt x="364" y="125"/>
                    </a:lnTo>
                    <a:lnTo>
                      <a:pt x="315" y="359"/>
                    </a:lnTo>
                    <a:lnTo>
                      <a:pt x="237" y="902"/>
                    </a:lnTo>
                    <a:lnTo>
                      <a:pt x="99" y="927"/>
                    </a:lnTo>
                    <a:lnTo>
                      <a:pt x="0" y="1125"/>
                    </a:lnTo>
                    <a:lnTo>
                      <a:pt x="0" y="1320"/>
                    </a:lnTo>
                    <a:lnTo>
                      <a:pt x="399" y="971"/>
                    </a:lnTo>
                    <a:lnTo>
                      <a:pt x="438" y="717"/>
                    </a:lnTo>
                    <a:lnTo>
                      <a:pt x="488" y="469"/>
                    </a:lnTo>
                    <a:lnTo>
                      <a:pt x="542" y="224"/>
                    </a:lnTo>
                    <a:lnTo>
                      <a:pt x="498" y="0"/>
                    </a:lnTo>
                    <a:close/>
                  </a:path>
                </a:pathLst>
              </a:custGeom>
              <a:grpFill/>
              <a:ln w="19050" cmpd="sng">
                <a:solidFill>
                  <a:schemeClr val="tx2"/>
                </a:solidFill>
                <a:prstDash val="solid"/>
                <a:round/>
                <a:headEnd/>
                <a:tailEnd/>
              </a:ln>
              <a:effectLst/>
            </p:spPr>
            <p:txBody>
              <a:bodyPr/>
              <a:lstStyle/>
              <a:p>
                <a:endParaRPr lang="en-US" kern="0" noProof="0" dirty="0">
                  <a:solidFill>
                    <a:sysClr val="windowText" lastClr="000000"/>
                  </a:solidFill>
                  <a:latin typeface="+mj-lt"/>
                </a:endParaRPr>
              </a:p>
            </p:txBody>
          </p:sp>
          <p:sp>
            <p:nvSpPr>
              <p:cNvPr id="74" name="Freeform 60">
                <a:extLst>
                  <a:ext uri="{FF2B5EF4-FFF2-40B4-BE49-F238E27FC236}">
                    <a16:creationId xmlns:a16="http://schemas.microsoft.com/office/drawing/2014/main" id="{F1B40D96-BE2C-487E-8803-669AFA90602F}"/>
                  </a:ext>
                </a:extLst>
              </p:cNvPr>
              <p:cNvSpPr>
                <a:spLocks/>
              </p:cNvSpPr>
              <p:nvPr/>
            </p:nvSpPr>
            <p:spPr bwMode="auto">
              <a:xfrm>
                <a:off x="3948377" y="3407729"/>
                <a:ext cx="587375" cy="625475"/>
              </a:xfrm>
              <a:custGeom>
                <a:avLst/>
                <a:gdLst/>
                <a:ahLst/>
                <a:cxnLst>
                  <a:cxn ang="0">
                    <a:pos x="325" y="95"/>
                  </a:cxn>
                  <a:cxn ang="0">
                    <a:pos x="502" y="87"/>
                  </a:cxn>
                  <a:cxn ang="0">
                    <a:pos x="635" y="0"/>
                  </a:cxn>
                  <a:cxn ang="0">
                    <a:pos x="727" y="282"/>
                  </a:cxn>
                  <a:cxn ang="0">
                    <a:pos x="837" y="464"/>
                  </a:cxn>
                  <a:cxn ang="0">
                    <a:pos x="1006" y="588"/>
                  </a:cxn>
                  <a:cxn ang="0">
                    <a:pos x="1237" y="379"/>
                  </a:cxn>
                  <a:cxn ang="0">
                    <a:pos x="1620" y="469"/>
                  </a:cxn>
                  <a:cxn ang="0">
                    <a:pos x="1546" y="706"/>
                  </a:cxn>
                  <a:cxn ang="0">
                    <a:pos x="1550" y="926"/>
                  </a:cxn>
                  <a:cxn ang="0">
                    <a:pos x="1647" y="1137"/>
                  </a:cxn>
                  <a:cxn ang="0">
                    <a:pos x="1846" y="1297"/>
                  </a:cxn>
                  <a:cxn ang="0">
                    <a:pos x="2067" y="1392"/>
                  </a:cxn>
                  <a:cxn ang="0">
                    <a:pos x="2166" y="1379"/>
                  </a:cxn>
                  <a:cxn ang="0">
                    <a:pos x="2040" y="1857"/>
                  </a:cxn>
                  <a:cxn ang="0">
                    <a:pos x="1901" y="1898"/>
                  </a:cxn>
                  <a:cxn ang="0">
                    <a:pos x="1609" y="1804"/>
                  </a:cxn>
                  <a:cxn ang="0">
                    <a:pos x="1477" y="1681"/>
                  </a:cxn>
                  <a:cxn ang="0">
                    <a:pos x="1432" y="1541"/>
                  </a:cxn>
                  <a:cxn ang="0">
                    <a:pos x="1242" y="1631"/>
                  </a:cxn>
                  <a:cxn ang="0">
                    <a:pos x="1301" y="1747"/>
                  </a:cxn>
                  <a:cxn ang="0">
                    <a:pos x="1325" y="1890"/>
                  </a:cxn>
                  <a:cxn ang="0">
                    <a:pos x="1166" y="2035"/>
                  </a:cxn>
                  <a:cxn ang="0">
                    <a:pos x="901" y="2154"/>
                  </a:cxn>
                  <a:cxn ang="0">
                    <a:pos x="945" y="1870"/>
                  </a:cxn>
                  <a:cxn ang="0">
                    <a:pos x="999" y="1619"/>
                  </a:cxn>
                  <a:cxn ang="0">
                    <a:pos x="1044" y="1407"/>
                  </a:cxn>
                  <a:cxn ang="0">
                    <a:pos x="1000" y="1182"/>
                  </a:cxn>
                  <a:cxn ang="0">
                    <a:pos x="864" y="1307"/>
                  </a:cxn>
                  <a:cxn ang="0">
                    <a:pos x="817" y="1550"/>
                  </a:cxn>
                  <a:cxn ang="0">
                    <a:pos x="736" y="2084"/>
                  </a:cxn>
                  <a:cxn ang="0">
                    <a:pos x="601" y="2112"/>
                  </a:cxn>
                  <a:cxn ang="0">
                    <a:pos x="502" y="2309"/>
                  </a:cxn>
                  <a:cxn ang="0">
                    <a:pos x="385" y="2337"/>
                  </a:cxn>
                  <a:cxn ang="0">
                    <a:pos x="394" y="2209"/>
                  </a:cxn>
                  <a:cxn ang="0">
                    <a:pos x="454" y="2048"/>
                  </a:cxn>
                  <a:cxn ang="0">
                    <a:pos x="231" y="1995"/>
                  </a:cxn>
                  <a:cxn ang="0">
                    <a:pos x="15" y="1868"/>
                  </a:cxn>
                  <a:cxn ang="0">
                    <a:pos x="0" y="1676"/>
                  </a:cxn>
                  <a:cxn ang="0">
                    <a:pos x="69" y="1511"/>
                  </a:cxn>
                  <a:cxn ang="0">
                    <a:pos x="74" y="1292"/>
                  </a:cxn>
                  <a:cxn ang="0">
                    <a:pos x="157" y="1032"/>
                  </a:cxn>
                  <a:cxn ang="0">
                    <a:pos x="132" y="579"/>
                  </a:cxn>
                  <a:cxn ang="0">
                    <a:pos x="266" y="484"/>
                  </a:cxn>
                  <a:cxn ang="0">
                    <a:pos x="281" y="299"/>
                  </a:cxn>
                  <a:cxn ang="0">
                    <a:pos x="325" y="95"/>
                  </a:cxn>
                </a:cxnLst>
                <a:rect l="0" t="0" r="r" b="b"/>
                <a:pathLst>
                  <a:path w="2166" h="2337">
                    <a:moveTo>
                      <a:pt x="325" y="95"/>
                    </a:moveTo>
                    <a:lnTo>
                      <a:pt x="502" y="87"/>
                    </a:lnTo>
                    <a:lnTo>
                      <a:pt x="635" y="0"/>
                    </a:lnTo>
                    <a:lnTo>
                      <a:pt x="727" y="282"/>
                    </a:lnTo>
                    <a:lnTo>
                      <a:pt x="837" y="464"/>
                    </a:lnTo>
                    <a:lnTo>
                      <a:pt x="1006" y="588"/>
                    </a:lnTo>
                    <a:lnTo>
                      <a:pt x="1237" y="379"/>
                    </a:lnTo>
                    <a:lnTo>
                      <a:pt x="1620" y="469"/>
                    </a:lnTo>
                    <a:lnTo>
                      <a:pt x="1546" y="706"/>
                    </a:lnTo>
                    <a:lnTo>
                      <a:pt x="1550" y="926"/>
                    </a:lnTo>
                    <a:lnTo>
                      <a:pt x="1647" y="1137"/>
                    </a:lnTo>
                    <a:lnTo>
                      <a:pt x="1846" y="1297"/>
                    </a:lnTo>
                    <a:lnTo>
                      <a:pt x="2067" y="1392"/>
                    </a:lnTo>
                    <a:lnTo>
                      <a:pt x="2166" y="1379"/>
                    </a:lnTo>
                    <a:lnTo>
                      <a:pt x="2040" y="1857"/>
                    </a:lnTo>
                    <a:lnTo>
                      <a:pt x="1901" y="1898"/>
                    </a:lnTo>
                    <a:lnTo>
                      <a:pt x="1609" y="1804"/>
                    </a:lnTo>
                    <a:lnTo>
                      <a:pt x="1477" y="1681"/>
                    </a:lnTo>
                    <a:lnTo>
                      <a:pt x="1432" y="1541"/>
                    </a:lnTo>
                    <a:lnTo>
                      <a:pt x="1242" y="1631"/>
                    </a:lnTo>
                    <a:lnTo>
                      <a:pt x="1301" y="1747"/>
                    </a:lnTo>
                    <a:lnTo>
                      <a:pt x="1325" y="1890"/>
                    </a:lnTo>
                    <a:lnTo>
                      <a:pt x="1166" y="2035"/>
                    </a:lnTo>
                    <a:lnTo>
                      <a:pt x="901" y="2154"/>
                    </a:lnTo>
                    <a:lnTo>
                      <a:pt x="945" y="1870"/>
                    </a:lnTo>
                    <a:lnTo>
                      <a:pt x="999" y="1619"/>
                    </a:lnTo>
                    <a:lnTo>
                      <a:pt x="1044" y="1407"/>
                    </a:lnTo>
                    <a:lnTo>
                      <a:pt x="1000" y="1182"/>
                    </a:lnTo>
                    <a:lnTo>
                      <a:pt x="864" y="1307"/>
                    </a:lnTo>
                    <a:lnTo>
                      <a:pt x="817" y="1550"/>
                    </a:lnTo>
                    <a:lnTo>
                      <a:pt x="736" y="2084"/>
                    </a:lnTo>
                    <a:lnTo>
                      <a:pt x="601" y="2112"/>
                    </a:lnTo>
                    <a:lnTo>
                      <a:pt x="502" y="2309"/>
                    </a:lnTo>
                    <a:lnTo>
                      <a:pt x="385" y="2337"/>
                    </a:lnTo>
                    <a:lnTo>
                      <a:pt x="394" y="2209"/>
                    </a:lnTo>
                    <a:lnTo>
                      <a:pt x="454" y="2048"/>
                    </a:lnTo>
                    <a:lnTo>
                      <a:pt x="231" y="1995"/>
                    </a:lnTo>
                    <a:lnTo>
                      <a:pt x="15" y="1868"/>
                    </a:lnTo>
                    <a:lnTo>
                      <a:pt x="0" y="1676"/>
                    </a:lnTo>
                    <a:lnTo>
                      <a:pt x="69" y="1511"/>
                    </a:lnTo>
                    <a:lnTo>
                      <a:pt x="74" y="1292"/>
                    </a:lnTo>
                    <a:lnTo>
                      <a:pt x="157" y="1032"/>
                    </a:lnTo>
                    <a:lnTo>
                      <a:pt x="132" y="579"/>
                    </a:lnTo>
                    <a:lnTo>
                      <a:pt x="266" y="484"/>
                    </a:lnTo>
                    <a:lnTo>
                      <a:pt x="281" y="299"/>
                    </a:lnTo>
                    <a:lnTo>
                      <a:pt x="325" y="95"/>
                    </a:lnTo>
                    <a:close/>
                  </a:path>
                </a:pathLst>
              </a:custGeom>
              <a:grpFill/>
              <a:ln w="19050" cmpd="sng">
                <a:solidFill>
                  <a:schemeClr val="tx2"/>
                </a:solidFill>
                <a:prstDash val="solid"/>
                <a:round/>
                <a:headEnd/>
                <a:tailEnd/>
              </a:ln>
              <a:effectLst/>
            </p:spPr>
            <p:txBody>
              <a:bodyPr/>
              <a:lstStyle/>
              <a:p>
                <a:pPr fontAlgn="base">
                  <a:spcBef>
                    <a:spcPct val="0"/>
                  </a:spcBef>
                  <a:spcAft>
                    <a:spcPct val="0"/>
                  </a:spcAft>
                </a:pPr>
                <a:endParaRPr lang="en-US" b="1" kern="0" noProof="0" dirty="0">
                  <a:solidFill>
                    <a:srgbClr val="000000"/>
                  </a:solidFill>
                  <a:latin typeface="+mj-lt"/>
                </a:endParaRPr>
              </a:p>
            </p:txBody>
          </p:sp>
          <p:sp>
            <p:nvSpPr>
              <p:cNvPr id="75" name="Freeform 61">
                <a:extLst>
                  <a:ext uri="{FF2B5EF4-FFF2-40B4-BE49-F238E27FC236}">
                    <a16:creationId xmlns:a16="http://schemas.microsoft.com/office/drawing/2014/main" id="{3585AAD8-7AE3-B912-0775-6F82926086EE}"/>
                  </a:ext>
                </a:extLst>
              </p:cNvPr>
              <p:cNvSpPr>
                <a:spLocks/>
              </p:cNvSpPr>
              <p:nvPr/>
            </p:nvSpPr>
            <p:spPr bwMode="auto">
              <a:xfrm>
                <a:off x="4019814" y="3015617"/>
                <a:ext cx="877888" cy="765175"/>
              </a:xfrm>
              <a:custGeom>
                <a:avLst/>
                <a:gdLst/>
                <a:ahLst/>
                <a:cxnLst>
                  <a:cxn ang="0">
                    <a:pos x="127" y="798"/>
                  </a:cxn>
                  <a:cxn ang="0">
                    <a:pos x="408" y="1024"/>
                  </a:cxn>
                  <a:cxn ang="0">
                    <a:pos x="617" y="1281"/>
                  </a:cxn>
                  <a:cxn ang="0">
                    <a:pos x="972" y="1245"/>
                  </a:cxn>
                  <a:cxn ang="0">
                    <a:pos x="995" y="1094"/>
                  </a:cxn>
                  <a:cxn ang="0">
                    <a:pos x="1062" y="970"/>
                  </a:cxn>
                  <a:cxn ang="0">
                    <a:pos x="1161" y="934"/>
                  </a:cxn>
                  <a:cxn ang="0">
                    <a:pos x="1243" y="962"/>
                  </a:cxn>
                  <a:cxn ang="0">
                    <a:pos x="1196" y="1257"/>
                  </a:cxn>
                  <a:cxn ang="0">
                    <a:pos x="1326" y="1249"/>
                  </a:cxn>
                  <a:cxn ang="0">
                    <a:pos x="1338" y="1142"/>
                  </a:cxn>
                  <a:cxn ang="0">
                    <a:pos x="1487" y="1078"/>
                  </a:cxn>
                  <a:cxn ang="0">
                    <a:pos x="1582" y="1082"/>
                  </a:cxn>
                  <a:cxn ang="0">
                    <a:pos x="1787" y="794"/>
                  </a:cxn>
                  <a:cxn ang="0">
                    <a:pos x="1810" y="663"/>
                  </a:cxn>
                  <a:cxn ang="0">
                    <a:pos x="1763" y="527"/>
                  </a:cxn>
                  <a:cxn ang="0">
                    <a:pos x="1822" y="479"/>
                  </a:cxn>
                  <a:cxn ang="0">
                    <a:pos x="1964" y="591"/>
                  </a:cxn>
                  <a:cxn ang="0">
                    <a:pos x="2082" y="411"/>
                  </a:cxn>
                  <a:cxn ang="0">
                    <a:pos x="2035" y="311"/>
                  </a:cxn>
                  <a:cxn ang="0">
                    <a:pos x="2043" y="184"/>
                  </a:cxn>
                  <a:cxn ang="0">
                    <a:pos x="2326" y="28"/>
                  </a:cxn>
                  <a:cxn ang="0">
                    <a:pos x="2444" y="0"/>
                  </a:cxn>
                  <a:cxn ang="0">
                    <a:pos x="2590" y="96"/>
                  </a:cxn>
                  <a:cxn ang="0">
                    <a:pos x="2456" y="335"/>
                  </a:cxn>
                  <a:cxn ang="0">
                    <a:pos x="2421" y="495"/>
                  </a:cxn>
                  <a:cxn ang="0">
                    <a:pos x="2196" y="706"/>
                  </a:cxn>
                  <a:cxn ang="0">
                    <a:pos x="2106" y="806"/>
                  </a:cxn>
                  <a:cxn ang="0">
                    <a:pos x="2196" y="1046"/>
                  </a:cxn>
                  <a:cxn ang="0">
                    <a:pos x="2066" y="1185"/>
                  </a:cxn>
                  <a:cxn ang="0">
                    <a:pos x="2236" y="1245"/>
                  </a:cxn>
                  <a:cxn ang="0">
                    <a:pos x="2291" y="1353"/>
                  </a:cxn>
                  <a:cxn ang="0">
                    <a:pos x="2082" y="1474"/>
                  </a:cxn>
                  <a:cxn ang="0">
                    <a:pos x="1865" y="1724"/>
                  </a:cxn>
                  <a:cxn ang="0">
                    <a:pos x="1749" y="1644"/>
                  </a:cxn>
                  <a:cxn ang="0">
                    <a:pos x="1621" y="1759"/>
                  </a:cxn>
                  <a:cxn ang="0">
                    <a:pos x="1657" y="1941"/>
                  </a:cxn>
                  <a:cxn ang="0">
                    <a:pos x="1512" y="2080"/>
                  </a:cxn>
                  <a:cxn ang="0">
                    <a:pos x="1549" y="2169"/>
                  </a:cxn>
                  <a:cxn ang="0">
                    <a:pos x="1524" y="2275"/>
                  </a:cxn>
                  <a:cxn ang="0">
                    <a:pos x="1441" y="2287"/>
                  </a:cxn>
                  <a:cxn ang="0">
                    <a:pos x="1263" y="2207"/>
                  </a:cxn>
                  <a:cxn ang="0">
                    <a:pos x="1109" y="2083"/>
                  </a:cxn>
                  <a:cxn ang="0">
                    <a:pos x="1031" y="1916"/>
                  </a:cxn>
                  <a:cxn ang="0">
                    <a:pos x="1027" y="1740"/>
                  </a:cxn>
                  <a:cxn ang="0">
                    <a:pos x="1086" y="1549"/>
                  </a:cxn>
                  <a:cxn ang="0">
                    <a:pos x="779" y="1477"/>
                  </a:cxn>
                  <a:cxn ang="0">
                    <a:pos x="594" y="1644"/>
                  </a:cxn>
                  <a:cxn ang="0">
                    <a:pos x="460" y="1545"/>
                  </a:cxn>
                  <a:cxn ang="0">
                    <a:pos x="369" y="1393"/>
                  </a:cxn>
                  <a:cxn ang="0">
                    <a:pos x="298" y="1173"/>
                  </a:cxn>
                  <a:cxn ang="0">
                    <a:pos x="192" y="1245"/>
                  </a:cxn>
                  <a:cxn ang="0">
                    <a:pos x="50" y="1249"/>
                  </a:cxn>
                  <a:cxn ang="0">
                    <a:pos x="0" y="1257"/>
                  </a:cxn>
                  <a:cxn ang="0">
                    <a:pos x="24" y="1078"/>
                  </a:cxn>
                  <a:cxn ang="0">
                    <a:pos x="75" y="900"/>
                  </a:cxn>
                  <a:cxn ang="0">
                    <a:pos x="127" y="798"/>
                  </a:cxn>
                </a:cxnLst>
                <a:rect l="0" t="0" r="r" b="b"/>
                <a:pathLst>
                  <a:path w="2590" h="2287">
                    <a:moveTo>
                      <a:pt x="127" y="798"/>
                    </a:moveTo>
                    <a:lnTo>
                      <a:pt x="408" y="1024"/>
                    </a:lnTo>
                    <a:lnTo>
                      <a:pt x="617" y="1281"/>
                    </a:lnTo>
                    <a:lnTo>
                      <a:pt x="972" y="1245"/>
                    </a:lnTo>
                    <a:lnTo>
                      <a:pt x="995" y="1094"/>
                    </a:lnTo>
                    <a:lnTo>
                      <a:pt x="1062" y="970"/>
                    </a:lnTo>
                    <a:lnTo>
                      <a:pt x="1161" y="934"/>
                    </a:lnTo>
                    <a:lnTo>
                      <a:pt x="1243" y="962"/>
                    </a:lnTo>
                    <a:lnTo>
                      <a:pt x="1196" y="1257"/>
                    </a:lnTo>
                    <a:lnTo>
                      <a:pt x="1326" y="1249"/>
                    </a:lnTo>
                    <a:lnTo>
                      <a:pt x="1338" y="1142"/>
                    </a:lnTo>
                    <a:lnTo>
                      <a:pt x="1487" y="1078"/>
                    </a:lnTo>
                    <a:lnTo>
                      <a:pt x="1582" y="1082"/>
                    </a:lnTo>
                    <a:lnTo>
                      <a:pt x="1787" y="794"/>
                    </a:lnTo>
                    <a:lnTo>
                      <a:pt x="1810" y="663"/>
                    </a:lnTo>
                    <a:lnTo>
                      <a:pt x="1763" y="527"/>
                    </a:lnTo>
                    <a:lnTo>
                      <a:pt x="1822" y="479"/>
                    </a:lnTo>
                    <a:lnTo>
                      <a:pt x="1964" y="591"/>
                    </a:lnTo>
                    <a:lnTo>
                      <a:pt x="2082" y="411"/>
                    </a:lnTo>
                    <a:lnTo>
                      <a:pt x="2035" y="311"/>
                    </a:lnTo>
                    <a:lnTo>
                      <a:pt x="2043" y="184"/>
                    </a:lnTo>
                    <a:lnTo>
                      <a:pt x="2326" y="28"/>
                    </a:lnTo>
                    <a:lnTo>
                      <a:pt x="2444" y="0"/>
                    </a:lnTo>
                    <a:lnTo>
                      <a:pt x="2590" y="96"/>
                    </a:lnTo>
                    <a:lnTo>
                      <a:pt x="2456" y="335"/>
                    </a:lnTo>
                    <a:lnTo>
                      <a:pt x="2421" y="495"/>
                    </a:lnTo>
                    <a:lnTo>
                      <a:pt x="2196" y="706"/>
                    </a:lnTo>
                    <a:lnTo>
                      <a:pt x="2106" y="806"/>
                    </a:lnTo>
                    <a:lnTo>
                      <a:pt x="2196" y="1046"/>
                    </a:lnTo>
                    <a:lnTo>
                      <a:pt x="2066" y="1185"/>
                    </a:lnTo>
                    <a:lnTo>
                      <a:pt x="2236" y="1245"/>
                    </a:lnTo>
                    <a:lnTo>
                      <a:pt x="2291" y="1353"/>
                    </a:lnTo>
                    <a:lnTo>
                      <a:pt x="2082" y="1474"/>
                    </a:lnTo>
                    <a:lnTo>
                      <a:pt x="1865" y="1724"/>
                    </a:lnTo>
                    <a:lnTo>
                      <a:pt x="1749" y="1644"/>
                    </a:lnTo>
                    <a:lnTo>
                      <a:pt x="1621" y="1759"/>
                    </a:lnTo>
                    <a:lnTo>
                      <a:pt x="1657" y="1941"/>
                    </a:lnTo>
                    <a:lnTo>
                      <a:pt x="1512" y="2080"/>
                    </a:lnTo>
                    <a:lnTo>
                      <a:pt x="1549" y="2169"/>
                    </a:lnTo>
                    <a:lnTo>
                      <a:pt x="1524" y="2275"/>
                    </a:lnTo>
                    <a:lnTo>
                      <a:pt x="1441" y="2287"/>
                    </a:lnTo>
                    <a:lnTo>
                      <a:pt x="1263" y="2207"/>
                    </a:lnTo>
                    <a:lnTo>
                      <a:pt x="1109" y="2083"/>
                    </a:lnTo>
                    <a:lnTo>
                      <a:pt x="1031" y="1916"/>
                    </a:lnTo>
                    <a:lnTo>
                      <a:pt x="1027" y="1740"/>
                    </a:lnTo>
                    <a:lnTo>
                      <a:pt x="1086" y="1549"/>
                    </a:lnTo>
                    <a:lnTo>
                      <a:pt x="779" y="1477"/>
                    </a:lnTo>
                    <a:lnTo>
                      <a:pt x="594" y="1644"/>
                    </a:lnTo>
                    <a:lnTo>
                      <a:pt x="460" y="1545"/>
                    </a:lnTo>
                    <a:lnTo>
                      <a:pt x="369" y="1393"/>
                    </a:lnTo>
                    <a:lnTo>
                      <a:pt x="298" y="1173"/>
                    </a:lnTo>
                    <a:lnTo>
                      <a:pt x="192" y="1245"/>
                    </a:lnTo>
                    <a:lnTo>
                      <a:pt x="50" y="1249"/>
                    </a:lnTo>
                    <a:lnTo>
                      <a:pt x="0" y="1257"/>
                    </a:lnTo>
                    <a:lnTo>
                      <a:pt x="24" y="1078"/>
                    </a:lnTo>
                    <a:lnTo>
                      <a:pt x="75" y="900"/>
                    </a:lnTo>
                    <a:lnTo>
                      <a:pt x="127" y="798"/>
                    </a:lnTo>
                    <a:close/>
                  </a:path>
                </a:pathLst>
              </a:custGeom>
              <a:grpFill/>
              <a:ln w="19050" cmpd="sng">
                <a:solidFill>
                  <a:schemeClr val="tx2"/>
                </a:solidFill>
                <a:prstDash val="solid"/>
                <a:round/>
                <a:headEnd/>
                <a:tailEnd/>
              </a:ln>
              <a:effectLst/>
            </p:spPr>
            <p:txBody>
              <a:bodyPr/>
              <a:lstStyle/>
              <a:p>
                <a:endParaRPr lang="en-US" kern="0" noProof="0" dirty="0">
                  <a:solidFill>
                    <a:sysClr val="windowText" lastClr="000000"/>
                  </a:solidFill>
                  <a:latin typeface="+mj-lt"/>
                </a:endParaRPr>
              </a:p>
            </p:txBody>
          </p:sp>
          <p:sp>
            <p:nvSpPr>
              <p:cNvPr id="77" name="Freeform 62">
                <a:extLst>
                  <a:ext uri="{FF2B5EF4-FFF2-40B4-BE49-F238E27FC236}">
                    <a16:creationId xmlns:a16="http://schemas.microsoft.com/office/drawing/2014/main" id="{A454EDEE-0B79-4112-3059-3D0BEB8FFE52}"/>
                  </a:ext>
                </a:extLst>
              </p:cNvPr>
              <p:cNvSpPr>
                <a:spLocks/>
              </p:cNvSpPr>
              <p:nvPr/>
            </p:nvSpPr>
            <p:spPr bwMode="auto">
              <a:xfrm>
                <a:off x="4062677" y="2671129"/>
                <a:ext cx="663575" cy="773113"/>
              </a:xfrm>
              <a:custGeom>
                <a:avLst/>
                <a:gdLst/>
                <a:ahLst/>
                <a:cxnLst>
                  <a:cxn ang="0">
                    <a:pos x="664" y="4"/>
                  </a:cxn>
                  <a:cxn ang="0">
                    <a:pos x="653" y="215"/>
                  </a:cxn>
                  <a:cxn ang="0">
                    <a:pos x="676" y="467"/>
                  </a:cxn>
                  <a:cxn ang="0">
                    <a:pos x="594" y="634"/>
                  </a:cxn>
                  <a:cxn ang="0">
                    <a:pos x="586" y="816"/>
                  </a:cxn>
                  <a:cxn ang="0">
                    <a:pos x="570" y="938"/>
                  </a:cxn>
                  <a:cxn ang="0">
                    <a:pos x="621" y="1078"/>
                  </a:cxn>
                  <a:cxn ang="0">
                    <a:pos x="138" y="1489"/>
                  </a:cxn>
                  <a:cxn ang="0">
                    <a:pos x="86" y="1680"/>
                  </a:cxn>
                  <a:cxn ang="0">
                    <a:pos x="0" y="1827"/>
                  </a:cxn>
                  <a:cxn ang="0">
                    <a:pos x="279" y="2051"/>
                  </a:cxn>
                  <a:cxn ang="0">
                    <a:pos x="492" y="2311"/>
                  </a:cxn>
                  <a:cxn ang="0">
                    <a:pos x="846" y="2274"/>
                  </a:cxn>
                  <a:cxn ang="0">
                    <a:pos x="868" y="2125"/>
                  </a:cxn>
                  <a:cxn ang="0">
                    <a:pos x="937" y="1998"/>
                  </a:cxn>
                  <a:cxn ang="0">
                    <a:pos x="1036" y="1963"/>
                  </a:cxn>
                  <a:cxn ang="0">
                    <a:pos x="1116" y="1992"/>
                  </a:cxn>
                  <a:cxn ang="0">
                    <a:pos x="1070" y="2286"/>
                  </a:cxn>
                  <a:cxn ang="0">
                    <a:pos x="1200" y="2280"/>
                  </a:cxn>
                  <a:cxn ang="0">
                    <a:pos x="1212" y="2170"/>
                  </a:cxn>
                  <a:cxn ang="0">
                    <a:pos x="1361" y="2107"/>
                  </a:cxn>
                  <a:cxn ang="0">
                    <a:pos x="1456" y="2112"/>
                  </a:cxn>
                  <a:cxn ang="0">
                    <a:pos x="1660" y="1822"/>
                  </a:cxn>
                  <a:cxn ang="0">
                    <a:pos x="1683" y="1690"/>
                  </a:cxn>
                  <a:cxn ang="0">
                    <a:pos x="1639" y="1557"/>
                  </a:cxn>
                  <a:cxn ang="0">
                    <a:pos x="1695" y="1510"/>
                  </a:cxn>
                  <a:cxn ang="0">
                    <a:pos x="1838" y="1620"/>
                  </a:cxn>
                  <a:cxn ang="0">
                    <a:pos x="1956" y="1440"/>
                  </a:cxn>
                  <a:cxn ang="0">
                    <a:pos x="1908" y="1338"/>
                  </a:cxn>
                  <a:cxn ang="0">
                    <a:pos x="1917" y="1209"/>
                  </a:cxn>
                  <a:cxn ang="0">
                    <a:pos x="1897" y="1149"/>
                  </a:cxn>
                  <a:cxn ang="0">
                    <a:pos x="1590" y="1081"/>
                  </a:cxn>
                  <a:cxn ang="0">
                    <a:pos x="1602" y="898"/>
                  </a:cxn>
                  <a:cxn ang="0">
                    <a:pos x="1554" y="730"/>
                  </a:cxn>
                  <a:cxn ang="0">
                    <a:pos x="1515" y="614"/>
                  </a:cxn>
                  <a:cxn ang="0">
                    <a:pos x="1397" y="519"/>
                  </a:cxn>
                  <a:cxn ang="0">
                    <a:pos x="1220" y="575"/>
                  </a:cxn>
                  <a:cxn ang="0">
                    <a:pos x="999" y="519"/>
                  </a:cxn>
                  <a:cxn ang="0">
                    <a:pos x="928" y="414"/>
                  </a:cxn>
                  <a:cxn ang="0">
                    <a:pos x="783" y="335"/>
                  </a:cxn>
                  <a:cxn ang="0">
                    <a:pos x="747" y="0"/>
                  </a:cxn>
                  <a:cxn ang="0">
                    <a:pos x="664" y="4"/>
                  </a:cxn>
                </a:cxnLst>
                <a:rect l="0" t="0" r="r" b="b"/>
                <a:pathLst>
                  <a:path w="1956" h="2311">
                    <a:moveTo>
                      <a:pt x="664" y="4"/>
                    </a:moveTo>
                    <a:lnTo>
                      <a:pt x="653" y="215"/>
                    </a:lnTo>
                    <a:lnTo>
                      <a:pt x="676" y="467"/>
                    </a:lnTo>
                    <a:lnTo>
                      <a:pt x="594" y="634"/>
                    </a:lnTo>
                    <a:lnTo>
                      <a:pt x="586" y="816"/>
                    </a:lnTo>
                    <a:lnTo>
                      <a:pt x="570" y="938"/>
                    </a:lnTo>
                    <a:lnTo>
                      <a:pt x="621" y="1078"/>
                    </a:lnTo>
                    <a:lnTo>
                      <a:pt x="138" y="1489"/>
                    </a:lnTo>
                    <a:lnTo>
                      <a:pt x="86" y="1680"/>
                    </a:lnTo>
                    <a:lnTo>
                      <a:pt x="0" y="1827"/>
                    </a:lnTo>
                    <a:lnTo>
                      <a:pt x="279" y="2051"/>
                    </a:lnTo>
                    <a:lnTo>
                      <a:pt x="492" y="2311"/>
                    </a:lnTo>
                    <a:lnTo>
                      <a:pt x="846" y="2274"/>
                    </a:lnTo>
                    <a:lnTo>
                      <a:pt x="868" y="2125"/>
                    </a:lnTo>
                    <a:lnTo>
                      <a:pt x="937" y="1998"/>
                    </a:lnTo>
                    <a:lnTo>
                      <a:pt x="1036" y="1963"/>
                    </a:lnTo>
                    <a:lnTo>
                      <a:pt x="1116" y="1992"/>
                    </a:lnTo>
                    <a:lnTo>
                      <a:pt x="1070" y="2286"/>
                    </a:lnTo>
                    <a:lnTo>
                      <a:pt x="1200" y="2280"/>
                    </a:lnTo>
                    <a:lnTo>
                      <a:pt x="1212" y="2170"/>
                    </a:lnTo>
                    <a:lnTo>
                      <a:pt x="1361" y="2107"/>
                    </a:lnTo>
                    <a:lnTo>
                      <a:pt x="1456" y="2112"/>
                    </a:lnTo>
                    <a:lnTo>
                      <a:pt x="1660" y="1822"/>
                    </a:lnTo>
                    <a:lnTo>
                      <a:pt x="1683" y="1690"/>
                    </a:lnTo>
                    <a:lnTo>
                      <a:pt x="1639" y="1557"/>
                    </a:lnTo>
                    <a:lnTo>
                      <a:pt x="1695" y="1510"/>
                    </a:lnTo>
                    <a:lnTo>
                      <a:pt x="1838" y="1620"/>
                    </a:lnTo>
                    <a:lnTo>
                      <a:pt x="1956" y="1440"/>
                    </a:lnTo>
                    <a:lnTo>
                      <a:pt x="1908" y="1338"/>
                    </a:lnTo>
                    <a:lnTo>
                      <a:pt x="1917" y="1209"/>
                    </a:lnTo>
                    <a:lnTo>
                      <a:pt x="1897" y="1149"/>
                    </a:lnTo>
                    <a:lnTo>
                      <a:pt x="1590" y="1081"/>
                    </a:lnTo>
                    <a:lnTo>
                      <a:pt x="1602" y="898"/>
                    </a:lnTo>
                    <a:lnTo>
                      <a:pt x="1554" y="730"/>
                    </a:lnTo>
                    <a:lnTo>
                      <a:pt x="1515" y="614"/>
                    </a:lnTo>
                    <a:lnTo>
                      <a:pt x="1397" y="519"/>
                    </a:lnTo>
                    <a:lnTo>
                      <a:pt x="1220" y="575"/>
                    </a:lnTo>
                    <a:lnTo>
                      <a:pt x="999" y="519"/>
                    </a:lnTo>
                    <a:lnTo>
                      <a:pt x="928" y="414"/>
                    </a:lnTo>
                    <a:lnTo>
                      <a:pt x="783" y="335"/>
                    </a:lnTo>
                    <a:lnTo>
                      <a:pt x="747" y="0"/>
                    </a:lnTo>
                    <a:lnTo>
                      <a:pt x="664" y="4"/>
                    </a:lnTo>
                    <a:close/>
                  </a:path>
                </a:pathLst>
              </a:custGeom>
              <a:grpFill/>
              <a:ln w="19050" cmpd="sng">
                <a:solidFill>
                  <a:schemeClr val="tx2"/>
                </a:solidFill>
                <a:prstDash val="solid"/>
                <a:round/>
                <a:headEnd/>
                <a:tailEnd/>
              </a:ln>
              <a:effectLst/>
            </p:spPr>
            <p:txBody>
              <a:bodyPr/>
              <a:lstStyle/>
              <a:p>
                <a:endParaRPr lang="en-US" kern="0" noProof="0" dirty="0">
                  <a:solidFill>
                    <a:sysClr val="windowText" lastClr="000000"/>
                  </a:solidFill>
                  <a:latin typeface="+mj-lt"/>
                </a:endParaRPr>
              </a:p>
            </p:txBody>
          </p:sp>
          <p:sp>
            <p:nvSpPr>
              <p:cNvPr id="78" name="Freeform 63">
                <a:extLst>
                  <a:ext uri="{FF2B5EF4-FFF2-40B4-BE49-F238E27FC236}">
                    <a16:creationId xmlns:a16="http://schemas.microsoft.com/office/drawing/2014/main" id="{618ADE7B-FAEF-4E96-4B5D-C02D037FCB82}"/>
                  </a:ext>
                </a:extLst>
              </p:cNvPr>
              <p:cNvSpPr>
                <a:spLocks/>
              </p:cNvSpPr>
              <p:nvPr/>
            </p:nvSpPr>
            <p:spPr bwMode="auto">
              <a:xfrm>
                <a:off x="3426089" y="2239329"/>
                <a:ext cx="576263" cy="677863"/>
              </a:xfrm>
              <a:custGeom>
                <a:avLst/>
                <a:gdLst/>
                <a:ahLst/>
                <a:cxnLst>
                  <a:cxn ang="0">
                    <a:pos x="166" y="706"/>
                  </a:cxn>
                  <a:cxn ang="0">
                    <a:pos x="418" y="399"/>
                  </a:cxn>
                  <a:cxn ang="0">
                    <a:pos x="413" y="294"/>
                  </a:cxn>
                  <a:cxn ang="0">
                    <a:pos x="595" y="100"/>
                  </a:cxn>
                  <a:cxn ang="0">
                    <a:pos x="812" y="0"/>
                  </a:cxn>
                  <a:cxn ang="0">
                    <a:pos x="991" y="15"/>
                  </a:cxn>
                  <a:cxn ang="0">
                    <a:pos x="1139" y="203"/>
                  </a:cxn>
                  <a:cxn ang="0">
                    <a:pos x="1365" y="401"/>
                  </a:cxn>
                  <a:cxn ang="0">
                    <a:pos x="1489" y="464"/>
                  </a:cxn>
                  <a:cxn ang="0">
                    <a:pos x="1563" y="612"/>
                  </a:cxn>
                  <a:cxn ang="0">
                    <a:pos x="1418" y="843"/>
                  </a:cxn>
                  <a:cxn ang="0">
                    <a:pos x="1436" y="1136"/>
                  </a:cxn>
                  <a:cxn ang="0">
                    <a:pos x="1564" y="1242"/>
                  </a:cxn>
                  <a:cxn ang="0">
                    <a:pos x="1696" y="1287"/>
                  </a:cxn>
                  <a:cxn ang="0">
                    <a:pos x="1800" y="1184"/>
                  </a:cxn>
                  <a:cxn ang="0">
                    <a:pos x="1952" y="1258"/>
                  </a:cxn>
                  <a:cxn ang="0">
                    <a:pos x="2072" y="1358"/>
                  </a:cxn>
                  <a:cxn ang="0">
                    <a:pos x="2121" y="1470"/>
                  </a:cxn>
                  <a:cxn ang="0">
                    <a:pos x="2036" y="1572"/>
                  </a:cxn>
                  <a:cxn ang="0">
                    <a:pos x="1879" y="1687"/>
                  </a:cxn>
                  <a:cxn ang="0">
                    <a:pos x="1711" y="1717"/>
                  </a:cxn>
                  <a:cxn ang="0">
                    <a:pos x="1525" y="1737"/>
                  </a:cxn>
                  <a:cxn ang="0">
                    <a:pos x="1240" y="2094"/>
                  </a:cxn>
                  <a:cxn ang="0">
                    <a:pos x="1036" y="2047"/>
                  </a:cxn>
                  <a:cxn ang="0">
                    <a:pos x="968" y="2250"/>
                  </a:cxn>
                  <a:cxn ang="0">
                    <a:pos x="847" y="2453"/>
                  </a:cxn>
                  <a:cxn ang="0">
                    <a:pos x="641" y="2529"/>
                  </a:cxn>
                  <a:cxn ang="0">
                    <a:pos x="206" y="2516"/>
                  </a:cxn>
                  <a:cxn ang="0">
                    <a:pos x="67" y="2326"/>
                  </a:cxn>
                  <a:cxn ang="0">
                    <a:pos x="0" y="2130"/>
                  </a:cxn>
                  <a:cxn ang="0">
                    <a:pos x="240" y="1411"/>
                  </a:cxn>
                  <a:cxn ang="0">
                    <a:pos x="428" y="1268"/>
                  </a:cxn>
                  <a:cxn ang="0">
                    <a:pos x="413" y="1072"/>
                  </a:cxn>
                  <a:cxn ang="0">
                    <a:pos x="236" y="929"/>
                  </a:cxn>
                  <a:cxn ang="0">
                    <a:pos x="166" y="706"/>
                  </a:cxn>
                </a:cxnLst>
                <a:rect l="0" t="0" r="r" b="b"/>
                <a:pathLst>
                  <a:path w="2121" h="2529">
                    <a:moveTo>
                      <a:pt x="166" y="706"/>
                    </a:moveTo>
                    <a:lnTo>
                      <a:pt x="418" y="399"/>
                    </a:lnTo>
                    <a:lnTo>
                      <a:pt x="413" y="294"/>
                    </a:lnTo>
                    <a:lnTo>
                      <a:pt x="595" y="100"/>
                    </a:lnTo>
                    <a:lnTo>
                      <a:pt x="812" y="0"/>
                    </a:lnTo>
                    <a:lnTo>
                      <a:pt x="991" y="15"/>
                    </a:lnTo>
                    <a:lnTo>
                      <a:pt x="1139" y="203"/>
                    </a:lnTo>
                    <a:lnTo>
                      <a:pt x="1365" y="401"/>
                    </a:lnTo>
                    <a:lnTo>
                      <a:pt x="1489" y="464"/>
                    </a:lnTo>
                    <a:lnTo>
                      <a:pt x="1563" y="612"/>
                    </a:lnTo>
                    <a:lnTo>
                      <a:pt x="1418" y="843"/>
                    </a:lnTo>
                    <a:lnTo>
                      <a:pt x="1436" y="1136"/>
                    </a:lnTo>
                    <a:lnTo>
                      <a:pt x="1564" y="1242"/>
                    </a:lnTo>
                    <a:lnTo>
                      <a:pt x="1696" y="1287"/>
                    </a:lnTo>
                    <a:lnTo>
                      <a:pt x="1800" y="1184"/>
                    </a:lnTo>
                    <a:lnTo>
                      <a:pt x="1952" y="1258"/>
                    </a:lnTo>
                    <a:lnTo>
                      <a:pt x="2072" y="1358"/>
                    </a:lnTo>
                    <a:lnTo>
                      <a:pt x="2121" y="1470"/>
                    </a:lnTo>
                    <a:lnTo>
                      <a:pt x="2036" y="1572"/>
                    </a:lnTo>
                    <a:lnTo>
                      <a:pt x="1879" y="1687"/>
                    </a:lnTo>
                    <a:lnTo>
                      <a:pt x="1711" y="1717"/>
                    </a:lnTo>
                    <a:lnTo>
                      <a:pt x="1525" y="1737"/>
                    </a:lnTo>
                    <a:lnTo>
                      <a:pt x="1240" y="2094"/>
                    </a:lnTo>
                    <a:lnTo>
                      <a:pt x="1036" y="2047"/>
                    </a:lnTo>
                    <a:lnTo>
                      <a:pt x="968" y="2250"/>
                    </a:lnTo>
                    <a:lnTo>
                      <a:pt x="847" y="2453"/>
                    </a:lnTo>
                    <a:lnTo>
                      <a:pt x="641" y="2529"/>
                    </a:lnTo>
                    <a:lnTo>
                      <a:pt x="206" y="2516"/>
                    </a:lnTo>
                    <a:lnTo>
                      <a:pt x="67" y="2326"/>
                    </a:lnTo>
                    <a:lnTo>
                      <a:pt x="0" y="2130"/>
                    </a:lnTo>
                    <a:lnTo>
                      <a:pt x="240" y="1411"/>
                    </a:lnTo>
                    <a:lnTo>
                      <a:pt x="428" y="1268"/>
                    </a:lnTo>
                    <a:lnTo>
                      <a:pt x="413" y="1072"/>
                    </a:lnTo>
                    <a:lnTo>
                      <a:pt x="236" y="929"/>
                    </a:lnTo>
                    <a:lnTo>
                      <a:pt x="166" y="706"/>
                    </a:lnTo>
                    <a:close/>
                  </a:path>
                </a:pathLst>
              </a:custGeom>
              <a:grpFill/>
              <a:ln w="19050" cmpd="sng">
                <a:solidFill>
                  <a:schemeClr val="tx2"/>
                </a:solidFill>
                <a:prstDash val="solid"/>
                <a:round/>
                <a:headEnd/>
                <a:tailEnd/>
              </a:ln>
              <a:effectLst/>
            </p:spPr>
            <p:txBody>
              <a:bodyPr/>
              <a:lstStyle/>
              <a:p>
                <a:endParaRPr lang="en-US" kern="0" noProof="0" dirty="0">
                  <a:solidFill>
                    <a:sysClr val="windowText" lastClr="000000"/>
                  </a:solidFill>
                  <a:latin typeface="+mj-lt"/>
                </a:endParaRPr>
              </a:p>
            </p:txBody>
          </p:sp>
          <p:sp>
            <p:nvSpPr>
              <p:cNvPr id="79" name="Freeform 64">
                <a:extLst>
                  <a:ext uri="{FF2B5EF4-FFF2-40B4-BE49-F238E27FC236}">
                    <a16:creationId xmlns:a16="http://schemas.microsoft.com/office/drawing/2014/main" id="{BCDC6A03-F120-16A4-BD99-C11769858AC0}"/>
                  </a:ext>
                </a:extLst>
              </p:cNvPr>
              <p:cNvSpPr>
                <a:spLocks/>
              </p:cNvSpPr>
              <p:nvPr/>
            </p:nvSpPr>
            <p:spPr bwMode="auto">
              <a:xfrm>
                <a:off x="3694377" y="2031367"/>
                <a:ext cx="373063" cy="600075"/>
              </a:xfrm>
              <a:custGeom>
                <a:avLst/>
                <a:gdLst/>
                <a:ahLst/>
                <a:cxnLst>
                  <a:cxn ang="0">
                    <a:pos x="182" y="0"/>
                  </a:cxn>
                  <a:cxn ang="0">
                    <a:pos x="162" y="180"/>
                  </a:cxn>
                  <a:cxn ang="0">
                    <a:pos x="94" y="338"/>
                  </a:cxn>
                  <a:cxn ang="0">
                    <a:pos x="20" y="463"/>
                  </a:cxn>
                  <a:cxn ang="0">
                    <a:pos x="162" y="503"/>
                  </a:cxn>
                  <a:cxn ang="0">
                    <a:pos x="152" y="673"/>
                  </a:cxn>
                  <a:cxn ang="0">
                    <a:pos x="89" y="772"/>
                  </a:cxn>
                  <a:cxn ang="0">
                    <a:pos x="0" y="792"/>
                  </a:cxn>
                  <a:cxn ang="0">
                    <a:pos x="152" y="982"/>
                  </a:cxn>
                  <a:cxn ang="0">
                    <a:pos x="380" y="1181"/>
                  </a:cxn>
                  <a:cxn ang="0">
                    <a:pos x="500" y="1244"/>
                  </a:cxn>
                  <a:cxn ang="0">
                    <a:pos x="576" y="1390"/>
                  </a:cxn>
                  <a:cxn ang="0">
                    <a:pos x="429" y="1623"/>
                  </a:cxn>
                  <a:cxn ang="0">
                    <a:pos x="447" y="1908"/>
                  </a:cxn>
                  <a:cxn ang="0">
                    <a:pos x="576" y="2018"/>
                  </a:cxn>
                  <a:cxn ang="0">
                    <a:pos x="708" y="2062"/>
                  </a:cxn>
                  <a:cxn ang="0">
                    <a:pos x="812" y="1958"/>
                  </a:cxn>
                  <a:cxn ang="0">
                    <a:pos x="964" y="2032"/>
                  </a:cxn>
                  <a:cxn ang="0">
                    <a:pos x="1083" y="2132"/>
                  </a:cxn>
                  <a:cxn ang="0">
                    <a:pos x="1133" y="2244"/>
                  </a:cxn>
                  <a:cxn ang="0">
                    <a:pos x="1373" y="2032"/>
                  </a:cxn>
                  <a:cxn ang="0">
                    <a:pos x="1333" y="1807"/>
                  </a:cxn>
                  <a:cxn ang="0">
                    <a:pos x="1333" y="1580"/>
                  </a:cxn>
                  <a:cxn ang="0">
                    <a:pos x="1314" y="1402"/>
                  </a:cxn>
                  <a:cxn ang="0">
                    <a:pos x="1127" y="1270"/>
                  </a:cxn>
                  <a:cxn ang="0">
                    <a:pos x="964" y="1116"/>
                  </a:cxn>
                  <a:cxn ang="0">
                    <a:pos x="921" y="862"/>
                  </a:cxn>
                  <a:cxn ang="0">
                    <a:pos x="847" y="727"/>
                  </a:cxn>
                  <a:cxn ang="0">
                    <a:pos x="473" y="533"/>
                  </a:cxn>
                  <a:cxn ang="0">
                    <a:pos x="434" y="285"/>
                  </a:cxn>
                  <a:cxn ang="0">
                    <a:pos x="237" y="278"/>
                  </a:cxn>
                  <a:cxn ang="0">
                    <a:pos x="299" y="147"/>
                  </a:cxn>
                  <a:cxn ang="0">
                    <a:pos x="182" y="0"/>
                  </a:cxn>
                </a:cxnLst>
                <a:rect l="0" t="0" r="r" b="b"/>
                <a:pathLst>
                  <a:path w="1373" h="2244">
                    <a:moveTo>
                      <a:pt x="182" y="0"/>
                    </a:moveTo>
                    <a:lnTo>
                      <a:pt x="162" y="180"/>
                    </a:lnTo>
                    <a:lnTo>
                      <a:pt x="94" y="338"/>
                    </a:lnTo>
                    <a:lnTo>
                      <a:pt x="20" y="463"/>
                    </a:lnTo>
                    <a:lnTo>
                      <a:pt x="162" y="503"/>
                    </a:lnTo>
                    <a:lnTo>
                      <a:pt x="152" y="673"/>
                    </a:lnTo>
                    <a:lnTo>
                      <a:pt x="89" y="772"/>
                    </a:lnTo>
                    <a:lnTo>
                      <a:pt x="0" y="792"/>
                    </a:lnTo>
                    <a:lnTo>
                      <a:pt x="152" y="982"/>
                    </a:lnTo>
                    <a:lnTo>
                      <a:pt x="380" y="1181"/>
                    </a:lnTo>
                    <a:lnTo>
                      <a:pt x="500" y="1244"/>
                    </a:lnTo>
                    <a:lnTo>
                      <a:pt x="576" y="1390"/>
                    </a:lnTo>
                    <a:lnTo>
                      <a:pt x="429" y="1623"/>
                    </a:lnTo>
                    <a:lnTo>
                      <a:pt x="447" y="1908"/>
                    </a:lnTo>
                    <a:lnTo>
                      <a:pt x="576" y="2018"/>
                    </a:lnTo>
                    <a:lnTo>
                      <a:pt x="708" y="2062"/>
                    </a:lnTo>
                    <a:lnTo>
                      <a:pt x="812" y="1958"/>
                    </a:lnTo>
                    <a:lnTo>
                      <a:pt x="964" y="2032"/>
                    </a:lnTo>
                    <a:lnTo>
                      <a:pt x="1083" y="2132"/>
                    </a:lnTo>
                    <a:lnTo>
                      <a:pt x="1133" y="2244"/>
                    </a:lnTo>
                    <a:lnTo>
                      <a:pt x="1373" y="2032"/>
                    </a:lnTo>
                    <a:lnTo>
                      <a:pt x="1333" y="1807"/>
                    </a:lnTo>
                    <a:lnTo>
                      <a:pt x="1333" y="1580"/>
                    </a:lnTo>
                    <a:lnTo>
                      <a:pt x="1314" y="1402"/>
                    </a:lnTo>
                    <a:lnTo>
                      <a:pt x="1127" y="1270"/>
                    </a:lnTo>
                    <a:lnTo>
                      <a:pt x="964" y="1116"/>
                    </a:lnTo>
                    <a:lnTo>
                      <a:pt x="921" y="862"/>
                    </a:lnTo>
                    <a:lnTo>
                      <a:pt x="847" y="727"/>
                    </a:lnTo>
                    <a:lnTo>
                      <a:pt x="473" y="533"/>
                    </a:lnTo>
                    <a:lnTo>
                      <a:pt x="434" y="285"/>
                    </a:lnTo>
                    <a:lnTo>
                      <a:pt x="237" y="278"/>
                    </a:lnTo>
                    <a:lnTo>
                      <a:pt x="299" y="147"/>
                    </a:lnTo>
                    <a:lnTo>
                      <a:pt x="182" y="0"/>
                    </a:lnTo>
                    <a:close/>
                  </a:path>
                </a:pathLst>
              </a:custGeom>
              <a:grpFill/>
              <a:ln w="19050" cmpd="sng">
                <a:solidFill>
                  <a:schemeClr val="tx2"/>
                </a:solidFill>
                <a:prstDash val="solid"/>
                <a:round/>
                <a:headEnd/>
                <a:tailEnd/>
              </a:ln>
              <a:effectLst/>
            </p:spPr>
            <p:txBody>
              <a:bodyPr/>
              <a:lstStyle/>
              <a:p>
                <a:endParaRPr lang="en-US" kern="0" noProof="0" dirty="0">
                  <a:solidFill>
                    <a:sysClr val="windowText" lastClr="000000"/>
                  </a:solidFill>
                  <a:latin typeface="+mj-lt"/>
                </a:endParaRPr>
              </a:p>
            </p:txBody>
          </p:sp>
          <p:sp>
            <p:nvSpPr>
              <p:cNvPr id="80" name="Freeform 65">
                <a:extLst>
                  <a:ext uri="{FF2B5EF4-FFF2-40B4-BE49-F238E27FC236}">
                    <a16:creationId xmlns:a16="http://schemas.microsoft.com/office/drawing/2014/main" id="{144F971B-6F85-4E3A-6C72-2BD17D320B2E}"/>
                  </a:ext>
                </a:extLst>
              </p:cNvPr>
              <p:cNvSpPr>
                <a:spLocks/>
              </p:cNvSpPr>
              <p:nvPr/>
            </p:nvSpPr>
            <p:spPr bwMode="auto">
              <a:xfrm>
                <a:off x="3703902" y="1821817"/>
                <a:ext cx="612775" cy="1211263"/>
              </a:xfrm>
              <a:custGeom>
                <a:avLst/>
                <a:gdLst/>
                <a:ahLst/>
                <a:cxnLst>
                  <a:cxn ang="0">
                    <a:pos x="379" y="0"/>
                  </a:cxn>
                  <a:cxn ang="0">
                    <a:pos x="246" y="180"/>
                  </a:cxn>
                  <a:cxn ang="0">
                    <a:pos x="128" y="469"/>
                  </a:cxn>
                  <a:cxn ang="0">
                    <a:pos x="0" y="749"/>
                  </a:cxn>
                  <a:cxn ang="0">
                    <a:pos x="193" y="644"/>
                  </a:cxn>
                  <a:cxn ang="0">
                    <a:pos x="148" y="783"/>
                  </a:cxn>
                  <a:cxn ang="0">
                    <a:pos x="264" y="932"/>
                  </a:cxn>
                  <a:cxn ang="0">
                    <a:pos x="201" y="1063"/>
                  </a:cxn>
                  <a:cxn ang="0">
                    <a:pos x="399" y="1068"/>
                  </a:cxn>
                  <a:cxn ang="0">
                    <a:pos x="438" y="1317"/>
                  </a:cxn>
                  <a:cxn ang="0">
                    <a:pos x="813" y="1512"/>
                  </a:cxn>
                  <a:cxn ang="0">
                    <a:pos x="886" y="1647"/>
                  </a:cxn>
                  <a:cxn ang="0">
                    <a:pos x="930" y="1901"/>
                  </a:cxn>
                  <a:cxn ang="0">
                    <a:pos x="1093" y="2056"/>
                  </a:cxn>
                  <a:cxn ang="0">
                    <a:pos x="1280" y="2186"/>
                  </a:cxn>
                  <a:cxn ang="0">
                    <a:pos x="1299" y="2355"/>
                  </a:cxn>
                  <a:cxn ang="0">
                    <a:pos x="1299" y="2590"/>
                  </a:cxn>
                  <a:cxn ang="0">
                    <a:pos x="1339" y="2818"/>
                  </a:cxn>
                  <a:cxn ang="0">
                    <a:pos x="1093" y="3039"/>
                  </a:cxn>
                  <a:cxn ang="0">
                    <a:pos x="1004" y="3134"/>
                  </a:cxn>
                  <a:cxn ang="0">
                    <a:pos x="1268" y="3324"/>
                  </a:cxn>
                  <a:cxn ang="0">
                    <a:pos x="1413" y="3702"/>
                  </a:cxn>
                  <a:cxn ang="0">
                    <a:pos x="1354" y="3786"/>
                  </a:cxn>
                  <a:cxn ang="0">
                    <a:pos x="1269" y="3944"/>
                  </a:cxn>
                  <a:cxn ang="0">
                    <a:pos x="1339" y="4134"/>
                  </a:cxn>
                  <a:cxn ang="0">
                    <a:pos x="1504" y="3929"/>
                  </a:cxn>
                  <a:cxn ang="0">
                    <a:pos x="1590" y="4064"/>
                  </a:cxn>
                  <a:cxn ang="0">
                    <a:pos x="1530" y="4319"/>
                  </a:cxn>
                  <a:cxn ang="0">
                    <a:pos x="1625" y="4524"/>
                  </a:cxn>
                  <a:cxn ang="0">
                    <a:pos x="1813" y="4453"/>
                  </a:cxn>
                  <a:cxn ang="0">
                    <a:pos x="1888" y="4263"/>
                  </a:cxn>
                  <a:cxn ang="0">
                    <a:pos x="2053" y="4191"/>
                  </a:cxn>
                  <a:cxn ang="0">
                    <a:pos x="2063" y="3963"/>
                  </a:cxn>
                  <a:cxn ang="0">
                    <a:pos x="2165" y="3761"/>
                  </a:cxn>
                  <a:cxn ang="0">
                    <a:pos x="2135" y="3444"/>
                  </a:cxn>
                  <a:cxn ang="0">
                    <a:pos x="2150" y="3189"/>
                  </a:cxn>
                  <a:cxn ang="0">
                    <a:pos x="2244" y="2998"/>
                  </a:cxn>
                  <a:cxn ang="0">
                    <a:pos x="2259" y="2803"/>
                  </a:cxn>
                  <a:cxn ang="0">
                    <a:pos x="2183" y="2581"/>
                  </a:cxn>
                  <a:cxn ang="0">
                    <a:pos x="2150" y="2176"/>
                  </a:cxn>
                  <a:cxn ang="0">
                    <a:pos x="1890" y="2116"/>
                  </a:cxn>
                  <a:cxn ang="0">
                    <a:pos x="1373" y="1796"/>
                  </a:cxn>
                  <a:cxn ang="0">
                    <a:pos x="1093" y="1587"/>
                  </a:cxn>
                  <a:cxn ang="0">
                    <a:pos x="1044" y="1277"/>
                  </a:cxn>
                  <a:cxn ang="0">
                    <a:pos x="945" y="1053"/>
                  </a:cxn>
                  <a:cxn ang="0">
                    <a:pos x="910" y="604"/>
                  </a:cxn>
                  <a:cxn ang="0">
                    <a:pos x="600" y="314"/>
                  </a:cxn>
                  <a:cxn ang="0">
                    <a:pos x="379" y="0"/>
                  </a:cxn>
                </a:cxnLst>
                <a:rect l="0" t="0" r="r" b="b"/>
                <a:pathLst>
                  <a:path w="2259" h="4524">
                    <a:moveTo>
                      <a:pt x="379" y="0"/>
                    </a:moveTo>
                    <a:lnTo>
                      <a:pt x="246" y="180"/>
                    </a:lnTo>
                    <a:lnTo>
                      <a:pt x="128" y="469"/>
                    </a:lnTo>
                    <a:lnTo>
                      <a:pt x="0" y="749"/>
                    </a:lnTo>
                    <a:lnTo>
                      <a:pt x="193" y="644"/>
                    </a:lnTo>
                    <a:lnTo>
                      <a:pt x="148" y="783"/>
                    </a:lnTo>
                    <a:lnTo>
                      <a:pt x="264" y="932"/>
                    </a:lnTo>
                    <a:lnTo>
                      <a:pt x="201" y="1063"/>
                    </a:lnTo>
                    <a:lnTo>
                      <a:pt x="399" y="1068"/>
                    </a:lnTo>
                    <a:lnTo>
                      <a:pt x="438" y="1317"/>
                    </a:lnTo>
                    <a:lnTo>
                      <a:pt x="813" y="1512"/>
                    </a:lnTo>
                    <a:lnTo>
                      <a:pt x="886" y="1647"/>
                    </a:lnTo>
                    <a:lnTo>
                      <a:pt x="930" y="1901"/>
                    </a:lnTo>
                    <a:lnTo>
                      <a:pt x="1093" y="2056"/>
                    </a:lnTo>
                    <a:lnTo>
                      <a:pt x="1280" y="2186"/>
                    </a:lnTo>
                    <a:lnTo>
                      <a:pt x="1299" y="2355"/>
                    </a:lnTo>
                    <a:lnTo>
                      <a:pt x="1299" y="2590"/>
                    </a:lnTo>
                    <a:lnTo>
                      <a:pt x="1339" y="2818"/>
                    </a:lnTo>
                    <a:lnTo>
                      <a:pt x="1093" y="3039"/>
                    </a:lnTo>
                    <a:lnTo>
                      <a:pt x="1004" y="3134"/>
                    </a:lnTo>
                    <a:lnTo>
                      <a:pt x="1268" y="3324"/>
                    </a:lnTo>
                    <a:lnTo>
                      <a:pt x="1413" y="3702"/>
                    </a:lnTo>
                    <a:lnTo>
                      <a:pt x="1354" y="3786"/>
                    </a:lnTo>
                    <a:lnTo>
                      <a:pt x="1269" y="3944"/>
                    </a:lnTo>
                    <a:lnTo>
                      <a:pt x="1339" y="4134"/>
                    </a:lnTo>
                    <a:lnTo>
                      <a:pt x="1504" y="3929"/>
                    </a:lnTo>
                    <a:lnTo>
                      <a:pt x="1590" y="4064"/>
                    </a:lnTo>
                    <a:lnTo>
                      <a:pt x="1530" y="4319"/>
                    </a:lnTo>
                    <a:lnTo>
                      <a:pt x="1625" y="4524"/>
                    </a:lnTo>
                    <a:lnTo>
                      <a:pt x="1813" y="4453"/>
                    </a:lnTo>
                    <a:lnTo>
                      <a:pt x="1888" y="4263"/>
                    </a:lnTo>
                    <a:lnTo>
                      <a:pt x="2053" y="4191"/>
                    </a:lnTo>
                    <a:lnTo>
                      <a:pt x="2063" y="3963"/>
                    </a:lnTo>
                    <a:lnTo>
                      <a:pt x="2165" y="3761"/>
                    </a:lnTo>
                    <a:lnTo>
                      <a:pt x="2135" y="3444"/>
                    </a:lnTo>
                    <a:lnTo>
                      <a:pt x="2150" y="3189"/>
                    </a:lnTo>
                    <a:lnTo>
                      <a:pt x="2244" y="2998"/>
                    </a:lnTo>
                    <a:lnTo>
                      <a:pt x="2259" y="2803"/>
                    </a:lnTo>
                    <a:lnTo>
                      <a:pt x="2183" y="2581"/>
                    </a:lnTo>
                    <a:lnTo>
                      <a:pt x="2150" y="2176"/>
                    </a:lnTo>
                    <a:lnTo>
                      <a:pt x="1890" y="2116"/>
                    </a:lnTo>
                    <a:lnTo>
                      <a:pt x="1373" y="1796"/>
                    </a:lnTo>
                    <a:lnTo>
                      <a:pt x="1093" y="1587"/>
                    </a:lnTo>
                    <a:lnTo>
                      <a:pt x="1044" y="1277"/>
                    </a:lnTo>
                    <a:lnTo>
                      <a:pt x="945" y="1053"/>
                    </a:lnTo>
                    <a:lnTo>
                      <a:pt x="910" y="604"/>
                    </a:lnTo>
                    <a:lnTo>
                      <a:pt x="600" y="314"/>
                    </a:lnTo>
                    <a:lnTo>
                      <a:pt x="379" y="0"/>
                    </a:lnTo>
                    <a:close/>
                  </a:path>
                </a:pathLst>
              </a:custGeom>
              <a:grpFill/>
              <a:ln w="19050" cmpd="sng">
                <a:solidFill>
                  <a:schemeClr val="tx2"/>
                </a:solidFill>
                <a:prstDash val="solid"/>
                <a:round/>
                <a:headEnd/>
                <a:tailEnd/>
              </a:ln>
              <a:effectLst/>
            </p:spPr>
            <p:txBody>
              <a:bodyPr/>
              <a:lstStyle/>
              <a:p>
                <a:endParaRPr lang="en-US" kern="0" noProof="0" dirty="0">
                  <a:solidFill>
                    <a:sysClr val="windowText" lastClr="000000"/>
                  </a:solidFill>
                  <a:latin typeface="+mj-lt"/>
                </a:endParaRPr>
              </a:p>
            </p:txBody>
          </p:sp>
          <p:sp>
            <p:nvSpPr>
              <p:cNvPr id="81" name="Freeform 66">
                <a:extLst>
                  <a:ext uri="{FF2B5EF4-FFF2-40B4-BE49-F238E27FC236}">
                    <a16:creationId xmlns:a16="http://schemas.microsoft.com/office/drawing/2014/main" id="{A30C1B53-1ABA-0FF6-B7AB-ADE560AE0BC0}"/>
                  </a:ext>
                </a:extLst>
              </p:cNvPr>
              <p:cNvSpPr>
                <a:spLocks/>
              </p:cNvSpPr>
              <p:nvPr/>
            </p:nvSpPr>
            <p:spPr bwMode="auto">
              <a:xfrm>
                <a:off x="3807089" y="1701167"/>
                <a:ext cx="280988" cy="284163"/>
              </a:xfrm>
              <a:custGeom>
                <a:avLst/>
                <a:gdLst/>
                <a:ahLst/>
                <a:cxnLst>
                  <a:cxn ang="0">
                    <a:pos x="992" y="457"/>
                  </a:cxn>
                  <a:cxn ang="0">
                    <a:pos x="949" y="349"/>
                  </a:cxn>
                  <a:cxn ang="0">
                    <a:pos x="1033" y="274"/>
                  </a:cxn>
                  <a:cxn ang="0">
                    <a:pos x="1033" y="200"/>
                  </a:cxn>
                  <a:cxn ang="0">
                    <a:pos x="929" y="125"/>
                  </a:cxn>
                  <a:cxn ang="0">
                    <a:pos x="782" y="95"/>
                  </a:cxn>
                  <a:cxn ang="0">
                    <a:pos x="669" y="0"/>
                  </a:cxn>
                  <a:cxn ang="0">
                    <a:pos x="309" y="299"/>
                  </a:cxn>
                  <a:cxn ang="0">
                    <a:pos x="181" y="394"/>
                  </a:cxn>
                  <a:cxn ang="0">
                    <a:pos x="0" y="449"/>
                  </a:cxn>
                  <a:cxn ang="0">
                    <a:pos x="221" y="766"/>
                  </a:cxn>
                  <a:cxn ang="0">
                    <a:pos x="531" y="1055"/>
                  </a:cxn>
                  <a:cxn ang="0">
                    <a:pos x="604" y="916"/>
                  </a:cxn>
                  <a:cxn ang="0">
                    <a:pos x="815" y="572"/>
                  </a:cxn>
                  <a:cxn ang="0">
                    <a:pos x="992" y="457"/>
                  </a:cxn>
                </a:cxnLst>
                <a:rect l="0" t="0" r="r" b="b"/>
                <a:pathLst>
                  <a:path w="1033" h="1055">
                    <a:moveTo>
                      <a:pt x="992" y="457"/>
                    </a:moveTo>
                    <a:lnTo>
                      <a:pt x="949" y="349"/>
                    </a:lnTo>
                    <a:lnTo>
                      <a:pt x="1033" y="274"/>
                    </a:lnTo>
                    <a:lnTo>
                      <a:pt x="1033" y="200"/>
                    </a:lnTo>
                    <a:lnTo>
                      <a:pt x="929" y="125"/>
                    </a:lnTo>
                    <a:lnTo>
                      <a:pt x="782" y="95"/>
                    </a:lnTo>
                    <a:lnTo>
                      <a:pt x="669" y="0"/>
                    </a:lnTo>
                    <a:lnTo>
                      <a:pt x="309" y="299"/>
                    </a:lnTo>
                    <a:lnTo>
                      <a:pt x="181" y="394"/>
                    </a:lnTo>
                    <a:lnTo>
                      <a:pt x="0" y="449"/>
                    </a:lnTo>
                    <a:lnTo>
                      <a:pt x="221" y="766"/>
                    </a:lnTo>
                    <a:lnTo>
                      <a:pt x="531" y="1055"/>
                    </a:lnTo>
                    <a:lnTo>
                      <a:pt x="604" y="916"/>
                    </a:lnTo>
                    <a:lnTo>
                      <a:pt x="815" y="572"/>
                    </a:lnTo>
                    <a:lnTo>
                      <a:pt x="992" y="457"/>
                    </a:lnTo>
                    <a:close/>
                  </a:path>
                </a:pathLst>
              </a:custGeom>
              <a:grpFill/>
              <a:ln w="19050" cmpd="sng">
                <a:solidFill>
                  <a:schemeClr val="tx2"/>
                </a:solidFill>
                <a:prstDash val="solid"/>
                <a:round/>
                <a:headEnd/>
                <a:tailEnd/>
              </a:ln>
              <a:effectLst/>
            </p:spPr>
            <p:txBody>
              <a:bodyPr/>
              <a:lstStyle/>
              <a:p>
                <a:pPr fontAlgn="base">
                  <a:spcBef>
                    <a:spcPct val="0"/>
                  </a:spcBef>
                  <a:spcAft>
                    <a:spcPct val="0"/>
                  </a:spcAft>
                </a:pPr>
                <a:endParaRPr lang="en-US" b="1" kern="0" noProof="0" dirty="0">
                  <a:solidFill>
                    <a:srgbClr val="000000"/>
                  </a:solidFill>
                  <a:latin typeface="+mj-lt"/>
                </a:endParaRPr>
              </a:p>
            </p:txBody>
          </p:sp>
          <p:sp>
            <p:nvSpPr>
              <p:cNvPr id="83" name="Freeform 67">
                <a:extLst>
                  <a:ext uri="{FF2B5EF4-FFF2-40B4-BE49-F238E27FC236}">
                    <a16:creationId xmlns:a16="http://schemas.microsoft.com/office/drawing/2014/main" id="{304820FA-3EC3-18A6-2923-744B5A3F404D}"/>
                  </a:ext>
                </a:extLst>
              </p:cNvPr>
              <p:cNvSpPr>
                <a:spLocks/>
              </p:cNvSpPr>
              <p:nvPr/>
            </p:nvSpPr>
            <p:spPr bwMode="auto">
              <a:xfrm>
                <a:off x="4213489" y="1780542"/>
                <a:ext cx="381000" cy="1027113"/>
              </a:xfrm>
              <a:custGeom>
                <a:avLst/>
                <a:gdLst/>
                <a:ahLst/>
                <a:cxnLst>
                  <a:cxn ang="0">
                    <a:pos x="439" y="0"/>
                  </a:cxn>
                  <a:cxn ang="0">
                    <a:pos x="507" y="152"/>
                  </a:cxn>
                  <a:cxn ang="0">
                    <a:pos x="472" y="281"/>
                  </a:cxn>
                  <a:cxn ang="0">
                    <a:pos x="472" y="413"/>
                  </a:cxn>
                  <a:cxn ang="0">
                    <a:pos x="205" y="543"/>
                  </a:cxn>
                  <a:cxn ang="0">
                    <a:pos x="35" y="664"/>
                  </a:cxn>
                  <a:cxn ang="0">
                    <a:pos x="24" y="820"/>
                  </a:cxn>
                  <a:cxn ang="0">
                    <a:pos x="94" y="928"/>
                  </a:cxn>
                  <a:cxn ang="0">
                    <a:pos x="193" y="1076"/>
                  </a:cxn>
                  <a:cxn ang="0">
                    <a:pos x="268" y="1238"/>
                  </a:cxn>
                  <a:cxn ang="0">
                    <a:pos x="72" y="1256"/>
                  </a:cxn>
                  <a:cxn ang="0">
                    <a:pos x="0" y="1370"/>
                  </a:cxn>
                  <a:cxn ang="0">
                    <a:pos x="94" y="1494"/>
                  </a:cxn>
                  <a:cxn ang="0">
                    <a:pos x="130" y="1622"/>
                  </a:cxn>
                  <a:cxn ang="0">
                    <a:pos x="267" y="1766"/>
                  </a:cxn>
                  <a:cxn ang="0">
                    <a:pos x="222" y="1863"/>
                  </a:cxn>
                  <a:cxn ang="0">
                    <a:pos x="244" y="2188"/>
                  </a:cxn>
                  <a:cxn ang="0">
                    <a:pos x="307" y="2364"/>
                  </a:cxn>
                  <a:cxn ang="0">
                    <a:pos x="295" y="2523"/>
                  </a:cxn>
                  <a:cxn ang="0">
                    <a:pos x="222" y="2666"/>
                  </a:cxn>
                  <a:cxn ang="0">
                    <a:pos x="303" y="2664"/>
                  </a:cxn>
                  <a:cxn ang="0">
                    <a:pos x="343" y="2998"/>
                  </a:cxn>
                  <a:cxn ang="0">
                    <a:pos x="480" y="3074"/>
                  </a:cxn>
                  <a:cxn ang="0">
                    <a:pos x="598" y="3046"/>
                  </a:cxn>
                  <a:cxn ang="0">
                    <a:pos x="693" y="2966"/>
                  </a:cxn>
                  <a:cxn ang="0">
                    <a:pos x="720" y="2798"/>
                  </a:cxn>
                  <a:cxn ang="0">
                    <a:pos x="637" y="2697"/>
                  </a:cxn>
                  <a:cxn ang="0">
                    <a:pos x="579" y="2464"/>
                  </a:cxn>
                  <a:cxn ang="0">
                    <a:pos x="544" y="2231"/>
                  </a:cxn>
                  <a:cxn ang="0">
                    <a:pos x="622" y="2139"/>
                  </a:cxn>
                  <a:cxn ang="0">
                    <a:pos x="648" y="2042"/>
                  </a:cxn>
                  <a:cxn ang="0">
                    <a:pos x="598" y="1897"/>
                  </a:cxn>
                  <a:cxn ang="0">
                    <a:pos x="672" y="1692"/>
                  </a:cxn>
                  <a:cxn ang="0">
                    <a:pos x="768" y="1446"/>
                  </a:cxn>
                  <a:cxn ang="0">
                    <a:pos x="921" y="1267"/>
                  </a:cxn>
                  <a:cxn ang="0">
                    <a:pos x="1087" y="1027"/>
                  </a:cxn>
                  <a:cxn ang="0">
                    <a:pos x="1039" y="868"/>
                  </a:cxn>
                  <a:cxn ang="0">
                    <a:pos x="1118" y="704"/>
                  </a:cxn>
                  <a:cxn ang="0">
                    <a:pos x="1126" y="489"/>
                  </a:cxn>
                  <a:cxn ang="0">
                    <a:pos x="933" y="509"/>
                  </a:cxn>
                  <a:cxn ang="0">
                    <a:pos x="850" y="429"/>
                  </a:cxn>
                  <a:cxn ang="0">
                    <a:pos x="933" y="353"/>
                  </a:cxn>
                  <a:cxn ang="0">
                    <a:pos x="965" y="257"/>
                  </a:cxn>
                  <a:cxn ang="0">
                    <a:pos x="721" y="56"/>
                  </a:cxn>
                  <a:cxn ang="0">
                    <a:pos x="439" y="0"/>
                  </a:cxn>
                </a:cxnLst>
                <a:rect l="0" t="0" r="r" b="b"/>
                <a:pathLst>
                  <a:path w="1126" h="3074">
                    <a:moveTo>
                      <a:pt x="439" y="0"/>
                    </a:moveTo>
                    <a:lnTo>
                      <a:pt x="507" y="152"/>
                    </a:lnTo>
                    <a:lnTo>
                      <a:pt x="472" y="281"/>
                    </a:lnTo>
                    <a:lnTo>
                      <a:pt x="472" y="413"/>
                    </a:lnTo>
                    <a:lnTo>
                      <a:pt x="205" y="543"/>
                    </a:lnTo>
                    <a:lnTo>
                      <a:pt x="35" y="664"/>
                    </a:lnTo>
                    <a:lnTo>
                      <a:pt x="24" y="820"/>
                    </a:lnTo>
                    <a:lnTo>
                      <a:pt x="94" y="928"/>
                    </a:lnTo>
                    <a:lnTo>
                      <a:pt x="193" y="1076"/>
                    </a:lnTo>
                    <a:lnTo>
                      <a:pt x="268" y="1238"/>
                    </a:lnTo>
                    <a:lnTo>
                      <a:pt x="72" y="1256"/>
                    </a:lnTo>
                    <a:lnTo>
                      <a:pt x="0" y="1370"/>
                    </a:lnTo>
                    <a:lnTo>
                      <a:pt x="94" y="1494"/>
                    </a:lnTo>
                    <a:lnTo>
                      <a:pt x="130" y="1622"/>
                    </a:lnTo>
                    <a:lnTo>
                      <a:pt x="267" y="1766"/>
                    </a:lnTo>
                    <a:lnTo>
                      <a:pt x="222" y="1863"/>
                    </a:lnTo>
                    <a:lnTo>
                      <a:pt x="244" y="2188"/>
                    </a:lnTo>
                    <a:lnTo>
                      <a:pt x="307" y="2364"/>
                    </a:lnTo>
                    <a:lnTo>
                      <a:pt x="295" y="2523"/>
                    </a:lnTo>
                    <a:lnTo>
                      <a:pt x="222" y="2666"/>
                    </a:lnTo>
                    <a:lnTo>
                      <a:pt x="303" y="2664"/>
                    </a:lnTo>
                    <a:lnTo>
                      <a:pt x="343" y="2998"/>
                    </a:lnTo>
                    <a:lnTo>
                      <a:pt x="480" y="3074"/>
                    </a:lnTo>
                    <a:lnTo>
                      <a:pt x="598" y="3046"/>
                    </a:lnTo>
                    <a:lnTo>
                      <a:pt x="693" y="2966"/>
                    </a:lnTo>
                    <a:lnTo>
                      <a:pt x="720" y="2798"/>
                    </a:lnTo>
                    <a:lnTo>
                      <a:pt x="637" y="2697"/>
                    </a:lnTo>
                    <a:lnTo>
                      <a:pt x="579" y="2464"/>
                    </a:lnTo>
                    <a:lnTo>
                      <a:pt x="544" y="2231"/>
                    </a:lnTo>
                    <a:lnTo>
                      <a:pt x="622" y="2139"/>
                    </a:lnTo>
                    <a:lnTo>
                      <a:pt x="648" y="2042"/>
                    </a:lnTo>
                    <a:lnTo>
                      <a:pt x="598" y="1897"/>
                    </a:lnTo>
                    <a:lnTo>
                      <a:pt x="672" y="1692"/>
                    </a:lnTo>
                    <a:lnTo>
                      <a:pt x="768" y="1446"/>
                    </a:lnTo>
                    <a:lnTo>
                      <a:pt x="921" y="1267"/>
                    </a:lnTo>
                    <a:lnTo>
                      <a:pt x="1087" y="1027"/>
                    </a:lnTo>
                    <a:lnTo>
                      <a:pt x="1039" y="868"/>
                    </a:lnTo>
                    <a:lnTo>
                      <a:pt x="1118" y="704"/>
                    </a:lnTo>
                    <a:lnTo>
                      <a:pt x="1126" y="489"/>
                    </a:lnTo>
                    <a:lnTo>
                      <a:pt x="933" y="509"/>
                    </a:lnTo>
                    <a:lnTo>
                      <a:pt x="850" y="429"/>
                    </a:lnTo>
                    <a:lnTo>
                      <a:pt x="933" y="353"/>
                    </a:lnTo>
                    <a:lnTo>
                      <a:pt x="965" y="257"/>
                    </a:lnTo>
                    <a:lnTo>
                      <a:pt x="721" y="56"/>
                    </a:lnTo>
                    <a:lnTo>
                      <a:pt x="439" y="0"/>
                    </a:lnTo>
                    <a:close/>
                  </a:path>
                </a:pathLst>
              </a:custGeom>
              <a:grpFill/>
              <a:ln w="19050" cmpd="sng">
                <a:solidFill>
                  <a:schemeClr val="tx2"/>
                </a:solidFill>
                <a:prstDash val="solid"/>
                <a:round/>
                <a:headEnd/>
                <a:tailEnd/>
              </a:ln>
              <a:effectLst/>
            </p:spPr>
            <p:txBody>
              <a:bodyPr/>
              <a:lstStyle/>
              <a:p>
                <a:endParaRPr lang="en-US" kern="0" noProof="0" dirty="0">
                  <a:solidFill>
                    <a:sysClr val="windowText" lastClr="000000"/>
                  </a:solidFill>
                  <a:latin typeface="+mj-lt"/>
                </a:endParaRPr>
              </a:p>
            </p:txBody>
          </p:sp>
          <p:sp>
            <p:nvSpPr>
              <p:cNvPr id="84" name="Freeform 68">
                <a:extLst>
                  <a:ext uri="{FF2B5EF4-FFF2-40B4-BE49-F238E27FC236}">
                    <a16:creationId xmlns:a16="http://schemas.microsoft.com/office/drawing/2014/main" id="{13B4DB06-7AE6-CFC3-F362-554113DFF051}"/>
                  </a:ext>
                </a:extLst>
              </p:cNvPr>
              <p:cNvSpPr>
                <a:spLocks/>
              </p:cNvSpPr>
              <p:nvPr/>
            </p:nvSpPr>
            <p:spPr bwMode="auto">
              <a:xfrm>
                <a:off x="3951552" y="1637667"/>
                <a:ext cx="439738" cy="766763"/>
              </a:xfrm>
              <a:custGeom>
                <a:avLst/>
                <a:gdLst/>
                <a:ahLst/>
                <a:cxnLst>
                  <a:cxn ang="0">
                    <a:pos x="915" y="35"/>
                  </a:cxn>
                  <a:cxn ang="0">
                    <a:pos x="727" y="529"/>
                  </a:cxn>
                  <a:cxn ang="0">
                    <a:pos x="633" y="704"/>
                  </a:cxn>
                  <a:cxn ang="0">
                    <a:pos x="549" y="722"/>
                  </a:cxn>
                  <a:cxn ang="0">
                    <a:pos x="460" y="694"/>
                  </a:cxn>
                  <a:cxn ang="0">
                    <a:pos x="283" y="812"/>
                  </a:cxn>
                  <a:cxn ang="0">
                    <a:pos x="185" y="975"/>
                  </a:cxn>
                  <a:cxn ang="0">
                    <a:pos x="74" y="1154"/>
                  </a:cxn>
                  <a:cxn ang="0">
                    <a:pos x="0" y="1292"/>
                  </a:cxn>
                  <a:cxn ang="0">
                    <a:pos x="33" y="1740"/>
                  </a:cxn>
                  <a:cxn ang="0">
                    <a:pos x="137" y="1971"/>
                  </a:cxn>
                  <a:cxn ang="0">
                    <a:pos x="182" y="2271"/>
                  </a:cxn>
                  <a:cxn ang="0">
                    <a:pos x="469" y="2487"/>
                  </a:cxn>
                  <a:cxn ang="0">
                    <a:pos x="982" y="2803"/>
                  </a:cxn>
                  <a:cxn ang="0">
                    <a:pos x="1241" y="2862"/>
                  </a:cxn>
                  <a:cxn ang="0">
                    <a:pos x="1299" y="2737"/>
                  </a:cxn>
                  <a:cxn ang="0">
                    <a:pos x="1126" y="2558"/>
                  </a:cxn>
                  <a:cxn ang="0">
                    <a:pos x="1077" y="2393"/>
                  </a:cxn>
                  <a:cxn ang="0">
                    <a:pos x="963" y="2243"/>
                  </a:cxn>
                  <a:cxn ang="0">
                    <a:pos x="1052" y="2100"/>
                  </a:cxn>
                  <a:cxn ang="0">
                    <a:pos x="1299" y="2080"/>
                  </a:cxn>
                  <a:cxn ang="0">
                    <a:pos x="1200" y="1870"/>
                  </a:cxn>
                  <a:cxn ang="0">
                    <a:pos x="993" y="1556"/>
                  </a:cxn>
                  <a:cxn ang="0">
                    <a:pos x="1008" y="1361"/>
                  </a:cxn>
                  <a:cxn ang="0">
                    <a:pos x="1210" y="1216"/>
                  </a:cxn>
                  <a:cxn ang="0">
                    <a:pos x="1555" y="1047"/>
                  </a:cxn>
                  <a:cxn ang="0">
                    <a:pos x="1555" y="872"/>
                  </a:cxn>
                  <a:cxn ang="0">
                    <a:pos x="1599" y="722"/>
                  </a:cxn>
                  <a:cxn ang="0">
                    <a:pos x="1513" y="527"/>
                  </a:cxn>
                  <a:cxn ang="0">
                    <a:pos x="1510" y="424"/>
                  </a:cxn>
                  <a:cxn ang="0">
                    <a:pos x="1520" y="259"/>
                  </a:cxn>
                  <a:cxn ang="0">
                    <a:pos x="1624" y="120"/>
                  </a:cxn>
                  <a:cxn ang="0">
                    <a:pos x="1314" y="95"/>
                  </a:cxn>
                  <a:cxn ang="0">
                    <a:pos x="1052" y="0"/>
                  </a:cxn>
                  <a:cxn ang="0">
                    <a:pos x="915" y="35"/>
                  </a:cxn>
                </a:cxnLst>
                <a:rect l="0" t="0" r="r" b="b"/>
                <a:pathLst>
                  <a:path w="1624" h="2862">
                    <a:moveTo>
                      <a:pt x="915" y="35"/>
                    </a:moveTo>
                    <a:lnTo>
                      <a:pt x="727" y="529"/>
                    </a:lnTo>
                    <a:lnTo>
                      <a:pt x="633" y="704"/>
                    </a:lnTo>
                    <a:lnTo>
                      <a:pt x="549" y="722"/>
                    </a:lnTo>
                    <a:lnTo>
                      <a:pt x="460" y="694"/>
                    </a:lnTo>
                    <a:lnTo>
                      <a:pt x="283" y="812"/>
                    </a:lnTo>
                    <a:lnTo>
                      <a:pt x="185" y="975"/>
                    </a:lnTo>
                    <a:lnTo>
                      <a:pt x="74" y="1154"/>
                    </a:lnTo>
                    <a:lnTo>
                      <a:pt x="0" y="1292"/>
                    </a:lnTo>
                    <a:lnTo>
                      <a:pt x="33" y="1740"/>
                    </a:lnTo>
                    <a:lnTo>
                      <a:pt x="137" y="1971"/>
                    </a:lnTo>
                    <a:lnTo>
                      <a:pt x="182" y="2271"/>
                    </a:lnTo>
                    <a:lnTo>
                      <a:pt x="469" y="2487"/>
                    </a:lnTo>
                    <a:lnTo>
                      <a:pt x="982" y="2803"/>
                    </a:lnTo>
                    <a:lnTo>
                      <a:pt x="1241" y="2862"/>
                    </a:lnTo>
                    <a:lnTo>
                      <a:pt x="1299" y="2737"/>
                    </a:lnTo>
                    <a:lnTo>
                      <a:pt x="1126" y="2558"/>
                    </a:lnTo>
                    <a:lnTo>
                      <a:pt x="1077" y="2393"/>
                    </a:lnTo>
                    <a:lnTo>
                      <a:pt x="963" y="2243"/>
                    </a:lnTo>
                    <a:lnTo>
                      <a:pt x="1052" y="2100"/>
                    </a:lnTo>
                    <a:lnTo>
                      <a:pt x="1299" y="2080"/>
                    </a:lnTo>
                    <a:lnTo>
                      <a:pt x="1200" y="1870"/>
                    </a:lnTo>
                    <a:lnTo>
                      <a:pt x="993" y="1556"/>
                    </a:lnTo>
                    <a:lnTo>
                      <a:pt x="1008" y="1361"/>
                    </a:lnTo>
                    <a:lnTo>
                      <a:pt x="1210" y="1216"/>
                    </a:lnTo>
                    <a:lnTo>
                      <a:pt x="1555" y="1047"/>
                    </a:lnTo>
                    <a:lnTo>
                      <a:pt x="1555" y="872"/>
                    </a:lnTo>
                    <a:lnTo>
                      <a:pt x="1599" y="722"/>
                    </a:lnTo>
                    <a:lnTo>
                      <a:pt x="1513" y="527"/>
                    </a:lnTo>
                    <a:lnTo>
                      <a:pt x="1510" y="424"/>
                    </a:lnTo>
                    <a:lnTo>
                      <a:pt x="1520" y="259"/>
                    </a:lnTo>
                    <a:lnTo>
                      <a:pt x="1624" y="120"/>
                    </a:lnTo>
                    <a:lnTo>
                      <a:pt x="1314" y="95"/>
                    </a:lnTo>
                    <a:lnTo>
                      <a:pt x="1052" y="0"/>
                    </a:lnTo>
                    <a:lnTo>
                      <a:pt x="915" y="35"/>
                    </a:lnTo>
                    <a:close/>
                  </a:path>
                </a:pathLst>
              </a:custGeom>
              <a:grpFill/>
              <a:ln w="19050" cmpd="sng">
                <a:solidFill>
                  <a:schemeClr val="tx2"/>
                </a:solidFill>
                <a:prstDash val="solid"/>
                <a:round/>
                <a:headEnd/>
                <a:tailEnd/>
              </a:ln>
              <a:effectLst/>
            </p:spPr>
            <p:txBody>
              <a:bodyPr/>
              <a:lstStyle/>
              <a:p>
                <a:endParaRPr lang="en-US" kern="0" noProof="0" dirty="0">
                  <a:solidFill>
                    <a:sysClr val="windowText" lastClr="000000"/>
                  </a:solidFill>
                  <a:latin typeface="+mj-lt"/>
                </a:endParaRPr>
              </a:p>
            </p:txBody>
          </p:sp>
          <p:sp>
            <p:nvSpPr>
              <p:cNvPr id="87" name="Freeform 69">
                <a:extLst>
                  <a:ext uri="{FF2B5EF4-FFF2-40B4-BE49-F238E27FC236}">
                    <a16:creationId xmlns:a16="http://schemas.microsoft.com/office/drawing/2014/main" id="{75340ECB-52E6-782F-7659-1AAC420D3C2D}"/>
                  </a:ext>
                </a:extLst>
              </p:cNvPr>
              <p:cNvSpPr>
                <a:spLocks/>
              </p:cNvSpPr>
              <p:nvPr/>
            </p:nvSpPr>
            <p:spPr bwMode="auto">
              <a:xfrm>
                <a:off x="4361127" y="1293179"/>
                <a:ext cx="808038" cy="657225"/>
              </a:xfrm>
              <a:custGeom>
                <a:avLst/>
                <a:gdLst/>
                <a:ahLst/>
                <a:cxnLst>
                  <a:cxn ang="0">
                    <a:pos x="2170" y="120"/>
                  </a:cxn>
                  <a:cxn ang="0">
                    <a:pos x="2091" y="80"/>
                  </a:cxn>
                  <a:cxn ang="0">
                    <a:pos x="2037" y="150"/>
                  </a:cxn>
                  <a:cxn ang="0">
                    <a:pos x="2067" y="245"/>
                  </a:cxn>
                  <a:cxn ang="0">
                    <a:pos x="1974" y="319"/>
                  </a:cxn>
                  <a:cxn ang="0">
                    <a:pos x="1860" y="225"/>
                  </a:cxn>
                  <a:cxn ang="0">
                    <a:pos x="1722" y="289"/>
                  </a:cxn>
                  <a:cxn ang="0">
                    <a:pos x="1752" y="394"/>
                  </a:cxn>
                  <a:cxn ang="0">
                    <a:pos x="1633" y="663"/>
                  </a:cxn>
                  <a:cxn ang="0">
                    <a:pos x="1308" y="822"/>
                  </a:cxn>
                  <a:cxn ang="0">
                    <a:pos x="974" y="927"/>
                  </a:cxn>
                  <a:cxn ang="0">
                    <a:pos x="398" y="1361"/>
                  </a:cxn>
                  <a:cxn ang="0">
                    <a:pos x="113" y="1408"/>
                  </a:cxn>
                  <a:cxn ang="0">
                    <a:pos x="9" y="1546"/>
                  </a:cxn>
                  <a:cxn ang="0">
                    <a:pos x="0" y="1712"/>
                  </a:cxn>
                  <a:cxn ang="0">
                    <a:pos x="0" y="1818"/>
                  </a:cxn>
                  <a:cxn ang="0">
                    <a:pos x="353" y="1889"/>
                  </a:cxn>
                  <a:cxn ang="0">
                    <a:pos x="660" y="2140"/>
                  </a:cxn>
                  <a:cxn ang="0">
                    <a:pos x="619" y="2263"/>
                  </a:cxn>
                  <a:cxn ang="0">
                    <a:pos x="516" y="2353"/>
                  </a:cxn>
                  <a:cxn ang="0">
                    <a:pos x="619" y="2454"/>
                  </a:cxn>
                  <a:cxn ang="0">
                    <a:pos x="861" y="2430"/>
                  </a:cxn>
                  <a:cxn ang="0">
                    <a:pos x="1117" y="1949"/>
                  </a:cxn>
                  <a:cxn ang="0">
                    <a:pos x="1337" y="1586"/>
                  </a:cxn>
                  <a:cxn ang="0">
                    <a:pos x="1654" y="1510"/>
                  </a:cxn>
                  <a:cxn ang="0">
                    <a:pos x="1974" y="902"/>
                  </a:cxn>
                  <a:cxn ang="0">
                    <a:pos x="2466" y="797"/>
                  </a:cxn>
                  <a:cxn ang="0">
                    <a:pos x="2643" y="747"/>
                  </a:cxn>
                  <a:cxn ang="0">
                    <a:pos x="2864" y="618"/>
                  </a:cxn>
                  <a:cxn ang="0">
                    <a:pos x="2978" y="469"/>
                  </a:cxn>
                  <a:cxn ang="0">
                    <a:pos x="2835" y="125"/>
                  </a:cxn>
                  <a:cxn ang="0">
                    <a:pos x="2683" y="80"/>
                  </a:cxn>
                  <a:cxn ang="0">
                    <a:pos x="2510" y="5"/>
                  </a:cxn>
                  <a:cxn ang="0">
                    <a:pos x="2284" y="0"/>
                  </a:cxn>
                  <a:cxn ang="0">
                    <a:pos x="2170" y="120"/>
                  </a:cxn>
                </a:cxnLst>
                <a:rect l="0" t="0" r="r" b="b"/>
                <a:pathLst>
                  <a:path w="2978" h="2454">
                    <a:moveTo>
                      <a:pt x="2170" y="120"/>
                    </a:moveTo>
                    <a:lnTo>
                      <a:pt x="2091" y="80"/>
                    </a:lnTo>
                    <a:lnTo>
                      <a:pt x="2037" y="150"/>
                    </a:lnTo>
                    <a:lnTo>
                      <a:pt x="2067" y="245"/>
                    </a:lnTo>
                    <a:lnTo>
                      <a:pt x="1974" y="319"/>
                    </a:lnTo>
                    <a:lnTo>
                      <a:pt x="1860" y="225"/>
                    </a:lnTo>
                    <a:lnTo>
                      <a:pt x="1722" y="289"/>
                    </a:lnTo>
                    <a:lnTo>
                      <a:pt x="1752" y="394"/>
                    </a:lnTo>
                    <a:lnTo>
                      <a:pt x="1633" y="663"/>
                    </a:lnTo>
                    <a:lnTo>
                      <a:pt x="1308" y="822"/>
                    </a:lnTo>
                    <a:lnTo>
                      <a:pt x="974" y="927"/>
                    </a:lnTo>
                    <a:lnTo>
                      <a:pt x="398" y="1361"/>
                    </a:lnTo>
                    <a:lnTo>
                      <a:pt x="113" y="1408"/>
                    </a:lnTo>
                    <a:lnTo>
                      <a:pt x="9" y="1546"/>
                    </a:lnTo>
                    <a:lnTo>
                      <a:pt x="0" y="1712"/>
                    </a:lnTo>
                    <a:lnTo>
                      <a:pt x="0" y="1818"/>
                    </a:lnTo>
                    <a:lnTo>
                      <a:pt x="353" y="1889"/>
                    </a:lnTo>
                    <a:lnTo>
                      <a:pt x="660" y="2140"/>
                    </a:lnTo>
                    <a:lnTo>
                      <a:pt x="619" y="2263"/>
                    </a:lnTo>
                    <a:lnTo>
                      <a:pt x="516" y="2353"/>
                    </a:lnTo>
                    <a:lnTo>
                      <a:pt x="619" y="2454"/>
                    </a:lnTo>
                    <a:lnTo>
                      <a:pt x="861" y="2430"/>
                    </a:lnTo>
                    <a:lnTo>
                      <a:pt x="1117" y="1949"/>
                    </a:lnTo>
                    <a:lnTo>
                      <a:pt x="1337" y="1586"/>
                    </a:lnTo>
                    <a:lnTo>
                      <a:pt x="1654" y="1510"/>
                    </a:lnTo>
                    <a:lnTo>
                      <a:pt x="1974" y="902"/>
                    </a:lnTo>
                    <a:lnTo>
                      <a:pt x="2466" y="797"/>
                    </a:lnTo>
                    <a:lnTo>
                      <a:pt x="2643" y="747"/>
                    </a:lnTo>
                    <a:lnTo>
                      <a:pt x="2864" y="618"/>
                    </a:lnTo>
                    <a:lnTo>
                      <a:pt x="2978" y="469"/>
                    </a:lnTo>
                    <a:lnTo>
                      <a:pt x="2835" y="125"/>
                    </a:lnTo>
                    <a:lnTo>
                      <a:pt x="2683" y="80"/>
                    </a:lnTo>
                    <a:lnTo>
                      <a:pt x="2510" y="5"/>
                    </a:lnTo>
                    <a:lnTo>
                      <a:pt x="2284" y="0"/>
                    </a:lnTo>
                    <a:lnTo>
                      <a:pt x="2170" y="120"/>
                    </a:lnTo>
                    <a:close/>
                  </a:path>
                </a:pathLst>
              </a:custGeom>
              <a:grpFill/>
              <a:ln w="19050" cmpd="sng">
                <a:solidFill>
                  <a:schemeClr val="tx2"/>
                </a:solidFill>
                <a:prstDash val="solid"/>
                <a:round/>
                <a:headEnd/>
                <a:tailEnd/>
              </a:ln>
              <a:effectLst/>
            </p:spPr>
            <p:txBody>
              <a:bodyPr/>
              <a:lstStyle/>
              <a:p>
                <a:endParaRPr lang="en-US" kern="0" noProof="0" dirty="0">
                  <a:solidFill>
                    <a:sysClr val="windowText" lastClr="000000"/>
                  </a:solidFill>
                  <a:latin typeface="+mj-lt"/>
                </a:endParaRPr>
              </a:p>
            </p:txBody>
          </p:sp>
          <p:sp>
            <p:nvSpPr>
              <p:cNvPr id="88" name="Freeform 70">
                <a:extLst>
                  <a:ext uri="{FF2B5EF4-FFF2-40B4-BE49-F238E27FC236}">
                    <a16:creationId xmlns:a16="http://schemas.microsoft.com/office/drawing/2014/main" id="{7B3B6B8F-350D-E63E-8B69-82BA0A6F108C}"/>
                  </a:ext>
                </a:extLst>
              </p:cNvPr>
              <p:cNvSpPr>
                <a:spLocks/>
              </p:cNvSpPr>
              <p:nvPr/>
            </p:nvSpPr>
            <p:spPr bwMode="auto">
              <a:xfrm>
                <a:off x="4377002" y="2302829"/>
                <a:ext cx="471488" cy="773113"/>
              </a:xfrm>
              <a:custGeom>
                <a:avLst/>
                <a:gdLst/>
                <a:ahLst/>
                <a:cxnLst>
                  <a:cxn ang="0">
                    <a:pos x="665" y="0"/>
                  </a:cxn>
                  <a:cxn ang="0">
                    <a:pos x="457" y="136"/>
                  </a:cxn>
                  <a:cxn ang="0">
                    <a:pos x="233" y="166"/>
                  </a:cxn>
                  <a:cxn ang="0">
                    <a:pos x="142" y="421"/>
                  </a:cxn>
                  <a:cxn ang="0">
                    <a:pos x="207" y="599"/>
                  </a:cxn>
                  <a:cxn ang="0">
                    <a:pos x="173" y="723"/>
                  </a:cxn>
                  <a:cxn ang="0">
                    <a:pos x="75" y="838"/>
                  </a:cxn>
                  <a:cxn ang="0">
                    <a:pos x="119" y="1113"/>
                  </a:cxn>
                  <a:cxn ang="0">
                    <a:pos x="193" y="1421"/>
                  </a:cxn>
                  <a:cxn ang="0">
                    <a:pos x="296" y="1547"/>
                  </a:cxn>
                  <a:cxn ang="0">
                    <a:pos x="262" y="1757"/>
                  </a:cxn>
                  <a:cxn ang="0">
                    <a:pos x="146" y="1854"/>
                  </a:cxn>
                  <a:cxn ang="0">
                    <a:pos x="0" y="1892"/>
                  </a:cxn>
                  <a:cxn ang="0">
                    <a:pos x="90" y="2025"/>
                  </a:cxn>
                  <a:cxn ang="0">
                    <a:pos x="364" y="2095"/>
                  </a:cxn>
                  <a:cxn ang="0">
                    <a:pos x="586" y="2025"/>
                  </a:cxn>
                  <a:cxn ang="0">
                    <a:pos x="735" y="2145"/>
                  </a:cxn>
                  <a:cxn ang="0">
                    <a:pos x="776" y="2269"/>
                  </a:cxn>
                  <a:cxn ang="0">
                    <a:pos x="842" y="2502"/>
                  </a:cxn>
                  <a:cxn ang="0">
                    <a:pos x="827" y="2727"/>
                  </a:cxn>
                  <a:cxn ang="0">
                    <a:pos x="1210" y="2813"/>
                  </a:cxn>
                  <a:cxn ang="0">
                    <a:pos x="1235" y="2893"/>
                  </a:cxn>
                  <a:cxn ang="0">
                    <a:pos x="1592" y="2697"/>
                  </a:cxn>
                  <a:cxn ang="0">
                    <a:pos x="1736" y="2663"/>
                  </a:cxn>
                  <a:cxn ang="0">
                    <a:pos x="1604" y="2279"/>
                  </a:cxn>
                  <a:cxn ang="0">
                    <a:pos x="1441" y="2278"/>
                  </a:cxn>
                  <a:cxn ang="0">
                    <a:pos x="1280" y="2157"/>
                  </a:cxn>
                  <a:cxn ang="0">
                    <a:pos x="1269" y="1860"/>
                  </a:cxn>
                  <a:cxn ang="0">
                    <a:pos x="1323" y="1607"/>
                  </a:cxn>
                  <a:cxn ang="0">
                    <a:pos x="1490" y="1426"/>
                  </a:cxn>
                  <a:cxn ang="0">
                    <a:pos x="1431" y="1306"/>
                  </a:cxn>
                  <a:cxn ang="0">
                    <a:pos x="1401" y="1123"/>
                  </a:cxn>
                  <a:cxn ang="0">
                    <a:pos x="1077" y="793"/>
                  </a:cxn>
                  <a:cxn ang="0">
                    <a:pos x="998" y="494"/>
                  </a:cxn>
                  <a:cxn ang="0">
                    <a:pos x="983" y="215"/>
                  </a:cxn>
                  <a:cxn ang="0">
                    <a:pos x="739" y="230"/>
                  </a:cxn>
                  <a:cxn ang="0">
                    <a:pos x="665" y="0"/>
                  </a:cxn>
                </a:cxnLst>
                <a:rect l="0" t="0" r="r" b="b"/>
                <a:pathLst>
                  <a:path w="1736" h="2893">
                    <a:moveTo>
                      <a:pt x="665" y="0"/>
                    </a:moveTo>
                    <a:lnTo>
                      <a:pt x="457" y="136"/>
                    </a:lnTo>
                    <a:lnTo>
                      <a:pt x="233" y="166"/>
                    </a:lnTo>
                    <a:lnTo>
                      <a:pt x="142" y="421"/>
                    </a:lnTo>
                    <a:lnTo>
                      <a:pt x="207" y="599"/>
                    </a:lnTo>
                    <a:lnTo>
                      <a:pt x="173" y="723"/>
                    </a:lnTo>
                    <a:lnTo>
                      <a:pt x="75" y="838"/>
                    </a:lnTo>
                    <a:lnTo>
                      <a:pt x="119" y="1113"/>
                    </a:lnTo>
                    <a:lnTo>
                      <a:pt x="193" y="1421"/>
                    </a:lnTo>
                    <a:lnTo>
                      <a:pt x="296" y="1547"/>
                    </a:lnTo>
                    <a:lnTo>
                      <a:pt x="262" y="1757"/>
                    </a:lnTo>
                    <a:lnTo>
                      <a:pt x="146" y="1854"/>
                    </a:lnTo>
                    <a:lnTo>
                      <a:pt x="0" y="1892"/>
                    </a:lnTo>
                    <a:lnTo>
                      <a:pt x="90" y="2025"/>
                    </a:lnTo>
                    <a:lnTo>
                      <a:pt x="364" y="2095"/>
                    </a:lnTo>
                    <a:lnTo>
                      <a:pt x="586" y="2025"/>
                    </a:lnTo>
                    <a:lnTo>
                      <a:pt x="735" y="2145"/>
                    </a:lnTo>
                    <a:lnTo>
                      <a:pt x="776" y="2269"/>
                    </a:lnTo>
                    <a:lnTo>
                      <a:pt x="842" y="2502"/>
                    </a:lnTo>
                    <a:lnTo>
                      <a:pt x="827" y="2727"/>
                    </a:lnTo>
                    <a:lnTo>
                      <a:pt x="1210" y="2813"/>
                    </a:lnTo>
                    <a:lnTo>
                      <a:pt x="1235" y="2893"/>
                    </a:lnTo>
                    <a:lnTo>
                      <a:pt x="1592" y="2697"/>
                    </a:lnTo>
                    <a:lnTo>
                      <a:pt x="1736" y="2663"/>
                    </a:lnTo>
                    <a:lnTo>
                      <a:pt x="1604" y="2279"/>
                    </a:lnTo>
                    <a:lnTo>
                      <a:pt x="1441" y="2278"/>
                    </a:lnTo>
                    <a:lnTo>
                      <a:pt x="1280" y="2157"/>
                    </a:lnTo>
                    <a:lnTo>
                      <a:pt x="1269" y="1860"/>
                    </a:lnTo>
                    <a:lnTo>
                      <a:pt x="1323" y="1607"/>
                    </a:lnTo>
                    <a:lnTo>
                      <a:pt x="1490" y="1426"/>
                    </a:lnTo>
                    <a:lnTo>
                      <a:pt x="1431" y="1306"/>
                    </a:lnTo>
                    <a:lnTo>
                      <a:pt x="1401" y="1123"/>
                    </a:lnTo>
                    <a:lnTo>
                      <a:pt x="1077" y="793"/>
                    </a:lnTo>
                    <a:lnTo>
                      <a:pt x="998" y="494"/>
                    </a:lnTo>
                    <a:lnTo>
                      <a:pt x="983" y="215"/>
                    </a:lnTo>
                    <a:lnTo>
                      <a:pt x="739" y="230"/>
                    </a:lnTo>
                    <a:lnTo>
                      <a:pt x="665" y="0"/>
                    </a:lnTo>
                    <a:close/>
                  </a:path>
                </a:pathLst>
              </a:custGeom>
              <a:grpFill/>
              <a:ln w="19050" cmpd="sng">
                <a:solidFill>
                  <a:schemeClr val="tx2"/>
                </a:solidFill>
                <a:prstDash val="solid"/>
                <a:round/>
                <a:headEnd/>
                <a:tailEnd/>
              </a:ln>
              <a:effectLst/>
            </p:spPr>
            <p:txBody>
              <a:bodyPr/>
              <a:lstStyle/>
              <a:p>
                <a:endParaRPr lang="en-US" kern="0" noProof="0" dirty="0">
                  <a:solidFill>
                    <a:sysClr val="windowText" lastClr="000000"/>
                  </a:solidFill>
                  <a:latin typeface="+mj-lt"/>
                </a:endParaRPr>
              </a:p>
            </p:txBody>
          </p:sp>
          <p:sp>
            <p:nvSpPr>
              <p:cNvPr id="89" name="Freeform 71">
                <a:extLst>
                  <a:ext uri="{FF2B5EF4-FFF2-40B4-BE49-F238E27FC236}">
                    <a16:creationId xmlns:a16="http://schemas.microsoft.com/office/drawing/2014/main" id="{33A5F2F4-0777-75F9-4C18-DED111FE6093}"/>
                  </a:ext>
                </a:extLst>
              </p:cNvPr>
              <p:cNvSpPr>
                <a:spLocks/>
              </p:cNvSpPr>
              <p:nvPr/>
            </p:nvSpPr>
            <p:spPr bwMode="auto">
              <a:xfrm>
                <a:off x="4532577" y="3256917"/>
                <a:ext cx="1028700" cy="636588"/>
              </a:xfrm>
              <a:custGeom>
                <a:avLst/>
                <a:gdLst/>
                <a:ahLst/>
                <a:cxnLst>
                  <a:cxn ang="0">
                    <a:pos x="3794" y="298"/>
                  </a:cxn>
                  <a:cxn ang="0">
                    <a:pos x="3753" y="489"/>
                  </a:cxn>
                  <a:cxn ang="0">
                    <a:pos x="3637" y="658"/>
                  </a:cxn>
                  <a:cxn ang="0">
                    <a:pos x="3512" y="841"/>
                  </a:cxn>
                  <a:cxn ang="0">
                    <a:pos x="3246" y="899"/>
                  </a:cxn>
                  <a:cxn ang="0">
                    <a:pos x="3000" y="1004"/>
                  </a:cxn>
                  <a:cxn ang="0">
                    <a:pos x="2748" y="1179"/>
                  </a:cxn>
                  <a:cxn ang="0">
                    <a:pos x="2484" y="1478"/>
                  </a:cxn>
                  <a:cxn ang="0">
                    <a:pos x="2424" y="1598"/>
                  </a:cxn>
                  <a:cxn ang="0">
                    <a:pos x="2331" y="1702"/>
                  </a:cxn>
                  <a:cxn ang="0">
                    <a:pos x="1905" y="1923"/>
                  </a:cxn>
                  <a:cxn ang="0">
                    <a:pos x="1503" y="2091"/>
                  </a:cxn>
                  <a:cxn ang="0">
                    <a:pos x="1246" y="2286"/>
                  </a:cxn>
                  <a:cxn ang="0">
                    <a:pos x="1081" y="2246"/>
                  </a:cxn>
                  <a:cxn ang="0">
                    <a:pos x="927" y="2276"/>
                  </a:cxn>
                  <a:cxn ang="0">
                    <a:pos x="812" y="2378"/>
                  </a:cxn>
                  <a:cxn ang="0">
                    <a:pos x="616" y="2351"/>
                  </a:cxn>
                  <a:cxn ang="0">
                    <a:pos x="425" y="2381"/>
                  </a:cxn>
                  <a:cxn ang="0">
                    <a:pos x="16" y="1942"/>
                  </a:cxn>
                  <a:cxn ang="0">
                    <a:pos x="48" y="1812"/>
                  </a:cxn>
                  <a:cxn ang="0">
                    <a:pos x="0" y="1697"/>
                  </a:cxn>
                  <a:cxn ang="0">
                    <a:pos x="180" y="1526"/>
                  </a:cxn>
                  <a:cxn ang="0">
                    <a:pos x="136" y="1298"/>
                  </a:cxn>
                  <a:cxn ang="0">
                    <a:pos x="299" y="1154"/>
                  </a:cxn>
                  <a:cxn ang="0">
                    <a:pos x="441" y="1253"/>
                  </a:cxn>
                  <a:cxn ang="0">
                    <a:pos x="712" y="939"/>
                  </a:cxn>
                  <a:cxn ang="0">
                    <a:pos x="973" y="788"/>
                  </a:cxn>
                  <a:cxn ang="0">
                    <a:pos x="905" y="655"/>
                  </a:cxn>
                  <a:cxn ang="0">
                    <a:pos x="695" y="579"/>
                  </a:cxn>
                  <a:cxn ang="0">
                    <a:pos x="855" y="403"/>
                  </a:cxn>
                  <a:cxn ang="0">
                    <a:pos x="742" y="105"/>
                  </a:cxn>
                  <a:cxn ang="0">
                    <a:pos x="836" y="1"/>
                  </a:cxn>
                  <a:cxn ang="0">
                    <a:pos x="918" y="165"/>
                  </a:cxn>
                  <a:cxn ang="0">
                    <a:pos x="1076" y="314"/>
                  </a:cxn>
                  <a:cxn ang="0">
                    <a:pos x="1327" y="160"/>
                  </a:cxn>
                  <a:cxn ang="0">
                    <a:pos x="1834" y="145"/>
                  </a:cxn>
                  <a:cxn ang="0">
                    <a:pos x="2291" y="25"/>
                  </a:cxn>
                  <a:cxn ang="0">
                    <a:pos x="2567" y="115"/>
                  </a:cxn>
                  <a:cxn ang="0">
                    <a:pos x="2921" y="105"/>
                  </a:cxn>
                  <a:cxn ang="0">
                    <a:pos x="3393" y="0"/>
                  </a:cxn>
                  <a:cxn ang="0">
                    <a:pos x="3590" y="165"/>
                  </a:cxn>
                  <a:cxn ang="0">
                    <a:pos x="3794" y="298"/>
                  </a:cxn>
                </a:cxnLst>
                <a:rect l="0" t="0" r="r" b="b"/>
                <a:pathLst>
                  <a:path w="3794" h="2381">
                    <a:moveTo>
                      <a:pt x="3794" y="298"/>
                    </a:moveTo>
                    <a:lnTo>
                      <a:pt x="3753" y="489"/>
                    </a:lnTo>
                    <a:lnTo>
                      <a:pt x="3637" y="658"/>
                    </a:lnTo>
                    <a:lnTo>
                      <a:pt x="3512" y="841"/>
                    </a:lnTo>
                    <a:lnTo>
                      <a:pt x="3246" y="899"/>
                    </a:lnTo>
                    <a:lnTo>
                      <a:pt x="3000" y="1004"/>
                    </a:lnTo>
                    <a:lnTo>
                      <a:pt x="2748" y="1179"/>
                    </a:lnTo>
                    <a:lnTo>
                      <a:pt x="2484" y="1478"/>
                    </a:lnTo>
                    <a:lnTo>
                      <a:pt x="2424" y="1598"/>
                    </a:lnTo>
                    <a:lnTo>
                      <a:pt x="2331" y="1702"/>
                    </a:lnTo>
                    <a:lnTo>
                      <a:pt x="1905" y="1923"/>
                    </a:lnTo>
                    <a:lnTo>
                      <a:pt x="1503" y="2091"/>
                    </a:lnTo>
                    <a:lnTo>
                      <a:pt x="1246" y="2286"/>
                    </a:lnTo>
                    <a:lnTo>
                      <a:pt x="1081" y="2246"/>
                    </a:lnTo>
                    <a:lnTo>
                      <a:pt x="927" y="2276"/>
                    </a:lnTo>
                    <a:lnTo>
                      <a:pt x="812" y="2378"/>
                    </a:lnTo>
                    <a:lnTo>
                      <a:pt x="616" y="2351"/>
                    </a:lnTo>
                    <a:lnTo>
                      <a:pt x="425" y="2381"/>
                    </a:lnTo>
                    <a:lnTo>
                      <a:pt x="16" y="1942"/>
                    </a:lnTo>
                    <a:lnTo>
                      <a:pt x="48" y="1812"/>
                    </a:lnTo>
                    <a:lnTo>
                      <a:pt x="0" y="1697"/>
                    </a:lnTo>
                    <a:lnTo>
                      <a:pt x="180" y="1526"/>
                    </a:lnTo>
                    <a:lnTo>
                      <a:pt x="136" y="1298"/>
                    </a:lnTo>
                    <a:lnTo>
                      <a:pt x="299" y="1154"/>
                    </a:lnTo>
                    <a:lnTo>
                      <a:pt x="441" y="1253"/>
                    </a:lnTo>
                    <a:lnTo>
                      <a:pt x="712" y="939"/>
                    </a:lnTo>
                    <a:lnTo>
                      <a:pt x="973" y="788"/>
                    </a:lnTo>
                    <a:lnTo>
                      <a:pt x="905" y="655"/>
                    </a:lnTo>
                    <a:lnTo>
                      <a:pt x="695" y="579"/>
                    </a:lnTo>
                    <a:lnTo>
                      <a:pt x="855" y="403"/>
                    </a:lnTo>
                    <a:lnTo>
                      <a:pt x="742" y="105"/>
                    </a:lnTo>
                    <a:lnTo>
                      <a:pt x="836" y="1"/>
                    </a:lnTo>
                    <a:lnTo>
                      <a:pt x="918" y="165"/>
                    </a:lnTo>
                    <a:lnTo>
                      <a:pt x="1076" y="314"/>
                    </a:lnTo>
                    <a:lnTo>
                      <a:pt x="1327" y="160"/>
                    </a:lnTo>
                    <a:lnTo>
                      <a:pt x="1834" y="145"/>
                    </a:lnTo>
                    <a:lnTo>
                      <a:pt x="2291" y="25"/>
                    </a:lnTo>
                    <a:lnTo>
                      <a:pt x="2567" y="115"/>
                    </a:lnTo>
                    <a:lnTo>
                      <a:pt x="2921" y="105"/>
                    </a:lnTo>
                    <a:lnTo>
                      <a:pt x="3393" y="0"/>
                    </a:lnTo>
                    <a:lnTo>
                      <a:pt x="3590" y="165"/>
                    </a:lnTo>
                    <a:lnTo>
                      <a:pt x="3794" y="298"/>
                    </a:lnTo>
                    <a:close/>
                  </a:path>
                </a:pathLst>
              </a:custGeom>
              <a:grpFill/>
              <a:ln w="19050" cmpd="sng">
                <a:solidFill>
                  <a:schemeClr val="tx2"/>
                </a:solidFill>
                <a:prstDash val="solid"/>
                <a:round/>
                <a:headEnd/>
                <a:tailEnd/>
              </a:ln>
              <a:effectLst/>
            </p:spPr>
            <p:txBody>
              <a:bodyPr/>
              <a:lstStyle/>
              <a:p>
                <a:endParaRPr lang="en-US" kern="0" noProof="0" dirty="0">
                  <a:solidFill>
                    <a:sysClr val="windowText" lastClr="000000"/>
                  </a:solidFill>
                  <a:latin typeface="+mj-lt"/>
                </a:endParaRPr>
              </a:p>
            </p:txBody>
          </p:sp>
          <p:sp>
            <p:nvSpPr>
              <p:cNvPr id="90" name="Freeform 72">
                <a:extLst>
                  <a:ext uri="{FF2B5EF4-FFF2-40B4-BE49-F238E27FC236}">
                    <a16:creationId xmlns:a16="http://schemas.microsoft.com/office/drawing/2014/main" id="{53686904-24A6-B0DF-D9F6-B3C78F88F3F1}"/>
                  </a:ext>
                </a:extLst>
              </p:cNvPr>
              <p:cNvSpPr>
                <a:spLocks/>
              </p:cNvSpPr>
              <p:nvPr/>
            </p:nvSpPr>
            <p:spPr bwMode="auto">
              <a:xfrm>
                <a:off x="4759589" y="3001329"/>
                <a:ext cx="933450" cy="346075"/>
              </a:xfrm>
              <a:custGeom>
                <a:avLst/>
                <a:gdLst/>
                <a:ahLst/>
                <a:cxnLst>
                  <a:cxn ang="0">
                    <a:pos x="3445" y="1202"/>
                  </a:cxn>
                  <a:cxn ang="0">
                    <a:pos x="3289" y="1297"/>
                  </a:cxn>
                  <a:cxn ang="0">
                    <a:pos x="3096" y="1297"/>
                  </a:cxn>
                  <a:cxn ang="0">
                    <a:pos x="2959" y="1256"/>
                  </a:cxn>
                  <a:cxn ang="0">
                    <a:pos x="2753" y="1122"/>
                  </a:cxn>
                  <a:cxn ang="0">
                    <a:pos x="2554" y="957"/>
                  </a:cxn>
                  <a:cxn ang="0">
                    <a:pos x="2099" y="1061"/>
                  </a:cxn>
                  <a:cxn ang="0">
                    <a:pos x="1738" y="1073"/>
                  </a:cxn>
                  <a:cxn ang="0">
                    <a:pos x="1457" y="982"/>
                  </a:cxn>
                  <a:cxn ang="0">
                    <a:pos x="993" y="1106"/>
                  </a:cxn>
                  <a:cxn ang="0">
                    <a:pos x="495" y="1120"/>
                  </a:cxn>
                  <a:cxn ang="0">
                    <a:pos x="244" y="1273"/>
                  </a:cxn>
                  <a:cxn ang="0">
                    <a:pos x="85" y="1123"/>
                  </a:cxn>
                  <a:cxn ang="0">
                    <a:pos x="0" y="958"/>
                  </a:cxn>
                  <a:cxn ang="0">
                    <a:pos x="304" y="670"/>
                  </a:cxn>
                  <a:cxn ang="0">
                    <a:pos x="345" y="476"/>
                  </a:cxn>
                  <a:cxn ang="0">
                    <a:pos x="512" y="175"/>
                  </a:cxn>
                  <a:cxn ang="0">
                    <a:pos x="730" y="71"/>
                  </a:cxn>
                  <a:cxn ang="0">
                    <a:pos x="1055" y="91"/>
                  </a:cxn>
                  <a:cxn ang="0">
                    <a:pos x="1291" y="181"/>
                  </a:cxn>
                  <a:cxn ang="0">
                    <a:pos x="1547" y="166"/>
                  </a:cxn>
                  <a:cxn ang="0">
                    <a:pos x="1798" y="45"/>
                  </a:cxn>
                  <a:cxn ang="0">
                    <a:pos x="1968" y="0"/>
                  </a:cxn>
                  <a:cxn ang="0">
                    <a:pos x="2249" y="149"/>
                  </a:cxn>
                  <a:cxn ang="0">
                    <a:pos x="2452" y="197"/>
                  </a:cxn>
                  <a:cxn ang="0">
                    <a:pos x="2735" y="235"/>
                  </a:cxn>
                  <a:cxn ang="0">
                    <a:pos x="3445" y="1202"/>
                  </a:cxn>
                </a:cxnLst>
                <a:rect l="0" t="0" r="r" b="b"/>
                <a:pathLst>
                  <a:path w="3445" h="1297">
                    <a:moveTo>
                      <a:pt x="3445" y="1202"/>
                    </a:moveTo>
                    <a:lnTo>
                      <a:pt x="3289" y="1297"/>
                    </a:lnTo>
                    <a:lnTo>
                      <a:pt x="3096" y="1297"/>
                    </a:lnTo>
                    <a:lnTo>
                      <a:pt x="2959" y="1256"/>
                    </a:lnTo>
                    <a:lnTo>
                      <a:pt x="2753" y="1122"/>
                    </a:lnTo>
                    <a:lnTo>
                      <a:pt x="2554" y="957"/>
                    </a:lnTo>
                    <a:lnTo>
                      <a:pt x="2099" y="1061"/>
                    </a:lnTo>
                    <a:lnTo>
                      <a:pt x="1738" y="1073"/>
                    </a:lnTo>
                    <a:lnTo>
                      <a:pt x="1457" y="982"/>
                    </a:lnTo>
                    <a:lnTo>
                      <a:pt x="993" y="1106"/>
                    </a:lnTo>
                    <a:lnTo>
                      <a:pt x="495" y="1120"/>
                    </a:lnTo>
                    <a:lnTo>
                      <a:pt x="244" y="1273"/>
                    </a:lnTo>
                    <a:lnTo>
                      <a:pt x="85" y="1123"/>
                    </a:lnTo>
                    <a:lnTo>
                      <a:pt x="0" y="958"/>
                    </a:lnTo>
                    <a:lnTo>
                      <a:pt x="304" y="670"/>
                    </a:lnTo>
                    <a:lnTo>
                      <a:pt x="345" y="476"/>
                    </a:lnTo>
                    <a:lnTo>
                      <a:pt x="512" y="175"/>
                    </a:lnTo>
                    <a:lnTo>
                      <a:pt x="730" y="71"/>
                    </a:lnTo>
                    <a:lnTo>
                      <a:pt x="1055" y="91"/>
                    </a:lnTo>
                    <a:lnTo>
                      <a:pt x="1291" y="181"/>
                    </a:lnTo>
                    <a:lnTo>
                      <a:pt x="1547" y="166"/>
                    </a:lnTo>
                    <a:lnTo>
                      <a:pt x="1798" y="45"/>
                    </a:lnTo>
                    <a:lnTo>
                      <a:pt x="1968" y="0"/>
                    </a:lnTo>
                    <a:lnTo>
                      <a:pt x="2249" y="149"/>
                    </a:lnTo>
                    <a:lnTo>
                      <a:pt x="2452" y="197"/>
                    </a:lnTo>
                    <a:lnTo>
                      <a:pt x="2735" y="235"/>
                    </a:lnTo>
                    <a:lnTo>
                      <a:pt x="3445" y="1202"/>
                    </a:lnTo>
                    <a:close/>
                  </a:path>
                </a:pathLst>
              </a:custGeom>
              <a:grpFill/>
              <a:ln w="19050" cmpd="sng">
                <a:solidFill>
                  <a:schemeClr val="tx2"/>
                </a:solidFill>
                <a:prstDash val="solid"/>
                <a:round/>
                <a:headEnd/>
                <a:tailEnd/>
              </a:ln>
              <a:effectLst/>
            </p:spPr>
            <p:txBody>
              <a:bodyPr/>
              <a:lstStyle/>
              <a:p>
                <a:endParaRPr lang="en-US" kern="0" noProof="0" dirty="0">
                  <a:solidFill>
                    <a:sysClr val="windowText" lastClr="000000"/>
                  </a:solidFill>
                  <a:latin typeface="+mj-lt"/>
                </a:endParaRPr>
              </a:p>
            </p:txBody>
          </p:sp>
          <p:sp>
            <p:nvSpPr>
              <p:cNvPr id="91" name="Freeform 73">
                <a:extLst>
                  <a:ext uri="{FF2B5EF4-FFF2-40B4-BE49-F238E27FC236}">
                    <a16:creationId xmlns:a16="http://schemas.microsoft.com/office/drawing/2014/main" id="{9ED186E2-BDC8-2714-C12A-FFAA041BC45F}"/>
                  </a:ext>
                </a:extLst>
              </p:cNvPr>
              <p:cNvSpPr>
                <a:spLocks/>
              </p:cNvSpPr>
              <p:nvPr/>
            </p:nvSpPr>
            <p:spPr bwMode="auto">
              <a:xfrm>
                <a:off x="5266002" y="3977642"/>
                <a:ext cx="1270000" cy="931863"/>
              </a:xfrm>
              <a:custGeom>
                <a:avLst/>
                <a:gdLst/>
                <a:ahLst/>
                <a:cxnLst>
                  <a:cxn ang="0">
                    <a:pos x="2915" y="0"/>
                  </a:cxn>
                  <a:cxn ang="0">
                    <a:pos x="2716" y="115"/>
                  </a:cxn>
                  <a:cxn ang="0">
                    <a:pos x="2598" y="67"/>
                  </a:cxn>
                  <a:cxn ang="0">
                    <a:pos x="2476" y="116"/>
                  </a:cxn>
                  <a:cxn ang="0">
                    <a:pos x="2315" y="104"/>
                  </a:cxn>
                  <a:cxn ang="0">
                    <a:pos x="2181" y="234"/>
                  </a:cxn>
                  <a:cxn ang="0">
                    <a:pos x="1996" y="318"/>
                  </a:cxn>
                  <a:cxn ang="0">
                    <a:pos x="1642" y="346"/>
                  </a:cxn>
                  <a:cxn ang="0">
                    <a:pos x="1260" y="358"/>
                  </a:cxn>
                  <a:cxn ang="0">
                    <a:pos x="1039" y="418"/>
                  </a:cxn>
                  <a:cxn ang="0">
                    <a:pos x="815" y="582"/>
                  </a:cxn>
                  <a:cxn ang="0">
                    <a:pos x="646" y="633"/>
                  </a:cxn>
                  <a:cxn ang="0">
                    <a:pos x="575" y="773"/>
                  </a:cxn>
                  <a:cxn ang="0">
                    <a:pos x="437" y="933"/>
                  </a:cxn>
                  <a:cxn ang="0">
                    <a:pos x="398" y="1100"/>
                  </a:cxn>
                  <a:cxn ang="0">
                    <a:pos x="283" y="1204"/>
                  </a:cxn>
                  <a:cxn ang="0">
                    <a:pos x="67" y="1340"/>
                  </a:cxn>
                  <a:cxn ang="0">
                    <a:pos x="0" y="1459"/>
                  </a:cxn>
                  <a:cxn ang="0">
                    <a:pos x="102" y="1647"/>
                  </a:cxn>
                  <a:cxn ang="0">
                    <a:pos x="201" y="1747"/>
                  </a:cxn>
                  <a:cxn ang="0">
                    <a:pos x="673" y="1707"/>
                  </a:cxn>
                  <a:cxn ang="0">
                    <a:pos x="742" y="1769"/>
                  </a:cxn>
                  <a:cxn ang="0">
                    <a:pos x="568" y="1917"/>
                  </a:cxn>
                  <a:cxn ang="0">
                    <a:pos x="626" y="2187"/>
                  </a:cxn>
                  <a:cxn ang="0">
                    <a:pos x="877" y="2286"/>
                  </a:cxn>
                  <a:cxn ang="0">
                    <a:pos x="1004" y="2225"/>
                  </a:cxn>
                  <a:cxn ang="0">
                    <a:pos x="1177" y="2201"/>
                  </a:cxn>
                  <a:cxn ang="0">
                    <a:pos x="1402" y="2269"/>
                  </a:cxn>
                  <a:cxn ang="0">
                    <a:pos x="1619" y="2238"/>
                  </a:cxn>
                  <a:cxn ang="0">
                    <a:pos x="1842" y="2261"/>
                  </a:cxn>
                  <a:cxn ang="0">
                    <a:pos x="2122" y="2233"/>
                  </a:cxn>
                  <a:cxn ang="0">
                    <a:pos x="2476" y="2245"/>
                  </a:cxn>
                  <a:cxn ang="0">
                    <a:pos x="2417" y="2142"/>
                  </a:cxn>
                  <a:cxn ang="0">
                    <a:pos x="2417" y="2042"/>
                  </a:cxn>
                  <a:cxn ang="0">
                    <a:pos x="2516" y="2022"/>
                  </a:cxn>
                  <a:cxn ang="0">
                    <a:pos x="2594" y="2082"/>
                  </a:cxn>
                  <a:cxn ang="0">
                    <a:pos x="2665" y="2201"/>
                  </a:cxn>
                  <a:cxn ang="0">
                    <a:pos x="2831" y="2197"/>
                  </a:cxn>
                  <a:cxn ang="0">
                    <a:pos x="2996" y="1962"/>
                  </a:cxn>
                  <a:cxn ang="0">
                    <a:pos x="3150" y="1830"/>
                  </a:cxn>
                  <a:cxn ang="0">
                    <a:pos x="3283" y="1890"/>
                  </a:cxn>
                  <a:cxn ang="0">
                    <a:pos x="3461" y="2201"/>
                  </a:cxn>
                  <a:cxn ang="0">
                    <a:pos x="3551" y="2425"/>
                  </a:cxn>
                  <a:cxn ang="0">
                    <a:pos x="3516" y="2716"/>
                  </a:cxn>
                  <a:cxn ang="0">
                    <a:pos x="3590" y="2784"/>
                  </a:cxn>
                  <a:cxn ang="0">
                    <a:pos x="3744" y="2724"/>
                  </a:cxn>
                  <a:cxn ang="0">
                    <a:pos x="3740" y="2545"/>
                  </a:cxn>
                  <a:cxn ang="0">
                    <a:pos x="3646" y="2417"/>
                  </a:cxn>
                  <a:cxn ang="0">
                    <a:pos x="3531" y="2090"/>
                  </a:cxn>
                  <a:cxn ang="0">
                    <a:pos x="3386" y="1759"/>
                  </a:cxn>
                  <a:cxn ang="0">
                    <a:pos x="3398" y="1659"/>
                  </a:cxn>
                  <a:cxn ang="0">
                    <a:pos x="2961" y="1196"/>
                  </a:cxn>
                  <a:cxn ang="0">
                    <a:pos x="2831" y="1216"/>
                  </a:cxn>
                  <a:cxn ang="0">
                    <a:pos x="2783" y="1168"/>
                  </a:cxn>
                  <a:cxn ang="0">
                    <a:pos x="3315" y="657"/>
                  </a:cxn>
                  <a:cxn ang="0">
                    <a:pos x="3248" y="514"/>
                  </a:cxn>
                  <a:cxn ang="0">
                    <a:pos x="3008" y="258"/>
                  </a:cxn>
                  <a:cxn ang="0">
                    <a:pos x="2915" y="0"/>
                  </a:cxn>
                </a:cxnLst>
                <a:rect l="0" t="0" r="r" b="b"/>
                <a:pathLst>
                  <a:path w="3744" h="2784">
                    <a:moveTo>
                      <a:pt x="2915" y="0"/>
                    </a:moveTo>
                    <a:lnTo>
                      <a:pt x="2716" y="115"/>
                    </a:lnTo>
                    <a:lnTo>
                      <a:pt x="2598" y="67"/>
                    </a:lnTo>
                    <a:lnTo>
                      <a:pt x="2476" y="116"/>
                    </a:lnTo>
                    <a:lnTo>
                      <a:pt x="2315" y="104"/>
                    </a:lnTo>
                    <a:lnTo>
                      <a:pt x="2181" y="234"/>
                    </a:lnTo>
                    <a:lnTo>
                      <a:pt x="1996" y="318"/>
                    </a:lnTo>
                    <a:lnTo>
                      <a:pt x="1642" y="346"/>
                    </a:lnTo>
                    <a:lnTo>
                      <a:pt x="1260" y="358"/>
                    </a:lnTo>
                    <a:lnTo>
                      <a:pt x="1039" y="418"/>
                    </a:lnTo>
                    <a:lnTo>
                      <a:pt x="815" y="582"/>
                    </a:lnTo>
                    <a:lnTo>
                      <a:pt x="646" y="633"/>
                    </a:lnTo>
                    <a:lnTo>
                      <a:pt x="575" y="773"/>
                    </a:lnTo>
                    <a:lnTo>
                      <a:pt x="437" y="933"/>
                    </a:lnTo>
                    <a:lnTo>
                      <a:pt x="398" y="1100"/>
                    </a:lnTo>
                    <a:lnTo>
                      <a:pt x="283" y="1204"/>
                    </a:lnTo>
                    <a:lnTo>
                      <a:pt x="67" y="1340"/>
                    </a:lnTo>
                    <a:lnTo>
                      <a:pt x="0" y="1459"/>
                    </a:lnTo>
                    <a:lnTo>
                      <a:pt x="102" y="1647"/>
                    </a:lnTo>
                    <a:lnTo>
                      <a:pt x="201" y="1747"/>
                    </a:lnTo>
                    <a:lnTo>
                      <a:pt x="673" y="1707"/>
                    </a:lnTo>
                    <a:lnTo>
                      <a:pt x="742" y="1769"/>
                    </a:lnTo>
                    <a:lnTo>
                      <a:pt x="568" y="1917"/>
                    </a:lnTo>
                    <a:lnTo>
                      <a:pt x="626" y="2187"/>
                    </a:lnTo>
                    <a:lnTo>
                      <a:pt x="877" y="2286"/>
                    </a:lnTo>
                    <a:lnTo>
                      <a:pt x="1004" y="2225"/>
                    </a:lnTo>
                    <a:lnTo>
                      <a:pt x="1177" y="2201"/>
                    </a:lnTo>
                    <a:lnTo>
                      <a:pt x="1402" y="2269"/>
                    </a:lnTo>
                    <a:lnTo>
                      <a:pt x="1619" y="2238"/>
                    </a:lnTo>
                    <a:lnTo>
                      <a:pt x="1842" y="2261"/>
                    </a:lnTo>
                    <a:lnTo>
                      <a:pt x="2122" y="2233"/>
                    </a:lnTo>
                    <a:lnTo>
                      <a:pt x="2476" y="2245"/>
                    </a:lnTo>
                    <a:lnTo>
                      <a:pt x="2417" y="2142"/>
                    </a:lnTo>
                    <a:lnTo>
                      <a:pt x="2417" y="2042"/>
                    </a:lnTo>
                    <a:lnTo>
                      <a:pt x="2516" y="2022"/>
                    </a:lnTo>
                    <a:lnTo>
                      <a:pt x="2594" y="2082"/>
                    </a:lnTo>
                    <a:lnTo>
                      <a:pt x="2665" y="2201"/>
                    </a:lnTo>
                    <a:lnTo>
                      <a:pt x="2831" y="2197"/>
                    </a:lnTo>
                    <a:lnTo>
                      <a:pt x="2996" y="1962"/>
                    </a:lnTo>
                    <a:lnTo>
                      <a:pt x="3150" y="1830"/>
                    </a:lnTo>
                    <a:lnTo>
                      <a:pt x="3283" y="1890"/>
                    </a:lnTo>
                    <a:lnTo>
                      <a:pt x="3461" y="2201"/>
                    </a:lnTo>
                    <a:lnTo>
                      <a:pt x="3551" y="2425"/>
                    </a:lnTo>
                    <a:lnTo>
                      <a:pt x="3516" y="2716"/>
                    </a:lnTo>
                    <a:lnTo>
                      <a:pt x="3590" y="2784"/>
                    </a:lnTo>
                    <a:lnTo>
                      <a:pt x="3744" y="2724"/>
                    </a:lnTo>
                    <a:lnTo>
                      <a:pt x="3740" y="2545"/>
                    </a:lnTo>
                    <a:lnTo>
                      <a:pt x="3646" y="2417"/>
                    </a:lnTo>
                    <a:lnTo>
                      <a:pt x="3531" y="2090"/>
                    </a:lnTo>
                    <a:lnTo>
                      <a:pt x="3386" y="1759"/>
                    </a:lnTo>
                    <a:lnTo>
                      <a:pt x="3398" y="1659"/>
                    </a:lnTo>
                    <a:lnTo>
                      <a:pt x="2961" y="1196"/>
                    </a:lnTo>
                    <a:lnTo>
                      <a:pt x="2831" y="1216"/>
                    </a:lnTo>
                    <a:lnTo>
                      <a:pt x="2783" y="1168"/>
                    </a:lnTo>
                    <a:lnTo>
                      <a:pt x="3315" y="657"/>
                    </a:lnTo>
                    <a:lnTo>
                      <a:pt x="3248" y="514"/>
                    </a:lnTo>
                    <a:lnTo>
                      <a:pt x="3008" y="258"/>
                    </a:lnTo>
                    <a:lnTo>
                      <a:pt x="2915" y="0"/>
                    </a:lnTo>
                    <a:close/>
                  </a:path>
                </a:pathLst>
              </a:custGeom>
              <a:grpFill/>
              <a:ln w="19050" cmpd="sng">
                <a:solidFill>
                  <a:schemeClr val="tx2"/>
                </a:solidFill>
                <a:prstDash val="solid"/>
                <a:round/>
                <a:headEnd/>
                <a:tailEnd/>
              </a:ln>
              <a:effectLst/>
            </p:spPr>
            <p:txBody>
              <a:bodyPr/>
              <a:lstStyle/>
              <a:p>
                <a:endParaRPr lang="en-US" kern="0" noProof="0" dirty="0">
                  <a:solidFill>
                    <a:sysClr val="windowText" lastClr="000000"/>
                  </a:solidFill>
                  <a:latin typeface="+mj-lt"/>
                </a:endParaRPr>
              </a:p>
            </p:txBody>
          </p:sp>
          <p:sp>
            <p:nvSpPr>
              <p:cNvPr id="92" name="Freeform 74">
                <a:extLst>
                  <a:ext uri="{FF2B5EF4-FFF2-40B4-BE49-F238E27FC236}">
                    <a16:creationId xmlns:a16="http://schemas.microsoft.com/office/drawing/2014/main" id="{AF9E5806-B73F-F81F-D549-489D8464E5F4}"/>
                  </a:ext>
                </a:extLst>
              </p:cNvPr>
              <p:cNvSpPr>
                <a:spLocks/>
              </p:cNvSpPr>
              <p:nvPr/>
            </p:nvSpPr>
            <p:spPr bwMode="auto">
              <a:xfrm>
                <a:off x="5162814" y="3248979"/>
                <a:ext cx="1189038" cy="1144588"/>
              </a:xfrm>
              <a:custGeom>
                <a:avLst/>
                <a:gdLst/>
                <a:ahLst/>
                <a:cxnLst>
                  <a:cxn ang="0">
                    <a:pos x="1956" y="275"/>
                  </a:cxn>
                  <a:cxn ang="0">
                    <a:pos x="2097" y="235"/>
                  </a:cxn>
                  <a:cxn ang="0">
                    <a:pos x="2284" y="314"/>
                  </a:cxn>
                  <a:cxn ang="0">
                    <a:pos x="2378" y="135"/>
                  </a:cxn>
                  <a:cxn ang="0">
                    <a:pos x="2511" y="130"/>
                  </a:cxn>
                  <a:cxn ang="0">
                    <a:pos x="2702" y="269"/>
                  </a:cxn>
                  <a:cxn ang="0">
                    <a:pos x="3143" y="219"/>
                  </a:cxn>
                  <a:cxn ang="0">
                    <a:pos x="3588" y="160"/>
                  </a:cxn>
                  <a:cxn ang="0">
                    <a:pos x="3883" y="0"/>
                  </a:cxn>
                  <a:cxn ang="0">
                    <a:pos x="4086" y="55"/>
                  </a:cxn>
                  <a:cxn ang="0">
                    <a:pos x="4277" y="130"/>
                  </a:cxn>
                  <a:cxn ang="0">
                    <a:pos x="4386" y="384"/>
                  </a:cxn>
                  <a:cxn ang="0">
                    <a:pos x="4120" y="644"/>
                  </a:cxn>
                  <a:cxn ang="0">
                    <a:pos x="4061" y="1043"/>
                  </a:cxn>
                  <a:cxn ang="0">
                    <a:pos x="3908" y="1192"/>
                  </a:cxn>
                  <a:cxn ang="0">
                    <a:pos x="3898" y="1422"/>
                  </a:cxn>
                  <a:cxn ang="0">
                    <a:pos x="3923" y="1791"/>
                  </a:cxn>
                  <a:cxn ang="0">
                    <a:pos x="3855" y="2169"/>
                  </a:cxn>
                  <a:cxn ang="0">
                    <a:pos x="3928" y="2469"/>
                  </a:cxn>
                  <a:cxn ang="0">
                    <a:pos x="4028" y="2727"/>
                  </a:cxn>
                  <a:cxn ang="0">
                    <a:pos x="3776" y="2868"/>
                  </a:cxn>
                  <a:cxn ang="0">
                    <a:pos x="3633" y="2808"/>
                  </a:cxn>
                  <a:cxn ang="0">
                    <a:pos x="3477" y="2870"/>
                  </a:cxn>
                  <a:cxn ang="0">
                    <a:pos x="3277" y="2855"/>
                  </a:cxn>
                  <a:cxn ang="0">
                    <a:pos x="3111" y="3018"/>
                  </a:cxn>
                  <a:cxn ang="0">
                    <a:pos x="2877" y="3121"/>
                  </a:cxn>
                  <a:cxn ang="0">
                    <a:pos x="2431" y="3156"/>
                  </a:cxn>
                  <a:cxn ang="0">
                    <a:pos x="1959" y="3172"/>
                  </a:cxn>
                  <a:cxn ang="0">
                    <a:pos x="1684" y="3247"/>
                  </a:cxn>
                  <a:cxn ang="0">
                    <a:pos x="1405" y="3451"/>
                  </a:cxn>
                  <a:cxn ang="0">
                    <a:pos x="1192" y="3515"/>
                  </a:cxn>
                  <a:cxn ang="0">
                    <a:pos x="1093" y="3706"/>
                  </a:cxn>
                  <a:cxn ang="0">
                    <a:pos x="929" y="3891"/>
                  </a:cxn>
                  <a:cxn ang="0">
                    <a:pos x="881" y="4101"/>
                  </a:cxn>
                  <a:cxn ang="0">
                    <a:pos x="734" y="4235"/>
                  </a:cxn>
                  <a:cxn ang="0">
                    <a:pos x="516" y="4175"/>
                  </a:cxn>
                  <a:cxn ang="0">
                    <a:pos x="399" y="4280"/>
                  </a:cxn>
                  <a:cxn ang="0">
                    <a:pos x="266" y="4220"/>
                  </a:cxn>
                  <a:cxn ang="0">
                    <a:pos x="119" y="4220"/>
                  </a:cxn>
                  <a:cxn ang="0">
                    <a:pos x="0" y="4130"/>
                  </a:cxn>
                  <a:cxn ang="0">
                    <a:pos x="11" y="1731"/>
                  </a:cxn>
                  <a:cxn ang="0">
                    <a:pos x="104" y="1624"/>
                  </a:cxn>
                  <a:cxn ang="0">
                    <a:pos x="161" y="1508"/>
                  </a:cxn>
                  <a:cxn ang="0">
                    <a:pos x="419" y="1217"/>
                  </a:cxn>
                  <a:cxn ang="0">
                    <a:pos x="683" y="1029"/>
                  </a:cxn>
                  <a:cxn ang="0">
                    <a:pos x="914" y="930"/>
                  </a:cxn>
                  <a:cxn ang="0">
                    <a:pos x="1192" y="868"/>
                  </a:cxn>
                  <a:cxn ang="0">
                    <a:pos x="1433" y="519"/>
                  </a:cxn>
                  <a:cxn ang="0">
                    <a:pos x="1474" y="330"/>
                  </a:cxn>
                  <a:cxn ang="0">
                    <a:pos x="1604" y="368"/>
                  </a:cxn>
                  <a:cxn ang="0">
                    <a:pos x="1804" y="369"/>
                  </a:cxn>
                  <a:cxn ang="0">
                    <a:pos x="1956" y="275"/>
                  </a:cxn>
                </a:cxnLst>
                <a:rect l="0" t="0" r="r" b="b"/>
                <a:pathLst>
                  <a:path w="4386" h="4280">
                    <a:moveTo>
                      <a:pt x="1956" y="275"/>
                    </a:moveTo>
                    <a:lnTo>
                      <a:pt x="2097" y="235"/>
                    </a:lnTo>
                    <a:lnTo>
                      <a:pt x="2284" y="314"/>
                    </a:lnTo>
                    <a:lnTo>
                      <a:pt x="2378" y="135"/>
                    </a:lnTo>
                    <a:lnTo>
                      <a:pt x="2511" y="130"/>
                    </a:lnTo>
                    <a:lnTo>
                      <a:pt x="2702" y="269"/>
                    </a:lnTo>
                    <a:lnTo>
                      <a:pt x="3143" y="219"/>
                    </a:lnTo>
                    <a:lnTo>
                      <a:pt x="3588" y="160"/>
                    </a:lnTo>
                    <a:lnTo>
                      <a:pt x="3883" y="0"/>
                    </a:lnTo>
                    <a:lnTo>
                      <a:pt x="4086" y="55"/>
                    </a:lnTo>
                    <a:lnTo>
                      <a:pt x="4277" y="130"/>
                    </a:lnTo>
                    <a:lnTo>
                      <a:pt x="4386" y="384"/>
                    </a:lnTo>
                    <a:lnTo>
                      <a:pt x="4120" y="644"/>
                    </a:lnTo>
                    <a:lnTo>
                      <a:pt x="4061" y="1043"/>
                    </a:lnTo>
                    <a:lnTo>
                      <a:pt x="3908" y="1192"/>
                    </a:lnTo>
                    <a:lnTo>
                      <a:pt x="3898" y="1422"/>
                    </a:lnTo>
                    <a:lnTo>
                      <a:pt x="3923" y="1791"/>
                    </a:lnTo>
                    <a:lnTo>
                      <a:pt x="3855" y="2169"/>
                    </a:lnTo>
                    <a:lnTo>
                      <a:pt x="3928" y="2469"/>
                    </a:lnTo>
                    <a:lnTo>
                      <a:pt x="4028" y="2727"/>
                    </a:lnTo>
                    <a:lnTo>
                      <a:pt x="3776" y="2868"/>
                    </a:lnTo>
                    <a:lnTo>
                      <a:pt x="3633" y="2808"/>
                    </a:lnTo>
                    <a:lnTo>
                      <a:pt x="3477" y="2870"/>
                    </a:lnTo>
                    <a:lnTo>
                      <a:pt x="3277" y="2855"/>
                    </a:lnTo>
                    <a:lnTo>
                      <a:pt x="3111" y="3018"/>
                    </a:lnTo>
                    <a:lnTo>
                      <a:pt x="2877" y="3121"/>
                    </a:lnTo>
                    <a:lnTo>
                      <a:pt x="2431" y="3156"/>
                    </a:lnTo>
                    <a:lnTo>
                      <a:pt x="1959" y="3172"/>
                    </a:lnTo>
                    <a:lnTo>
                      <a:pt x="1684" y="3247"/>
                    </a:lnTo>
                    <a:lnTo>
                      <a:pt x="1405" y="3451"/>
                    </a:lnTo>
                    <a:lnTo>
                      <a:pt x="1192" y="3515"/>
                    </a:lnTo>
                    <a:lnTo>
                      <a:pt x="1093" y="3706"/>
                    </a:lnTo>
                    <a:lnTo>
                      <a:pt x="929" y="3891"/>
                    </a:lnTo>
                    <a:lnTo>
                      <a:pt x="881" y="4101"/>
                    </a:lnTo>
                    <a:lnTo>
                      <a:pt x="734" y="4235"/>
                    </a:lnTo>
                    <a:lnTo>
                      <a:pt x="516" y="4175"/>
                    </a:lnTo>
                    <a:lnTo>
                      <a:pt x="399" y="4280"/>
                    </a:lnTo>
                    <a:lnTo>
                      <a:pt x="266" y="4220"/>
                    </a:lnTo>
                    <a:lnTo>
                      <a:pt x="119" y="4220"/>
                    </a:lnTo>
                    <a:lnTo>
                      <a:pt x="0" y="4130"/>
                    </a:lnTo>
                    <a:lnTo>
                      <a:pt x="11" y="1731"/>
                    </a:lnTo>
                    <a:lnTo>
                      <a:pt x="104" y="1624"/>
                    </a:lnTo>
                    <a:lnTo>
                      <a:pt x="161" y="1508"/>
                    </a:lnTo>
                    <a:lnTo>
                      <a:pt x="419" y="1217"/>
                    </a:lnTo>
                    <a:lnTo>
                      <a:pt x="683" y="1029"/>
                    </a:lnTo>
                    <a:lnTo>
                      <a:pt x="914" y="930"/>
                    </a:lnTo>
                    <a:lnTo>
                      <a:pt x="1192" y="868"/>
                    </a:lnTo>
                    <a:lnTo>
                      <a:pt x="1433" y="519"/>
                    </a:lnTo>
                    <a:lnTo>
                      <a:pt x="1474" y="330"/>
                    </a:lnTo>
                    <a:lnTo>
                      <a:pt x="1604" y="368"/>
                    </a:lnTo>
                    <a:lnTo>
                      <a:pt x="1804" y="369"/>
                    </a:lnTo>
                    <a:lnTo>
                      <a:pt x="1956" y="275"/>
                    </a:lnTo>
                    <a:close/>
                  </a:path>
                </a:pathLst>
              </a:custGeom>
              <a:grpFill/>
              <a:ln w="19050" cmpd="sng">
                <a:solidFill>
                  <a:schemeClr val="tx2"/>
                </a:solidFill>
                <a:prstDash val="solid"/>
                <a:round/>
                <a:headEnd/>
                <a:tailEnd/>
              </a:ln>
              <a:effectLst/>
            </p:spPr>
            <p:txBody>
              <a:bodyPr/>
              <a:lstStyle/>
              <a:p>
                <a:endParaRPr lang="en-US" kern="0" noProof="0" dirty="0">
                  <a:solidFill>
                    <a:sysClr val="windowText" lastClr="000000"/>
                  </a:solidFill>
                  <a:latin typeface="+mj-lt"/>
                </a:endParaRPr>
              </a:p>
            </p:txBody>
          </p:sp>
        </p:grpSp>
        <p:pic>
          <p:nvPicPr>
            <p:cNvPr id="93" name="Graphic 92" descr="Marker with solid fill">
              <a:extLst>
                <a:ext uri="{FF2B5EF4-FFF2-40B4-BE49-F238E27FC236}">
                  <a16:creationId xmlns:a16="http://schemas.microsoft.com/office/drawing/2014/main" id="{D332615B-5A30-787F-DAD3-6793E54CFD3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7640" y="4735700"/>
              <a:ext cx="451852" cy="451852"/>
            </a:xfrm>
            <a:prstGeom prst="rect">
              <a:avLst/>
            </a:prstGeom>
          </p:spPr>
        </p:pic>
      </p:grpSp>
      <p:sp>
        <p:nvSpPr>
          <p:cNvPr id="95" name="TextBox 94">
            <a:extLst>
              <a:ext uri="{FF2B5EF4-FFF2-40B4-BE49-F238E27FC236}">
                <a16:creationId xmlns:a16="http://schemas.microsoft.com/office/drawing/2014/main" id="{3C462ADE-A397-49E1-2DBC-B984243C4D13}"/>
              </a:ext>
            </a:extLst>
          </p:cNvPr>
          <p:cNvSpPr txBox="1"/>
          <p:nvPr/>
        </p:nvSpPr>
        <p:spPr>
          <a:xfrm>
            <a:off x="2457073" y="4287021"/>
            <a:ext cx="1131617" cy="308033"/>
          </a:xfrm>
          <a:prstGeom prst="rect">
            <a:avLst/>
          </a:prstGeom>
          <a:noFill/>
        </p:spPr>
        <p:txBody>
          <a:bodyPr wrap="square" lIns="0" tIns="0" rIns="0" bIns="0" rtlCol="0">
            <a:spAutoFit/>
          </a:bodyPr>
          <a:lstStyle/>
          <a:p>
            <a:pPr algn="l">
              <a:lnSpc>
                <a:spcPct val="110000"/>
              </a:lnSpc>
            </a:pPr>
            <a:r>
              <a:rPr lang="pt-BR" sz="1050" dirty="0" err="1">
                <a:solidFill>
                  <a:schemeClr val="accent2"/>
                </a:solidFill>
                <a:latin typeface="Poppins SemiBold" panose="00000700000000000000" pitchFamily="2" charset="0"/>
                <a:ea typeface="Source Serif Pro" panose="02040603050405020204" pitchFamily="18" charset="0"/>
                <a:cs typeface="Poppins SemiBold" panose="00000700000000000000" pitchFamily="2" charset="0"/>
              </a:rPr>
              <a:t>Bogota</a:t>
            </a:r>
            <a:r>
              <a:rPr lang="pt-BR" sz="1000" dirty="0">
                <a:latin typeface="+mj-lt"/>
                <a:ea typeface="Source Serif Pro" panose="02040603050405020204" pitchFamily="18" charset="0"/>
              </a:rPr>
              <a:t> </a:t>
            </a:r>
          </a:p>
          <a:p>
            <a:pPr algn="l">
              <a:lnSpc>
                <a:spcPct val="110000"/>
              </a:lnSpc>
            </a:pPr>
            <a:r>
              <a:rPr lang="pt-BR" sz="800" dirty="0">
                <a:latin typeface="+mj-lt"/>
                <a:ea typeface="Source Serif Pro" panose="02040603050405020204" pitchFamily="18" charset="0"/>
              </a:rPr>
              <a:t>Metropolitan Area</a:t>
            </a:r>
            <a:endParaRPr lang="pt-BR" sz="1000" dirty="0">
              <a:latin typeface="+mj-lt"/>
              <a:ea typeface="Source Serif Pro" panose="02040603050405020204" pitchFamily="18" charset="0"/>
            </a:endParaRPr>
          </a:p>
        </p:txBody>
      </p:sp>
      <p:grpSp>
        <p:nvGrpSpPr>
          <p:cNvPr id="111" name="Group 110">
            <a:extLst>
              <a:ext uri="{FF2B5EF4-FFF2-40B4-BE49-F238E27FC236}">
                <a16:creationId xmlns:a16="http://schemas.microsoft.com/office/drawing/2014/main" id="{349B5894-0F86-D731-8202-5743A5904379}"/>
              </a:ext>
            </a:extLst>
          </p:cNvPr>
          <p:cNvGrpSpPr/>
          <p:nvPr/>
        </p:nvGrpSpPr>
        <p:grpSpPr>
          <a:xfrm>
            <a:off x="725687" y="2841600"/>
            <a:ext cx="5885053" cy="1035725"/>
            <a:chOff x="725687" y="2796335"/>
            <a:chExt cx="5885053" cy="1035725"/>
          </a:xfrm>
        </p:grpSpPr>
        <p:sp>
          <p:nvSpPr>
            <p:cNvPr id="53" name="TextBox 52">
              <a:extLst>
                <a:ext uri="{FF2B5EF4-FFF2-40B4-BE49-F238E27FC236}">
                  <a16:creationId xmlns:a16="http://schemas.microsoft.com/office/drawing/2014/main" id="{1AC27223-E80C-7B96-2860-EAA4710BBA39}"/>
                </a:ext>
              </a:extLst>
            </p:cNvPr>
            <p:cNvSpPr txBox="1"/>
            <p:nvPr/>
          </p:nvSpPr>
          <p:spPr>
            <a:xfrm>
              <a:off x="731837" y="2796335"/>
              <a:ext cx="3050954" cy="179152"/>
            </a:xfrm>
            <a:prstGeom prst="rect">
              <a:avLst/>
            </a:prstGeom>
            <a:noFill/>
          </p:spPr>
          <p:txBody>
            <a:bodyPr wrap="square" lIns="0" tIns="0" rIns="0" bIns="0" rtlCol="0">
              <a:spAutoFit/>
            </a:bodyPr>
            <a:lstStyle/>
            <a:p>
              <a:pPr>
                <a:lnSpc>
                  <a:spcPct val="110000"/>
                </a:lnSpc>
                <a:spcAft>
                  <a:spcPts val="200"/>
                </a:spcAft>
              </a:pPr>
              <a:r>
                <a:rPr lang="en-US" sz="110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Advantages of Laboratory</a:t>
              </a:r>
            </a:p>
          </p:txBody>
        </p:sp>
        <p:grpSp>
          <p:nvGrpSpPr>
            <p:cNvPr id="106" name="Group 105">
              <a:extLst>
                <a:ext uri="{FF2B5EF4-FFF2-40B4-BE49-F238E27FC236}">
                  <a16:creationId xmlns:a16="http://schemas.microsoft.com/office/drawing/2014/main" id="{49A16931-8F89-DF6D-69F7-7D263A71AF46}"/>
                </a:ext>
              </a:extLst>
            </p:cNvPr>
            <p:cNvGrpSpPr/>
            <p:nvPr/>
          </p:nvGrpSpPr>
          <p:grpSpPr>
            <a:xfrm>
              <a:off x="725687" y="3045993"/>
              <a:ext cx="5885053" cy="786067"/>
              <a:chOff x="725687" y="3082582"/>
              <a:chExt cx="5885053" cy="786067"/>
            </a:xfrm>
          </p:grpSpPr>
          <p:sp>
            <p:nvSpPr>
              <p:cNvPr id="102" name="Rectángulo: esquinas redondeadas 30">
                <a:extLst>
                  <a:ext uri="{FF2B5EF4-FFF2-40B4-BE49-F238E27FC236}">
                    <a16:creationId xmlns:a16="http://schemas.microsoft.com/office/drawing/2014/main" id="{521BA8A4-2662-E34F-66A2-A7B05C092FD4}"/>
                  </a:ext>
                </a:extLst>
              </p:cNvPr>
              <p:cNvSpPr/>
              <p:nvPr/>
            </p:nvSpPr>
            <p:spPr>
              <a:xfrm>
                <a:off x="725687" y="3082582"/>
                <a:ext cx="2083486" cy="786067"/>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103" name="Rectángulo: esquinas redondeadas 30">
                <a:extLst>
                  <a:ext uri="{FF2B5EF4-FFF2-40B4-BE49-F238E27FC236}">
                    <a16:creationId xmlns:a16="http://schemas.microsoft.com/office/drawing/2014/main" id="{6D29ADC5-F728-8D82-35A9-C8BF7E61ECE4}"/>
                  </a:ext>
                </a:extLst>
              </p:cNvPr>
              <p:cNvSpPr/>
              <p:nvPr/>
            </p:nvSpPr>
            <p:spPr>
              <a:xfrm>
                <a:off x="2908166" y="3082582"/>
                <a:ext cx="1168196" cy="786067"/>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104" name="Rectángulo: esquinas redondeadas 30">
                <a:extLst>
                  <a:ext uri="{FF2B5EF4-FFF2-40B4-BE49-F238E27FC236}">
                    <a16:creationId xmlns:a16="http://schemas.microsoft.com/office/drawing/2014/main" id="{6F1302AB-64BD-8978-1486-4A0353E3B9DE}"/>
                  </a:ext>
                </a:extLst>
              </p:cNvPr>
              <p:cNvSpPr/>
              <p:nvPr/>
            </p:nvSpPr>
            <p:spPr>
              <a:xfrm>
                <a:off x="4175355" y="3082582"/>
                <a:ext cx="1168196" cy="786067"/>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105" name="Rectángulo: esquinas redondeadas 30">
                <a:extLst>
                  <a:ext uri="{FF2B5EF4-FFF2-40B4-BE49-F238E27FC236}">
                    <a16:creationId xmlns:a16="http://schemas.microsoft.com/office/drawing/2014/main" id="{D06C4F8E-9AEB-4514-6B57-BEAEF7CC6874}"/>
                  </a:ext>
                </a:extLst>
              </p:cNvPr>
              <p:cNvSpPr/>
              <p:nvPr/>
            </p:nvSpPr>
            <p:spPr>
              <a:xfrm>
                <a:off x="5442544" y="3082582"/>
                <a:ext cx="1168196" cy="786067"/>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51" name="Rectangle 50">
                <a:extLst>
                  <a:ext uri="{FF2B5EF4-FFF2-40B4-BE49-F238E27FC236}">
                    <a16:creationId xmlns:a16="http://schemas.microsoft.com/office/drawing/2014/main" id="{85781947-73B0-5879-49EB-6878DB9A4E48}"/>
                  </a:ext>
                </a:extLst>
              </p:cNvPr>
              <p:cNvSpPr/>
              <p:nvPr/>
            </p:nvSpPr>
            <p:spPr>
              <a:xfrm>
                <a:off x="829650" y="3267866"/>
                <a:ext cx="1875561" cy="415498"/>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p>
                <a:pPr algn="ctr">
                  <a:spcAft>
                    <a:spcPts val="800"/>
                  </a:spcAft>
                  <a:buClr>
                    <a:schemeClr val="accent2"/>
                  </a:buClr>
                </a:pPr>
                <a:r>
                  <a:rPr lang="en-US" sz="900" dirty="0">
                    <a:solidFill>
                      <a:schemeClr val="tx2"/>
                    </a:solidFill>
                    <a:latin typeface="Poppins Medium" panose="00000600000000000000" pitchFamily="2" charset="0"/>
                    <a:ea typeface="Source Serif Pro" panose="02040603050405020204" pitchFamily="18" charset="0"/>
                    <a:cs typeface="Poppins Medium" panose="00000600000000000000" pitchFamily="2" charset="0"/>
                  </a:rPr>
                  <a:t>Helps clients discover formulations where they can use Almati’s specialty portfolio</a:t>
                </a:r>
                <a:endParaRPr lang="en-US" sz="900" noProof="0" dirty="0">
                  <a:solidFill>
                    <a:schemeClr val="tx2"/>
                  </a:solidFill>
                  <a:latin typeface="Poppins Medium" panose="00000600000000000000" pitchFamily="2" charset="0"/>
                  <a:ea typeface="Source Serif Pro" panose="02040603050405020204" pitchFamily="18" charset="0"/>
                  <a:cs typeface="Poppins Medium" panose="00000600000000000000" pitchFamily="2" charset="0"/>
                </a:endParaRPr>
              </a:p>
            </p:txBody>
          </p:sp>
          <p:sp>
            <p:nvSpPr>
              <p:cNvPr id="98" name="Rectangle 97">
                <a:extLst>
                  <a:ext uri="{FF2B5EF4-FFF2-40B4-BE49-F238E27FC236}">
                    <a16:creationId xmlns:a16="http://schemas.microsoft.com/office/drawing/2014/main" id="{BB17D4D9-340B-89BC-981F-CA64BD4CACA9}"/>
                  </a:ext>
                </a:extLst>
              </p:cNvPr>
              <p:cNvSpPr/>
              <p:nvPr/>
            </p:nvSpPr>
            <p:spPr>
              <a:xfrm>
                <a:off x="4305117" y="3267866"/>
                <a:ext cx="908673" cy="415498"/>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p>
                <a:pPr algn="ctr">
                  <a:spcAft>
                    <a:spcPts val="800"/>
                  </a:spcAft>
                  <a:buClr>
                    <a:schemeClr val="accent2"/>
                  </a:buClr>
                </a:pPr>
                <a:r>
                  <a:rPr lang="en-US" sz="900" noProof="0" dirty="0">
                    <a:solidFill>
                      <a:schemeClr val="tx2"/>
                    </a:solidFill>
                    <a:latin typeface="Poppins Medium" panose="00000600000000000000" pitchFamily="2" charset="0"/>
                    <a:ea typeface="Source Serif Pro" panose="02040603050405020204" pitchFamily="18" charset="0"/>
                    <a:cs typeface="Poppins Medium" panose="00000600000000000000" pitchFamily="2" charset="0"/>
                  </a:rPr>
                  <a:t>Catalyst for new customer acquisition</a:t>
                </a:r>
              </a:p>
            </p:txBody>
          </p:sp>
          <p:sp>
            <p:nvSpPr>
              <p:cNvPr id="99" name="Rectangle 98">
                <a:extLst>
                  <a:ext uri="{FF2B5EF4-FFF2-40B4-BE49-F238E27FC236}">
                    <a16:creationId xmlns:a16="http://schemas.microsoft.com/office/drawing/2014/main" id="{A6CFD111-E62C-0E0D-A764-0D276F41B924}"/>
                  </a:ext>
                </a:extLst>
              </p:cNvPr>
              <p:cNvSpPr/>
              <p:nvPr/>
            </p:nvSpPr>
            <p:spPr>
              <a:xfrm>
                <a:off x="3069204" y="3267866"/>
                <a:ext cx="846120" cy="415498"/>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p>
                <a:pPr algn="ctr">
                  <a:spcAft>
                    <a:spcPts val="800"/>
                  </a:spcAft>
                  <a:buClr>
                    <a:schemeClr val="accent2"/>
                  </a:buClr>
                </a:pPr>
                <a:r>
                  <a:rPr lang="en-US" sz="900" noProof="0" dirty="0">
                    <a:solidFill>
                      <a:schemeClr val="tx2"/>
                    </a:solidFill>
                    <a:latin typeface="Poppins Medium" panose="00000600000000000000" pitchFamily="2" charset="0"/>
                    <a:ea typeface="Source Serif Pro" panose="02040603050405020204" pitchFamily="18" charset="0"/>
                    <a:cs typeface="Poppins Medium" panose="00000600000000000000" pitchFamily="2" charset="0"/>
                  </a:rPr>
                  <a:t>Drives sales of higher margin products</a:t>
                </a:r>
              </a:p>
            </p:txBody>
          </p:sp>
          <p:sp>
            <p:nvSpPr>
              <p:cNvPr id="100" name="Rectangle 99">
                <a:extLst>
                  <a:ext uri="{FF2B5EF4-FFF2-40B4-BE49-F238E27FC236}">
                    <a16:creationId xmlns:a16="http://schemas.microsoft.com/office/drawing/2014/main" id="{DE5F4B61-4A56-EBFF-945D-726343348CF6}"/>
                  </a:ext>
                </a:extLst>
              </p:cNvPr>
              <p:cNvSpPr/>
              <p:nvPr/>
            </p:nvSpPr>
            <p:spPr>
              <a:xfrm>
                <a:off x="5572306" y="3267866"/>
                <a:ext cx="908673" cy="415498"/>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p>
                <a:pPr algn="ctr">
                  <a:spcAft>
                    <a:spcPts val="800"/>
                  </a:spcAft>
                  <a:buClr>
                    <a:schemeClr val="accent2"/>
                  </a:buClr>
                </a:pPr>
                <a:r>
                  <a:rPr lang="en-US" sz="900" noProof="0" dirty="0">
                    <a:solidFill>
                      <a:schemeClr val="tx2"/>
                    </a:solidFill>
                    <a:latin typeface="Poppins Medium" panose="00000600000000000000" pitchFamily="2" charset="0"/>
                    <a:ea typeface="Source Serif Pro" panose="02040603050405020204" pitchFamily="18" charset="0"/>
                    <a:cs typeface="Poppins Medium" panose="00000600000000000000" pitchFamily="2" charset="0"/>
                  </a:rPr>
                  <a:t>Catalyst for new customer acquisition</a:t>
                </a:r>
              </a:p>
            </p:txBody>
          </p:sp>
        </p:grpSp>
      </p:grpSp>
      <p:sp>
        <p:nvSpPr>
          <p:cNvPr id="112" name="Rectángulo: esquinas redondeadas 6">
            <a:extLst>
              <a:ext uri="{FF2B5EF4-FFF2-40B4-BE49-F238E27FC236}">
                <a16:creationId xmlns:a16="http://schemas.microsoft.com/office/drawing/2014/main" id="{4F99C081-CCD6-107B-882F-3DBB8058D95C}"/>
              </a:ext>
            </a:extLst>
          </p:cNvPr>
          <p:cNvSpPr/>
          <p:nvPr/>
        </p:nvSpPr>
        <p:spPr>
          <a:xfrm rot="5400000" flipV="1">
            <a:off x="2885714" y="5083059"/>
            <a:ext cx="1839873" cy="45719"/>
          </a:xfrm>
          <a:prstGeom prst="roundRect">
            <a:avLst>
              <a:gd name="adj" fmla="val 3011"/>
            </a:avLst>
          </a:prstGeom>
          <a:solidFill>
            <a:srgbClr val="EE53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41750789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F3B8D-F756-6F93-7BC6-E49F915431E1}"/>
            </a:ext>
          </a:extLst>
        </p:cNvPr>
        <p:cNvGrpSpPr/>
        <p:nvPr/>
      </p:nvGrpSpPr>
      <p:grpSpPr>
        <a:xfrm>
          <a:off x="0" y="0"/>
          <a:ext cx="0" cy="0"/>
          <a:chOff x="0" y="0"/>
          <a:chExt cx="0" cy="0"/>
        </a:xfrm>
      </p:grpSpPr>
      <p:sp>
        <p:nvSpPr>
          <p:cNvPr id="125" name="Rectangle 124">
            <a:extLst>
              <a:ext uri="{FF2B5EF4-FFF2-40B4-BE49-F238E27FC236}">
                <a16:creationId xmlns:a16="http://schemas.microsoft.com/office/drawing/2014/main" id="{1BFA5821-D791-7E1B-AA01-B631B3E00C07}"/>
              </a:ext>
            </a:extLst>
          </p:cNvPr>
          <p:cNvSpPr/>
          <p:nvPr/>
        </p:nvSpPr>
        <p:spPr>
          <a:xfrm>
            <a:off x="-1" y="1452705"/>
            <a:ext cx="12191999" cy="189885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0" tIns="324000" rIns="0" bIns="0" rtlCol="0" anchor="t" anchorCtr="0"/>
          <a:lstStyle/>
          <a:p>
            <a:endParaRPr lang="pt-BR" sz="1400" b="1">
              <a:solidFill>
                <a:schemeClr val="bg1"/>
              </a:solidFill>
              <a:latin typeface="Source Serif Pro" panose="02040603050405020204" pitchFamily="18" charset="0"/>
              <a:ea typeface="Source Serif Pro" panose="02040603050405020204" pitchFamily="18" charset="0"/>
            </a:endParaRPr>
          </a:p>
        </p:txBody>
      </p:sp>
      <p:graphicFrame>
        <p:nvGraphicFramePr>
          <p:cNvPr id="129" name="Content Placeholder 51">
            <a:extLst>
              <a:ext uri="{FF2B5EF4-FFF2-40B4-BE49-F238E27FC236}">
                <a16:creationId xmlns:a16="http://schemas.microsoft.com/office/drawing/2014/main" id="{1E2F2A0C-E227-AA9A-BA1C-C09FC03526FA}"/>
              </a:ext>
            </a:extLst>
          </p:cNvPr>
          <p:cNvGraphicFramePr>
            <a:graphicFrameLocks/>
          </p:cNvGraphicFramePr>
          <p:nvPr>
            <p:extLst>
              <p:ext uri="{D42A27DB-BD31-4B8C-83A1-F6EECF244321}">
                <p14:modId xmlns:p14="http://schemas.microsoft.com/office/powerpoint/2010/main" val="3208417582"/>
              </p:ext>
            </p:extLst>
          </p:nvPr>
        </p:nvGraphicFramePr>
        <p:xfrm>
          <a:off x="8552220" y="4091078"/>
          <a:ext cx="3282591" cy="1844047"/>
        </p:xfrm>
        <a:graphic>
          <a:graphicData uri="http://schemas.openxmlformats.org/drawingml/2006/chart">
            <c:chart xmlns:c="http://schemas.openxmlformats.org/drawingml/2006/chart" xmlns:r="http://schemas.openxmlformats.org/officeDocument/2006/relationships" r:id="rId2"/>
          </a:graphicData>
        </a:graphic>
      </p:graphicFrame>
      <p:sp>
        <p:nvSpPr>
          <p:cNvPr id="23" name="Title 22">
            <a:extLst>
              <a:ext uri="{FF2B5EF4-FFF2-40B4-BE49-F238E27FC236}">
                <a16:creationId xmlns:a16="http://schemas.microsoft.com/office/drawing/2014/main" id="{0D487346-B93B-3C65-A76E-2B29FFBA60D3}"/>
              </a:ext>
            </a:extLst>
          </p:cNvPr>
          <p:cNvSpPr>
            <a:spLocks noGrp="1"/>
          </p:cNvSpPr>
          <p:nvPr>
            <p:ph type="title"/>
          </p:nvPr>
        </p:nvSpPr>
        <p:spPr/>
        <p:txBody>
          <a:bodyPr/>
          <a:lstStyle/>
          <a:p>
            <a:r>
              <a:rPr lang="en-US" dirty="0"/>
              <a:t>Loyal &amp; Recurrent Blue-Chip Client Base</a:t>
            </a:r>
          </a:p>
        </p:txBody>
      </p:sp>
      <p:sp>
        <p:nvSpPr>
          <p:cNvPr id="21" name="Content Placeholder 20">
            <a:extLst>
              <a:ext uri="{FF2B5EF4-FFF2-40B4-BE49-F238E27FC236}">
                <a16:creationId xmlns:a16="http://schemas.microsoft.com/office/drawing/2014/main" id="{5420C51F-D4AB-4FA3-BF30-1F838E131BFB}"/>
              </a:ext>
            </a:extLst>
          </p:cNvPr>
          <p:cNvSpPr>
            <a:spLocks noGrp="1"/>
          </p:cNvSpPr>
          <p:nvPr>
            <p:ph sz="quarter" idx="13"/>
          </p:nvPr>
        </p:nvSpPr>
        <p:spPr/>
        <p:txBody>
          <a:bodyPr/>
          <a:lstStyle/>
          <a:p>
            <a:pPr marL="0" marR="0" lvl="0" indent="0" algn="l" defTabSz="914400" rtl="0" eaLnBrk="1" fontAlgn="auto" latinLnBrk="0" hangingPunct="1">
              <a:lnSpc>
                <a:spcPct val="110000"/>
              </a:lnSpc>
              <a:spcBef>
                <a:spcPts val="0"/>
              </a:spcBef>
              <a:spcAft>
                <a:spcPts val="800"/>
              </a:spcAft>
              <a:buClrTx/>
              <a:buSzTx/>
              <a:buFont typeface="Arial" panose="020B0604020202020204" pitchFamily="34" charset="0"/>
              <a:buNone/>
              <a:tabLst/>
              <a:defRPr/>
            </a:pPr>
            <a:r>
              <a:rPr lang="en-US" dirty="0">
                <a:solidFill>
                  <a:srgbClr val="222F44"/>
                </a:solidFill>
              </a:rPr>
              <a:t>The company has cultivated an impressive and highly diversified client base</a:t>
            </a:r>
            <a:endParaRPr lang="en-US" baseline="30000" dirty="0">
              <a:solidFill>
                <a:srgbClr val="222F44"/>
              </a:solidFill>
            </a:endParaRPr>
          </a:p>
        </p:txBody>
      </p:sp>
      <p:sp>
        <p:nvSpPr>
          <p:cNvPr id="128" name="Text Placeholder 56">
            <a:extLst>
              <a:ext uri="{FF2B5EF4-FFF2-40B4-BE49-F238E27FC236}">
                <a16:creationId xmlns:a16="http://schemas.microsoft.com/office/drawing/2014/main" id="{0D1CF077-1B1C-0DF2-65D1-B4D93D16FCF8}"/>
              </a:ext>
            </a:extLst>
          </p:cNvPr>
          <p:cNvSpPr>
            <a:spLocks noGrp="1"/>
          </p:cNvSpPr>
          <p:nvPr>
            <p:ph type="body" sz="quarter" idx="36"/>
          </p:nvPr>
        </p:nvSpPr>
        <p:spPr/>
        <p:txBody>
          <a:bodyPr/>
          <a:lstStyle/>
          <a:p>
            <a:pPr>
              <a:spcAft>
                <a:spcPts val="0"/>
              </a:spcAft>
            </a:pPr>
            <a:r>
              <a:rPr lang="en-US" dirty="0"/>
              <a:t>(1) We consider active clients to be clients that purchased that year (2) The graph shows the number of clients based on their monthly purchasing frequency </a:t>
            </a:r>
            <a:r>
              <a:rPr lang="en-US"/>
              <a:t>in 2024</a:t>
            </a:r>
            <a:endParaRPr lang="en-US" dirty="0"/>
          </a:p>
        </p:txBody>
      </p:sp>
      <p:sp>
        <p:nvSpPr>
          <p:cNvPr id="123" name="TextBox 46">
            <a:extLst>
              <a:ext uri="{FF2B5EF4-FFF2-40B4-BE49-F238E27FC236}">
                <a16:creationId xmlns:a16="http://schemas.microsoft.com/office/drawing/2014/main" id="{1C6B1F99-90F9-AB5D-875D-BEFB037F15F1}"/>
              </a:ext>
            </a:extLst>
          </p:cNvPr>
          <p:cNvSpPr txBox="1"/>
          <p:nvPr/>
        </p:nvSpPr>
        <p:spPr>
          <a:xfrm>
            <a:off x="731837" y="3552630"/>
            <a:ext cx="3123936" cy="169277"/>
          </a:xfrm>
          <a:prstGeom prst="rect">
            <a:avLst/>
          </a:prstGeom>
          <a:noFill/>
        </p:spPr>
        <p:txBody>
          <a:bodyPr wrap="square" lIns="0" tIns="0" rIns="0" bIns="0" rtlCol="0">
            <a:spAutoFit/>
          </a:bodyPr>
          <a:lstStyle/>
          <a:p>
            <a:r>
              <a:rPr lang="en-US" sz="1100" dirty="0">
                <a:solidFill>
                  <a:schemeClr val="tx2"/>
                </a:solidFill>
                <a:latin typeface="Poppins SemiBold" panose="00000700000000000000" pitchFamily="2" charset="0"/>
                <a:ea typeface="Source Serif Pro SemiBold" panose="02040703050405020204" pitchFamily="18" charset="0"/>
                <a:cs typeface="Poppins SemiBold" panose="00000700000000000000" pitchFamily="2" charset="0"/>
              </a:rPr>
              <a:t>Highly Recurring Purchasing Dynamics</a:t>
            </a:r>
          </a:p>
        </p:txBody>
      </p:sp>
      <p:sp>
        <p:nvSpPr>
          <p:cNvPr id="124" name="TextBox 46">
            <a:extLst>
              <a:ext uri="{FF2B5EF4-FFF2-40B4-BE49-F238E27FC236}">
                <a16:creationId xmlns:a16="http://schemas.microsoft.com/office/drawing/2014/main" id="{6AEE40AA-7FD3-F124-144E-F617E00312E2}"/>
              </a:ext>
            </a:extLst>
          </p:cNvPr>
          <p:cNvSpPr txBox="1"/>
          <p:nvPr/>
        </p:nvSpPr>
        <p:spPr>
          <a:xfrm>
            <a:off x="8554826" y="3552000"/>
            <a:ext cx="3200400" cy="169277"/>
          </a:xfrm>
          <a:prstGeom prst="rect">
            <a:avLst/>
          </a:prstGeom>
          <a:noFill/>
        </p:spPr>
        <p:txBody>
          <a:bodyPr wrap="square" lIns="0" tIns="0" rIns="0" bIns="0" rtlCol="0">
            <a:spAutoFit/>
          </a:bodyPr>
          <a:lstStyle/>
          <a:p>
            <a:r>
              <a:rPr lang="en-US" sz="1100" dirty="0">
                <a:solidFill>
                  <a:schemeClr val="tx2"/>
                </a:solidFill>
                <a:latin typeface="Poppins SemiBold" panose="00000700000000000000" pitchFamily="2" charset="0"/>
                <a:ea typeface="Source Serif Pro SemiBold" panose="02040703050405020204" pitchFamily="18" charset="0"/>
                <a:cs typeface="Poppins SemiBold" panose="00000700000000000000" pitchFamily="2" charset="0"/>
              </a:rPr>
              <a:t>Extremely Diversified Client Base</a:t>
            </a:r>
          </a:p>
        </p:txBody>
      </p:sp>
      <p:sp>
        <p:nvSpPr>
          <p:cNvPr id="126" name="TextBox 46">
            <a:extLst>
              <a:ext uri="{FF2B5EF4-FFF2-40B4-BE49-F238E27FC236}">
                <a16:creationId xmlns:a16="http://schemas.microsoft.com/office/drawing/2014/main" id="{5C722FE7-422A-BC3E-F25B-EA1857F79242}"/>
              </a:ext>
            </a:extLst>
          </p:cNvPr>
          <p:cNvSpPr txBox="1"/>
          <p:nvPr/>
        </p:nvSpPr>
        <p:spPr>
          <a:xfrm>
            <a:off x="8554826" y="3687839"/>
            <a:ext cx="3200400" cy="195814"/>
          </a:xfrm>
          <a:prstGeom prst="rect">
            <a:avLst/>
          </a:prstGeom>
        </p:spPr>
        <p:txBody>
          <a:bodyPr vert="horz" wrap="square" lIns="0" tIns="72000" rIns="0" bIns="0" rtlCol="0" anchor="t">
            <a:spAutoFit/>
          </a:bodyPr>
          <a:lstStyle>
            <a:defPPr>
              <a:defRPr lang="pt-BR"/>
            </a:defPPr>
            <a:lvl1pPr indent="0">
              <a:lnSpc>
                <a:spcPct val="100000"/>
              </a:lnSpc>
              <a:spcBef>
                <a:spcPts val="0"/>
              </a:spcBef>
              <a:spcAft>
                <a:spcPts val="0"/>
              </a:spcAft>
              <a:buFont typeface="Arial" panose="020B0604020202020204" pitchFamily="34" charset="0"/>
              <a:buNone/>
              <a:defRPr sz="800" b="0">
                <a:latin typeface="+mj-lt"/>
                <a:ea typeface="Source Serif Pro Light" panose="02040303050405020204" pitchFamily="18" charset="0"/>
                <a:cs typeface="Roboto" panose="02000000000000000000" pitchFamily="2" charset="0"/>
              </a:defRPr>
            </a:lvl1pPr>
            <a:lvl2pPr marL="108000" indent="-108000">
              <a:lnSpc>
                <a:spcPct val="110000"/>
              </a:lnSpc>
              <a:spcBef>
                <a:spcPts val="0"/>
              </a:spcBef>
              <a:spcAft>
                <a:spcPts val="800"/>
              </a:spcAft>
              <a:buClr>
                <a:schemeClr val="bg2"/>
              </a:buClr>
              <a:buFont typeface="Arial" panose="020B0604020202020204" pitchFamily="34" charset="0"/>
              <a:buChar char="•"/>
              <a:defRPr sz="1200">
                <a:latin typeface="Source Serif Pro" panose="02040603050405020204" pitchFamily="18" charset="0"/>
                <a:ea typeface="Source Serif Pro" panose="02040603050405020204" pitchFamily="18" charset="0"/>
              </a:defRPr>
            </a:lvl2pPr>
            <a:lvl3pPr marL="108000" indent="-108000">
              <a:lnSpc>
                <a:spcPct val="110000"/>
              </a:lnSpc>
              <a:spcBef>
                <a:spcPts val="0"/>
              </a:spcBef>
              <a:spcAft>
                <a:spcPts val="800"/>
              </a:spcAft>
              <a:buClr>
                <a:schemeClr val="bg2"/>
              </a:buClr>
              <a:buFont typeface="Source Sans Pro" panose="020B0503030403020204" pitchFamily="34" charset="0"/>
              <a:buChar char="−"/>
              <a:defRPr sz="1200">
                <a:latin typeface="Source Serif Pro Light" panose="02040303050405020204" pitchFamily="18" charset="0"/>
                <a:ea typeface="Source Serif Pro Light" panose="02040303050405020204" pitchFamily="18" charset="0"/>
              </a:defRPr>
            </a:lvl3pPr>
            <a:lvl4pPr marL="0" indent="0">
              <a:lnSpc>
                <a:spcPct val="110000"/>
              </a:lnSpc>
              <a:spcBef>
                <a:spcPts val="0"/>
              </a:spcBef>
              <a:spcAft>
                <a:spcPts val="800"/>
              </a:spcAft>
              <a:buFont typeface="Arial" panose="020B0604020202020204" pitchFamily="34" charset="0"/>
              <a:buNone/>
              <a:defRPr sz="1200" b="1">
                <a:latin typeface="Source Serif Pro" panose="02040603050405020204" pitchFamily="18" charset="0"/>
                <a:ea typeface="Source Serif Pro" panose="02040603050405020204" pitchFamily="18" charset="0"/>
              </a:defRPr>
            </a:lvl4pPr>
            <a:lvl5pPr marL="0" indent="0">
              <a:lnSpc>
                <a:spcPct val="110000"/>
              </a:lnSpc>
              <a:spcBef>
                <a:spcPts val="0"/>
              </a:spcBef>
              <a:spcAft>
                <a:spcPts val="800"/>
              </a:spcAft>
              <a:buFont typeface="Arial" panose="020B0604020202020204" pitchFamily="34" charset="0"/>
              <a:buNone/>
              <a:defRPr sz="1200">
                <a:solidFill>
                  <a:schemeClr val="accent1"/>
                </a:solidFill>
                <a:latin typeface="Source Serif Pro Black" panose="02040903050405020204" pitchFamily="18" charset="0"/>
                <a:ea typeface="Source Serif Pro Black" panose="02040903050405020204" pitchFamily="18"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Revenue share (%) of top 10 clients in 2024²</a:t>
            </a:r>
          </a:p>
        </p:txBody>
      </p:sp>
      <p:sp>
        <p:nvSpPr>
          <p:cNvPr id="127" name="TextBox 46">
            <a:extLst>
              <a:ext uri="{FF2B5EF4-FFF2-40B4-BE49-F238E27FC236}">
                <a16:creationId xmlns:a16="http://schemas.microsoft.com/office/drawing/2014/main" id="{1D6AE8AC-9210-6B2F-30AA-B233174281EF}"/>
              </a:ext>
            </a:extLst>
          </p:cNvPr>
          <p:cNvSpPr txBox="1"/>
          <p:nvPr/>
        </p:nvSpPr>
        <p:spPr>
          <a:xfrm>
            <a:off x="731837" y="3687839"/>
            <a:ext cx="3443794" cy="195814"/>
          </a:xfrm>
          <a:prstGeom prst="rect">
            <a:avLst/>
          </a:prstGeom>
        </p:spPr>
        <p:txBody>
          <a:bodyPr vert="horz" wrap="square" lIns="0" tIns="72000" rIns="0" bIns="0" rtlCol="0" anchor="t">
            <a:spAutoFit/>
          </a:bodyPr>
          <a:lstStyle>
            <a:defPPr>
              <a:defRPr lang="pt-BR"/>
            </a:defPPr>
            <a:lvl1pPr indent="0">
              <a:lnSpc>
                <a:spcPct val="100000"/>
              </a:lnSpc>
              <a:spcBef>
                <a:spcPts val="0"/>
              </a:spcBef>
              <a:spcAft>
                <a:spcPts val="0"/>
              </a:spcAft>
              <a:buFont typeface="Arial" panose="020B0604020202020204" pitchFamily="34" charset="0"/>
              <a:buNone/>
              <a:defRPr sz="800" b="0">
                <a:latin typeface="+mj-lt"/>
                <a:ea typeface="Source Serif Pro Light" panose="02040303050405020204" pitchFamily="18" charset="0"/>
                <a:cs typeface="Roboto" panose="02000000000000000000" pitchFamily="2" charset="0"/>
              </a:defRPr>
            </a:lvl1pPr>
            <a:lvl2pPr marL="108000" indent="-108000">
              <a:lnSpc>
                <a:spcPct val="110000"/>
              </a:lnSpc>
              <a:spcBef>
                <a:spcPts val="0"/>
              </a:spcBef>
              <a:spcAft>
                <a:spcPts val="800"/>
              </a:spcAft>
              <a:buClr>
                <a:schemeClr val="bg2"/>
              </a:buClr>
              <a:buFont typeface="Arial" panose="020B0604020202020204" pitchFamily="34" charset="0"/>
              <a:buChar char="•"/>
              <a:defRPr sz="1200">
                <a:latin typeface="Source Serif Pro" panose="02040603050405020204" pitchFamily="18" charset="0"/>
                <a:ea typeface="Source Serif Pro" panose="02040603050405020204" pitchFamily="18" charset="0"/>
              </a:defRPr>
            </a:lvl2pPr>
            <a:lvl3pPr marL="108000" indent="-108000">
              <a:lnSpc>
                <a:spcPct val="110000"/>
              </a:lnSpc>
              <a:spcBef>
                <a:spcPts val="0"/>
              </a:spcBef>
              <a:spcAft>
                <a:spcPts val="800"/>
              </a:spcAft>
              <a:buClr>
                <a:schemeClr val="bg2"/>
              </a:buClr>
              <a:buFont typeface="Source Sans Pro" panose="020B0503030403020204" pitchFamily="34" charset="0"/>
              <a:buChar char="−"/>
              <a:defRPr sz="1200">
                <a:latin typeface="Source Serif Pro Light" panose="02040303050405020204" pitchFamily="18" charset="0"/>
                <a:ea typeface="Source Serif Pro Light" panose="02040303050405020204" pitchFamily="18" charset="0"/>
              </a:defRPr>
            </a:lvl3pPr>
            <a:lvl4pPr marL="0" indent="0">
              <a:lnSpc>
                <a:spcPct val="110000"/>
              </a:lnSpc>
              <a:spcBef>
                <a:spcPts val="0"/>
              </a:spcBef>
              <a:spcAft>
                <a:spcPts val="800"/>
              </a:spcAft>
              <a:buFont typeface="Arial" panose="020B0604020202020204" pitchFamily="34" charset="0"/>
              <a:buNone/>
              <a:defRPr sz="1200" b="1">
                <a:latin typeface="Source Serif Pro" panose="02040603050405020204" pitchFamily="18" charset="0"/>
                <a:ea typeface="Source Serif Pro" panose="02040603050405020204" pitchFamily="18" charset="0"/>
              </a:defRPr>
            </a:lvl4pPr>
            <a:lvl5pPr marL="0" indent="0">
              <a:lnSpc>
                <a:spcPct val="110000"/>
              </a:lnSpc>
              <a:spcBef>
                <a:spcPts val="0"/>
              </a:spcBef>
              <a:spcAft>
                <a:spcPts val="800"/>
              </a:spcAft>
              <a:buFont typeface="Arial" panose="020B0604020202020204" pitchFamily="34" charset="0"/>
              <a:buNone/>
              <a:defRPr sz="1200">
                <a:solidFill>
                  <a:schemeClr val="accent1"/>
                </a:solidFill>
                <a:latin typeface="Source Serif Pro Black" panose="02040903050405020204" pitchFamily="18" charset="0"/>
                <a:ea typeface="Source Serif Pro Black" panose="02040903050405020204" pitchFamily="18"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 of top 50 active clients by purchasing frequency in 2024.2</a:t>
            </a:r>
          </a:p>
        </p:txBody>
      </p:sp>
      <p:sp>
        <p:nvSpPr>
          <p:cNvPr id="131" name="TextBox 46">
            <a:extLst>
              <a:ext uri="{FF2B5EF4-FFF2-40B4-BE49-F238E27FC236}">
                <a16:creationId xmlns:a16="http://schemas.microsoft.com/office/drawing/2014/main" id="{4464D361-B6A2-5F8F-DF26-5C257FE2803F}"/>
              </a:ext>
            </a:extLst>
          </p:cNvPr>
          <p:cNvSpPr txBox="1"/>
          <p:nvPr/>
        </p:nvSpPr>
        <p:spPr>
          <a:xfrm>
            <a:off x="10487916" y="4705121"/>
            <a:ext cx="1030983" cy="523220"/>
          </a:xfrm>
          <a:prstGeom prst="rect">
            <a:avLst/>
          </a:prstGeom>
          <a:noFill/>
        </p:spPr>
        <p:txBody>
          <a:bodyPr wrap="square" lIns="0" tIns="0" rIns="0" bIns="0" rtlCol="0">
            <a:spAutoFit/>
          </a:bodyPr>
          <a:lstStyle/>
          <a:p>
            <a:r>
              <a:rPr lang="en-US" sz="1600" b="1" baseline="30000" dirty="0">
                <a:solidFill>
                  <a:schemeClr val="accent2"/>
                </a:solidFill>
                <a:latin typeface="+mj-lt"/>
                <a:ea typeface="Source Serif Pro" panose="02040603050405020204" pitchFamily="18" charset="0"/>
                <a:cs typeface="Roboto" panose="02000000000000000000" pitchFamily="2" charset="0"/>
              </a:rPr>
              <a:t>+</a:t>
            </a:r>
            <a:r>
              <a:rPr lang="en-US" sz="2400" b="1" dirty="0">
                <a:solidFill>
                  <a:schemeClr val="accent2"/>
                </a:solidFill>
                <a:latin typeface="+mj-lt"/>
                <a:ea typeface="Source Serif Pro" panose="02040603050405020204" pitchFamily="18" charset="0"/>
                <a:cs typeface="Roboto" panose="02000000000000000000" pitchFamily="2" charset="0"/>
              </a:rPr>
              <a:t>1,900</a:t>
            </a:r>
          </a:p>
          <a:p>
            <a:r>
              <a:rPr lang="en-US" sz="1000" dirty="0">
                <a:solidFill>
                  <a:schemeClr val="accent2"/>
                </a:solidFill>
                <a:latin typeface="+mj-lt"/>
                <a:ea typeface="Source Serif Pro" panose="02040603050405020204" pitchFamily="18" charset="0"/>
                <a:cs typeface="Roboto" panose="02000000000000000000" pitchFamily="2" charset="0"/>
              </a:rPr>
              <a:t>active clients</a:t>
            </a:r>
            <a:r>
              <a:rPr lang="en-US" sz="1000" baseline="30000" dirty="0">
                <a:solidFill>
                  <a:schemeClr val="accent2"/>
                </a:solidFill>
                <a:latin typeface="+mj-lt"/>
                <a:ea typeface="Source Serif Pro" panose="02040603050405020204" pitchFamily="18" charset="0"/>
                <a:cs typeface="Roboto" panose="02000000000000000000" pitchFamily="2" charset="0"/>
              </a:rPr>
              <a:t>1</a:t>
            </a:r>
            <a:endParaRPr lang="en-US" sz="1000" b="1" baseline="30000" dirty="0">
              <a:solidFill>
                <a:schemeClr val="accent2"/>
              </a:solidFill>
              <a:latin typeface="+mj-lt"/>
              <a:ea typeface="Source Serif Pro" panose="02040603050405020204" pitchFamily="18" charset="0"/>
              <a:cs typeface="Roboto" panose="02000000000000000000" pitchFamily="2" charset="0"/>
            </a:endParaRPr>
          </a:p>
        </p:txBody>
      </p:sp>
      <p:grpSp>
        <p:nvGrpSpPr>
          <p:cNvPr id="74" name="Group 73">
            <a:extLst>
              <a:ext uri="{FF2B5EF4-FFF2-40B4-BE49-F238E27FC236}">
                <a16:creationId xmlns:a16="http://schemas.microsoft.com/office/drawing/2014/main" id="{807438AB-92EA-F5FE-153F-DB22C82DB44C}"/>
              </a:ext>
            </a:extLst>
          </p:cNvPr>
          <p:cNvGrpSpPr/>
          <p:nvPr/>
        </p:nvGrpSpPr>
        <p:grpSpPr>
          <a:xfrm>
            <a:off x="731838" y="4073109"/>
            <a:ext cx="2992508" cy="1862015"/>
            <a:chOff x="731838" y="3986194"/>
            <a:chExt cx="3200400" cy="1936594"/>
          </a:xfrm>
        </p:grpSpPr>
        <p:sp>
          <p:nvSpPr>
            <p:cNvPr id="65" name="Content Placeholder 7">
              <a:extLst>
                <a:ext uri="{FF2B5EF4-FFF2-40B4-BE49-F238E27FC236}">
                  <a16:creationId xmlns:a16="http://schemas.microsoft.com/office/drawing/2014/main" id="{874B2977-701F-EE6E-6D57-555B59367358}"/>
                </a:ext>
              </a:extLst>
            </p:cNvPr>
            <p:cNvSpPr txBox="1">
              <a:spLocks/>
            </p:cNvSpPr>
            <p:nvPr/>
          </p:nvSpPr>
          <p:spPr>
            <a:xfrm>
              <a:off x="751082" y="5634760"/>
              <a:ext cx="419904" cy="239542"/>
            </a:xfrm>
            <a:prstGeom prst="rect">
              <a:avLst/>
            </a:prstGeom>
            <a:solidFill>
              <a:schemeClr val="bg1"/>
            </a:solidFill>
          </p:spPr>
          <p:txBody>
            <a:bodyPr vert="horz" wrap="square" lIns="0" tIns="36000" rIns="0" bIns="0" rtlCol="0" anchor="t">
              <a:spAutoFit/>
            </a:bodyPr>
            <a:lstStyle>
              <a:defPPr>
                <a:defRPr lang="pt-BR"/>
              </a:defPPr>
              <a:lvl1pPr indent="0">
                <a:lnSpc>
                  <a:spcPct val="100000"/>
                </a:lnSpc>
                <a:spcBef>
                  <a:spcPts val="0"/>
                </a:spcBef>
                <a:spcAft>
                  <a:spcPts val="0"/>
                </a:spcAft>
                <a:buFont typeface="Arial" panose="020B0604020202020204" pitchFamily="34" charset="0"/>
                <a:buNone/>
                <a:defRPr sz="800" b="0">
                  <a:latin typeface="+mj-lt"/>
                  <a:ea typeface="Source Serif Pro Light" panose="02040303050405020204" pitchFamily="18" charset="0"/>
                  <a:cs typeface="Roboto" panose="02000000000000000000" pitchFamily="2" charset="0"/>
                </a:defRPr>
              </a:lvl1pPr>
              <a:lvl2pPr marL="108000" indent="-108000">
                <a:lnSpc>
                  <a:spcPct val="110000"/>
                </a:lnSpc>
                <a:spcBef>
                  <a:spcPts val="0"/>
                </a:spcBef>
                <a:spcAft>
                  <a:spcPts val="800"/>
                </a:spcAft>
                <a:buClr>
                  <a:schemeClr val="bg2"/>
                </a:buClr>
                <a:buFont typeface="Arial" panose="020B0604020202020204" pitchFamily="34" charset="0"/>
                <a:buChar char="•"/>
                <a:defRPr sz="1200">
                  <a:latin typeface="Source Serif Pro" panose="02040603050405020204" pitchFamily="18" charset="0"/>
                  <a:ea typeface="Source Serif Pro" panose="02040603050405020204" pitchFamily="18" charset="0"/>
                </a:defRPr>
              </a:lvl2pPr>
              <a:lvl3pPr marL="108000" indent="-108000">
                <a:lnSpc>
                  <a:spcPct val="110000"/>
                </a:lnSpc>
                <a:spcBef>
                  <a:spcPts val="0"/>
                </a:spcBef>
                <a:spcAft>
                  <a:spcPts val="800"/>
                </a:spcAft>
                <a:buClr>
                  <a:schemeClr val="bg2"/>
                </a:buClr>
                <a:buFont typeface="Source Sans Pro" panose="020B0503030403020204" pitchFamily="34" charset="0"/>
                <a:buChar char="−"/>
                <a:defRPr sz="1200">
                  <a:latin typeface="Source Serif Pro Light" panose="02040303050405020204" pitchFamily="18" charset="0"/>
                  <a:ea typeface="Source Serif Pro Light" panose="02040303050405020204" pitchFamily="18" charset="0"/>
                </a:defRPr>
              </a:lvl3pPr>
              <a:lvl4pPr marL="0" indent="0">
                <a:lnSpc>
                  <a:spcPct val="110000"/>
                </a:lnSpc>
                <a:spcBef>
                  <a:spcPts val="0"/>
                </a:spcBef>
                <a:spcAft>
                  <a:spcPts val="800"/>
                </a:spcAft>
                <a:buFont typeface="Arial" panose="020B0604020202020204" pitchFamily="34" charset="0"/>
                <a:buNone/>
                <a:defRPr sz="1200" b="1">
                  <a:latin typeface="Source Serif Pro" panose="02040603050405020204" pitchFamily="18" charset="0"/>
                  <a:ea typeface="Source Serif Pro" panose="02040603050405020204" pitchFamily="18" charset="0"/>
                </a:defRPr>
              </a:lvl4pPr>
              <a:lvl5pPr marL="0" indent="0">
                <a:lnSpc>
                  <a:spcPct val="110000"/>
                </a:lnSpc>
                <a:spcBef>
                  <a:spcPts val="0"/>
                </a:spcBef>
                <a:spcAft>
                  <a:spcPts val="800"/>
                </a:spcAft>
                <a:buFont typeface="Arial" panose="020B0604020202020204" pitchFamily="34" charset="0"/>
                <a:buNone/>
                <a:defRPr sz="1200">
                  <a:solidFill>
                    <a:schemeClr val="accent1"/>
                  </a:solidFill>
                  <a:latin typeface="Source Serif Pro Black" panose="02040903050405020204" pitchFamily="18" charset="0"/>
                  <a:ea typeface="Source Serif Pro Black" panose="02040903050405020204" pitchFamily="18"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defRPr lang="en-US" sz="700" b="0" i="0" u="none" strike="noStrike" kern="1200" baseline="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pPr>
              <a:r>
                <a:rPr lang="en-US" sz="700" dirty="0">
                  <a:latin typeface="Poppins Light" panose="00000400000000000000" pitchFamily="2" charset="0"/>
                  <a:ea typeface="Source Serif Pro" panose="02040603050405020204" pitchFamily="18" charset="0"/>
                  <a:cs typeface="Poppins Light" panose="00000400000000000000" pitchFamily="2" charset="0"/>
                </a:rPr>
                <a:t>6 Months or less</a:t>
              </a:r>
            </a:p>
          </p:txBody>
        </p:sp>
        <p:sp>
          <p:nvSpPr>
            <p:cNvPr id="66" name="Content Placeholder 7">
              <a:extLst>
                <a:ext uri="{FF2B5EF4-FFF2-40B4-BE49-F238E27FC236}">
                  <a16:creationId xmlns:a16="http://schemas.microsoft.com/office/drawing/2014/main" id="{EC33F549-32D0-5944-556B-E0A791DD2ED6}"/>
                </a:ext>
              </a:extLst>
            </p:cNvPr>
            <p:cNvSpPr txBox="1">
              <a:spLocks/>
            </p:cNvSpPr>
            <p:nvPr/>
          </p:nvSpPr>
          <p:spPr>
            <a:xfrm>
              <a:off x="1208093" y="5634760"/>
              <a:ext cx="419904" cy="239542"/>
            </a:xfrm>
            <a:prstGeom prst="rect">
              <a:avLst/>
            </a:prstGeom>
            <a:solidFill>
              <a:schemeClr val="bg1"/>
            </a:solidFill>
          </p:spPr>
          <p:txBody>
            <a:bodyPr vert="horz" wrap="square" lIns="0" tIns="36000" rIns="0" bIns="0" rtlCol="0" anchor="t">
              <a:spAutoFit/>
            </a:bodyPr>
            <a:lstStyle>
              <a:defPPr>
                <a:defRPr lang="pt-BR"/>
              </a:defPPr>
              <a:lvl1pPr indent="0">
                <a:lnSpc>
                  <a:spcPct val="100000"/>
                </a:lnSpc>
                <a:spcBef>
                  <a:spcPts val="0"/>
                </a:spcBef>
                <a:spcAft>
                  <a:spcPts val="0"/>
                </a:spcAft>
                <a:buFont typeface="Arial" panose="020B0604020202020204" pitchFamily="34" charset="0"/>
                <a:buNone/>
                <a:defRPr sz="800" b="0">
                  <a:latin typeface="+mj-lt"/>
                  <a:ea typeface="Source Serif Pro Light" panose="02040303050405020204" pitchFamily="18" charset="0"/>
                  <a:cs typeface="Roboto" panose="02000000000000000000" pitchFamily="2" charset="0"/>
                </a:defRPr>
              </a:lvl1pPr>
              <a:lvl2pPr marL="108000" indent="-108000">
                <a:lnSpc>
                  <a:spcPct val="110000"/>
                </a:lnSpc>
                <a:spcBef>
                  <a:spcPts val="0"/>
                </a:spcBef>
                <a:spcAft>
                  <a:spcPts val="800"/>
                </a:spcAft>
                <a:buClr>
                  <a:schemeClr val="bg2"/>
                </a:buClr>
                <a:buFont typeface="Arial" panose="020B0604020202020204" pitchFamily="34" charset="0"/>
                <a:buChar char="•"/>
                <a:defRPr sz="1200">
                  <a:latin typeface="Source Serif Pro" panose="02040603050405020204" pitchFamily="18" charset="0"/>
                  <a:ea typeface="Source Serif Pro" panose="02040603050405020204" pitchFamily="18" charset="0"/>
                </a:defRPr>
              </a:lvl2pPr>
              <a:lvl3pPr marL="108000" indent="-108000">
                <a:lnSpc>
                  <a:spcPct val="110000"/>
                </a:lnSpc>
                <a:spcBef>
                  <a:spcPts val="0"/>
                </a:spcBef>
                <a:spcAft>
                  <a:spcPts val="800"/>
                </a:spcAft>
                <a:buClr>
                  <a:schemeClr val="bg2"/>
                </a:buClr>
                <a:buFont typeface="Source Sans Pro" panose="020B0503030403020204" pitchFamily="34" charset="0"/>
                <a:buChar char="−"/>
                <a:defRPr sz="1200">
                  <a:latin typeface="Source Serif Pro Light" panose="02040303050405020204" pitchFamily="18" charset="0"/>
                  <a:ea typeface="Source Serif Pro Light" panose="02040303050405020204" pitchFamily="18" charset="0"/>
                </a:defRPr>
              </a:lvl3pPr>
              <a:lvl4pPr marL="0" indent="0">
                <a:lnSpc>
                  <a:spcPct val="110000"/>
                </a:lnSpc>
                <a:spcBef>
                  <a:spcPts val="0"/>
                </a:spcBef>
                <a:spcAft>
                  <a:spcPts val="800"/>
                </a:spcAft>
                <a:buFont typeface="Arial" panose="020B0604020202020204" pitchFamily="34" charset="0"/>
                <a:buNone/>
                <a:defRPr sz="1200" b="1">
                  <a:latin typeface="Source Serif Pro" panose="02040603050405020204" pitchFamily="18" charset="0"/>
                  <a:ea typeface="Source Serif Pro" panose="02040603050405020204" pitchFamily="18" charset="0"/>
                </a:defRPr>
              </a:lvl4pPr>
              <a:lvl5pPr marL="0" indent="0">
                <a:lnSpc>
                  <a:spcPct val="110000"/>
                </a:lnSpc>
                <a:spcBef>
                  <a:spcPts val="0"/>
                </a:spcBef>
                <a:spcAft>
                  <a:spcPts val="800"/>
                </a:spcAft>
                <a:buFont typeface="Arial" panose="020B0604020202020204" pitchFamily="34" charset="0"/>
                <a:buNone/>
                <a:defRPr sz="1200">
                  <a:solidFill>
                    <a:schemeClr val="accent1"/>
                  </a:solidFill>
                  <a:latin typeface="Source Serif Pro Black" panose="02040903050405020204" pitchFamily="18" charset="0"/>
                  <a:ea typeface="Source Serif Pro Black" panose="02040903050405020204" pitchFamily="18"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defRPr lang="en-US" sz="700" b="0" i="0" u="none" strike="noStrike" kern="1200" baseline="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pPr>
              <a:r>
                <a:rPr lang="en-US" sz="700" dirty="0">
                  <a:latin typeface="Poppins Light" panose="00000400000000000000" pitchFamily="2" charset="0"/>
                  <a:ea typeface="Source Serif Pro" panose="02040603050405020204" pitchFamily="18" charset="0"/>
                  <a:cs typeface="Poppins Light" panose="00000400000000000000" pitchFamily="2" charset="0"/>
                </a:rPr>
                <a:t>7 </a:t>
              </a:r>
            </a:p>
            <a:p>
              <a:pPr algn="ctr">
                <a:defRPr lang="en-US" sz="700" b="0" i="0" u="none" strike="noStrike" kern="1200" baseline="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pPr>
              <a:r>
                <a:rPr lang="en-US" sz="700" dirty="0">
                  <a:latin typeface="Poppins Light" panose="00000400000000000000" pitchFamily="2" charset="0"/>
                  <a:ea typeface="Source Serif Pro" panose="02040603050405020204" pitchFamily="18" charset="0"/>
                  <a:cs typeface="Poppins Light" panose="00000400000000000000" pitchFamily="2" charset="0"/>
                </a:rPr>
                <a:t>Months</a:t>
              </a:r>
            </a:p>
          </p:txBody>
        </p:sp>
        <p:sp>
          <p:nvSpPr>
            <p:cNvPr id="69" name="Content Placeholder 7">
              <a:extLst>
                <a:ext uri="{FF2B5EF4-FFF2-40B4-BE49-F238E27FC236}">
                  <a16:creationId xmlns:a16="http://schemas.microsoft.com/office/drawing/2014/main" id="{598D416B-5E47-3094-D754-8DAB92A780A5}"/>
                </a:ext>
              </a:extLst>
            </p:cNvPr>
            <p:cNvSpPr txBox="1">
              <a:spLocks/>
            </p:cNvSpPr>
            <p:nvPr/>
          </p:nvSpPr>
          <p:spPr>
            <a:xfrm>
              <a:off x="1665104" y="5634760"/>
              <a:ext cx="419904" cy="239542"/>
            </a:xfrm>
            <a:prstGeom prst="rect">
              <a:avLst/>
            </a:prstGeom>
            <a:solidFill>
              <a:schemeClr val="bg1"/>
            </a:solidFill>
          </p:spPr>
          <p:txBody>
            <a:bodyPr vert="horz" wrap="square" lIns="0" tIns="36000" rIns="0" bIns="0" rtlCol="0" anchor="t">
              <a:spAutoFit/>
            </a:bodyPr>
            <a:lstStyle>
              <a:defPPr>
                <a:defRPr lang="pt-BR"/>
              </a:defPPr>
              <a:lvl1pPr indent="0">
                <a:lnSpc>
                  <a:spcPct val="100000"/>
                </a:lnSpc>
                <a:spcBef>
                  <a:spcPts val="0"/>
                </a:spcBef>
                <a:spcAft>
                  <a:spcPts val="0"/>
                </a:spcAft>
                <a:buFont typeface="Arial" panose="020B0604020202020204" pitchFamily="34" charset="0"/>
                <a:buNone/>
                <a:defRPr sz="800" b="0">
                  <a:latin typeface="+mj-lt"/>
                  <a:ea typeface="Source Serif Pro Light" panose="02040303050405020204" pitchFamily="18" charset="0"/>
                  <a:cs typeface="Roboto" panose="02000000000000000000" pitchFamily="2" charset="0"/>
                </a:defRPr>
              </a:lvl1pPr>
              <a:lvl2pPr marL="108000" indent="-108000">
                <a:lnSpc>
                  <a:spcPct val="110000"/>
                </a:lnSpc>
                <a:spcBef>
                  <a:spcPts val="0"/>
                </a:spcBef>
                <a:spcAft>
                  <a:spcPts val="800"/>
                </a:spcAft>
                <a:buClr>
                  <a:schemeClr val="bg2"/>
                </a:buClr>
                <a:buFont typeface="Arial" panose="020B0604020202020204" pitchFamily="34" charset="0"/>
                <a:buChar char="•"/>
                <a:defRPr sz="1200">
                  <a:latin typeface="Source Serif Pro" panose="02040603050405020204" pitchFamily="18" charset="0"/>
                  <a:ea typeface="Source Serif Pro" panose="02040603050405020204" pitchFamily="18" charset="0"/>
                </a:defRPr>
              </a:lvl2pPr>
              <a:lvl3pPr marL="108000" indent="-108000">
                <a:lnSpc>
                  <a:spcPct val="110000"/>
                </a:lnSpc>
                <a:spcBef>
                  <a:spcPts val="0"/>
                </a:spcBef>
                <a:spcAft>
                  <a:spcPts val="800"/>
                </a:spcAft>
                <a:buClr>
                  <a:schemeClr val="bg2"/>
                </a:buClr>
                <a:buFont typeface="Source Sans Pro" panose="020B0503030403020204" pitchFamily="34" charset="0"/>
                <a:buChar char="−"/>
                <a:defRPr sz="1200">
                  <a:latin typeface="Source Serif Pro Light" panose="02040303050405020204" pitchFamily="18" charset="0"/>
                  <a:ea typeface="Source Serif Pro Light" panose="02040303050405020204" pitchFamily="18" charset="0"/>
                </a:defRPr>
              </a:lvl3pPr>
              <a:lvl4pPr marL="0" indent="0">
                <a:lnSpc>
                  <a:spcPct val="110000"/>
                </a:lnSpc>
                <a:spcBef>
                  <a:spcPts val="0"/>
                </a:spcBef>
                <a:spcAft>
                  <a:spcPts val="800"/>
                </a:spcAft>
                <a:buFont typeface="Arial" panose="020B0604020202020204" pitchFamily="34" charset="0"/>
                <a:buNone/>
                <a:defRPr sz="1200" b="1">
                  <a:latin typeface="Source Serif Pro" panose="02040603050405020204" pitchFamily="18" charset="0"/>
                  <a:ea typeface="Source Serif Pro" panose="02040603050405020204" pitchFamily="18" charset="0"/>
                </a:defRPr>
              </a:lvl4pPr>
              <a:lvl5pPr marL="0" indent="0">
                <a:lnSpc>
                  <a:spcPct val="110000"/>
                </a:lnSpc>
                <a:spcBef>
                  <a:spcPts val="0"/>
                </a:spcBef>
                <a:spcAft>
                  <a:spcPts val="800"/>
                </a:spcAft>
                <a:buFont typeface="Arial" panose="020B0604020202020204" pitchFamily="34" charset="0"/>
                <a:buNone/>
                <a:defRPr sz="1200">
                  <a:solidFill>
                    <a:schemeClr val="accent1"/>
                  </a:solidFill>
                  <a:latin typeface="Source Serif Pro Black" panose="02040903050405020204" pitchFamily="18" charset="0"/>
                  <a:ea typeface="Source Serif Pro Black" panose="02040903050405020204" pitchFamily="18"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defRPr lang="en-US" sz="700" b="0" i="0" u="none" strike="noStrike" kern="1200" baseline="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pPr>
              <a:r>
                <a:rPr lang="en-US" sz="700" dirty="0">
                  <a:latin typeface="Poppins Light" panose="00000400000000000000" pitchFamily="2" charset="0"/>
                  <a:ea typeface="Source Serif Pro" panose="02040603050405020204" pitchFamily="18" charset="0"/>
                  <a:cs typeface="Poppins Light" panose="00000400000000000000" pitchFamily="2" charset="0"/>
                </a:rPr>
                <a:t>8 </a:t>
              </a:r>
            </a:p>
            <a:p>
              <a:pPr algn="ctr">
                <a:defRPr lang="en-US" sz="700" b="0" i="0" u="none" strike="noStrike" kern="1200" baseline="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pPr>
              <a:r>
                <a:rPr lang="en-US" sz="700" dirty="0">
                  <a:latin typeface="Poppins Light" panose="00000400000000000000" pitchFamily="2" charset="0"/>
                  <a:ea typeface="Source Serif Pro" panose="02040603050405020204" pitchFamily="18" charset="0"/>
                  <a:cs typeface="Poppins Light" panose="00000400000000000000" pitchFamily="2" charset="0"/>
                </a:rPr>
                <a:t>Months</a:t>
              </a:r>
            </a:p>
          </p:txBody>
        </p:sp>
        <p:sp>
          <p:nvSpPr>
            <p:cNvPr id="70" name="Content Placeholder 7">
              <a:extLst>
                <a:ext uri="{FF2B5EF4-FFF2-40B4-BE49-F238E27FC236}">
                  <a16:creationId xmlns:a16="http://schemas.microsoft.com/office/drawing/2014/main" id="{8786B4F4-DB51-1AC1-53AB-3B719423D5F6}"/>
                </a:ext>
              </a:extLst>
            </p:cNvPr>
            <p:cNvSpPr txBox="1">
              <a:spLocks/>
            </p:cNvSpPr>
            <p:nvPr/>
          </p:nvSpPr>
          <p:spPr>
            <a:xfrm>
              <a:off x="2122115" y="5634760"/>
              <a:ext cx="419904" cy="239542"/>
            </a:xfrm>
            <a:prstGeom prst="rect">
              <a:avLst/>
            </a:prstGeom>
            <a:solidFill>
              <a:schemeClr val="bg1"/>
            </a:solidFill>
          </p:spPr>
          <p:txBody>
            <a:bodyPr vert="horz" wrap="square" lIns="0" tIns="36000" rIns="0" bIns="0" rtlCol="0" anchor="t">
              <a:spAutoFit/>
            </a:bodyPr>
            <a:lstStyle>
              <a:defPPr>
                <a:defRPr lang="pt-BR"/>
              </a:defPPr>
              <a:lvl1pPr indent="0">
                <a:lnSpc>
                  <a:spcPct val="100000"/>
                </a:lnSpc>
                <a:spcBef>
                  <a:spcPts val="0"/>
                </a:spcBef>
                <a:spcAft>
                  <a:spcPts val="0"/>
                </a:spcAft>
                <a:buFont typeface="Arial" panose="020B0604020202020204" pitchFamily="34" charset="0"/>
                <a:buNone/>
                <a:defRPr sz="800" b="0">
                  <a:latin typeface="+mj-lt"/>
                  <a:ea typeface="Source Serif Pro Light" panose="02040303050405020204" pitchFamily="18" charset="0"/>
                  <a:cs typeface="Roboto" panose="02000000000000000000" pitchFamily="2" charset="0"/>
                </a:defRPr>
              </a:lvl1pPr>
              <a:lvl2pPr marL="108000" indent="-108000">
                <a:lnSpc>
                  <a:spcPct val="110000"/>
                </a:lnSpc>
                <a:spcBef>
                  <a:spcPts val="0"/>
                </a:spcBef>
                <a:spcAft>
                  <a:spcPts val="800"/>
                </a:spcAft>
                <a:buClr>
                  <a:schemeClr val="bg2"/>
                </a:buClr>
                <a:buFont typeface="Arial" panose="020B0604020202020204" pitchFamily="34" charset="0"/>
                <a:buChar char="•"/>
                <a:defRPr sz="1200">
                  <a:latin typeface="Source Serif Pro" panose="02040603050405020204" pitchFamily="18" charset="0"/>
                  <a:ea typeface="Source Serif Pro" panose="02040603050405020204" pitchFamily="18" charset="0"/>
                </a:defRPr>
              </a:lvl2pPr>
              <a:lvl3pPr marL="108000" indent="-108000">
                <a:lnSpc>
                  <a:spcPct val="110000"/>
                </a:lnSpc>
                <a:spcBef>
                  <a:spcPts val="0"/>
                </a:spcBef>
                <a:spcAft>
                  <a:spcPts val="800"/>
                </a:spcAft>
                <a:buClr>
                  <a:schemeClr val="bg2"/>
                </a:buClr>
                <a:buFont typeface="Source Sans Pro" panose="020B0503030403020204" pitchFamily="34" charset="0"/>
                <a:buChar char="−"/>
                <a:defRPr sz="1200">
                  <a:latin typeface="Source Serif Pro Light" panose="02040303050405020204" pitchFamily="18" charset="0"/>
                  <a:ea typeface="Source Serif Pro Light" panose="02040303050405020204" pitchFamily="18" charset="0"/>
                </a:defRPr>
              </a:lvl3pPr>
              <a:lvl4pPr marL="0" indent="0">
                <a:lnSpc>
                  <a:spcPct val="110000"/>
                </a:lnSpc>
                <a:spcBef>
                  <a:spcPts val="0"/>
                </a:spcBef>
                <a:spcAft>
                  <a:spcPts val="800"/>
                </a:spcAft>
                <a:buFont typeface="Arial" panose="020B0604020202020204" pitchFamily="34" charset="0"/>
                <a:buNone/>
                <a:defRPr sz="1200" b="1">
                  <a:latin typeface="Source Serif Pro" panose="02040603050405020204" pitchFamily="18" charset="0"/>
                  <a:ea typeface="Source Serif Pro" panose="02040603050405020204" pitchFamily="18" charset="0"/>
                </a:defRPr>
              </a:lvl4pPr>
              <a:lvl5pPr marL="0" indent="0">
                <a:lnSpc>
                  <a:spcPct val="110000"/>
                </a:lnSpc>
                <a:spcBef>
                  <a:spcPts val="0"/>
                </a:spcBef>
                <a:spcAft>
                  <a:spcPts val="800"/>
                </a:spcAft>
                <a:buFont typeface="Arial" panose="020B0604020202020204" pitchFamily="34" charset="0"/>
                <a:buNone/>
                <a:defRPr sz="1200">
                  <a:solidFill>
                    <a:schemeClr val="accent1"/>
                  </a:solidFill>
                  <a:latin typeface="Source Serif Pro Black" panose="02040903050405020204" pitchFamily="18" charset="0"/>
                  <a:ea typeface="Source Serif Pro Black" panose="02040903050405020204" pitchFamily="18"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defRPr lang="en-US" sz="700" b="0" i="0" u="none" strike="noStrike" kern="1200" baseline="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pPr>
              <a:r>
                <a:rPr lang="en-US" sz="700" dirty="0">
                  <a:latin typeface="Poppins Light" panose="00000400000000000000" pitchFamily="2" charset="0"/>
                  <a:ea typeface="Source Serif Pro" panose="02040603050405020204" pitchFamily="18" charset="0"/>
                  <a:cs typeface="Poppins Light" panose="00000400000000000000" pitchFamily="2" charset="0"/>
                </a:rPr>
                <a:t>9</a:t>
              </a:r>
            </a:p>
            <a:p>
              <a:pPr algn="ctr">
                <a:defRPr lang="en-US" sz="700" b="0" i="0" u="none" strike="noStrike" kern="1200" baseline="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pPr>
              <a:r>
                <a:rPr lang="en-US" sz="700" dirty="0">
                  <a:latin typeface="Poppins Light" panose="00000400000000000000" pitchFamily="2" charset="0"/>
                  <a:ea typeface="Source Serif Pro" panose="02040603050405020204" pitchFamily="18" charset="0"/>
                  <a:cs typeface="Poppins Light" panose="00000400000000000000" pitchFamily="2" charset="0"/>
                </a:rPr>
                <a:t>Months</a:t>
              </a:r>
            </a:p>
          </p:txBody>
        </p:sp>
        <p:sp>
          <p:nvSpPr>
            <p:cNvPr id="71" name="Content Placeholder 7">
              <a:extLst>
                <a:ext uri="{FF2B5EF4-FFF2-40B4-BE49-F238E27FC236}">
                  <a16:creationId xmlns:a16="http://schemas.microsoft.com/office/drawing/2014/main" id="{E932D4F7-F02A-CE6A-4346-F82CA0CCF6E4}"/>
                </a:ext>
              </a:extLst>
            </p:cNvPr>
            <p:cNvSpPr txBox="1">
              <a:spLocks/>
            </p:cNvSpPr>
            <p:nvPr/>
          </p:nvSpPr>
          <p:spPr>
            <a:xfrm>
              <a:off x="2579126" y="5634760"/>
              <a:ext cx="419904" cy="239542"/>
            </a:xfrm>
            <a:prstGeom prst="rect">
              <a:avLst/>
            </a:prstGeom>
            <a:solidFill>
              <a:schemeClr val="bg1"/>
            </a:solidFill>
          </p:spPr>
          <p:txBody>
            <a:bodyPr vert="horz" wrap="square" lIns="0" tIns="36000" rIns="0" bIns="0" rtlCol="0" anchor="t">
              <a:spAutoFit/>
            </a:bodyPr>
            <a:lstStyle>
              <a:defPPr>
                <a:defRPr lang="pt-BR"/>
              </a:defPPr>
              <a:lvl1pPr indent="0">
                <a:lnSpc>
                  <a:spcPct val="100000"/>
                </a:lnSpc>
                <a:spcBef>
                  <a:spcPts val="0"/>
                </a:spcBef>
                <a:spcAft>
                  <a:spcPts val="0"/>
                </a:spcAft>
                <a:buFont typeface="Arial" panose="020B0604020202020204" pitchFamily="34" charset="0"/>
                <a:buNone/>
                <a:defRPr sz="800" b="0">
                  <a:latin typeface="+mj-lt"/>
                  <a:ea typeface="Source Serif Pro Light" panose="02040303050405020204" pitchFamily="18" charset="0"/>
                  <a:cs typeface="Roboto" panose="02000000000000000000" pitchFamily="2" charset="0"/>
                </a:defRPr>
              </a:lvl1pPr>
              <a:lvl2pPr marL="108000" indent="-108000">
                <a:lnSpc>
                  <a:spcPct val="110000"/>
                </a:lnSpc>
                <a:spcBef>
                  <a:spcPts val="0"/>
                </a:spcBef>
                <a:spcAft>
                  <a:spcPts val="800"/>
                </a:spcAft>
                <a:buClr>
                  <a:schemeClr val="bg2"/>
                </a:buClr>
                <a:buFont typeface="Arial" panose="020B0604020202020204" pitchFamily="34" charset="0"/>
                <a:buChar char="•"/>
                <a:defRPr sz="1200">
                  <a:latin typeface="Source Serif Pro" panose="02040603050405020204" pitchFamily="18" charset="0"/>
                  <a:ea typeface="Source Serif Pro" panose="02040603050405020204" pitchFamily="18" charset="0"/>
                </a:defRPr>
              </a:lvl2pPr>
              <a:lvl3pPr marL="108000" indent="-108000">
                <a:lnSpc>
                  <a:spcPct val="110000"/>
                </a:lnSpc>
                <a:spcBef>
                  <a:spcPts val="0"/>
                </a:spcBef>
                <a:spcAft>
                  <a:spcPts val="800"/>
                </a:spcAft>
                <a:buClr>
                  <a:schemeClr val="bg2"/>
                </a:buClr>
                <a:buFont typeface="Source Sans Pro" panose="020B0503030403020204" pitchFamily="34" charset="0"/>
                <a:buChar char="−"/>
                <a:defRPr sz="1200">
                  <a:latin typeface="Source Serif Pro Light" panose="02040303050405020204" pitchFamily="18" charset="0"/>
                  <a:ea typeface="Source Serif Pro Light" panose="02040303050405020204" pitchFamily="18" charset="0"/>
                </a:defRPr>
              </a:lvl3pPr>
              <a:lvl4pPr marL="0" indent="0">
                <a:lnSpc>
                  <a:spcPct val="110000"/>
                </a:lnSpc>
                <a:spcBef>
                  <a:spcPts val="0"/>
                </a:spcBef>
                <a:spcAft>
                  <a:spcPts val="800"/>
                </a:spcAft>
                <a:buFont typeface="Arial" panose="020B0604020202020204" pitchFamily="34" charset="0"/>
                <a:buNone/>
                <a:defRPr sz="1200" b="1">
                  <a:latin typeface="Source Serif Pro" panose="02040603050405020204" pitchFamily="18" charset="0"/>
                  <a:ea typeface="Source Serif Pro" panose="02040603050405020204" pitchFamily="18" charset="0"/>
                </a:defRPr>
              </a:lvl4pPr>
              <a:lvl5pPr marL="0" indent="0">
                <a:lnSpc>
                  <a:spcPct val="110000"/>
                </a:lnSpc>
                <a:spcBef>
                  <a:spcPts val="0"/>
                </a:spcBef>
                <a:spcAft>
                  <a:spcPts val="800"/>
                </a:spcAft>
                <a:buFont typeface="Arial" panose="020B0604020202020204" pitchFamily="34" charset="0"/>
                <a:buNone/>
                <a:defRPr sz="1200">
                  <a:solidFill>
                    <a:schemeClr val="accent1"/>
                  </a:solidFill>
                  <a:latin typeface="Source Serif Pro Black" panose="02040903050405020204" pitchFamily="18" charset="0"/>
                  <a:ea typeface="Source Serif Pro Black" panose="02040903050405020204" pitchFamily="18"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defRPr lang="en-US" sz="700" b="0" i="0" u="none" strike="noStrike" kern="1200" baseline="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pPr>
              <a:r>
                <a:rPr lang="en-US" sz="700" dirty="0">
                  <a:latin typeface="Poppins Light" panose="00000400000000000000" pitchFamily="2" charset="0"/>
                  <a:ea typeface="Source Serif Pro" panose="02040603050405020204" pitchFamily="18" charset="0"/>
                  <a:cs typeface="Poppins Light" panose="00000400000000000000" pitchFamily="2" charset="0"/>
                </a:rPr>
                <a:t>10 </a:t>
              </a:r>
            </a:p>
            <a:p>
              <a:pPr algn="ctr">
                <a:defRPr lang="en-US" sz="700" b="0" i="0" u="none" strike="noStrike" kern="1200" baseline="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pPr>
              <a:r>
                <a:rPr lang="en-US" sz="700" dirty="0">
                  <a:latin typeface="Poppins Light" panose="00000400000000000000" pitchFamily="2" charset="0"/>
                  <a:ea typeface="Source Serif Pro" panose="02040603050405020204" pitchFamily="18" charset="0"/>
                  <a:cs typeface="Poppins Light" panose="00000400000000000000" pitchFamily="2" charset="0"/>
                </a:rPr>
                <a:t>Months</a:t>
              </a:r>
            </a:p>
          </p:txBody>
        </p:sp>
        <p:sp>
          <p:nvSpPr>
            <p:cNvPr id="72" name="Content Placeholder 7">
              <a:extLst>
                <a:ext uri="{FF2B5EF4-FFF2-40B4-BE49-F238E27FC236}">
                  <a16:creationId xmlns:a16="http://schemas.microsoft.com/office/drawing/2014/main" id="{5C350323-E741-5CB3-B771-C33A02FF0FCA}"/>
                </a:ext>
              </a:extLst>
            </p:cNvPr>
            <p:cNvSpPr txBox="1">
              <a:spLocks/>
            </p:cNvSpPr>
            <p:nvPr/>
          </p:nvSpPr>
          <p:spPr>
            <a:xfrm>
              <a:off x="3036137" y="5634760"/>
              <a:ext cx="419904" cy="239542"/>
            </a:xfrm>
            <a:prstGeom prst="rect">
              <a:avLst/>
            </a:prstGeom>
            <a:solidFill>
              <a:schemeClr val="bg1"/>
            </a:solidFill>
          </p:spPr>
          <p:txBody>
            <a:bodyPr vert="horz" wrap="square" lIns="0" tIns="36000" rIns="0" bIns="0" rtlCol="0" anchor="t">
              <a:spAutoFit/>
            </a:bodyPr>
            <a:lstStyle>
              <a:defPPr>
                <a:defRPr lang="pt-BR"/>
              </a:defPPr>
              <a:lvl1pPr indent="0">
                <a:lnSpc>
                  <a:spcPct val="100000"/>
                </a:lnSpc>
                <a:spcBef>
                  <a:spcPts val="0"/>
                </a:spcBef>
                <a:spcAft>
                  <a:spcPts val="0"/>
                </a:spcAft>
                <a:buFont typeface="Arial" panose="020B0604020202020204" pitchFamily="34" charset="0"/>
                <a:buNone/>
                <a:defRPr sz="800" b="0">
                  <a:latin typeface="+mj-lt"/>
                  <a:ea typeface="Source Serif Pro Light" panose="02040303050405020204" pitchFamily="18" charset="0"/>
                  <a:cs typeface="Roboto" panose="02000000000000000000" pitchFamily="2" charset="0"/>
                </a:defRPr>
              </a:lvl1pPr>
              <a:lvl2pPr marL="108000" indent="-108000">
                <a:lnSpc>
                  <a:spcPct val="110000"/>
                </a:lnSpc>
                <a:spcBef>
                  <a:spcPts val="0"/>
                </a:spcBef>
                <a:spcAft>
                  <a:spcPts val="800"/>
                </a:spcAft>
                <a:buClr>
                  <a:schemeClr val="bg2"/>
                </a:buClr>
                <a:buFont typeface="Arial" panose="020B0604020202020204" pitchFamily="34" charset="0"/>
                <a:buChar char="•"/>
                <a:defRPr sz="1200">
                  <a:latin typeface="Source Serif Pro" panose="02040603050405020204" pitchFamily="18" charset="0"/>
                  <a:ea typeface="Source Serif Pro" panose="02040603050405020204" pitchFamily="18" charset="0"/>
                </a:defRPr>
              </a:lvl2pPr>
              <a:lvl3pPr marL="108000" indent="-108000">
                <a:lnSpc>
                  <a:spcPct val="110000"/>
                </a:lnSpc>
                <a:spcBef>
                  <a:spcPts val="0"/>
                </a:spcBef>
                <a:spcAft>
                  <a:spcPts val="800"/>
                </a:spcAft>
                <a:buClr>
                  <a:schemeClr val="bg2"/>
                </a:buClr>
                <a:buFont typeface="Source Sans Pro" panose="020B0503030403020204" pitchFamily="34" charset="0"/>
                <a:buChar char="−"/>
                <a:defRPr sz="1200">
                  <a:latin typeface="Source Serif Pro Light" panose="02040303050405020204" pitchFamily="18" charset="0"/>
                  <a:ea typeface="Source Serif Pro Light" panose="02040303050405020204" pitchFamily="18" charset="0"/>
                </a:defRPr>
              </a:lvl3pPr>
              <a:lvl4pPr marL="0" indent="0">
                <a:lnSpc>
                  <a:spcPct val="110000"/>
                </a:lnSpc>
                <a:spcBef>
                  <a:spcPts val="0"/>
                </a:spcBef>
                <a:spcAft>
                  <a:spcPts val="800"/>
                </a:spcAft>
                <a:buFont typeface="Arial" panose="020B0604020202020204" pitchFamily="34" charset="0"/>
                <a:buNone/>
                <a:defRPr sz="1200" b="1">
                  <a:latin typeface="Source Serif Pro" panose="02040603050405020204" pitchFamily="18" charset="0"/>
                  <a:ea typeface="Source Serif Pro" panose="02040603050405020204" pitchFamily="18" charset="0"/>
                </a:defRPr>
              </a:lvl4pPr>
              <a:lvl5pPr marL="0" indent="0">
                <a:lnSpc>
                  <a:spcPct val="110000"/>
                </a:lnSpc>
                <a:spcBef>
                  <a:spcPts val="0"/>
                </a:spcBef>
                <a:spcAft>
                  <a:spcPts val="800"/>
                </a:spcAft>
                <a:buFont typeface="Arial" panose="020B0604020202020204" pitchFamily="34" charset="0"/>
                <a:buNone/>
                <a:defRPr sz="1200">
                  <a:solidFill>
                    <a:schemeClr val="accent1"/>
                  </a:solidFill>
                  <a:latin typeface="Source Serif Pro Black" panose="02040903050405020204" pitchFamily="18" charset="0"/>
                  <a:ea typeface="Source Serif Pro Black" panose="02040903050405020204" pitchFamily="18"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defRPr lang="en-US" sz="700" b="0" i="0" u="none" strike="noStrike" kern="1200" baseline="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pPr>
              <a:r>
                <a:rPr lang="en-US" sz="700" dirty="0">
                  <a:latin typeface="Poppins Light" panose="00000400000000000000" pitchFamily="2" charset="0"/>
                  <a:ea typeface="Source Serif Pro" panose="02040603050405020204" pitchFamily="18" charset="0"/>
                  <a:cs typeface="Poppins Light" panose="00000400000000000000" pitchFamily="2" charset="0"/>
                </a:rPr>
                <a:t>11</a:t>
              </a:r>
            </a:p>
            <a:p>
              <a:pPr algn="ctr">
                <a:defRPr lang="en-US" sz="700" b="0" i="0" u="none" strike="noStrike" kern="1200" baseline="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pPr>
              <a:r>
                <a:rPr lang="en-US" sz="700" dirty="0">
                  <a:latin typeface="Poppins Light" panose="00000400000000000000" pitchFamily="2" charset="0"/>
                  <a:ea typeface="Source Serif Pro" panose="02040603050405020204" pitchFamily="18" charset="0"/>
                  <a:cs typeface="Poppins Light" panose="00000400000000000000" pitchFamily="2" charset="0"/>
                </a:rPr>
                <a:t>Months</a:t>
              </a:r>
            </a:p>
          </p:txBody>
        </p:sp>
        <p:sp>
          <p:nvSpPr>
            <p:cNvPr id="73" name="Content Placeholder 7">
              <a:extLst>
                <a:ext uri="{FF2B5EF4-FFF2-40B4-BE49-F238E27FC236}">
                  <a16:creationId xmlns:a16="http://schemas.microsoft.com/office/drawing/2014/main" id="{ED714F82-B9A1-5A22-F61C-1094A757CDC4}"/>
                </a:ext>
              </a:extLst>
            </p:cNvPr>
            <p:cNvSpPr txBox="1">
              <a:spLocks/>
            </p:cNvSpPr>
            <p:nvPr/>
          </p:nvSpPr>
          <p:spPr>
            <a:xfrm>
              <a:off x="3493147" y="5634760"/>
              <a:ext cx="419904" cy="239542"/>
            </a:xfrm>
            <a:prstGeom prst="rect">
              <a:avLst/>
            </a:prstGeom>
            <a:solidFill>
              <a:schemeClr val="bg1"/>
            </a:solidFill>
          </p:spPr>
          <p:txBody>
            <a:bodyPr vert="horz" wrap="square" lIns="0" tIns="36000" rIns="0" bIns="0" rtlCol="0" anchor="t">
              <a:spAutoFit/>
            </a:bodyPr>
            <a:lstStyle>
              <a:defPPr>
                <a:defRPr lang="pt-BR"/>
              </a:defPPr>
              <a:lvl1pPr indent="0">
                <a:lnSpc>
                  <a:spcPct val="100000"/>
                </a:lnSpc>
                <a:spcBef>
                  <a:spcPts val="0"/>
                </a:spcBef>
                <a:spcAft>
                  <a:spcPts val="0"/>
                </a:spcAft>
                <a:buFont typeface="Arial" panose="020B0604020202020204" pitchFamily="34" charset="0"/>
                <a:buNone/>
                <a:defRPr sz="800" b="0">
                  <a:latin typeface="+mj-lt"/>
                  <a:ea typeface="Source Serif Pro Light" panose="02040303050405020204" pitchFamily="18" charset="0"/>
                  <a:cs typeface="Roboto" panose="02000000000000000000" pitchFamily="2" charset="0"/>
                </a:defRPr>
              </a:lvl1pPr>
              <a:lvl2pPr marL="108000" indent="-108000">
                <a:lnSpc>
                  <a:spcPct val="110000"/>
                </a:lnSpc>
                <a:spcBef>
                  <a:spcPts val="0"/>
                </a:spcBef>
                <a:spcAft>
                  <a:spcPts val="800"/>
                </a:spcAft>
                <a:buClr>
                  <a:schemeClr val="bg2"/>
                </a:buClr>
                <a:buFont typeface="Arial" panose="020B0604020202020204" pitchFamily="34" charset="0"/>
                <a:buChar char="•"/>
                <a:defRPr sz="1200">
                  <a:latin typeface="Source Serif Pro" panose="02040603050405020204" pitchFamily="18" charset="0"/>
                  <a:ea typeface="Source Serif Pro" panose="02040603050405020204" pitchFamily="18" charset="0"/>
                </a:defRPr>
              </a:lvl2pPr>
              <a:lvl3pPr marL="108000" indent="-108000">
                <a:lnSpc>
                  <a:spcPct val="110000"/>
                </a:lnSpc>
                <a:spcBef>
                  <a:spcPts val="0"/>
                </a:spcBef>
                <a:spcAft>
                  <a:spcPts val="800"/>
                </a:spcAft>
                <a:buClr>
                  <a:schemeClr val="bg2"/>
                </a:buClr>
                <a:buFont typeface="Source Sans Pro" panose="020B0503030403020204" pitchFamily="34" charset="0"/>
                <a:buChar char="−"/>
                <a:defRPr sz="1200">
                  <a:latin typeface="Source Serif Pro Light" panose="02040303050405020204" pitchFamily="18" charset="0"/>
                  <a:ea typeface="Source Serif Pro Light" panose="02040303050405020204" pitchFamily="18" charset="0"/>
                </a:defRPr>
              </a:lvl3pPr>
              <a:lvl4pPr marL="0" indent="0">
                <a:lnSpc>
                  <a:spcPct val="110000"/>
                </a:lnSpc>
                <a:spcBef>
                  <a:spcPts val="0"/>
                </a:spcBef>
                <a:spcAft>
                  <a:spcPts val="800"/>
                </a:spcAft>
                <a:buFont typeface="Arial" panose="020B0604020202020204" pitchFamily="34" charset="0"/>
                <a:buNone/>
                <a:defRPr sz="1200" b="1">
                  <a:latin typeface="Source Serif Pro" panose="02040603050405020204" pitchFamily="18" charset="0"/>
                  <a:ea typeface="Source Serif Pro" panose="02040603050405020204" pitchFamily="18" charset="0"/>
                </a:defRPr>
              </a:lvl4pPr>
              <a:lvl5pPr marL="0" indent="0">
                <a:lnSpc>
                  <a:spcPct val="110000"/>
                </a:lnSpc>
                <a:spcBef>
                  <a:spcPts val="0"/>
                </a:spcBef>
                <a:spcAft>
                  <a:spcPts val="800"/>
                </a:spcAft>
                <a:buFont typeface="Arial" panose="020B0604020202020204" pitchFamily="34" charset="0"/>
                <a:buNone/>
                <a:defRPr sz="1200">
                  <a:solidFill>
                    <a:schemeClr val="accent1"/>
                  </a:solidFill>
                  <a:latin typeface="Source Serif Pro Black" panose="02040903050405020204" pitchFamily="18" charset="0"/>
                  <a:ea typeface="Source Serif Pro Black" panose="02040903050405020204" pitchFamily="18"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defRPr lang="en-US" sz="700" b="0" i="0" u="none" strike="noStrike" kern="1200" baseline="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pPr>
              <a:r>
                <a:rPr lang="en-US" sz="700" dirty="0">
                  <a:latin typeface="Poppins Light" panose="00000400000000000000" pitchFamily="2" charset="0"/>
                  <a:ea typeface="Source Serif Pro" panose="02040603050405020204" pitchFamily="18" charset="0"/>
                  <a:cs typeface="Poppins Light" panose="00000400000000000000" pitchFamily="2" charset="0"/>
                </a:rPr>
                <a:t>12 </a:t>
              </a:r>
            </a:p>
            <a:p>
              <a:pPr algn="ctr">
                <a:defRPr lang="en-US" sz="700" b="0" i="0" u="none" strike="noStrike" kern="1200" baseline="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pPr>
              <a:r>
                <a:rPr lang="en-US" sz="700" dirty="0">
                  <a:latin typeface="Poppins Light" panose="00000400000000000000" pitchFamily="2" charset="0"/>
                  <a:ea typeface="Source Serif Pro" panose="02040603050405020204" pitchFamily="18" charset="0"/>
                  <a:cs typeface="Poppins Light" panose="00000400000000000000" pitchFamily="2" charset="0"/>
                </a:rPr>
                <a:t>Months</a:t>
              </a:r>
            </a:p>
          </p:txBody>
        </p:sp>
        <p:graphicFrame>
          <p:nvGraphicFramePr>
            <p:cNvPr id="135" name="Content Placeholder 163">
              <a:extLst>
                <a:ext uri="{FF2B5EF4-FFF2-40B4-BE49-F238E27FC236}">
                  <a16:creationId xmlns:a16="http://schemas.microsoft.com/office/drawing/2014/main" id="{AED19152-8242-6757-0249-9D8A948B9549}"/>
                </a:ext>
              </a:extLst>
            </p:cNvPr>
            <p:cNvGraphicFramePr>
              <a:graphicFrameLocks/>
            </p:cNvGraphicFramePr>
            <p:nvPr>
              <p:extLst>
                <p:ext uri="{D42A27DB-BD31-4B8C-83A1-F6EECF244321}">
                  <p14:modId xmlns:p14="http://schemas.microsoft.com/office/powerpoint/2010/main" val="2375213920"/>
                </p:ext>
              </p:extLst>
            </p:nvPr>
          </p:nvGraphicFramePr>
          <p:xfrm>
            <a:off x="731838" y="3986194"/>
            <a:ext cx="3200400" cy="1936594"/>
          </p:xfrm>
          <a:graphic>
            <a:graphicData uri="http://schemas.openxmlformats.org/drawingml/2006/chart">
              <c:chart xmlns:c="http://schemas.openxmlformats.org/drawingml/2006/chart" xmlns:r="http://schemas.openxmlformats.org/officeDocument/2006/relationships" r:id="rId3"/>
            </a:graphicData>
          </a:graphic>
        </p:graphicFrame>
      </p:grpSp>
      <p:sp>
        <p:nvSpPr>
          <p:cNvPr id="53" name="TextBox 46">
            <a:extLst>
              <a:ext uri="{FF2B5EF4-FFF2-40B4-BE49-F238E27FC236}">
                <a16:creationId xmlns:a16="http://schemas.microsoft.com/office/drawing/2014/main" id="{3D000723-4B1B-7C86-6908-B73224DED630}"/>
              </a:ext>
            </a:extLst>
          </p:cNvPr>
          <p:cNvSpPr txBox="1"/>
          <p:nvPr/>
        </p:nvSpPr>
        <p:spPr>
          <a:xfrm>
            <a:off x="749832" y="4135600"/>
            <a:ext cx="1368218" cy="369332"/>
          </a:xfrm>
          <a:prstGeom prst="rect">
            <a:avLst/>
          </a:prstGeom>
          <a:noFill/>
        </p:spPr>
        <p:txBody>
          <a:bodyPr wrap="square" lIns="0" tIns="0" rIns="0" bIns="0" rtlCol="0">
            <a:spAutoFit/>
          </a:bodyPr>
          <a:lstStyle/>
          <a:p>
            <a:r>
              <a:rPr lang="en-US" sz="1600" b="1" baseline="30000" dirty="0">
                <a:solidFill>
                  <a:schemeClr val="accent2"/>
                </a:solidFill>
                <a:latin typeface="+mj-lt"/>
                <a:ea typeface="Source Serif Pro" panose="02040603050405020204" pitchFamily="18" charset="0"/>
                <a:cs typeface="Roboto" panose="02000000000000000000" pitchFamily="2" charset="0"/>
              </a:rPr>
              <a:t>+</a:t>
            </a:r>
            <a:r>
              <a:rPr lang="en-US" sz="2400" b="1" dirty="0">
                <a:solidFill>
                  <a:schemeClr val="accent2"/>
                </a:solidFill>
                <a:latin typeface="+mj-lt"/>
                <a:ea typeface="Source Serif Pro" panose="02040603050405020204" pitchFamily="18" charset="0"/>
                <a:cs typeface="Roboto" panose="02000000000000000000" pitchFamily="2" charset="0"/>
              </a:rPr>
              <a:t>32 </a:t>
            </a:r>
          </a:p>
        </p:txBody>
      </p:sp>
      <p:grpSp>
        <p:nvGrpSpPr>
          <p:cNvPr id="41" name="Group 40">
            <a:extLst>
              <a:ext uri="{FF2B5EF4-FFF2-40B4-BE49-F238E27FC236}">
                <a16:creationId xmlns:a16="http://schemas.microsoft.com/office/drawing/2014/main" id="{20B172C4-B277-B294-9D8D-8E84EEA7A399}"/>
              </a:ext>
            </a:extLst>
          </p:cNvPr>
          <p:cNvGrpSpPr/>
          <p:nvPr/>
        </p:nvGrpSpPr>
        <p:grpSpPr>
          <a:xfrm>
            <a:off x="847721" y="1688445"/>
            <a:ext cx="1358950" cy="625818"/>
            <a:chOff x="747497" y="1596944"/>
            <a:chExt cx="1559397" cy="718129"/>
          </a:xfrm>
        </p:grpSpPr>
        <p:sp>
          <p:nvSpPr>
            <p:cNvPr id="3" name="Rectángulo: esquinas redondeadas 30">
              <a:extLst>
                <a:ext uri="{FF2B5EF4-FFF2-40B4-BE49-F238E27FC236}">
                  <a16:creationId xmlns:a16="http://schemas.microsoft.com/office/drawing/2014/main" id="{7F2A9E65-4944-7B14-A73E-6E53143C36A3}"/>
                </a:ext>
              </a:extLst>
            </p:cNvPr>
            <p:cNvSpPr/>
            <p:nvPr/>
          </p:nvSpPr>
          <p:spPr>
            <a:xfrm>
              <a:off x="747497" y="1596944"/>
              <a:ext cx="1559397" cy="718129"/>
            </a:xfrm>
            <a:prstGeom prst="roundRect">
              <a:avLst>
                <a:gd name="adj" fmla="val 7896"/>
              </a:avLst>
            </a:prstGeom>
            <a:solidFill>
              <a:schemeClr val="bg1"/>
            </a:solidFill>
            <a:ln>
              <a:noFill/>
            </a:ln>
            <a:effectLst>
              <a:outerShdw blurRad="50800" dist="25400" dir="8400000" algn="bl" rotWithShape="0">
                <a:schemeClr val="tx1">
                  <a:alpha val="25000"/>
                </a:schemeClr>
              </a:outerShdw>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pic>
          <p:nvPicPr>
            <p:cNvPr id="1026" name="Picture 2" descr="Láminas de Poliestireno y Polipropileno - Ideplas | Líder en Láminas  Plásticas en Colombia">
              <a:extLst>
                <a:ext uri="{FF2B5EF4-FFF2-40B4-BE49-F238E27FC236}">
                  <a16:creationId xmlns:a16="http://schemas.microsoft.com/office/drawing/2014/main" id="{4E4C34EA-FB2A-A66F-3A99-600C6A371D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6757" y="1696668"/>
              <a:ext cx="1040877" cy="518681"/>
            </a:xfrm>
            <a:prstGeom prst="rect">
              <a:avLst/>
            </a:prstGeom>
            <a:extLst>
              <a:ext uri="{909E8E84-426E-40DD-AFC4-6F175D3DCCD1}">
                <a14:hiddenFill xmlns:a14="http://schemas.microsoft.com/office/drawing/2010/main">
                  <a:solidFill>
                    <a:srgbClr val="FFFFFF"/>
                  </a:solidFill>
                </a14:hiddenFill>
              </a:ext>
            </a:extLst>
          </p:spPr>
        </p:pic>
      </p:grpSp>
      <p:grpSp>
        <p:nvGrpSpPr>
          <p:cNvPr id="40" name="Group 39">
            <a:extLst>
              <a:ext uri="{FF2B5EF4-FFF2-40B4-BE49-F238E27FC236}">
                <a16:creationId xmlns:a16="http://schemas.microsoft.com/office/drawing/2014/main" id="{84A870BF-1961-C0B3-ECF2-A74C47B3E0D6}"/>
              </a:ext>
            </a:extLst>
          </p:cNvPr>
          <p:cNvGrpSpPr/>
          <p:nvPr/>
        </p:nvGrpSpPr>
        <p:grpSpPr>
          <a:xfrm>
            <a:off x="847721" y="2476387"/>
            <a:ext cx="1358950" cy="625818"/>
            <a:chOff x="747497" y="2424157"/>
            <a:chExt cx="1559397" cy="718129"/>
          </a:xfrm>
        </p:grpSpPr>
        <p:sp>
          <p:nvSpPr>
            <p:cNvPr id="6" name="Rectángulo: esquinas redondeadas 30">
              <a:extLst>
                <a:ext uri="{FF2B5EF4-FFF2-40B4-BE49-F238E27FC236}">
                  <a16:creationId xmlns:a16="http://schemas.microsoft.com/office/drawing/2014/main" id="{B0E78508-A80F-2D69-B554-04BD35ABF781}"/>
                </a:ext>
              </a:extLst>
            </p:cNvPr>
            <p:cNvSpPr/>
            <p:nvPr/>
          </p:nvSpPr>
          <p:spPr>
            <a:xfrm>
              <a:off x="747497" y="2424157"/>
              <a:ext cx="1559397" cy="718129"/>
            </a:xfrm>
            <a:prstGeom prst="roundRect">
              <a:avLst>
                <a:gd name="adj" fmla="val 7896"/>
              </a:avLst>
            </a:prstGeom>
            <a:solidFill>
              <a:schemeClr val="bg1"/>
            </a:solidFill>
            <a:ln>
              <a:noFill/>
            </a:ln>
            <a:effectLst>
              <a:outerShdw blurRad="50800" dist="25400" dir="8400000" algn="bl" rotWithShape="0">
                <a:schemeClr val="tx1">
                  <a:alpha val="25000"/>
                </a:schemeClr>
              </a:outerShdw>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pic>
          <p:nvPicPr>
            <p:cNvPr id="1028" name="Picture 4" descr="Fabricación de Dispositivos Médicos | Bioplast S.A">
              <a:extLst>
                <a:ext uri="{FF2B5EF4-FFF2-40B4-BE49-F238E27FC236}">
                  <a16:creationId xmlns:a16="http://schemas.microsoft.com/office/drawing/2014/main" id="{9EF1EBE4-D721-5E18-07BF-7B2657C139C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6000" y="2601124"/>
              <a:ext cx="1162390" cy="364195"/>
            </a:xfrm>
            <a:prstGeom prst="rect">
              <a:avLst/>
            </a:prstGeom>
            <a:extLst>
              <a:ext uri="{909E8E84-426E-40DD-AFC4-6F175D3DCCD1}">
                <a14:hiddenFill xmlns:a14="http://schemas.microsoft.com/office/drawing/2010/main">
                  <a:solidFill>
                    <a:srgbClr val="FFFFFF"/>
                  </a:solidFill>
                </a14:hiddenFill>
              </a:ext>
            </a:extLst>
          </p:spPr>
        </p:pic>
      </p:grpSp>
      <p:grpSp>
        <p:nvGrpSpPr>
          <p:cNvPr id="39" name="Group 38">
            <a:extLst>
              <a:ext uri="{FF2B5EF4-FFF2-40B4-BE49-F238E27FC236}">
                <a16:creationId xmlns:a16="http://schemas.microsoft.com/office/drawing/2014/main" id="{E374BCCE-2BD1-8468-5B5B-EB2FCF54C3EF}"/>
              </a:ext>
            </a:extLst>
          </p:cNvPr>
          <p:cNvGrpSpPr/>
          <p:nvPr/>
        </p:nvGrpSpPr>
        <p:grpSpPr>
          <a:xfrm>
            <a:off x="2675242" y="2476387"/>
            <a:ext cx="1358950" cy="625818"/>
            <a:chOff x="2575018" y="2424157"/>
            <a:chExt cx="1559397" cy="718129"/>
          </a:xfrm>
        </p:grpSpPr>
        <p:sp>
          <p:nvSpPr>
            <p:cNvPr id="8" name="Rectángulo: esquinas redondeadas 30">
              <a:extLst>
                <a:ext uri="{FF2B5EF4-FFF2-40B4-BE49-F238E27FC236}">
                  <a16:creationId xmlns:a16="http://schemas.microsoft.com/office/drawing/2014/main" id="{6CF6C6FF-68F1-ED56-3A69-AFAFAC07B374}"/>
                </a:ext>
              </a:extLst>
            </p:cNvPr>
            <p:cNvSpPr/>
            <p:nvPr/>
          </p:nvSpPr>
          <p:spPr>
            <a:xfrm>
              <a:off x="2575018" y="2424157"/>
              <a:ext cx="1559397" cy="718129"/>
            </a:xfrm>
            <a:prstGeom prst="roundRect">
              <a:avLst>
                <a:gd name="adj" fmla="val 7896"/>
              </a:avLst>
            </a:prstGeom>
            <a:solidFill>
              <a:schemeClr val="bg1"/>
            </a:solidFill>
            <a:ln>
              <a:noFill/>
            </a:ln>
            <a:effectLst>
              <a:outerShdw blurRad="50800" dist="25400" dir="8400000" algn="bl" rotWithShape="0">
                <a:schemeClr val="tx1">
                  <a:alpha val="25000"/>
                </a:schemeClr>
              </a:outerShdw>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pic>
          <p:nvPicPr>
            <p:cNvPr id="1030" name="Picture 6" descr="SYE y CIA. S.A.">
              <a:extLst>
                <a:ext uri="{FF2B5EF4-FFF2-40B4-BE49-F238E27FC236}">
                  <a16:creationId xmlns:a16="http://schemas.microsoft.com/office/drawing/2014/main" id="{17D3B5FC-6797-C7A2-DD76-8D7BE88D5DD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30566" y="2601442"/>
              <a:ext cx="848301" cy="363558"/>
            </a:xfrm>
            <a:prstGeom prst="rect">
              <a:avLst/>
            </a:prstGeom>
            <a:extLst>
              <a:ext uri="{909E8E84-426E-40DD-AFC4-6F175D3DCCD1}">
                <a14:hiddenFill xmlns:a14="http://schemas.microsoft.com/office/drawing/2010/main">
                  <a:solidFill>
                    <a:srgbClr val="FFFFFF"/>
                  </a:solidFill>
                </a14:hiddenFill>
              </a:ext>
            </a:extLst>
          </p:spPr>
        </p:pic>
      </p:grpSp>
      <p:grpSp>
        <p:nvGrpSpPr>
          <p:cNvPr id="42" name="Group 41">
            <a:extLst>
              <a:ext uri="{FF2B5EF4-FFF2-40B4-BE49-F238E27FC236}">
                <a16:creationId xmlns:a16="http://schemas.microsoft.com/office/drawing/2014/main" id="{0597A3FC-A388-1C41-198D-7EA2EB42877C}"/>
              </a:ext>
            </a:extLst>
          </p:cNvPr>
          <p:cNvGrpSpPr/>
          <p:nvPr/>
        </p:nvGrpSpPr>
        <p:grpSpPr>
          <a:xfrm>
            <a:off x="2675242" y="1688445"/>
            <a:ext cx="1358950" cy="625818"/>
            <a:chOff x="2575018" y="1596944"/>
            <a:chExt cx="1559397" cy="718129"/>
          </a:xfrm>
        </p:grpSpPr>
        <p:sp>
          <p:nvSpPr>
            <p:cNvPr id="7" name="Rectángulo: esquinas redondeadas 30">
              <a:extLst>
                <a:ext uri="{FF2B5EF4-FFF2-40B4-BE49-F238E27FC236}">
                  <a16:creationId xmlns:a16="http://schemas.microsoft.com/office/drawing/2014/main" id="{34E08EA6-9269-B1DE-398D-5F99285DE202}"/>
                </a:ext>
              </a:extLst>
            </p:cNvPr>
            <p:cNvSpPr/>
            <p:nvPr/>
          </p:nvSpPr>
          <p:spPr>
            <a:xfrm>
              <a:off x="2575018" y="1596944"/>
              <a:ext cx="1559397" cy="718129"/>
            </a:xfrm>
            <a:prstGeom prst="roundRect">
              <a:avLst>
                <a:gd name="adj" fmla="val 7896"/>
              </a:avLst>
            </a:prstGeom>
            <a:solidFill>
              <a:schemeClr val="bg1"/>
            </a:solidFill>
            <a:ln>
              <a:noFill/>
            </a:ln>
            <a:effectLst>
              <a:outerShdw blurRad="50800" dist="25400" dir="8400000" algn="bl" rotWithShape="0">
                <a:schemeClr val="tx1">
                  <a:alpha val="25000"/>
                </a:schemeClr>
              </a:outerShdw>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pic>
          <p:nvPicPr>
            <p:cNvPr id="1032" name="Picture 8" descr="Profile for Ojara S.A">
              <a:extLst>
                <a:ext uri="{FF2B5EF4-FFF2-40B4-BE49-F238E27FC236}">
                  <a16:creationId xmlns:a16="http://schemas.microsoft.com/office/drawing/2014/main" id="{28211568-D214-F363-48BD-E02537167E87}"/>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12736" b="20354"/>
            <a:stretch/>
          </p:blipFill>
          <p:spPr bwMode="auto">
            <a:xfrm>
              <a:off x="3016319" y="1726540"/>
              <a:ext cx="676795" cy="458937"/>
            </a:xfrm>
            <a:prstGeom prst="rect">
              <a:avLst/>
            </a:prstGeom>
            <a:extLst>
              <a:ext uri="{909E8E84-426E-40DD-AFC4-6F175D3DCCD1}">
                <a14:hiddenFill xmlns:a14="http://schemas.microsoft.com/office/drawing/2010/main">
                  <a:solidFill>
                    <a:srgbClr val="FFFFFF"/>
                  </a:solidFill>
                </a14:hiddenFill>
              </a:ext>
            </a:extLst>
          </p:spPr>
        </p:pic>
      </p:grpSp>
      <p:grpSp>
        <p:nvGrpSpPr>
          <p:cNvPr id="38" name="Group 37">
            <a:extLst>
              <a:ext uri="{FF2B5EF4-FFF2-40B4-BE49-F238E27FC236}">
                <a16:creationId xmlns:a16="http://schemas.microsoft.com/office/drawing/2014/main" id="{BE708D4E-BB69-E531-0F18-AA9A24AB80E0}"/>
              </a:ext>
            </a:extLst>
          </p:cNvPr>
          <p:cNvGrpSpPr/>
          <p:nvPr/>
        </p:nvGrpSpPr>
        <p:grpSpPr>
          <a:xfrm>
            <a:off x="4502763" y="1688445"/>
            <a:ext cx="1358950" cy="625818"/>
            <a:chOff x="4402539" y="1596944"/>
            <a:chExt cx="1559397" cy="718129"/>
          </a:xfrm>
        </p:grpSpPr>
        <p:sp>
          <p:nvSpPr>
            <p:cNvPr id="15" name="Rectángulo: esquinas redondeadas 30">
              <a:extLst>
                <a:ext uri="{FF2B5EF4-FFF2-40B4-BE49-F238E27FC236}">
                  <a16:creationId xmlns:a16="http://schemas.microsoft.com/office/drawing/2014/main" id="{6458AF0E-2E6C-3B0F-14A7-DF1BDF88BB92}"/>
                </a:ext>
              </a:extLst>
            </p:cNvPr>
            <p:cNvSpPr/>
            <p:nvPr/>
          </p:nvSpPr>
          <p:spPr>
            <a:xfrm>
              <a:off x="4402539" y="1596944"/>
              <a:ext cx="1559397" cy="718129"/>
            </a:xfrm>
            <a:prstGeom prst="roundRect">
              <a:avLst>
                <a:gd name="adj" fmla="val 7896"/>
              </a:avLst>
            </a:prstGeom>
            <a:solidFill>
              <a:schemeClr val="bg1"/>
            </a:solidFill>
            <a:ln>
              <a:noFill/>
            </a:ln>
            <a:effectLst>
              <a:outerShdw blurRad="50800" dist="25400" dir="8400000" algn="bl" rotWithShape="0">
                <a:schemeClr val="tx1">
                  <a:alpha val="25000"/>
                </a:schemeClr>
              </a:outerShdw>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pic>
          <p:nvPicPr>
            <p:cNvPr id="1036" name="Picture 12" descr="Ecopetrol investe para depender menos do petróleo">
              <a:extLst>
                <a:ext uri="{FF2B5EF4-FFF2-40B4-BE49-F238E27FC236}">
                  <a16:creationId xmlns:a16="http://schemas.microsoft.com/office/drawing/2014/main" id="{CF2D91E5-CAA2-6893-94EC-4143C37D527E}"/>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18072"/>
            <a:stretch/>
          </p:blipFill>
          <p:spPr bwMode="auto">
            <a:xfrm>
              <a:off x="4687117" y="1715209"/>
              <a:ext cx="990240" cy="538748"/>
            </a:xfrm>
            <a:prstGeom prst="rect">
              <a:avLst/>
            </a:prstGeom>
            <a:extLst>
              <a:ext uri="{909E8E84-426E-40DD-AFC4-6F175D3DCCD1}">
                <a14:hiddenFill xmlns:a14="http://schemas.microsoft.com/office/drawing/2010/main">
                  <a:solidFill>
                    <a:srgbClr val="FFFFFF"/>
                  </a:solidFill>
                </a14:hiddenFill>
              </a:ext>
            </a:extLst>
          </p:spPr>
        </p:pic>
      </p:grpSp>
      <p:grpSp>
        <p:nvGrpSpPr>
          <p:cNvPr id="37" name="Group 36">
            <a:extLst>
              <a:ext uri="{FF2B5EF4-FFF2-40B4-BE49-F238E27FC236}">
                <a16:creationId xmlns:a16="http://schemas.microsoft.com/office/drawing/2014/main" id="{631B4A20-2467-BFEE-2E9A-DE5ECD167E4C}"/>
              </a:ext>
            </a:extLst>
          </p:cNvPr>
          <p:cNvGrpSpPr/>
          <p:nvPr/>
        </p:nvGrpSpPr>
        <p:grpSpPr>
          <a:xfrm>
            <a:off x="4502763" y="2476387"/>
            <a:ext cx="1358950" cy="625818"/>
            <a:chOff x="4402539" y="2424157"/>
            <a:chExt cx="1559397" cy="718129"/>
          </a:xfrm>
        </p:grpSpPr>
        <p:sp>
          <p:nvSpPr>
            <p:cNvPr id="16" name="Rectángulo: esquinas redondeadas 30">
              <a:extLst>
                <a:ext uri="{FF2B5EF4-FFF2-40B4-BE49-F238E27FC236}">
                  <a16:creationId xmlns:a16="http://schemas.microsoft.com/office/drawing/2014/main" id="{FEF0F71F-8D1B-0C9C-C756-29E5D1F312BD}"/>
                </a:ext>
              </a:extLst>
            </p:cNvPr>
            <p:cNvSpPr/>
            <p:nvPr/>
          </p:nvSpPr>
          <p:spPr>
            <a:xfrm>
              <a:off x="4402539" y="2424157"/>
              <a:ext cx="1559397" cy="718129"/>
            </a:xfrm>
            <a:prstGeom prst="roundRect">
              <a:avLst>
                <a:gd name="adj" fmla="val 7896"/>
              </a:avLst>
            </a:prstGeom>
            <a:solidFill>
              <a:schemeClr val="bg1"/>
            </a:solidFill>
            <a:ln>
              <a:noFill/>
            </a:ln>
            <a:effectLst>
              <a:outerShdw blurRad="50800" dist="25400" dir="8400000" algn="bl" rotWithShape="0">
                <a:schemeClr val="tx1">
                  <a:alpha val="25000"/>
                </a:schemeClr>
              </a:outerShdw>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pic>
          <p:nvPicPr>
            <p:cNvPr id="1038" name="Picture 14" descr="Simex S.A.S | LinkedIn">
              <a:extLst>
                <a:ext uri="{FF2B5EF4-FFF2-40B4-BE49-F238E27FC236}">
                  <a16:creationId xmlns:a16="http://schemas.microsoft.com/office/drawing/2014/main" id="{609B2D41-E459-39DC-47E2-B0CA25E8AE6D}"/>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7353" t="37115" r="4544" b="35257"/>
            <a:stretch/>
          </p:blipFill>
          <p:spPr bwMode="auto">
            <a:xfrm>
              <a:off x="4751603" y="2648178"/>
              <a:ext cx="861268" cy="270087"/>
            </a:xfrm>
            <a:prstGeom prst="rect">
              <a:avLst/>
            </a:prstGeom>
            <a:extLst>
              <a:ext uri="{909E8E84-426E-40DD-AFC4-6F175D3DCCD1}">
                <a14:hiddenFill xmlns:a14="http://schemas.microsoft.com/office/drawing/2010/main">
                  <a:solidFill>
                    <a:srgbClr val="FFFFFF"/>
                  </a:solidFill>
                </a14:hiddenFill>
              </a:ext>
            </a:extLst>
          </p:spPr>
        </p:pic>
      </p:grpSp>
      <p:grpSp>
        <p:nvGrpSpPr>
          <p:cNvPr id="35" name="Group 34">
            <a:extLst>
              <a:ext uri="{FF2B5EF4-FFF2-40B4-BE49-F238E27FC236}">
                <a16:creationId xmlns:a16="http://schemas.microsoft.com/office/drawing/2014/main" id="{9E0B368B-9BCF-2264-B3C1-B47C4367026E}"/>
              </a:ext>
            </a:extLst>
          </p:cNvPr>
          <p:cNvGrpSpPr/>
          <p:nvPr/>
        </p:nvGrpSpPr>
        <p:grpSpPr>
          <a:xfrm>
            <a:off x="6330284" y="1688445"/>
            <a:ext cx="1358950" cy="625818"/>
            <a:chOff x="6230060" y="1596944"/>
            <a:chExt cx="1559397" cy="718129"/>
          </a:xfrm>
        </p:grpSpPr>
        <p:sp>
          <p:nvSpPr>
            <p:cNvPr id="17" name="Rectángulo: esquinas redondeadas 30">
              <a:extLst>
                <a:ext uri="{FF2B5EF4-FFF2-40B4-BE49-F238E27FC236}">
                  <a16:creationId xmlns:a16="http://schemas.microsoft.com/office/drawing/2014/main" id="{6AB99195-E7F2-3928-8777-65C16B73D457}"/>
                </a:ext>
              </a:extLst>
            </p:cNvPr>
            <p:cNvSpPr/>
            <p:nvPr/>
          </p:nvSpPr>
          <p:spPr>
            <a:xfrm>
              <a:off x="6230060" y="1596944"/>
              <a:ext cx="1559397" cy="718129"/>
            </a:xfrm>
            <a:prstGeom prst="roundRect">
              <a:avLst>
                <a:gd name="adj" fmla="val 7896"/>
              </a:avLst>
            </a:prstGeom>
            <a:solidFill>
              <a:schemeClr val="bg1"/>
            </a:solidFill>
            <a:ln>
              <a:noFill/>
            </a:ln>
            <a:effectLst>
              <a:outerShdw blurRad="50800" dist="25400" dir="8400000" algn="bl" rotWithShape="0">
                <a:schemeClr val="tx1">
                  <a:alpha val="25000"/>
                </a:schemeClr>
              </a:outerShdw>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pic>
          <p:nvPicPr>
            <p:cNvPr id="1040" name="Picture 16" descr="Groupe SEB - LA référence mondiale du Petit Equipement Domestique">
              <a:extLst>
                <a:ext uri="{FF2B5EF4-FFF2-40B4-BE49-F238E27FC236}">
                  <a16:creationId xmlns:a16="http://schemas.microsoft.com/office/drawing/2014/main" id="{8888829F-3CBA-C5B8-18CB-BEF562F9EE2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84698" y="1661346"/>
              <a:ext cx="250121" cy="589325"/>
            </a:xfrm>
            <a:prstGeom prst="rect">
              <a:avLst/>
            </a:prstGeom>
            <a:extLst>
              <a:ext uri="{909E8E84-426E-40DD-AFC4-6F175D3DCCD1}">
                <a14:hiddenFill xmlns:a14="http://schemas.microsoft.com/office/drawing/2010/main">
                  <a:solidFill>
                    <a:srgbClr val="FFFFFF"/>
                  </a:solidFill>
                </a14:hiddenFill>
              </a:ext>
            </a:extLst>
          </p:spPr>
        </p:pic>
      </p:grpSp>
      <p:grpSp>
        <p:nvGrpSpPr>
          <p:cNvPr id="36" name="Group 35">
            <a:extLst>
              <a:ext uri="{FF2B5EF4-FFF2-40B4-BE49-F238E27FC236}">
                <a16:creationId xmlns:a16="http://schemas.microsoft.com/office/drawing/2014/main" id="{B9E6D159-C979-FB6F-400C-4DBA92FC4D16}"/>
              </a:ext>
            </a:extLst>
          </p:cNvPr>
          <p:cNvGrpSpPr/>
          <p:nvPr/>
        </p:nvGrpSpPr>
        <p:grpSpPr>
          <a:xfrm>
            <a:off x="6330284" y="2476387"/>
            <a:ext cx="1358950" cy="625818"/>
            <a:chOff x="6230060" y="2424157"/>
            <a:chExt cx="1559397" cy="718129"/>
          </a:xfrm>
        </p:grpSpPr>
        <p:sp>
          <p:nvSpPr>
            <p:cNvPr id="18" name="Rectángulo: esquinas redondeadas 30">
              <a:extLst>
                <a:ext uri="{FF2B5EF4-FFF2-40B4-BE49-F238E27FC236}">
                  <a16:creationId xmlns:a16="http://schemas.microsoft.com/office/drawing/2014/main" id="{753844B7-35B9-09F5-B847-3F6958462F9A}"/>
                </a:ext>
              </a:extLst>
            </p:cNvPr>
            <p:cNvSpPr/>
            <p:nvPr/>
          </p:nvSpPr>
          <p:spPr>
            <a:xfrm>
              <a:off x="6230060" y="2424157"/>
              <a:ext cx="1559397" cy="718129"/>
            </a:xfrm>
            <a:prstGeom prst="roundRect">
              <a:avLst>
                <a:gd name="adj" fmla="val 7896"/>
              </a:avLst>
            </a:prstGeom>
            <a:solidFill>
              <a:schemeClr val="bg1"/>
            </a:solidFill>
            <a:ln>
              <a:noFill/>
            </a:ln>
            <a:effectLst>
              <a:outerShdw blurRad="50800" dist="25400" dir="8400000" algn="bl" rotWithShape="0">
                <a:schemeClr val="tx1">
                  <a:alpha val="25000"/>
                </a:schemeClr>
              </a:outerShdw>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pic>
          <p:nvPicPr>
            <p:cNvPr id="1042" name="Picture 18" descr="Pelex S.A.S. Productos">
              <a:extLst>
                <a:ext uri="{FF2B5EF4-FFF2-40B4-BE49-F238E27FC236}">
                  <a16:creationId xmlns:a16="http://schemas.microsoft.com/office/drawing/2014/main" id="{D06670A3-E240-3A36-5955-6116992512E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569689" y="2631474"/>
              <a:ext cx="880138" cy="303495"/>
            </a:xfrm>
            <a:prstGeom prst="rect">
              <a:avLst/>
            </a:prstGeom>
            <a:extLst>
              <a:ext uri="{909E8E84-426E-40DD-AFC4-6F175D3DCCD1}">
                <a14:hiddenFill xmlns:a14="http://schemas.microsoft.com/office/drawing/2010/main">
                  <a:solidFill>
                    <a:srgbClr val="FFFFFF"/>
                  </a:solidFill>
                </a14:hiddenFill>
              </a:ext>
            </a:extLst>
          </p:spPr>
        </p:pic>
      </p:grpSp>
      <p:grpSp>
        <p:nvGrpSpPr>
          <p:cNvPr id="32" name="Group 31">
            <a:extLst>
              <a:ext uri="{FF2B5EF4-FFF2-40B4-BE49-F238E27FC236}">
                <a16:creationId xmlns:a16="http://schemas.microsoft.com/office/drawing/2014/main" id="{8F4A8E3E-CC29-B4BF-3D1E-F20C80633740}"/>
              </a:ext>
            </a:extLst>
          </p:cNvPr>
          <p:cNvGrpSpPr/>
          <p:nvPr/>
        </p:nvGrpSpPr>
        <p:grpSpPr>
          <a:xfrm>
            <a:off x="9985326" y="1688445"/>
            <a:ext cx="1358950" cy="625818"/>
            <a:chOff x="9885102" y="1596944"/>
            <a:chExt cx="1559397" cy="718129"/>
          </a:xfrm>
        </p:grpSpPr>
        <p:sp>
          <p:nvSpPr>
            <p:cNvPr id="22" name="Rectángulo: esquinas redondeadas 30">
              <a:extLst>
                <a:ext uri="{FF2B5EF4-FFF2-40B4-BE49-F238E27FC236}">
                  <a16:creationId xmlns:a16="http://schemas.microsoft.com/office/drawing/2014/main" id="{1F6CAAF7-7E5D-B71D-27D5-C927EB2229C5}"/>
                </a:ext>
              </a:extLst>
            </p:cNvPr>
            <p:cNvSpPr/>
            <p:nvPr/>
          </p:nvSpPr>
          <p:spPr>
            <a:xfrm>
              <a:off x="9885102" y="1596944"/>
              <a:ext cx="1559397" cy="718129"/>
            </a:xfrm>
            <a:prstGeom prst="roundRect">
              <a:avLst>
                <a:gd name="adj" fmla="val 7896"/>
              </a:avLst>
            </a:prstGeom>
            <a:solidFill>
              <a:schemeClr val="bg1"/>
            </a:solidFill>
            <a:ln>
              <a:noFill/>
            </a:ln>
            <a:effectLst>
              <a:outerShdw blurRad="50800" dist="25400" dir="8400000" algn="bl" rotWithShape="0">
                <a:schemeClr val="tx1">
                  <a:alpha val="25000"/>
                </a:schemeClr>
              </a:outerShdw>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pic>
          <p:nvPicPr>
            <p:cNvPr id="1044" name="Picture 20" descr="Colplas SAS">
              <a:extLst>
                <a:ext uri="{FF2B5EF4-FFF2-40B4-BE49-F238E27FC236}">
                  <a16:creationId xmlns:a16="http://schemas.microsoft.com/office/drawing/2014/main" id="{8171670A-42D6-9B07-64EB-3F61FEBB19F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201438" y="1807990"/>
              <a:ext cx="926725" cy="296037"/>
            </a:xfrm>
            <a:prstGeom prst="rect">
              <a:avLst/>
            </a:prstGeom>
            <a:extLst>
              <a:ext uri="{909E8E84-426E-40DD-AFC4-6F175D3DCCD1}">
                <a14:hiddenFill xmlns:a14="http://schemas.microsoft.com/office/drawing/2010/main">
                  <a:solidFill>
                    <a:srgbClr val="FFFFFF"/>
                  </a:solidFill>
                </a14:hiddenFill>
              </a:ext>
            </a:extLst>
          </p:spPr>
        </p:pic>
      </p:grpSp>
      <p:grpSp>
        <p:nvGrpSpPr>
          <p:cNvPr id="31" name="Group 30">
            <a:extLst>
              <a:ext uri="{FF2B5EF4-FFF2-40B4-BE49-F238E27FC236}">
                <a16:creationId xmlns:a16="http://schemas.microsoft.com/office/drawing/2014/main" id="{ABD062A4-A40C-378B-B641-4F58FF38C60C}"/>
              </a:ext>
            </a:extLst>
          </p:cNvPr>
          <p:cNvGrpSpPr/>
          <p:nvPr/>
        </p:nvGrpSpPr>
        <p:grpSpPr>
          <a:xfrm>
            <a:off x="9985326" y="2434291"/>
            <a:ext cx="1358950" cy="681528"/>
            <a:chOff x="9885102" y="2377954"/>
            <a:chExt cx="1559397" cy="782054"/>
          </a:xfrm>
        </p:grpSpPr>
        <p:sp>
          <p:nvSpPr>
            <p:cNvPr id="24" name="Rectángulo: esquinas redondeadas 30">
              <a:extLst>
                <a:ext uri="{FF2B5EF4-FFF2-40B4-BE49-F238E27FC236}">
                  <a16:creationId xmlns:a16="http://schemas.microsoft.com/office/drawing/2014/main" id="{7116DAD3-08FF-AC9A-6E1F-54F9E20D04EA}"/>
                </a:ext>
              </a:extLst>
            </p:cNvPr>
            <p:cNvSpPr/>
            <p:nvPr/>
          </p:nvSpPr>
          <p:spPr>
            <a:xfrm>
              <a:off x="9885102" y="2424157"/>
              <a:ext cx="1559397" cy="718129"/>
            </a:xfrm>
            <a:prstGeom prst="roundRect">
              <a:avLst>
                <a:gd name="adj" fmla="val 7896"/>
              </a:avLst>
            </a:prstGeom>
            <a:solidFill>
              <a:schemeClr val="bg1"/>
            </a:solidFill>
            <a:ln>
              <a:noFill/>
            </a:ln>
            <a:effectLst>
              <a:outerShdw blurRad="50800" dist="25400" dir="8400000" algn="bl" rotWithShape="0">
                <a:schemeClr val="tx1">
                  <a:alpha val="25000"/>
                </a:schemeClr>
              </a:outerShdw>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pic>
          <p:nvPicPr>
            <p:cNvPr id="1046" name="Picture 22" descr="Pinturas Tonner">
              <a:extLst>
                <a:ext uri="{FF2B5EF4-FFF2-40B4-BE49-F238E27FC236}">
                  <a16:creationId xmlns:a16="http://schemas.microsoft.com/office/drawing/2014/main" id="{CC3F2FC0-6710-59BD-2010-454120D4F23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273773" y="2377954"/>
              <a:ext cx="782054" cy="782054"/>
            </a:xfrm>
            <a:prstGeom prst="rect">
              <a:avLst/>
            </a:prstGeom>
            <a:extLst>
              <a:ext uri="{909E8E84-426E-40DD-AFC4-6F175D3DCCD1}">
                <a14:hiddenFill xmlns:a14="http://schemas.microsoft.com/office/drawing/2010/main">
                  <a:solidFill>
                    <a:srgbClr val="FFFFFF"/>
                  </a:solidFill>
                </a14:hiddenFill>
              </a:ext>
            </a:extLst>
          </p:spPr>
        </p:pic>
      </p:grpSp>
      <p:grpSp>
        <p:nvGrpSpPr>
          <p:cNvPr id="34" name="Group 33">
            <a:extLst>
              <a:ext uri="{FF2B5EF4-FFF2-40B4-BE49-F238E27FC236}">
                <a16:creationId xmlns:a16="http://schemas.microsoft.com/office/drawing/2014/main" id="{62B7B47A-D72F-3E0B-D2D1-AC7D9689426D}"/>
              </a:ext>
            </a:extLst>
          </p:cNvPr>
          <p:cNvGrpSpPr/>
          <p:nvPr/>
        </p:nvGrpSpPr>
        <p:grpSpPr>
          <a:xfrm>
            <a:off x="8157805" y="2476387"/>
            <a:ext cx="1358950" cy="625818"/>
            <a:chOff x="8057581" y="2424157"/>
            <a:chExt cx="1559397" cy="718129"/>
          </a:xfrm>
        </p:grpSpPr>
        <p:sp>
          <p:nvSpPr>
            <p:cNvPr id="20" name="Rectángulo: esquinas redondeadas 30">
              <a:extLst>
                <a:ext uri="{FF2B5EF4-FFF2-40B4-BE49-F238E27FC236}">
                  <a16:creationId xmlns:a16="http://schemas.microsoft.com/office/drawing/2014/main" id="{5E701584-A257-6882-7ACF-B25FB938FA28}"/>
                </a:ext>
              </a:extLst>
            </p:cNvPr>
            <p:cNvSpPr/>
            <p:nvPr/>
          </p:nvSpPr>
          <p:spPr>
            <a:xfrm>
              <a:off x="8057581" y="2424157"/>
              <a:ext cx="1559397" cy="718129"/>
            </a:xfrm>
            <a:prstGeom prst="roundRect">
              <a:avLst>
                <a:gd name="adj" fmla="val 7896"/>
              </a:avLst>
            </a:prstGeom>
            <a:solidFill>
              <a:schemeClr val="bg1"/>
            </a:solidFill>
            <a:ln>
              <a:noFill/>
            </a:ln>
            <a:effectLst>
              <a:outerShdw blurRad="50800" dist="25400" dir="8400000" algn="bl" rotWithShape="0">
                <a:schemeClr val="tx1">
                  <a:alpha val="25000"/>
                </a:schemeClr>
              </a:outerShdw>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pic>
          <p:nvPicPr>
            <p:cNvPr id="52" name="Picture 40" descr="PPG-Industries">
              <a:extLst>
                <a:ext uri="{FF2B5EF4-FFF2-40B4-BE49-F238E27FC236}">
                  <a16:creationId xmlns:a16="http://schemas.microsoft.com/office/drawing/2014/main" id="{ADE49266-B2CD-B7CD-F3B9-8C31275E6F88}"/>
                </a:ext>
              </a:extLst>
            </p:cNvPr>
            <p:cNvPicPr>
              <a:picLocks noChangeAspect="1" noChangeArrowheads="1"/>
            </p:cNvPicPr>
            <p:nvPr/>
          </p:nvPicPr>
          <p:blipFill>
            <a:blip r:embed="rId14" cstate="screen">
              <a:extLst>
                <a:ext uri="{28A0092B-C50C-407E-A947-70E740481C1C}">
                  <a14:useLocalDpi xmlns:a14="http://schemas.microsoft.com/office/drawing/2010/main"/>
                </a:ext>
              </a:extLst>
            </a:blip>
            <a:srcRect/>
            <a:stretch>
              <a:fillRect/>
            </a:stretch>
          </p:blipFill>
          <p:spPr bwMode="auto">
            <a:xfrm>
              <a:off x="8591013" y="2591457"/>
              <a:ext cx="492532" cy="383529"/>
            </a:xfrm>
            <a:prstGeom prst="rect">
              <a:avLst/>
            </a:prstGeom>
            <a:extLst>
              <a:ext uri="{909E8E84-426E-40DD-AFC4-6F175D3DCCD1}">
                <a14:hiddenFill xmlns:a14="http://schemas.microsoft.com/office/drawing/2010/main">
                  <a:solidFill>
                    <a:srgbClr val="FFFFFF"/>
                  </a:solidFill>
                </a14:hiddenFill>
              </a:ext>
            </a:extLst>
          </p:spPr>
        </p:pic>
      </p:grpSp>
      <p:grpSp>
        <p:nvGrpSpPr>
          <p:cNvPr id="33" name="Group 32">
            <a:extLst>
              <a:ext uri="{FF2B5EF4-FFF2-40B4-BE49-F238E27FC236}">
                <a16:creationId xmlns:a16="http://schemas.microsoft.com/office/drawing/2014/main" id="{B800DA9E-8FE8-2EC0-C734-F38DCCA07EEF}"/>
              </a:ext>
            </a:extLst>
          </p:cNvPr>
          <p:cNvGrpSpPr/>
          <p:nvPr/>
        </p:nvGrpSpPr>
        <p:grpSpPr>
          <a:xfrm>
            <a:off x="8157805" y="1688445"/>
            <a:ext cx="1358950" cy="625818"/>
            <a:chOff x="8057581" y="1596944"/>
            <a:chExt cx="1559397" cy="718129"/>
          </a:xfrm>
        </p:grpSpPr>
        <p:sp>
          <p:nvSpPr>
            <p:cNvPr id="19" name="Rectángulo: esquinas redondeadas 30">
              <a:extLst>
                <a:ext uri="{FF2B5EF4-FFF2-40B4-BE49-F238E27FC236}">
                  <a16:creationId xmlns:a16="http://schemas.microsoft.com/office/drawing/2014/main" id="{D300F7CF-498C-CBDB-FC03-DE7795D4F0E9}"/>
                </a:ext>
              </a:extLst>
            </p:cNvPr>
            <p:cNvSpPr/>
            <p:nvPr/>
          </p:nvSpPr>
          <p:spPr>
            <a:xfrm>
              <a:off x="8057581" y="1596944"/>
              <a:ext cx="1559397" cy="718129"/>
            </a:xfrm>
            <a:prstGeom prst="roundRect">
              <a:avLst>
                <a:gd name="adj" fmla="val 7896"/>
              </a:avLst>
            </a:prstGeom>
            <a:solidFill>
              <a:schemeClr val="bg1"/>
            </a:solidFill>
            <a:ln>
              <a:noFill/>
            </a:ln>
            <a:effectLst>
              <a:outerShdw blurRad="50800" dist="25400" dir="8400000" algn="bl" rotWithShape="0">
                <a:schemeClr val="tx1">
                  <a:alpha val="25000"/>
                </a:schemeClr>
              </a:outerShdw>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grpSp>
          <p:nvGrpSpPr>
            <p:cNvPr id="28" name="Group 27">
              <a:extLst>
                <a:ext uri="{FF2B5EF4-FFF2-40B4-BE49-F238E27FC236}">
                  <a16:creationId xmlns:a16="http://schemas.microsoft.com/office/drawing/2014/main" id="{45EADD82-82D2-A26F-8C29-F4D3C1DC0EAD}"/>
                </a:ext>
              </a:extLst>
            </p:cNvPr>
            <p:cNvGrpSpPr/>
            <p:nvPr/>
          </p:nvGrpSpPr>
          <p:grpSpPr>
            <a:xfrm>
              <a:off x="8467637" y="1731763"/>
              <a:ext cx="739285" cy="448490"/>
              <a:chOff x="9310297" y="1718989"/>
              <a:chExt cx="739285" cy="448490"/>
            </a:xfrm>
          </p:grpSpPr>
          <p:pic>
            <p:nvPicPr>
              <p:cNvPr id="51" name="Picture 6" descr="Acceso empleados - Alico S.A.S">
                <a:extLst>
                  <a:ext uri="{FF2B5EF4-FFF2-40B4-BE49-F238E27FC236}">
                    <a16:creationId xmlns:a16="http://schemas.microsoft.com/office/drawing/2014/main" id="{C75C9861-B130-4703-52F2-9A78F6B687B9}"/>
                  </a:ext>
                </a:extLst>
              </p:cNvPr>
              <p:cNvPicPr>
                <a:picLocks noChangeAspect="1" noChangeArrowheads="1"/>
              </p:cNvPicPr>
              <p:nvPr/>
            </p:nvPicPr>
            <p:blipFill rotWithShape="1">
              <a:blip r:embed="rId15" cstate="screen">
                <a:extLst>
                  <a:ext uri="{28A0092B-C50C-407E-A947-70E740481C1C}">
                    <a14:useLocalDpi xmlns:a14="http://schemas.microsoft.com/office/drawing/2010/main"/>
                  </a:ext>
                </a:extLst>
              </a:blip>
              <a:srcRect t="-3327" b="38475"/>
              <a:stretch/>
            </p:blipFill>
            <p:spPr bwMode="auto">
              <a:xfrm>
                <a:off x="9310297" y="1718989"/>
                <a:ext cx="739285" cy="272319"/>
              </a:xfrm>
              <a:prstGeom prst="rect">
                <a:avLst/>
              </a:prstGeom>
              <a:extLst>
                <a:ext uri="{909E8E84-426E-40DD-AFC4-6F175D3DCCD1}">
                  <a14:hiddenFill xmlns:a14="http://schemas.microsoft.com/office/drawing/2010/main">
                    <a:solidFill>
                      <a:srgbClr val="FFFFFF"/>
                    </a:solidFill>
                  </a14:hiddenFill>
                </a:ext>
              </a:extLst>
            </p:spPr>
          </p:pic>
          <p:pic>
            <p:nvPicPr>
              <p:cNvPr id="27" name="Picture 6" descr="Acceso empleados - Alico S.A.S">
                <a:extLst>
                  <a:ext uri="{FF2B5EF4-FFF2-40B4-BE49-F238E27FC236}">
                    <a16:creationId xmlns:a16="http://schemas.microsoft.com/office/drawing/2014/main" id="{9B3CAE0B-5696-378A-B3C7-422E260C8E21}"/>
                  </a:ext>
                </a:extLst>
              </p:cNvPr>
              <p:cNvPicPr>
                <a:picLocks noChangeAspect="1" noChangeArrowheads="1"/>
              </p:cNvPicPr>
              <p:nvPr/>
            </p:nvPicPr>
            <p:blipFill rotWithShape="1">
              <a:blip r:embed="rId16" cstate="screen">
                <a:extLst>
                  <a:ext uri="{BEBA8EAE-BF5A-486C-A8C5-ECC9F3942E4B}">
                    <a14:imgProps xmlns:a14="http://schemas.microsoft.com/office/drawing/2010/main">
                      <a14:imgLayer r:embed="rId17">
                        <a14:imgEffect>
                          <a14:brightnessContrast bright="-100000"/>
                        </a14:imgEffect>
                      </a14:imgLayer>
                    </a14:imgProps>
                  </a:ext>
                  <a:ext uri="{28A0092B-C50C-407E-A947-70E740481C1C}">
                    <a14:useLocalDpi xmlns:a14="http://schemas.microsoft.com/office/drawing/2010/main"/>
                  </a:ext>
                </a:extLst>
              </a:blip>
              <a:srcRect t="60836" b="-4549"/>
              <a:stretch/>
            </p:blipFill>
            <p:spPr bwMode="auto">
              <a:xfrm>
                <a:off x="9310297" y="1983921"/>
                <a:ext cx="739285" cy="183558"/>
              </a:xfrm>
              <a:prstGeom prst="rect">
                <a:avLst/>
              </a:prstGeom>
              <a:extLst>
                <a:ext uri="{909E8E84-426E-40DD-AFC4-6F175D3DCCD1}">
                  <a14:hiddenFill xmlns:a14="http://schemas.microsoft.com/office/drawing/2010/main">
                    <a:solidFill>
                      <a:srgbClr val="FFFFFF"/>
                    </a:solidFill>
                  </a14:hiddenFill>
                </a:ext>
              </a:extLst>
            </p:spPr>
          </p:pic>
        </p:grpSp>
      </p:grpSp>
      <p:sp>
        <p:nvSpPr>
          <p:cNvPr id="122" name="TextBox 46">
            <a:extLst>
              <a:ext uri="{FF2B5EF4-FFF2-40B4-BE49-F238E27FC236}">
                <a16:creationId xmlns:a16="http://schemas.microsoft.com/office/drawing/2014/main" id="{44417258-E99D-698F-412F-AC7ECCC290D8}"/>
              </a:ext>
            </a:extLst>
          </p:cNvPr>
          <p:cNvSpPr txBox="1"/>
          <p:nvPr/>
        </p:nvSpPr>
        <p:spPr>
          <a:xfrm>
            <a:off x="4483990" y="3552630"/>
            <a:ext cx="3123936" cy="169277"/>
          </a:xfrm>
          <a:prstGeom prst="rect">
            <a:avLst/>
          </a:prstGeom>
          <a:noFill/>
        </p:spPr>
        <p:txBody>
          <a:bodyPr wrap="square" lIns="0" tIns="0" rIns="0" bIns="0" rtlCol="0">
            <a:spAutoFit/>
          </a:bodyPr>
          <a:lstStyle/>
          <a:p>
            <a:r>
              <a:rPr lang="en-US" sz="1100" dirty="0">
                <a:solidFill>
                  <a:schemeClr val="tx2"/>
                </a:solidFill>
                <a:latin typeface="Poppins SemiBold" panose="00000700000000000000" pitchFamily="2" charset="0"/>
                <a:ea typeface="Source Serif Pro SemiBold" panose="02040703050405020204" pitchFamily="18" charset="0"/>
                <a:cs typeface="Poppins SemiBold" panose="00000700000000000000" pitchFamily="2" charset="0"/>
              </a:rPr>
              <a:t>Long-term Client Base</a:t>
            </a:r>
          </a:p>
        </p:txBody>
      </p:sp>
      <p:sp>
        <p:nvSpPr>
          <p:cNvPr id="130" name="TextBox 46">
            <a:extLst>
              <a:ext uri="{FF2B5EF4-FFF2-40B4-BE49-F238E27FC236}">
                <a16:creationId xmlns:a16="http://schemas.microsoft.com/office/drawing/2014/main" id="{11176AF2-851A-EE84-5CB1-042D295A951A}"/>
              </a:ext>
            </a:extLst>
          </p:cNvPr>
          <p:cNvSpPr txBox="1"/>
          <p:nvPr/>
        </p:nvSpPr>
        <p:spPr>
          <a:xfrm>
            <a:off x="4487706" y="3687839"/>
            <a:ext cx="3220301" cy="195814"/>
          </a:xfrm>
          <a:prstGeom prst="rect">
            <a:avLst/>
          </a:prstGeom>
        </p:spPr>
        <p:txBody>
          <a:bodyPr vert="horz" wrap="square" lIns="0" tIns="72000" rIns="0" bIns="0" rtlCol="0" anchor="t">
            <a:spAutoFit/>
          </a:bodyPr>
          <a:lstStyle>
            <a:defPPr>
              <a:defRPr lang="pt-BR"/>
            </a:defPPr>
            <a:lvl1pPr indent="0">
              <a:lnSpc>
                <a:spcPct val="100000"/>
              </a:lnSpc>
              <a:spcBef>
                <a:spcPts val="0"/>
              </a:spcBef>
              <a:spcAft>
                <a:spcPts val="0"/>
              </a:spcAft>
              <a:buFont typeface="Arial" panose="020B0604020202020204" pitchFamily="34" charset="0"/>
              <a:buNone/>
              <a:defRPr sz="800" b="0">
                <a:latin typeface="+mj-lt"/>
                <a:ea typeface="Source Serif Pro Light" panose="02040303050405020204" pitchFamily="18" charset="0"/>
                <a:cs typeface="Roboto" panose="02000000000000000000" pitchFamily="2" charset="0"/>
              </a:defRPr>
            </a:lvl1pPr>
            <a:lvl2pPr marL="108000" indent="-108000">
              <a:lnSpc>
                <a:spcPct val="110000"/>
              </a:lnSpc>
              <a:spcBef>
                <a:spcPts val="0"/>
              </a:spcBef>
              <a:spcAft>
                <a:spcPts val="800"/>
              </a:spcAft>
              <a:buClr>
                <a:schemeClr val="bg2"/>
              </a:buClr>
              <a:buFont typeface="Arial" panose="020B0604020202020204" pitchFamily="34" charset="0"/>
              <a:buChar char="•"/>
              <a:defRPr sz="1200">
                <a:latin typeface="Source Serif Pro" panose="02040603050405020204" pitchFamily="18" charset="0"/>
                <a:ea typeface="Source Serif Pro" panose="02040603050405020204" pitchFamily="18" charset="0"/>
              </a:defRPr>
            </a:lvl2pPr>
            <a:lvl3pPr marL="108000" indent="-108000">
              <a:lnSpc>
                <a:spcPct val="110000"/>
              </a:lnSpc>
              <a:spcBef>
                <a:spcPts val="0"/>
              </a:spcBef>
              <a:spcAft>
                <a:spcPts val="800"/>
              </a:spcAft>
              <a:buClr>
                <a:schemeClr val="bg2"/>
              </a:buClr>
              <a:buFont typeface="Source Sans Pro" panose="020B0503030403020204" pitchFamily="34" charset="0"/>
              <a:buChar char="−"/>
              <a:defRPr sz="1200">
                <a:latin typeface="Source Serif Pro Light" panose="02040303050405020204" pitchFamily="18" charset="0"/>
                <a:ea typeface="Source Serif Pro Light" panose="02040303050405020204" pitchFamily="18" charset="0"/>
              </a:defRPr>
            </a:lvl3pPr>
            <a:lvl4pPr marL="0" indent="0">
              <a:lnSpc>
                <a:spcPct val="110000"/>
              </a:lnSpc>
              <a:spcBef>
                <a:spcPts val="0"/>
              </a:spcBef>
              <a:spcAft>
                <a:spcPts val="800"/>
              </a:spcAft>
              <a:buFont typeface="Arial" panose="020B0604020202020204" pitchFamily="34" charset="0"/>
              <a:buNone/>
              <a:defRPr sz="1200" b="1">
                <a:latin typeface="Source Serif Pro" panose="02040603050405020204" pitchFamily="18" charset="0"/>
                <a:ea typeface="Source Serif Pro" panose="02040603050405020204" pitchFamily="18" charset="0"/>
              </a:defRPr>
            </a:lvl4pPr>
            <a:lvl5pPr marL="0" indent="0">
              <a:lnSpc>
                <a:spcPct val="110000"/>
              </a:lnSpc>
              <a:spcBef>
                <a:spcPts val="0"/>
              </a:spcBef>
              <a:spcAft>
                <a:spcPts val="800"/>
              </a:spcAft>
              <a:buFont typeface="Arial" panose="020B0604020202020204" pitchFamily="34" charset="0"/>
              <a:buNone/>
              <a:defRPr sz="1200">
                <a:solidFill>
                  <a:schemeClr val="accent1"/>
                </a:solidFill>
                <a:latin typeface="Source Serif Pro Black" panose="02040903050405020204" pitchFamily="18" charset="0"/>
                <a:ea typeface="Source Serif Pro Black" panose="02040903050405020204" pitchFamily="18"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err="1">
                <a:latin typeface="Poppins SemiBold" panose="00000700000000000000" pitchFamily="2" charset="0"/>
                <a:cs typeface="Poppins SemiBold" panose="00000700000000000000" pitchFamily="2" charset="0"/>
              </a:rPr>
              <a:t>Almatia</a:t>
            </a:r>
            <a:r>
              <a:rPr lang="en-US" dirty="0">
                <a:latin typeface="Poppins SemiBold" panose="00000700000000000000" pitchFamily="2" charset="0"/>
                <a:cs typeface="Poppins SemiBold" panose="00000700000000000000" pitchFamily="2" charset="0"/>
              </a:rPr>
              <a:t> has maintained relationships with long-term clients...</a:t>
            </a:r>
          </a:p>
        </p:txBody>
      </p:sp>
      <p:sp>
        <p:nvSpPr>
          <p:cNvPr id="142" name="TextBox 141">
            <a:extLst>
              <a:ext uri="{FF2B5EF4-FFF2-40B4-BE49-F238E27FC236}">
                <a16:creationId xmlns:a16="http://schemas.microsoft.com/office/drawing/2014/main" id="{9CDA0C31-59EE-39FF-9922-52A955C2819C}"/>
              </a:ext>
            </a:extLst>
          </p:cNvPr>
          <p:cNvSpPr txBox="1"/>
          <p:nvPr/>
        </p:nvSpPr>
        <p:spPr>
          <a:xfrm>
            <a:off x="6391316" y="4236726"/>
            <a:ext cx="1273773" cy="276999"/>
          </a:xfrm>
          <a:prstGeom prst="rect">
            <a:avLst/>
          </a:prstGeom>
          <a:noFill/>
        </p:spPr>
        <p:txBody>
          <a:bodyPr wrap="square" lIns="144000" tIns="0" rIns="0" bIns="0" rtlCol="0" anchor="t">
            <a:spAutoFit/>
          </a:bodyPr>
          <a:lstStyle/>
          <a:p>
            <a:r>
              <a:rPr lang="en-US" sz="900" dirty="0">
                <a:latin typeface="+mj-lt"/>
                <a:ea typeface="Source Serif Pro" panose="02040603050405020204" pitchFamily="18" charset="0"/>
              </a:rPr>
              <a:t>Active clients for </a:t>
            </a:r>
            <a:r>
              <a:rPr lang="en-US" sz="900" b="1" dirty="0">
                <a:solidFill>
                  <a:schemeClr val="bg2"/>
                </a:solidFill>
                <a:latin typeface="+mj-lt"/>
                <a:ea typeface="Source Serif Pro" panose="02040603050405020204" pitchFamily="18" charset="0"/>
              </a:rPr>
              <a:t>more than 2 years</a:t>
            </a:r>
          </a:p>
        </p:txBody>
      </p:sp>
      <p:sp>
        <p:nvSpPr>
          <p:cNvPr id="144" name="Rectangle: Rounded Corners 143">
            <a:extLst>
              <a:ext uri="{FF2B5EF4-FFF2-40B4-BE49-F238E27FC236}">
                <a16:creationId xmlns:a16="http://schemas.microsoft.com/office/drawing/2014/main" id="{44C03812-81DA-00A4-921D-778878A97A91}"/>
              </a:ext>
            </a:extLst>
          </p:cNvPr>
          <p:cNvSpPr/>
          <p:nvPr/>
        </p:nvSpPr>
        <p:spPr>
          <a:xfrm>
            <a:off x="4483989" y="4096094"/>
            <a:ext cx="1273773" cy="558262"/>
          </a:xfrm>
          <a:prstGeom prst="roundRect">
            <a:avLst/>
          </a:prstGeom>
          <a:solidFill>
            <a:schemeClr val="bg2"/>
          </a:solidFill>
          <a:ln>
            <a:noFill/>
          </a:ln>
          <a:effectLst/>
        </p:spPr>
        <p:txBody>
          <a:bodyPr spcFirstLastPara="1" wrap="square" lIns="91425" tIns="91425" rIns="91425" bIns="91425" anchor="ctr" anchorCtr="0">
            <a:noAutofit/>
          </a:bodyPr>
          <a:lstStyle/>
          <a:p>
            <a:pPr algn="ctr" defTabSz="457200"/>
            <a:r>
              <a:rPr lang="en-US" sz="900" b="1" dirty="0">
                <a:solidFill>
                  <a:schemeClr val="bg1"/>
                </a:solidFill>
                <a:latin typeface="Poppins SemiBold" panose="00000700000000000000" pitchFamily="2" charset="0"/>
                <a:ea typeface="Source Serif Pro" panose="02040603050405020204" pitchFamily="18" charset="0"/>
                <a:cs typeface="Poppins SemiBold" panose="00000700000000000000" pitchFamily="2" charset="0"/>
              </a:rPr>
              <a:t>more than 94%</a:t>
            </a:r>
          </a:p>
          <a:p>
            <a:pPr algn="ctr" defTabSz="457200"/>
            <a:r>
              <a:rPr lang="en-US" sz="800" dirty="0">
                <a:solidFill>
                  <a:schemeClr val="bg1"/>
                </a:solidFill>
                <a:latin typeface="+mj-lt"/>
                <a:ea typeface="Source Serif Pro" panose="02040603050405020204" pitchFamily="18" charset="0"/>
                <a:cs typeface="Poppins SemiBold" panose="00000700000000000000" pitchFamily="2" charset="0"/>
              </a:rPr>
              <a:t>of 2024 revenue²</a:t>
            </a:r>
          </a:p>
        </p:txBody>
      </p:sp>
      <p:cxnSp>
        <p:nvCxnSpPr>
          <p:cNvPr id="143" name="Straight Connector 142">
            <a:extLst>
              <a:ext uri="{FF2B5EF4-FFF2-40B4-BE49-F238E27FC236}">
                <a16:creationId xmlns:a16="http://schemas.microsoft.com/office/drawing/2014/main" id="{968CAA54-2406-16CD-3978-B98FAB2B6EED}"/>
              </a:ext>
            </a:extLst>
          </p:cNvPr>
          <p:cNvCxnSpPr>
            <a:cxnSpLocks/>
            <a:stCxn id="144" idx="3"/>
            <a:endCxn id="142" idx="1"/>
          </p:cNvCxnSpPr>
          <p:nvPr/>
        </p:nvCxnSpPr>
        <p:spPr>
          <a:xfrm>
            <a:off x="5757762" y="4375225"/>
            <a:ext cx="633554" cy="1"/>
          </a:xfrm>
          <a:prstGeom prst="line">
            <a:avLst/>
          </a:prstGeom>
          <a:ln>
            <a:solidFill>
              <a:schemeClr val="accent2"/>
            </a:solidFill>
            <a:headEnd type="none"/>
            <a:tailEnd type="oval" w="sm" len="sm"/>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85E7153-F526-F7EC-38E9-AAF258E43302}"/>
              </a:ext>
            </a:extLst>
          </p:cNvPr>
          <p:cNvSpPr txBox="1"/>
          <p:nvPr/>
        </p:nvSpPr>
        <p:spPr>
          <a:xfrm>
            <a:off x="6391316" y="4877111"/>
            <a:ext cx="1273773" cy="276999"/>
          </a:xfrm>
          <a:prstGeom prst="rect">
            <a:avLst/>
          </a:prstGeom>
          <a:noFill/>
        </p:spPr>
        <p:txBody>
          <a:bodyPr wrap="square" lIns="144000" tIns="0" rIns="0" bIns="0" rtlCol="0" anchor="t">
            <a:spAutoFit/>
          </a:bodyPr>
          <a:lstStyle/>
          <a:p>
            <a:r>
              <a:rPr lang="en-US" sz="900" dirty="0">
                <a:latin typeface="+mj-lt"/>
                <a:ea typeface="Source Serif Pro" panose="02040603050405020204" pitchFamily="18" charset="0"/>
              </a:rPr>
              <a:t>Active clients for </a:t>
            </a:r>
            <a:r>
              <a:rPr lang="en-US" sz="900" b="1" dirty="0">
                <a:solidFill>
                  <a:schemeClr val="bg2"/>
                </a:solidFill>
                <a:latin typeface="+mj-lt"/>
                <a:ea typeface="Source Serif Pro" panose="02040603050405020204" pitchFamily="18" charset="0"/>
              </a:rPr>
              <a:t>more than 3 years</a:t>
            </a:r>
          </a:p>
        </p:txBody>
      </p:sp>
      <p:sp>
        <p:nvSpPr>
          <p:cNvPr id="13" name="Rectangle: Rounded Corners 12">
            <a:extLst>
              <a:ext uri="{FF2B5EF4-FFF2-40B4-BE49-F238E27FC236}">
                <a16:creationId xmlns:a16="http://schemas.microsoft.com/office/drawing/2014/main" id="{C7B3A917-39F1-5CEE-BBF3-A4774B80737B}"/>
              </a:ext>
            </a:extLst>
          </p:cNvPr>
          <p:cNvSpPr/>
          <p:nvPr/>
        </p:nvSpPr>
        <p:spPr>
          <a:xfrm>
            <a:off x="4483989" y="4736479"/>
            <a:ext cx="1273773" cy="558262"/>
          </a:xfrm>
          <a:prstGeom prst="roundRect">
            <a:avLst/>
          </a:prstGeom>
          <a:solidFill>
            <a:schemeClr val="bg2"/>
          </a:solidFill>
          <a:ln>
            <a:noFill/>
          </a:ln>
          <a:effectLst/>
        </p:spPr>
        <p:txBody>
          <a:bodyPr spcFirstLastPara="1" wrap="square" lIns="91425" tIns="91425" rIns="91425" bIns="91425" anchor="ctr" anchorCtr="0">
            <a:noAutofit/>
          </a:bodyPr>
          <a:lstStyle/>
          <a:p>
            <a:pPr algn="ctr" defTabSz="457200"/>
            <a:r>
              <a:rPr lang="en-US" sz="900" b="1" dirty="0">
                <a:solidFill>
                  <a:schemeClr val="bg1"/>
                </a:solidFill>
                <a:latin typeface="Poppins SemiBold" panose="00000700000000000000" pitchFamily="2" charset="0"/>
                <a:ea typeface="Source Serif Pro" panose="02040603050405020204" pitchFamily="18" charset="0"/>
                <a:cs typeface="Poppins SemiBold" panose="00000700000000000000" pitchFamily="2" charset="0"/>
              </a:rPr>
              <a:t>more than 88%</a:t>
            </a:r>
          </a:p>
          <a:p>
            <a:pPr algn="ctr" defTabSz="457200"/>
            <a:r>
              <a:rPr lang="en-US" sz="800" dirty="0">
                <a:solidFill>
                  <a:schemeClr val="bg1"/>
                </a:solidFill>
                <a:latin typeface="+mj-lt"/>
                <a:ea typeface="Source Serif Pro" panose="02040603050405020204" pitchFamily="18" charset="0"/>
                <a:cs typeface="Poppins SemiBold" panose="00000700000000000000" pitchFamily="2" charset="0"/>
              </a:rPr>
              <a:t>of 2024 revenue²</a:t>
            </a:r>
          </a:p>
        </p:txBody>
      </p:sp>
      <p:cxnSp>
        <p:nvCxnSpPr>
          <p:cNvPr id="14" name="Straight Connector 13">
            <a:extLst>
              <a:ext uri="{FF2B5EF4-FFF2-40B4-BE49-F238E27FC236}">
                <a16:creationId xmlns:a16="http://schemas.microsoft.com/office/drawing/2014/main" id="{1C19FE3F-5620-C230-4A9F-5D7373DC1850}"/>
              </a:ext>
            </a:extLst>
          </p:cNvPr>
          <p:cNvCxnSpPr>
            <a:cxnSpLocks/>
            <a:stCxn id="13" idx="3"/>
            <a:endCxn id="12" idx="1"/>
          </p:cNvCxnSpPr>
          <p:nvPr/>
        </p:nvCxnSpPr>
        <p:spPr>
          <a:xfrm>
            <a:off x="5757762" y="5015610"/>
            <a:ext cx="633554" cy="1"/>
          </a:xfrm>
          <a:prstGeom prst="line">
            <a:avLst/>
          </a:prstGeom>
          <a:ln>
            <a:solidFill>
              <a:schemeClr val="accent2"/>
            </a:solidFill>
            <a:headEnd type="none"/>
            <a:tailEnd type="oval" w="sm" len="sm"/>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F2F5C3E-D708-813F-A40A-9BE28F651399}"/>
              </a:ext>
            </a:extLst>
          </p:cNvPr>
          <p:cNvSpPr txBox="1"/>
          <p:nvPr/>
        </p:nvSpPr>
        <p:spPr>
          <a:xfrm>
            <a:off x="6391316" y="5517495"/>
            <a:ext cx="1273773" cy="276999"/>
          </a:xfrm>
          <a:prstGeom prst="rect">
            <a:avLst/>
          </a:prstGeom>
          <a:noFill/>
        </p:spPr>
        <p:txBody>
          <a:bodyPr wrap="square" lIns="144000" tIns="0" rIns="0" bIns="0" rtlCol="0" anchor="t">
            <a:spAutoFit/>
          </a:bodyPr>
          <a:lstStyle/>
          <a:p>
            <a:r>
              <a:rPr lang="en-US" sz="900" dirty="0">
                <a:latin typeface="+mj-lt"/>
                <a:ea typeface="Source Serif Pro" panose="02040603050405020204" pitchFamily="18" charset="0"/>
              </a:rPr>
              <a:t>Active clients for </a:t>
            </a:r>
            <a:r>
              <a:rPr lang="en-US" sz="900" b="1" dirty="0">
                <a:solidFill>
                  <a:schemeClr val="bg2"/>
                </a:solidFill>
                <a:latin typeface="+mj-lt"/>
                <a:ea typeface="Source Serif Pro" panose="02040603050405020204" pitchFamily="18" charset="0"/>
              </a:rPr>
              <a:t>more than 4 years</a:t>
            </a:r>
          </a:p>
        </p:txBody>
      </p:sp>
      <p:sp>
        <p:nvSpPr>
          <p:cNvPr id="10" name="Rectangle: Rounded Corners 9">
            <a:extLst>
              <a:ext uri="{FF2B5EF4-FFF2-40B4-BE49-F238E27FC236}">
                <a16:creationId xmlns:a16="http://schemas.microsoft.com/office/drawing/2014/main" id="{EE2893F7-57DE-37C9-4937-DFCFBDE5051F}"/>
              </a:ext>
            </a:extLst>
          </p:cNvPr>
          <p:cNvSpPr/>
          <p:nvPr/>
        </p:nvSpPr>
        <p:spPr>
          <a:xfrm>
            <a:off x="4483989" y="5376863"/>
            <a:ext cx="1273773" cy="558262"/>
          </a:xfrm>
          <a:prstGeom prst="roundRect">
            <a:avLst/>
          </a:prstGeom>
          <a:solidFill>
            <a:schemeClr val="bg2"/>
          </a:solidFill>
          <a:ln>
            <a:noFill/>
          </a:ln>
          <a:effectLst/>
        </p:spPr>
        <p:txBody>
          <a:bodyPr spcFirstLastPara="1" wrap="square" lIns="91425" tIns="91425" rIns="91425" bIns="91425" anchor="ctr" anchorCtr="0">
            <a:noAutofit/>
          </a:bodyPr>
          <a:lstStyle/>
          <a:p>
            <a:pPr algn="ctr" defTabSz="457200"/>
            <a:r>
              <a:rPr lang="en-US" sz="900" b="1" dirty="0">
                <a:solidFill>
                  <a:schemeClr val="bg1"/>
                </a:solidFill>
                <a:latin typeface="Poppins SemiBold" panose="00000700000000000000" pitchFamily="2" charset="0"/>
                <a:ea typeface="Source Serif Pro" panose="02040603050405020204" pitchFamily="18" charset="0"/>
                <a:cs typeface="Poppins SemiBold" panose="00000700000000000000" pitchFamily="2" charset="0"/>
              </a:rPr>
              <a:t>more than 85%</a:t>
            </a:r>
          </a:p>
          <a:p>
            <a:pPr algn="ctr" defTabSz="457200"/>
            <a:r>
              <a:rPr lang="en-US" sz="800" dirty="0">
                <a:solidFill>
                  <a:schemeClr val="bg1"/>
                </a:solidFill>
                <a:latin typeface="+mj-lt"/>
                <a:ea typeface="Source Serif Pro" panose="02040603050405020204" pitchFamily="18" charset="0"/>
                <a:cs typeface="Poppins SemiBold" panose="00000700000000000000" pitchFamily="2" charset="0"/>
              </a:rPr>
              <a:t>of 2024 revenue²</a:t>
            </a:r>
          </a:p>
        </p:txBody>
      </p:sp>
      <p:cxnSp>
        <p:nvCxnSpPr>
          <p:cNvPr id="11" name="Straight Connector 10">
            <a:extLst>
              <a:ext uri="{FF2B5EF4-FFF2-40B4-BE49-F238E27FC236}">
                <a16:creationId xmlns:a16="http://schemas.microsoft.com/office/drawing/2014/main" id="{C265F4D3-2705-3FCB-5C62-92B1FBD96BAE}"/>
              </a:ext>
            </a:extLst>
          </p:cNvPr>
          <p:cNvCxnSpPr>
            <a:cxnSpLocks/>
            <a:stCxn id="10" idx="3"/>
            <a:endCxn id="9" idx="1"/>
          </p:cNvCxnSpPr>
          <p:nvPr/>
        </p:nvCxnSpPr>
        <p:spPr>
          <a:xfrm>
            <a:off x="5757762" y="5655994"/>
            <a:ext cx="633554" cy="1"/>
          </a:xfrm>
          <a:prstGeom prst="line">
            <a:avLst/>
          </a:prstGeom>
          <a:ln>
            <a:solidFill>
              <a:schemeClr val="accent2"/>
            </a:solidFill>
            <a:headEnd type="none"/>
            <a:tailEnd type="oval" w="sm" len="sm"/>
          </a:ln>
        </p:spPr>
        <p:style>
          <a:lnRef idx="1">
            <a:schemeClr val="accent1"/>
          </a:lnRef>
          <a:fillRef idx="0">
            <a:schemeClr val="accent1"/>
          </a:fillRef>
          <a:effectRef idx="0">
            <a:schemeClr val="accent1"/>
          </a:effectRef>
          <a:fontRef idx="minor">
            <a:schemeClr val="tx1"/>
          </a:fontRef>
        </p:style>
      </p:cxnSp>
      <p:sp>
        <p:nvSpPr>
          <p:cNvPr id="85" name="TextBox 46">
            <a:extLst>
              <a:ext uri="{FF2B5EF4-FFF2-40B4-BE49-F238E27FC236}">
                <a16:creationId xmlns:a16="http://schemas.microsoft.com/office/drawing/2014/main" id="{60345C73-558F-376F-3473-E91EADCC98AB}"/>
              </a:ext>
            </a:extLst>
          </p:cNvPr>
          <p:cNvSpPr txBox="1"/>
          <p:nvPr/>
        </p:nvSpPr>
        <p:spPr>
          <a:xfrm>
            <a:off x="1291054" y="4199909"/>
            <a:ext cx="1460549" cy="246221"/>
          </a:xfrm>
          <a:prstGeom prst="rect">
            <a:avLst/>
          </a:prstGeom>
          <a:noFill/>
        </p:spPr>
        <p:txBody>
          <a:bodyPr wrap="square" lIns="0" tIns="0" rIns="0" bIns="0" rtlCol="0">
            <a:spAutoFit/>
          </a:bodyPr>
          <a:lstStyle/>
          <a:p>
            <a:r>
              <a:rPr lang="en-US" sz="800" dirty="0">
                <a:solidFill>
                  <a:schemeClr val="accent2"/>
                </a:solidFill>
                <a:latin typeface="Poppins Medium" panose="00000600000000000000" pitchFamily="2" charset="0"/>
                <a:ea typeface="Source Serif Pro" panose="02040603050405020204" pitchFamily="18" charset="0"/>
                <a:cs typeface="Poppins Medium" panose="00000600000000000000" pitchFamily="2" charset="0"/>
              </a:rPr>
              <a:t>Clients made purchases in at least 10 months of 2024</a:t>
            </a:r>
          </a:p>
        </p:txBody>
      </p:sp>
    </p:spTree>
    <p:extLst>
      <p:ext uri="{BB962C8B-B14F-4D97-AF65-F5344CB8AC3E}">
        <p14:creationId xmlns:p14="http://schemas.microsoft.com/office/powerpoint/2010/main" val="25287494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88AA0CA8-962B-1ADD-2307-F48FF9014FDC}"/>
              </a:ext>
            </a:extLst>
          </p:cNvPr>
          <p:cNvGrpSpPr>
            <a:grpSpLocks noGrp="1" noUngrp="1" noRot="1" noMove="1" noResize="1"/>
          </p:cNvGrpSpPr>
          <p:nvPr/>
        </p:nvGrpSpPr>
        <p:grpSpPr>
          <a:xfrm flipH="1">
            <a:off x="5393615" y="0"/>
            <a:ext cx="6798385" cy="6858000"/>
            <a:chOff x="0" y="0"/>
            <a:chExt cx="6360928" cy="6858000"/>
          </a:xfrm>
        </p:grpSpPr>
        <p:sp>
          <p:nvSpPr>
            <p:cNvPr id="10" name="Rectangle 9">
              <a:extLst>
                <a:ext uri="{FF2B5EF4-FFF2-40B4-BE49-F238E27FC236}">
                  <a16:creationId xmlns:a16="http://schemas.microsoft.com/office/drawing/2014/main" id="{A79810E6-D52D-925D-01FD-3FD1BB887D04}"/>
                </a:ext>
              </a:extLst>
            </p:cNvPr>
            <p:cNvSpPr>
              <a:spLocks noGrp="1" noRot="1" noMove="1" noResize="1" noEditPoints="1" noAdjustHandles="1" noChangeArrowheads="1" noChangeShapeType="1"/>
            </p:cNvSpPr>
            <p:nvPr/>
          </p:nvSpPr>
          <p:spPr>
            <a:xfrm>
              <a:off x="0" y="0"/>
              <a:ext cx="81279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800"/>
                </a:spcAft>
              </a:pPr>
              <a:endParaRPr lang="pt-BR" sz="800" dirty="0" err="1">
                <a:solidFill>
                  <a:schemeClr val="tx1"/>
                </a:solidFill>
                <a:latin typeface="Source Serif Pro" panose="02040603050405020204" pitchFamily="18" charset="0"/>
                <a:ea typeface="Source Serif Pro" panose="02040603050405020204" pitchFamily="18" charset="0"/>
              </a:endParaRPr>
            </a:p>
          </p:txBody>
        </p:sp>
        <p:sp>
          <p:nvSpPr>
            <p:cNvPr id="11" name="Rectángulo: esquinas redondeadas 2">
              <a:extLst>
                <a:ext uri="{FF2B5EF4-FFF2-40B4-BE49-F238E27FC236}">
                  <a16:creationId xmlns:a16="http://schemas.microsoft.com/office/drawing/2014/main" id="{1CE5294A-0510-63B8-EFD6-54471F40D36E}"/>
                </a:ext>
              </a:extLst>
            </p:cNvPr>
            <p:cNvSpPr>
              <a:spLocks noGrp="1" noRot="1" noMove="1" noResize="1" noEditPoints="1" noAdjustHandles="1" noChangeArrowheads="1" noChangeShapeType="1"/>
            </p:cNvSpPr>
            <p:nvPr/>
          </p:nvSpPr>
          <p:spPr>
            <a:xfrm>
              <a:off x="0" y="0"/>
              <a:ext cx="6360928" cy="6858000"/>
            </a:xfrm>
            <a:prstGeom prst="roundRect">
              <a:avLst>
                <a:gd name="adj" fmla="val 3011"/>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800" dirty="0"/>
            </a:p>
          </p:txBody>
        </p:sp>
      </p:grpSp>
      <p:sp>
        <p:nvSpPr>
          <p:cNvPr id="17" name="Title 16">
            <a:extLst>
              <a:ext uri="{FF2B5EF4-FFF2-40B4-BE49-F238E27FC236}">
                <a16:creationId xmlns:a16="http://schemas.microsoft.com/office/drawing/2014/main" id="{CF118E24-D89F-3B35-BEAD-89C748C4A267}"/>
              </a:ext>
            </a:extLst>
          </p:cNvPr>
          <p:cNvSpPr>
            <a:spLocks noGrp="1"/>
          </p:cNvSpPr>
          <p:nvPr>
            <p:ph type="title"/>
          </p:nvPr>
        </p:nvSpPr>
        <p:spPr>
          <a:xfrm>
            <a:off x="731838" y="733846"/>
            <a:ext cx="4334634" cy="307520"/>
          </a:xfrm>
        </p:spPr>
        <p:txBody>
          <a:bodyPr anchor="t"/>
          <a:lstStyle/>
          <a:p>
            <a:r>
              <a:rPr lang="en-US" dirty="0" err="1"/>
              <a:t>Almatia</a:t>
            </a:r>
            <a:r>
              <a:rPr lang="en-US" dirty="0"/>
              <a:t> is the Trusted Partner for World-Class Suppliers</a:t>
            </a:r>
          </a:p>
        </p:txBody>
      </p:sp>
      <p:sp>
        <p:nvSpPr>
          <p:cNvPr id="21" name="Content Placeholder 20">
            <a:extLst>
              <a:ext uri="{FF2B5EF4-FFF2-40B4-BE49-F238E27FC236}">
                <a16:creationId xmlns:a16="http://schemas.microsoft.com/office/drawing/2014/main" id="{9E628DA1-0BBD-4332-61DF-46DF86655E44}"/>
              </a:ext>
            </a:extLst>
          </p:cNvPr>
          <p:cNvSpPr>
            <a:spLocks noGrp="1"/>
          </p:cNvSpPr>
          <p:nvPr>
            <p:ph sz="quarter" idx="13"/>
          </p:nvPr>
        </p:nvSpPr>
        <p:spPr>
          <a:xfrm>
            <a:off x="731839" y="1450975"/>
            <a:ext cx="4184193" cy="438000"/>
          </a:xfrm>
        </p:spPr>
        <p:txBody>
          <a:bodyPr/>
          <a:lstStyle/>
          <a:p>
            <a:r>
              <a:rPr lang="en-US" dirty="0"/>
              <a:t>The company has established itself as a leading distributor of the largest global manufacturers in the sector</a:t>
            </a:r>
            <a:endParaRPr lang="en-US" b="1" dirty="0"/>
          </a:p>
        </p:txBody>
      </p:sp>
      <p:sp>
        <p:nvSpPr>
          <p:cNvPr id="8" name="Text Placeholder 7">
            <a:extLst>
              <a:ext uri="{FF2B5EF4-FFF2-40B4-BE49-F238E27FC236}">
                <a16:creationId xmlns:a16="http://schemas.microsoft.com/office/drawing/2014/main" id="{791CCB9B-4BA1-88D4-DC0F-97D5E4643ECC}"/>
              </a:ext>
            </a:extLst>
          </p:cNvPr>
          <p:cNvSpPr>
            <a:spLocks noGrp="1"/>
          </p:cNvSpPr>
          <p:nvPr>
            <p:ph type="body" sz="quarter" idx="36"/>
          </p:nvPr>
        </p:nvSpPr>
        <p:spPr/>
        <p:txBody>
          <a:bodyPr/>
          <a:lstStyle/>
          <a:p>
            <a:endParaRPr lang="pt-BR"/>
          </a:p>
        </p:txBody>
      </p:sp>
      <p:sp>
        <p:nvSpPr>
          <p:cNvPr id="37" name="Content Placeholder 6">
            <a:extLst>
              <a:ext uri="{FF2B5EF4-FFF2-40B4-BE49-F238E27FC236}">
                <a16:creationId xmlns:a16="http://schemas.microsoft.com/office/drawing/2014/main" id="{ED55C70D-562D-CECD-C1CB-3891A64B357F}"/>
              </a:ext>
            </a:extLst>
          </p:cNvPr>
          <p:cNvSpPr txBox="1">
            <a:spLocks/>
          </p:cNvSpPr>
          <p:nvPr/>
        </p:nvSpPr>
        <p:spPr>
          <a:xfrm>
            <a:off x="5761184" y="1250708"/>
            <a:ext cx="6018649" cy="264363"/>
          </a:xfrm>
          <a:prstGeom prst="rect">
            <a:avLst/>
          </a:prstGeom>
        </p:spPr>
        <p:txBody>
          <a:bodyPr vert="horz" wrap="square" lIns="0" tIns="36000" rIns="0" bIns="0" rtlCol="0">
            <a:spAutoFit/>
          </a:bodyPr>
          <a:lstStyle>
            <a:defPPr>
              <a:defRPr lang="pt-BR"/>
            </a:defPPr>
            <a:lvl1pPr indent="0">
              <a:lnSpc>
                <a:spcPct val="110000"/>
              </a:lnSpc>
              <a:spcBef>
                <a:spcPts val="0"/>
              </a:spcBef>
              <a:spcAft>
                <a:spcPts val="800"/>
              </a:spcAft>
              <a:buFont typeface="Arial" panose="020B0604020202020204" pitchFamily="34" charset="0"/>
              <a:buNone/>
              <a:defRPr sz="1200" b="1">
                <a:latin typeface="Source Serif Pro" panose="02040603050405020204" pitchFamily="18" charset="0"/>
                <a:ea typeface="Source Serif Pro" panose="02040603050405020204" pitchFamily="18" charset="0"/>
              </a:defRPr>
            </a:lvl1pPr>
            <a:lvl2pPr marL="108000" indent="-108000">
              <a:lnSpc>
                <a:spcPct val="110000"/>
              </a:lnSpc>
              <a:spcBef>
                <a:spcPts val="0"/>
              </a:spcBef>
              <a:spcAft>
                <a:spcPts val="800"/>
              </a:spcAft>
              <a:buClr>
                <a:schemeClr val="bg2"/>
              </a:buClr>
              <a:buFont typeface="Arial" panose="020B0604020202020204" pitchFamily="34" charset="0"/>
              <a:buChar char="•"/>
              <a:defRPr sz="1200">
                <a:latin typeface="Source Serif Pro" panose="02040603050405020204" pitchFamily="18" charset="0"/>
                <a:ea typeface="Source Serif Pro" panose="02040603050405020204" pitchFamily="18" charset="0"/>
              </a:defRPr>
            </a:lvl2pPr>
            <a:lvl3pPr marL="108000" indent="-108000">
              <a:lnSpc>
                <a:spcPct val="110000"/>
              </a:lnSpc>
              <a:spcBef>
                <a:spcPts val="0"/>
              </a:spcBef>
              <a:spcAft>
                <a:spcPts val="800"/>
              </a:spcAft>
              <a:buClr>
                <a:schemeClr val="bg2"/>
              </a:buClr>
              <a:buFont typeface="Source Sans Pro" panose="020B0503030403020204" pitchFamily="34" charset="0"/>
              <a:buChar char="−"/>
              <a:defRPr sz="1200">
                <a:latin typeface="Source Serif Pro Light" panose="02040303050405020204" pitchFamily="18" charset="0"/>
                <a:ea typeface="Source Serif Pro Light" panose="02040303050405020204" pitchFamily="18" charset="0"/>
              </a:defRPr>
            </a:lvl3pPr>
            <a:lvl4pPr marL="0" indent="0">
              <a:lnSpc>
                <a:spcPct val="110000"/>
              </a:lnSpc>
              <a:spcBef>
                <a:spcPts val="0"/>
              </a:spcBef>
              <a:spcAft>
                <a:spcPts val="800"/>
              </a:spcAft>
              <a:buFont typeface="Arial" panose="020B0604020202020204" pitchFamily="34" charset="0"/>
              <a:buNone/>
              <a:defRPr sz="1200" b="1">
                <a:latin typeface="Source Serif Pro" panose="02040603050405020204" pitchFamily="18" charset="0"/>
                <a:ea typeface="Source Serif Pro" panose="02040603050405020204" pitchFamily="18" charset="0"/>
              </a:defRPr>
            </a:lvl4pPr>
            <a:lvl5pPr marL="0" indent="0">
              <a:lnSpc>
                <a:spcPct val="110000"/>
              </a:lnSpc>
              <a:spcBef>
                <a:spcPts val="0"/>
              </a:spcBef>
              <a:spcAft>
                <a:spcPts val="800"/>
              </a:spcAft>
              <a:buFont typeface="Arial" panose="020B0604020202020204" pitchFamily="34" charset="0"/>
              <a:buNone/>
              <a:defRPr sz="1200">
                <a:solidFill>
                  <a:schemeClr val="accent1"/>
                </a:solidFill>
                <a:latin typeface="Source Serif Pro Black" panose="02040903050405020204" pitchFamily="18" charset="0"/>
                <a:ea typeface="Source Serif Pro Black" panose="02040903050405020204" pitchFamily="18"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1400" dirty="0">
                <a:solidFill>
                  <a:schemeClr val="bg1"/>
                </a:solidFill>
                <a:latin typeface="Poppins SemiBold" panose="00000700000000000000" pitchFamily="2" charset="0"/>
                <a:cs typeface="Poppins SemiBold" panose="00000700000000000000" pitchFamily="2" charset="0"/>
              </a:rPr>
              <a:t>The main suppliers are globally renowned companies ...</a:t>
            </a:r>
          </a:p>
        </p:txBody>
      </p:sp>
      <p:sp>
        <p:nvSpPr>
          <p:cNvPr id="56" name="Content Placeholder 6">
            <a:extLst>
              <a:ext uri="{FF2B5EF4-FFF2-40B4-BE49-F238E27FC236}">
                <a16:creationId xmlns:a16="http://schemas.microsoft.com/office/drawing/2014/main" id="{A37DF829-B6CE-FC46-2CB0-36FC3FFA83AD}"/>
              </a:ext>
            </a:extLst>
          </p:cNvPr>
          <p:cNvSpPr txBox="1">
            <a:spLocks/>
          </p:cNvSpPr>
          <p:nvPr/>
        </p:nvSpPr>
        <p:spPr>
          <a:xfrm>
            <a:off x="1262779" y="2038700"/>
            <a:ext cx="2566838" cy="434922"/>
          </a:xfrm>
          <a:prstGeom prst="rect">
            <a:avLst/>
          </a:prstGeom>
        </p:spPr>
        <p:txBody>
          <a:bodyPr vert="horz" wrap="square" lIns="0" tIns="36000" rIns="0" bIns="0" rtlCol="0">
            <a:spAutoFit/>
          </a:bodyPr>
          <a:lstStyle>
            <a:defPPr>
              <a:defRPr lang="pt-BR"/>
            </a:defPPr>
            <a:lvl1pPr indent="0">
              <a:lnSpc>
                <a:spcPct val="110000"/>
              </a:lnSpc>
              <a:spcBef>
                <a:spcPts val="0"/>
              </a:spcBef>
              <a:spcAft>
                <a:spcPts val="800"/>
              </a:spcAft>
              <a:buFont typeface="Arial" panose="020B0604020202020204" pitchFamily="34" charset="0"/>
              <a:buNone/>
              <a:defRPr sz="1200" b="1">
                <a:latin typeface="Source Serif Pro" panose="02040603050405020204" pitchFamily="18" charset="0"/>
                <a:ea typeface="Source Serif Pro" panose="02040603050405020204" pitchFamily="18" charset="0"/>
              </a:defRPr>
            </a:lvl1pPr>
            <a:lvl2pPr marL="108000" indent="-108000">
              <a:lnSpc>
                <a:spcPct val="110000"/>
              </a:lnSpc>
              <a:spcBef>
                <a:spcPts val="0"/>
              </a:spcBef>
              <a:spcAft>
                <a:spcPts val="800"/>
              </a:spcAft>
              <a:buClr>
                <a:schemeClr val="bg2"/>
              </a:buClr>
              <a:buFont typeface="Arial" panose="020B0604020202020204" pitchFamily="34" charset="0"/>
              <a:buChar char="•"/>
              <a:defRPr sz="1200">
                <a:latin typeface="Source Serif Pro" panose="02040603050405020204" pitchFamily="18" charset="0"/>
                <a:ea typeface="Source Serif Pro" panose="02040603050405020204" pitchFamily="18" charset="0"/>
              </a:defRPr>
            </a:lvl2pPr>
            <a:lvl3pPr marL="108000" indent="-108000">
              <a:lnSpc>
                <a:spcPct val="110000"/>
              </a:lnSpc>
              <a:spcBef>
                <a:spcPts val="0"/>
              </a:spcBef>
              <a:spcAft>
                <a:spcPts val="800"/>
              </a:spcAft>
              <a:buClr>
                <a:schemeClr val="bg2"/>
              </a:buClr>
              <a:buFont typeface="Source Sans Pro" panose="020B0503030403020204" pitchFamily="34" charset="0"/>
              <a:buChar char="−"/>
              <a:defRPr sz="1200">
                <a:latin typeface="Source Serif Pro Light" panose="02040303050405020204" pitchFamily="18" charset="0"/>
                <a:ea typeface="Source Serif Pro Light" panose="02040303050405020204" pitchFamily="18" charset="0"/>
              </a:defRPr>
            </a:lvl3pPr>
            <a:lvl4pPr marL="0" indent="0">
              <a:lnSpc>
                <a:spcPct val="110000"/>
              </a:lnSpc>
              <a:spcBef>
                <a:spcPts val="0"/>
              </a:spcBef>
              <a:spcAft>
                <a:spcPts val="800"/>
              </a:spcAft>
              <a:buFont typeface="Arial" panose="020B0604020202020204" pitchFamily="34" charset="0"/>
              <a:buNone/>
              <a:defRPr sz="1200" b="1">
                <a:latin typeface="Source Serif Pro" panose="02040603050405020204" pitchFamily="18" charset="0"/>
                <a:ea typeface="Source Serif Pro" panose="02040603050405020204" pitchFamily="18" charset="0"/>
              </a:defRPr>
            </a:lvl4pPr>
            <a:lvl5pPr marL="0" indent="0">
              <a:lnSpc>
                <a:spcPct val="110000"/>
              </a:lnSpc>
              <a:spcBef>
                <a:spcPts val="0"/>
              </a:spcBef>
              <a:spcAft>
                <a:spcPts val="800"/>
              </a:spcAft>
              <a:buFont typeface="Arial" panose="020B0604020202020204" pitchFamily="34" charset="0"/>
              <a:buNone/>
              <a:defRPr sz="1200">
                <a:solidFill>
                  <a:schemeClr val="accent1"/>
                </a:solidFill>
                <a:latin typeface="Source Serif Pro Black" panose="02040903050405020204" pitchFamily="18" charset="0"/>
                <a:ea typeface="Source Serif Pro Black" panose="02040903050405020204" pitchFamily="18"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solidFill>
                  <a:schemeClr val="tx2"/>
                </a:solidFill>
                <a:latin typeface="Poppins SemiBold" panose="00000700000000000000" pitchFamily="2" charset="0"/>
                <a:cs typeface="Poppins SemiBold" panose="00000700000000000000" pitchFamily="2" charset="0"/>
              </a:rPr>
              <a:t>Being a reliable partner to some of the leading global suppliers</a:t>
            </a:r>
          </a:p>
        </p:txBody>
      </p:sp>
      <p:pic>
        <p:nvPicPr>
          <p:cNvPr id="14397" name="Imagen 75">
            <a:extLst>
              <a:ext uri="{FF2B5EF4-FFF2-40B4-BE49-F238E27FC236}">
                <a16:creationId xmlns:a16="http://schemas.microsoft.com/office/drawing/2014/main" id="{1678B7D2-48C7-8C3A-5901-AA4DAA943721}"/>
              </a:ext>
            </a:extLst>
          </p:cNvPr>
          <p:cNvPicPr>
            <a:picLocks noChangeAspect="1" noChangeArrowheads="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3219039" y="3282187"/>
            <a:ext cx="573835" cy="193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 name="Imagen 40">
            <a:extLst>
              <a:ext uri="{FF2B5EF4-FFF2-40B4-BE49-F238E27FC236}">
                <a16:creationId xmlns:a16="http://schemas.microsoft.com/office/drawing/2014/main" id="{A12229E8-0251-B42E-2E0A-060A2EC4CC1D}"/>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228569" y="4754336"/>
            <a:ext cx="557162" cy="125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 name="Imagen 68">
            <a:extLst>
              <a:ext uri="{FF2B5EF4-FFF2-40B4-BE49-F238E27FC236}">
                <a16:creationId xmlns:a16="http://schemas.microsoft.com/office/drawing/2014/main" id="{16708737-E12A-5AA1-C31A-49941C2AE2BF}"/>
              </a:ext>
            </a:extLst>
          </p:cNvPr>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t="16705" b="10402"/>
          <a:stretch>
            <a:fillRect/>
          </a:stretch>
        </p:blipFill>
        <p:spPr bwMode="auto">
          <a:xfrm>
            <a:off x="3148364" y="5233117"/>
            <a:ext cx="697493" cy="255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 name="Imagen 74">
            <a:extLst>
              <a:ext uri="{FF2B5EF4-FFF2-40B4-BE49-F238E27FC236}">
                <a16:creationId xmlns:a16="http://schemas.microsoft.com/office/drawing/2014/main" id="{8EF504DD-812E-5E79-527A-7B90A197C03E}"/>
              </a:ext>
            </a:extLst>
          </p:cNvPr>
          <p:cNvPicPr>
            <a:picLocks noChangeAspect="1" noChangeArrowheads="1"/>
          </p:cNvPicPr>
          <p:nvPr/>
        </p:nvPicPr>
        <p:blipFill rotWithShape="1">
          <a:blip r:embed="rId5" cstate="screen">
            <a:extLst>
              <a:ext uri="{28A0092B-C50C-407E-A947-70E740481C1C}">
                <a14:useLocalDpi xmlns:a14="http://schemas.microsoft.com/office/drawing/2010/main"/>
              </a:ext>
            </a:extLst>
          </a:blip>
          <a:srcRect t="1" b="23902"/>
          <a:stretch/>
        </p:blipFill>
        <p:spPr bwMode="auto">
          <a:xfrm>
            <a:off x="3253185" y="2829309"/>
            <a:ext cx="514089" cy="277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 name="Imagen 93">
            <a:extLst>
              <a:ext uri="{FF2B5EF4-FFF2-40B4-BE49-F238E27FC236}">
                <a16:creationId xmlns:a16="http://schemas.microsoft.com/office/drawing/2014/main" id="{BF086A71-B922-8621-BAB5-7C948AEC7AA0}"/>
              </a:ext>
            </a:extLst>
          </p:cNvPr>
          <p:cNvPicPr>
            <a:picLocks noChangeAspect="1"/>
          </p:cNvPicPr>
          <p:nvPr/>
        </p:nvPicPr>
        <p:blipFill>
          <a:blip r:embed="rId6" cstate="screen">
            <a:clrChange>
              <a:clrFrom>
                <a:srgbClr val="FBFFFD"/>
              </a:clrFrom>
              <a:clrTo>
                <a:srgbClr val="FBFFFD">
                  <a:alpha val="0"/>
                </a:srgbClr>
              </a:clrTo>
            </a:clrChange>
            <a:extLst>
              <a:ext uri="{28A0092B-C50C-407E-A947-70E740481C1C}">
                <a14:useLocalDpi xmlns:a14="http://schemas.microsoft.com/office/drawing/2010/main"/>
              </a:ext>
            </a:extLst>
          </a:blip>
          <a:stretch>
            <a:fillRect/>
          </a:stretch>
        </p:blipFill>
        <p:spPr>
          <a:xfrm>
            <a:off x="3268981" y="3811375"/>
            <a:ext cx="486454" cy="132110"/>
          </a:xfrm>
          <a:prstGeom prst="rect">
            <a:avLst/>
          </a:prstGeom>
        </p:spPr>
      </p:pic>
      <p:pic>
        <p:nvPicPr>
          <p:cNvPr id="82" name="Imagen 96">
            <a:extLst>
              <a:ext uri="{FF2B5EF4-FFF2-40B4-BE49-F238E27FC236}">
                <a16:creationId xmlns:a16="http://schemas.microsoft.com/office/drawing/2014/main" id="{869BD434-516B-F58F-5058-D76CA1501BB3}"/>
              </a:ext>
            </a:extLst>
          </p:cNvPr>
          <p:cNvPicPr>
            <a:picLocks noChangeAspect="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229010" y="4280500"/>
            <a:ext cx="556390" cy="138788"/>
          </a:xfrm>
          <a:prstGeom prst="rect">
            <a:avLst/>
          </a:prstGeom>
        </p:spPr>
      </p:pic>
      <p:pic>
        <p:nvPicPr>
          <p:cNvPr id="14391" name="Picture 14" descr="Kärntner Montanindustrie">
            <a:extLst>
              <a:ext uri="{FF2B5EF4-FFF2-40B4-BE49-F238E27FC236}">
                <a16:creationId xmlns:a16="http://schemas.microsoft.com/office/drawing/2014/main" id="{EDAF267F-B4CA-5E39-4DE5-209B79AEE4C6}"/>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2059977" y="5767079"/>
            <a:ext cx="483459" cy="211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94" name="Imagen 44">
            <a:extLst>
              <a:ext uri="{FF2B5EF4-FFF2-40B4-BE49-F238E27FC236}">
                <a16:creationId xmlns:a16="http://schemas.microsoft.com/office/drawing/2014/main" id="{5A667E7B-AFC3-105E-3DE5-85310EDFBA81}"/>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1946386" y="2836490"/>
            <a:ext cx="682210" cy="202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96" name="Imagen 22">
            <a:extLst>
              <a:ext uri="{FF2B5EF4-FFF2-40B4-BE49-F238E27FC236}">
                <a16:creationId xmlns:a16="http://schemas.microsoft.com/office/drawing/2014/main" id="{F1D09E8D-7690-1256-B6B1-D0DF152A9345}"/>
              </a:ext>
            </a:extLst>
          </p:cNvPr>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auto">
          <a:xfrm>
            <a:off x="1950357" y="3699972"/>
            <a:ext cx="675262" cy="137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 name="Imagen 51">
            <a:extLst>
              <a:ext uri="{FF2B5EF4-FFF2-40B4-BE49-F238E27FC236}">
                <a16:creationId xmlns:a16="http://schemas.microsoft.com/office/drawing/2014/main" id="{6DCB0BAA-C253-D0CC-6C85-B5B4B060B040}"/>
              </a:ext>
            </a:extLst>
          </p:cNvPr>
          <p:cNvPicPr>
            <a:picLocks noChangeAspect="1" noChangeArrowheads="1"/>
          </p:cNvPicPr>
          <p:nvPr/>
        </p:nvPicPr>
        <p:blipFill>
          <a:blip r:embed="rId11" cstate="screen">
            <a:clrChange>
              <a:clrFrom>
                <a:srgbClr val="FFFEFB"/>
              </a:clrFrom>
              <a:clrTo>
                <a:srgbClr val="FFFEFB">
                  <a:alpha val="0"/>
                </a:srgbClr>
              </a:clrTo>
            </a:clrChange>
            <a:extLst>
              <a:ext uri="{28A0092B-C50C-407E-A947-70E740481C1C}">
                <a14:useLocalDpi xmlns:a14="http://schemas.microsoft.com/office/drawing/2010/main"/>
              </a:ext>
            </a:extLst>
          </a:blip>
          <a:srcRect/>
          <a:stretch>
            <a:fillRect/>
          </a:stretch>
        </p:blipFill>
        <p:spPr bwMode="auto">
          <a:xfrm>
            <a:off x="2038433" y="5352560"/>
            <a:ext cx="521158" cy="2057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 name="Imagen 91">
            <a:extLst>
              <a:ext uri="{FF2B5EF4-FFF2-40B4-BE49-F238E27FC236}">
                <a16:creationId xmlns:a16="http://schemas.microsoft.com/office/drawing/2014/main" id="{88CA2C0B-D578-A745-EEEB-9CC16A7E74D6}"/>
              </a:ext>
            </a:extLst>
          </p:cNvPr>
          <p:cNvPicPr>
            <a:picLocks noChangeAspect="1"/>
          </p:cNvPicPr>
          <p:nvPr/>
        </p:nvPicPr>
        <p:blipFill rotWithShape="1">
          <a:blip r:embed="rId1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944235" y="4037638"/>
            <a:ext cx="685976" cy="151574"/>
          </a:xfrm>
          <a:prstGeom prst="rect">
            <a:avLst/>
          </a:prstGeom>
        </p:spPr>
      </p:pic>
      <p:pic>
        <p:nvPicPr>
          <p:cNvPr id="83" name="Imagen 97">
            <a:extLst>
              <a:ext uri="{FF2B5EF4-FFF2-40B4-BE49-F238E27FC236}">
                <a16:creationId xmlns:a16="http://schemas.microsoft.com/office/drawing/2014/main" id="{3DA3A0C1-306F-0D20-D20F-6586A681BD6F}"/>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000644" y="4406046"/>
            <a:ext cx="587273" cy="268456"/>
          </a:xfrm>
          <a:prstGeom prst="rect">
            <a:avLst/>
          </a:prstGeom>
        </p:spPr>
      </p:pic>
      <p:pic>
        <p:nvPicPr>
          <p:cNvPr id="87" name="Imagen 101">
            <a:extLst>
              <a:ext uri="{FF2B5EF4-FFF2-40B4-BE49-F238E27FC236}">
                <a16:creationId xmlns:a16="http://schemas.microsoft.com/office/drawing/2014/main" id="{77A75273-118E-A4FC-3CBD-98C88B4D4818}"/>
              </a:ext>
            </a:extLst>
          </p:cNvPr>
          <p:cNvPicPr>
            <a:picLocks noChangeAspect="1"/>
          </p:cNvPicPr>
          <p:nvPr/>
        </p:nvPicPr>
        <p:blipFill rotWithShape="1">
          <a:blip r:embed="rId14">
            <a:extLst>
              <a:ext uri="{28A0092B-C50C-407E-A947-70E740481C1C}">
                <a14:useLocalDpi xmlns:a14="http://schemas.microsoft.com/office/drawing/2010/main" val="0"/>
              </a:ext>
            </a:extLst>
          </a:blip>
          <a:srcRect t="26365" b="28764"/>
          <a:stretch/>
        </p:blipFill>
        <p:spPr>
          <a:xfrm>
            <a:off x="1975091" y="3218286"/>
            <a:ext cx="631985" cy="283579"/>
          </a:xfrm>
          <a:prstGeom prst="rect">
            <a:avLst/>
          </a:prstGeom>
        </p:spPr>
      </p:pic>
      <p:pic>
        <p:nvPicPr>
          <p:cNvPr id="89" name="Imagen 5">
            <a:extLst>
              <a:ext uri="{FF2B5EF4-FFF2-40B4-BE49-F238E27FC236}">
                <a16:creationId xmlns:a16="http://schemas.microsoft.com/office/drawing/2014/main" id="{D7821880-7C1D-E91E-A1C0-2FFDEF4745F7}"/>
              </a:ext>
            </a:extLst>
          </p:cNvPr>
          <p:cNvPicPr>
            <a:picLocks noChangeAspect="1"/>
          </p:cNvPicPr>
          <p:nvPr/>
        </p:nvPicPr>
        <p:blipFill>
          <a:blip r:embed="rId1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101395" y="4889446"/>
            <a:ext cx="410992" cy="255246"/>
          </a:xfrm>
          <a:prstGeom prst="rect">
            <a:avLst/>
          </a:prstGeom>
        </p:spPr>
      </p:pic>
      <p:pic>
        <p:nvPicPr>
          <p:cNvPr id="14398" name="Imagen 26">
            <a:extLst>
              <a:ext uri="{FF2B5EF4-FFF2-40B4-BE49-F238E27FC236}">
                <a16:creationId xmlns:a16="http://schemas.microsoft.com/office/drawing/2014/main" id="{3CDEA11A-BFED-9827-3DAC-8637277C7417}"/>
              </a:ext>
            </a:extLst>
          </p:cNvPr>
          <p:cNvPicPr>
            <a:picLocks noChangeAspect="1" noChangeArrowheads="1"/>
          </p:cNvPicPr>
          <p:nvPr/>
        </p:nvPicPr>
        <p:blipFill>
          <a:blip r:embed="rId16" cstate="screen">
            <a:extLst>
              <a:ext uri="{28A0092B-C50C-407E-A947-70E740481C1C}">
                <a14:useLocalDpi xmlns:a14="http://schemas.microsoft.com/office/drawing/2010/main"/>
              </a:ext>
            </a:extLst>
          </a:blip>
          <a:srcRect/>
          <a:stretch>
            <a:fillRect/>
          </a:stretch>
        </p:blipFill>
        <p:spPr bwMode="auto">
          <a:xfrm>
            <a:off x="904387" y="4280210"/>
            <a:ext cx="439564" cy="212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99" name="Imagen 30">
            <a:extLst>
              <a:ext uri="{FF2B5EF4-FFF2-40B4-BE49-F238E27FC236}">
                <a16:creationId xmlns:a16="http://schemas.microsoft.com/office/drawing/2014/main" id="{FCBFFC50-6BE2-9EE9-A179-ECE4E2845289}"/>
              </a:ext>
            </a:extLst>
          </p:cNvPr>
          <p:cNvPicPr>
            <a:picLocks noChangeAspect="1" noChangeArrowheads="1"/>
          </p:cNvPicPr>
          <p:nvPr/>
        </p:nvPicPr>
        <p:blipFill>
          <a:blip r:embed="rId17"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88736" y="3807824"/>
            <a:ext cx="641916" cy="205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 name="Imagen 62">
            <a:extLst>
              <a:ext uri="{FF2B5EF4-FFF2-40B4-BE49-F238E27FC236}">
                <a16:creationId xmlns:a16="http://schemas.microsoft.com/office/drawing/2014/main" id="{60856B13-1AF4-6B1E-88B6-264B268B755C}"/>
              </a:ext>
            </a:extLst>
          </p:cNvPr>
          <p:cNvPicPr>
            <a:picLocks noChangeAspect="1" noChangeArrowheads="1"/>
          </p:cNvPicPr>
          <p:nvPr/>
        </p:nvPicPr>
        <p:blipFill>
          <a:blip r:embed="rId18" cstate="screen">
            <a:extLst>
              <a:ext uri="{28A0092B-C50C-407E-A947-70E740481C1C}">
                <a14:useLocalDpi xmlns:a14="http://schemas.microsoft.com/office/drawing/2010/main"/>
              </a:ext>
            </a:extLst>
          </a:blip>
          <a:srcRect/>
          <a:stretch>
            <a:fillRect/>
          </a:stretch>
        </p:blipFill>
        <p:spPr bwMode="auto">
          <a:xfrm>
            <a:off x="3188213" y="5825447"/>
            <a:ext cx="627770" cy="136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 name="Imagen 90">
            <a:extLst>
              <a:ext uri="{FF2B5EF4-FFF2-40B4-BE49-F238E27FC236}">
                <a16:creationId xmlns:a16="http://schemas.microsoft.com/office/drawing/2014/main" id="{C0546A5E-B804-5933-0118-A6E7D451BB0A}"/>
              </a:ext>
            </a:extLst>
          </p:cNvPr>
          <p:cNvPicPr>
            <a:picLocks noChangeAspect="1"/>
          </p:cNvPicPr>
          <p:nvPr/>
        </p:nvPicPr>
        <p:blipFill rotWithShape="1">
          <a:blip r:embed="rId19" cstate="screen">
            <a:extLst>
              <a:ext uri="{28A0092B-C50C-407E-A947-70E740481C1C}">
                <a14:useLocalDpi xmlns:a14="http://schemas.microsoft.com/office/drawing/2010/main"/>
              </a:ext>
            </a:extLst>
          </a:blip>
          <a:srcRect/>
          <a:stretch/>
        </p:blipFill>
        <p:spPr>
          <a:xfrm>
            <a:off x="865677" y="3244992"/>
            <a:ext cx="507295" cy="297022"/>
          </a:xfrm>
          <a:prstGeom prst="rect">
            <a:avLst/>
          </a:prstGeom>
        </p:spPr>
      </p:pic>
      <p:pic>
        <p:nvPicPr>
          <p:cNvPr id="80" name="Imagen 94">
            <a:extLst>
              <a:ext uri="{FF2B5EF4-FFF2-40B4-BE49-F238E27FC236}">
                <a16:creationId xmlns:a16="http://schemas.microsoft.com/office/drawing/2014/main" id="{8CD8EC34-CD92-C1EB-6FFA-9E009CE13503}"/>
              </a:ext>
            </a:extLst>
          </p:cNvPr>
          <p:cNvPicPr>
            <a:picLocks noChangeAspect="1"/>
          </p:cNvPicPr>
          <p:nvPr/>
        </p:nvPicPr>
        <p:blipFill rotWithShape="1">
          <a:blip r:embed="rId20">
            <a:clrChange>
              <a:clrFrom>
                <a:srgbClr val="FFFFFF"/>
              </a:clrFrom>
              <a:clrTo>
                <a:srgbClr val="FFFFFF">
                  <a:alpha val="0"/>
                </a:srgbClr>
              </a:clrTo>
            </a:clrChange>
            <a:extLst>
              <a:ext uri="{28A0092B-C50C-407E-A947-70E740481C1C}">
                <a14:useLocalDpi xmlns:a14="http://schemas.microsoft.com/office/drawing/2010/main" val="0"/>
              </a:ext>
            </a:extLst>
          </a:blip>
          <a:srcRect t="21840" b="21518"/>
          <a:stretch/>
        </p:blipFill>
        <p:spPr>
          <a:xfrm>
            <a:off x="722011" y="2777252"/>
            <a:ext cx="783128" cy="231772"/>
          </a:xfrm>
          <a:prstGeom prst="rect">
            <a:avLst/>
          </a:prstGeom>
        </p:spPr>
      </p:pic>
      <p:pic>
        <p:nvPicPr>
          <p:cNvPr id="81" name="Imagen 95">
            <a:extLst>
              <a:ext uri="{FF2B5EF4-FFF2-40B4-BE49-F238E27FC236}">
                <a16:creationId xmlns:a16="http://schemas.microsoft.com/office/drawing/2014/main" id="{2B05A2D0-C1BD-2C47-DD5C-481EABD24474}"/>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792859" y="4746482"/>
            <a:ext cx="634702" cy="123554"/>
          </a:xfrm>
          <a:prstGeom prst="rect">
            <a:avLst/>
          </a:prstGeom>
        </p:spPr>
      </p:pic>
      <p:pic>
        <p:nvPicPr>
          <p:cNvPr id="14392" name="Imagen 4">
            <a:extLst>
              <a:ext uri="{FF2B5EF4-FFF2-40B4-BE49-F238E27FC236}">
                <a16:creationId xmlns:a16="http://schemas.microsoft.com/office/drawing/2014/main" id="{337DDFD4-4ECE-5EFF-A035-9A74D0ED4AA7}"/>
              </a:ext>
            </a:extLst>
          </p:cNvPr>
          <p:cNvPicPr>
            <a:picLocks noChangeAspect="1" noChangeArrowheads="1"/>
          </p:cNvPicPr>
          <p:nvPr/>
        </p:nvPicPr>
        <p:blipFill>
          <a:blip r:embed="rId22" cstate="screen">
            <a:extLst>
              <a:ext uri="{28A0092B-C50C-407E-A947-70E740481C1C}">
                <a14:useLocalDpi xmlns:a14="http://schemas.microsoft.com/office/drawing/2010/main"/>
              </a:ext>
            </a:extLst>
          </a:blip>
          <a:srcRect/>
          <a:stretch>
            <a:fillRect/>
          </a:stretch>
        </p:blipFill>
        <p:spPr bwMode="auto">
          <a:xfrm>
            <a:off x="4255027" y="4235874"/>
            <a:ext cx="525204" cy="16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 name="Imagen 98">
            <a:extLst>
              <a:ext uri="{FF2B5EF4-FFF2-40B4-BE49-F238E27FC236}">
                <a16:creationId xmlns:a16="http://schemas.microsoft.com/office/drawing/2014/main" id="{BC9CBA1D-DE30-6F81-461D-05EFD17B70BA}"/>
              </a:ext>
            </a:extLst>
          </p:cNvPr>
          <p:cNvPicPr>
            <a:picLocks noChangeAspect="1"/>
          </p:cNvPicPr>
          <p:nvPr/>
        </p:nvPicPr>
        <p:blipFill>
          <a:blip r:embed="rId2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86256" y="4686936"/>
            <a:ext cx="470562" cy="254359"/>
          </a:xfrm>
          <a:prstGeom prst="rect">
            <a:avLst/>
          </a:prstGeom>
        </p:spPr>
      </p:pic>
      <p:pic>
        <p:nvPicPr>
          <p:cNvPr id="14393" name="Imagen 6">
            <a:extLst>
              <a:ext uri="{FF2B5EF4-FFF2-40B4-BE49-F238E27FC236}">
                <a16:creationId xmlns:a16="http://schemas.microsoft.com/office/drawing/2014/main" id="{B1A9AC7B-8352-B687-9CF7-71EFF016D405}"/>
              </a:ext>
            </a:extLst>
          </p:cNvPr>
          <p:cNvPicPr>
            <a:picLocks noChangeAspect="1" noChangeArrowheads="1"/>
          </p:cNvPicPr>
          <p:nvPr/>
        </p:nvPicPr>
        <p:blipFill>
          <a:blip r:embed="rId24" cstate="screen">
            <a:extLst>
              <a:ext uri="{28A0092B-C50C-407E-A947-70E740481C1C}">
                <a14:useLocalDpi xmlns:a14="http://schemas.microsoft.com/office/drawing/2010/main"/>
              </a:ext>
            </a:extLst>
          </a:blip>
          <a:srcRect/>
          <a:stretch>
            <a:fillRect/>
          </a:stretch>
        </p:blipFill>
        <p:spPr bwMode="auto">
          <a:xfrm>
            <a:off x="4231998" y="3283402"/>
            <a:ext cx="565497" cy="109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 name="Imagen 66">
            <a:extLst>
              <a:ext uri="{FF2B5EF4-FFF2-40B4-BE49-F238E27FC236}">
                <a16:creationId xmlns:a16="http://schemas.microsoft.com/office/drawing/2014/main" id="{6103D2EA-42E7-DEA5-856F-A85F5F4EFC22}"/>
              </a:ext>
            </a:extLst>
          </p:cNvPr>
          <p:cNvPicPr>
            <a:picLocks noChangeAspect="1" noChangeArrowheads="1"/>
          </p:cNvPicPr>
          <p:nvPr/>
        </p:nvPicPr>
        <p:blipFill>
          <a:blip r:embed="rId25"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4251995" y="3714769"/>
            <a:ext cx="530509" cy="245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 name="Imagen 45">
            <a:extLst>
              <a:ext uri="{FF2B5EF4-FFF2-40B4-BE49-F238E27FC236}">
                <a16:creationId xmlns:a16="http://schemas.microsoft.com/office/drawing/2014/main" id="{0A2B5046-F201-7FCD-3BE4-22470FFF8EB3}"/>
              </a:ext>
            </a:extLst>
          </p:cNvPr>
          <p:cNvPicPr>
            <a:picLocks noChangeAspect="1" noChangeArrowheads="1"/>
          </p:cNvPicPr>
          <p:nvPr/>
        </p:nvPicPr>
        <p:blipFill>
          <a:blip r:embed="rId26" cstate="screen">
            <a:clrChange>
              <a:clrFrom>
                <a:srgbClr val="FFFDFE"/>
              </a:clrFrom>
              <a:clrTo>
                <a:srgbClr val="FFFDFE">
                  <a:alpha val="0"/>
                </a:srgbClr>
              </a:clrTo>
            </a:clrChange>
            <a:extLst>
              <a:ext uri="{28A0092B-C50C-407E-A947-70E740481C1C}">
                <a14:useLocalDpi xmlns:a14="http://schemas.microsoft.com/office/drawing/2010/main"/>
              </a:ext>
            </a:extLst>
          </a:blip>
          <a:srcRect/>
          <a:stretch>
            <a:fillRect/>
          </a:stretch>
        </p:blipFill>
        <p:spPr bwMode="auto">
          <a:xfrm>
            <a:off x="4192293" y="5217260"/>
            <a:ext cx="634969" cy="166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 name="Imagen 64">
            <a:extLst>
              <a:ext uri="{FF2B5EF4-FFF2-40B4-BE49-F238E27FC236}">
                <a16:creationId xmlns:a16="http://schemas.microsoft.com/office/drawing/2014/main" id="{764199EA-B749-3DBA-3800-F37D92EC1D65}"/>
              </a:ext>
            </a:extLst>
          </p:cNvPr>
          <p:cNvPicPr>
            <a:picLocks noChangeAspect="1" noChangeArrowheads="1"/>
          </p:cNvPicPr>
          <p:nvPr/>
        </p:nvPicPr>
        <p:blipFill>
          <a:blip r:embed="rId27" cstate="screen">
            <a:clrChange>
              <a:clrFrom>
                <a:srgbClr val="FFFDFF"/>
              </a:clrFrom>
              <a:clrTo>
                <a:srgbClr val="FFFDFF">
                  <a:alpha val="0"/>
                </a:srgbClr>
              </a:clrTo>
            </a:clrChange>
            <a:extLst>
              <a:ext uri="{28A0092B-C50C-407E-A947-70E740481C1C}">
                <a14:useLocalDpi xmlns:a14="http://schemas.microsoft.com/office/drawing/2010/main"/>
              </a:ext>
            </a:extLst>
          </a:blip>
          <a:srcRect/>
          <a:stretch>
            <a:fillRect/>
          </a:stretch>
        </p:blipFill>
        <p:spPr bwMode="auto">
          <a:xfrm>
            <a:off x="4313685" y="2775762"/>
            <a:ext cx="422570" cy="26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 name="Imagen 100">
            <a:extLst>
              <a:ext uri="{FF2B5EF4-FFF2-40B4-BE49-F238E27FC236}">
                <a16:creationId xmlns:a16="http://schemas.microsoft.com/office/drawing/2014/main" id="{75D301C7-6BE2-DD8A-0DCC-921A426E48D6}"/>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4376471" y="5680843"/>
            <a:ext cx="312714" cy="312714"/>
          </a:xfrm>
          <a:prstGeom prst="rect">
            <a:avLst/>
          </a:prstGeom>
        </p:spPr>
      </p:pic>
      <p:pic>
        <p:nvPicPr>
          <p:cNvPr id="88" name="Picture 4">
            <a:extLst>
              <a:ext uri="{FF2B5EF4-FFF2-40B4-BE49-F238E27FC236}">
                <a16:creationId xmlns:a16="http://schemas.microsoft.com/office/drawing/2014/main" id="{15D21585-4459-AFB1-06ED-7C429E20972B}"/>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801580" y="5125658"/>
            <a:ext cx="619446" cy="134407"/>
          </a:xfrm>
          <a:prstGeom prst="rect">
            <a:avLst/>
          </a:prstGeom>
          <a:noFill/>
          <a:extLst>
            <a:ext uri="{909E8E84-426E-40DD-AFC4-6F175D3DCCD1}">
              <a14:hiddenFill xmlns:a14="http://schemas.microsoft.com/office/drawing/2010/main">
                <a:solidFill>
                  <a:srgbClr val="FFFFFF"/>
                </a:solidFill>
              </a14:hiddenFill>
            </a:ext>
          </a:extLst>
        </p:spPr>
      </p:pic>
      <p:pic>
        <p:nvPicPr>
          <p:cNvPr id="90" name="Imagen 28">
            <a:extLst>
              <a:ext uri="{FF2B5EF4-FFF2-40B4-BE49-F238E27FC236}">
                <a16:creationId xmlns:a16="http://schemas.microsoft.com/office/drawing/2014/main" id="{B900E112-0FC9-7785-0FDD-C9B7D54336FB}"/>
              </a:ext>
            </a:extLst>
          </p:cNvPr>
          <p:cNvPicPr>
            <a:picLocks noChangeAspect="1"/>
          </p:cNvPicPr>
          <p:nvPr/>
        </p:nvPicPr>
        <p:blipFill>
          <a:blip r:embed="rId30">
            <a:clrChange>
              <a:clrFrom>
                <a:srgbClr val="FFFFFF"/>
              </a:clrFrom>
              <a:clrTo>
                <a:srgbClr val="FFFFFF">
                  <a:alpha val="0"/>
                </a:srgbClr>
              </a:clrTo>
            </a:clrChange>
            <a:extLst>
              <a:ext uri="{28A0092B-C50C-407E-A947-70E740481C1C}">
                <a14:useLocalDpi xmlns:a14="http://schemas.microsoft.com/office/drawing/2010/main" val="0"/>
              </a:ext>
            </a:extLst>
          </a:blip>
          <a:srcRect t="18881" b="20295"/>
          <a:stretch/>
        </p:blipFill>
        <p:spPr>
          <a:xfrm>
            <a:off x="722012" y="5553886"/>
            <a:ext cx="758661" cy="461445"/>
          </a:xfrm>
          <a:prstGeom prst="rect">
            <a:avLst/>
          </a:prstGeom>
        </p:spPr>
      </p:pic>
      <p:sp>
        <p:nvSpPr>
          <p:cNvPr id="55" name="TextBox 46">
            <a:extLst>
              <a:ext uri="{FF2B5EF4-FFF2-40B4-BE49-F238E27FC236}">
                <a16:creationId xmlns:a16="http://schemas.microsoft.com/office/drawing/2014/main" id="{DD9E6818-4491-C56C-2169-51021F82868D}"/>
              </a:ext>
            </a:extLst>
          </p:cNvPr>
          <p:cNvSpPr txBox="1"/>
          <p:nvPr/>
        </p:nvSpPr>
        <p:spPr>
          <a:xfrm>
            <a:off x="9460314" y="1739599"/>
            <a:ext cx="1220400" cy="123111"/>
          </a:xfrm>
          <a:prstGeom prst="rect">
            <a:avLst/>
          </a:prstGeom>
          <a:noFill/>
        </p:spPr>
        <p:txBody>
          <a:bodyPr wrap="square" lIns="0" tIns="0" rIns="0" bIns="0" rtlCol="0">
            <a:spAutoFit/>
          </a:bodyPr>
          <a:lstStyle/>
          <a:p>
            <a:pPr algn="ctr"/>
            <a:r>
              <a:rPr lang="en-US" sz="800" b="1" dirty="0">
                <a:solidFill>
                  <a:schemeClr val="accent1"/>
                </a:solidFill>
                <a:latin typeface="Poppins SemiBold" panose="00000700000000000000" pitchFamily="2" charset="0"/>
                <a:ea typeface="Source Serif Pro" panose="02040603050405020204" pitchFamily="18" charset="0"/>
                <a:cs typeface="Poppins SemiBold" panose="00000700000000000000" pitchFamily="2" charset="0"/>
              </a:rPr>
              <a:t>Description</a:t>
            </a:r>
          </a:p>
        </p:txBody>
      </p:sp>
      <p:sp>
        <p:nvSpPr>
          <p:cNvPr id="46" name="TextBox 46">
            <a:extLst>
              <a:ext uri="{FF2B5EF4-FFF2-40B4-BE49-F238E27FC236}">
                <a16:creationId xmlns:a16="http://schemas.microsoft.com/office/drawing/2014/main" id="{BCA49A2B-510C-D679-1F7B-7FF060DB3D82}"/>
              </a:ext>
            </a:extLst>
          </p:cNvPr>
          <p:cNvSpPr txBox="1"/>
          <p:nvPr/>
        </p:nvSpPr>
        <p:spPr>
          <a:xfrm>
            <a:off x="8439045" y="1670349"/>
            <a:ext cx="929752" cy="246221"/>
          </a:xfrm>
          <a:prstGeom prst="rect">
            <a:avLst/>
          </a:prstGeom>
          <a:noFill/>
        </p:spPr>
        <p:txBody>
          <a:bodyPr wrap="square" lIns="0" tIns="0" rIns="0" bIns="0" rtlCol="0">
            <a:spAutoFit/>
          </a:bodyPr>
          <a:lstStyle/>
          <a:p>
            <a:pPr algn="ctr"/>
            <a:r>
              <a:rPr lang="en-US" sz="800" b="1" dirty="0">
                <a:solidFill>
                  <a:schemeClr val="accent1"/>
                </a:solidFill>
                <a:latin typeface="Poppins SemiBold" panose="00000700000000000000" pitchFamily="2" charset="0"/>
                <a:ea typeface="Source Serif Pro" panose="02040603050405020204" pitchFamily="18" charset="0"/>
                <a:cs typeface="Poppins SemiBold" panose="00000700000000000000" pitchFamily="2" charset="0"/>
              </a:rPr>
              <a:t>Description of Relationship¹</a:t>
            </a:r>
          </a:p>
        </p:txBody>
      </p:sp>
      <p:sp>
        <p:nvSpPr>
          <p:cNvPr id="57" name="TextBox 46">
            <a:extLst>
              <a:ext uri="{FF2B5EF4-FFF2-40B4-BE49-F238E27FC236}">
                <a16:creationId xmlns:a16="http://schemas.microsoft.com/office/drawing/2014/main" id="{691AC89B-F497-0A47-1C8C-A204DC2BD061}"/>
              </a:ext>
            </a:extLst>
          </p:cNvPr>
          <p:cNvSpPr txBox="1"/>
          <p:nvPr/>
        </p:nvSpPr>
        <p:spPr>
          <a:xfrm>
            <a:off x="10955338" y="1670349"/>
            <a:ext cx="646556" cy="246221"/>
          </a:xfrm>
          <a:prstGeom prst="rect">
            <a:avLst/>
          </a:prstGeom>
          <a:noFill/>
        </p:spPr>
        <p:txBody>
          <a:bodyPr wrap="square" lIns="0" tIns="0" rIns="0" bIns="0" rtlCol="0">
            <a:spAutoFit/>
          </a:bodyPr>
          <a:lstStyle/>
          <a:p>
            <a:pPr algn="ctr"/>
            <a:r>
              <a:rPr lang="en-US" sz="800" b="1" dirty="0">
                <a:solidFill>
                  <a:schemeClr val="accent1"/>
                </a:solidFill>
                <a:latin typeface="Poppins SemiBold" panose="00000700000000000000" pitchFamily="2" charset="0"/>
                <a:ea typeface="Source Serif Pro" panose="02040603050405020204" pitchFamily="18" charset="0"/>
                <a:cs typeface="Poppins SemiBold" panose="00000700000000000000" pitchFamily="2" charset="0"/>
              </a:rPr>
              <a:t>Products Sold</a:t>
            </a:r>
          </a:p>
        </p:txBody>
      </p:sp>
      <p:sp>
        <p:nvSpPr>
          <p:cNvPr id="44" name="TextBox 46">
            <a:extLst>
              <a:ext uri="{FF2B5EF4-FFF2-40B4-BE49-F238E27FC236}">
                <a16:creationId xmlns:a16="http://schemas.microsoft.com/office/drawing/2014/main" id="{FE196A6F-A788-5D59-4C28-E5EBBEE39D88}"/>
              </a:ext>
            </a:extLst>
          </p:cNvPr>
          <p:cNvSpPr txBox="1"/>
          <p:nvPr/>
        </p:nvSpPr>
        <p:spPr>
          <a:xfrm>
            <a:off x="7480780" y="1670349"/>
            <a:ext cx="866748" cy="246221"/>
          </a:xfrm>
          <a:prstGeom prst="rect">
            <a:avLst/>
          </a:prstGeom>
          <a:noFill/>
        </p:spPr>
        <p:txBody>
          <a:bodyPr wrap="square" lIns="0" tIns="0" rIns="0" bIns="0" rtlCol="0">
            <a:spAutoFit/>
          </a:bodyPr>
          <a:lstStyle/>
          <a:p>
            <a:pPr algn="ctr"/>
            <a:r>
              <a:rPr lang="en-US" sz="800" b="1" dirty="0">
                <a:solidFill>
                  <a:schemeClr val="accent1"/>
                </a:solidFill>
                <a:latin typeface="Poppins SemiBold" panose="00000700000000000000" pitchFamily="2" charset="0"/>
                <a:ea typeface="Source Serif Pro" panose="02040603050405020204" pitchFamily="18" charset="0"/>
                <a:cs typeface="Poppins SemiBold" panose="00000700000000000000" pitchFamily="2" charset="0"/>
              </a:rPr>
              <a:t>Years of Relationship</a:t>
            </a:r>
          </a:p>
        </p:txBody>
      </p:sp>
      <p:sp>
        <p:nvSpPr>
          <p:cNvPr id="41" name="TextBox 46">
            <a:extLst>
              <a:ext uri="{FF2B5EF4-FFF2-40B4-BE49-F238E27FC236}">
                <a16:creationId xmlns:a16="http://schemas.microsoft.com/office/drawing/2014/main" id="{6BEDD9BD-CD77-E94F-72B3-F92BEA36DB55}"/>
              </a:ext>
            </a:extLst>
          </p:cNvPr>
          <p:cNvSpPr txBox="1"/>
          <p:nvPr/>
        </p:nvSpPr>
        <p:spPr>
          <a:xfrm>
            <a:off x="6853199" y="1739599"/>
            <a:ext cx="536064" cy="123111"/>
          </a:xfrm>
          <a:prstGeom prst="rect">
            <a:avLst/>
          </a:prstGeom>
          <a:noFill/>
        </p:spPr>
        <p:txBody>
          <a:bodyPr wrap="square" lIns="0" tIns="0" rIns="0" bIns="0" rtlCol="0">
            <a:spAutoFit/>
          </a:bodyPr>
          <a:lstStyle/>
          <a:p>
            <a:pPr algn="ctr"/>
            <a:r>
              <a:rPr lang="en-US" sz="800" b="1" dirty="0">
                <a:solidFill>
                  <a:schemeClr val="accent1"/>
                </a:solidFill>
                <a:latin typeface="Poppins SemiBold" panose="00000700000000000000" pitchFamily="2" charset="0"/>
                <a:ea typeface="Source Serif Pro" panose="02040603050405020204" pitchFamily="18" charset="0"/>
                <a:cs typeface="Poppins SemiBold" panose="00000700000000000000" pitchFamily="2" charset="0"/>
              </a:rPr>
              <a:t>Country</a:t>
            </a:r>
          </a:p>
        </p:txBody>
      </p:sp>
      <p:grpSp>
        <p:nvGrpSpPr>
          <p:cNvPr id="95" name="Group 94">
            <a:extLst>
              <a:ext uri="{FF2B5EF4-FFF2-40B4-BE49-F238E27FC236}">
                <a16:creationId xmlns:a16="http://schemas.microsoft.com/office/drawing/2014/main" id="{E1F0361C-D941-0FA4-AC3B-447BCE988A03}"/>
              </a:ext>
            </a:extLst>
          </p:cNvPr>
          <p:cNvGrpSpPr/>
          <p:nvPr/>
        </p:nvGrpSpPr>
        <p:grpSpPr>
          <a:xfrm>
            <a:off x="5822150" y="4124243"/>
            <a:ext cx="5962851" cy="492443"/>
            <a:chOff x="5822150" y="4189778"/>
            <a:chExt cx="5962851" cy="492443"/>
          </a:xfrm>
        </p:grpSpPr>
        <p:sp>
          <p:nvSpPr>
            <p:cNvPr id="14336" name="Retângulo 27">
              <a:extLst>
                <a:ext uri="{FF2B5EF4-FFF2-40B4-BE49-F238E27FC236}">
                  <a16:creationId xmlns:a16="http://schemas.microsoft.com/office/drawing/2014/main" id="{5E23A72D-C059-3133-5DF4-0E390C81E574}"/>
                </a:ext>
              </a:extLst>
            </p:cNvPr>
            <p:cNvSpPr/>
            <p:nvPr/>
          </p:nvSpPr>
          <p:spPr>
            <a:xfrm>
              <a:off x="9574915" y="4189778"/>
              <a:ext cx="991198" cy="492443"/>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p>
              <a:pPr marL="0" marR="0" lvl="0" indent="0" algn="ctr" defTabSz="914400" rtl="0" eaLnBrk="1" fontAlgn="auto" latinLnBrk="0" hangingPunct="1">
                <a:spcBef>
                  <a:spcPts val="0"/>
                </a:spcBef>
                <a:spcAft>
                  <a:spcPts val="0"/>
                </a:spcAft>
                <a:buClrTx/>
                <a:buSzTx/>
                <a:buFontTx/>
                <a:buNone/>
                <a:tabLst/>
                <a:defRPr/>
              </a:pPr>
              <a:r>
                <a:rPr lang="en-US" sz="800" dirty="0">
                  <a:solidFill>
                    <a:schemeClr val="bg1"/>
                  </a:solidFill>
                  <a:latin typeface="+mj-lt"/>
                  <a:ea typeface="Source Serif Pro" panose="02040603050405020204" pitchFamily="18" charset="0"/>
                  <a:cs typeface="Open Sans" panose="020B0606030504020204" pitchFamily="34" charset="0"/>
                </a:rPr>
                <a:t>Global leader                 in the manufacture of pigments &amp; colorants</a:t>
              </a:r>
            </a:p>
          </p:txBody>
        </p:sp>
        <p:sp>
          <p:nvSpPr>
            <p:cNvPr id="14339" name="Retângulo 27">
              <a:extLst>
                <a:ext uri="{FF2B5EF4-FFF2-40B4-BE49-F238E27FC236}">
                  <a16:creationId xmlns:a16="http://schemas.microsoft.com/office/drawing/2014/main" id="{044D6F5B-7157-203C-5C43-BF6BCEAD2B9F}"/>
                </a:ext>
              </a:extLst>
            </p:cNvPr>
            <p:cNvSpPr/>
            <p:nvPr/>
          </p:nvSpPr>
          <p:spPr>
            <a:xfrm>
              <a:off x="8302589" y="4189778"/>
              <a:ext cx="946140" cy="492443"/>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p>
              <a:pPr marL="0" marR="0" lvl="0" indent="0" algn="ctr" defTabSz="914400" rtl="0" eaLnBrk="1" fontAlgn="auto" latinLnBrk="0" hangingPunct="1">
                <a:spcBef>
                  <a:spcPts val="0"/>
                </a:spcBef>
                <a:spcAft>
                  <a:spcPts val="0"/>
                </a:spcAft>
                <a:buClrTx/>
                <a:buSzTx/>
                <a:buFontTx/>
                <a:buNone/>
                <a:tabLst/>
                <a:defRPr/>
              </a:pPr>
              <a:r>
                <a:rPr lang="en-US" sz="800" b="1" dirty="0">
                  <a:solidFill>
                    <a:schemeClr val="bg1"/>
                  </a:solidFill>
                  <a:latin typeface="+mj-lt"/>
                  <a:ea typeface="Source Serif Pro" panose="02040603050405020204" pitchFamily="18" charset="0"/>
                  <a:cs typeface="Open Sans" panose="020B0606030504020204" pitchFamily="34" charset="0"/>
                </a:rPr>
                <a:t>Exclusive </a:t>
              </a:r>
              <a:r>
                <a:rPr lang="en-US" sz="800" dirty="0">
                  <a:solidFill>
                    <a:schemeClr val="bg1"/>
                  </a:solidFill>
                  <a:latin typeface="+mj-lt"/>
                  <a:ea typeface="Source Serif Pro" panose="02040603050405020204" pitchFamily="18" charset="0"/>
                  <a:cs typeface="Open Sans" panose="020B0606030504020204" pitchFamily="34" charset="0"/>
                </a:rPr>
                <a:t>distribution</a:t>
              </a:r>
              <a:r>
                <a:rPr lang="en-US" sz="800" b="1" dirty="0">
                  <a:solidFill>
                    <a:schemeClr val="bg1"/>
                  </a:solidFill>
                  <a:latin typeface="+mj-lt"/>
                  <a:ea typeface="Source Serif Pro" panose="02040603050405020204" pitchFamily="18" charset="0"/>
                  <a:cs typeface="Open Sans" panose="020B0606030504020204" pitchFamily="34" charset="0"/>
                </a:rPr>
                <a:t> </a:t>
              </a:r>
              <a:r>
                <a:rPr lang="en-US" sz="800" dirty="0">
                  <a:solidFill>
                    <a:schemeClr val="bg1"/>
                  </a:solidFill>
                  <a:latin typeface="+mj-lt"/>
                  <a:ea typeface="Source Serif Pro" panose="02040603050405020204" pitchFamily="18" charset="0"/>
                  <a:cs typeface="Open Sans" panose="020B0606030504020204" pitchFamily="34" charset="0"/>
                </a:rPr>
                <a:t>agreement for Colombia</a:t>
              </a:r>
            </a:p>
          </p:txBody>
        </p:sp>
        <p:sp>
          <p:nvSpPr>
            <p:cNvPr id="14337" name="Retângulo 27">
              <a:extLst>
                <a:ext uri="{FF2B5EF4-FFF2-40B4-BE49-F238E27FC236}">
                  <a16:creationId xmlns:a16="http://schemas.microsoft.com/office/drawing/2014/main" id="{3FB5F931-267D-0BC5-46CE-EE1EF6E71220}"/>
                </a:ext>
              </a:extLst>
            </p:cNvPr>
            <p:cNvSpPr/>
            <p:nvPr/>
          </p:nvSpPr>
          <p:spPr>
            <a:xfrm>
              <a:off x="10772231" y="4312889"/>
              <a:ext cx="1012770" cy="246221"/>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p>
              <a:pPr marR="0" lvl="0" algn="ctr" defTabSz="914400" rtl="0" eaLnBrk="1" fontAlgn="auto" latinLnBrk="0" hangingPunct="1">
                <a:spcBef>
                  <a:spcPts val="0"/>
                </a:spcBef>
                <a:spcAft>
                  <a:spcPts val="400"/>
                </a:spcAft>
                <a:buClr>
                  <a:schemeClr val="bg2"/>
                </a:buClr>
                <a:buSzTx/>
                <a:tabLst/>
                <a:defRPr/>
              </a:pPr>
              <a:r>
                <a:rPr lang="en-US" sz="800" dirty="0">
                  <a:solidFill>
                    <a:schemeClr val="bg1"/>
                  </a:solidFill>
                  <a:latin typeface="+mj-lt"/>
                  <a:ea typeface="Source Serif Pro" panose="02040603050405020204" pitchFamily="18" charset="0"/>
                  <a:cs typeface="Open Sans" panose="020B0606030504020204" pitchFamily="34" charset="0"/>
                </a:rPr>
                <a:t>Pearlescent Pigments</a:t>
              </a:r>
            </a:p>
          </p:txBody>
        </p:sp>
        <p:sp>
          <p:nvSpPr>
            <p:cNvPr id="14373" name="TextBox 46">
              <a:extLst>
                <a:ext uri="{FF2B5EF4-FFF2-40B4-BE49-F238E27FC236}">
                  <a16:creationId xmlns:a16="http://schemas.microsoft.com/office/drawing/2014/main" id="{CE27C534-19AE-B339-A330-5940A6DD7989}"/>
                </a:ext>
              </a:extLst>
            </p:cNvPr>
            <p:cNvSpPr txBox="1"/>
            <p:nvPr/>
          </p:nvSpPr>
          <p:spPr>
            <a:xfrm>
              <a:off x="7603846" y="4359055"/>
              <a:ext cx="620616" cy="215444"/>
            </a:xfrm>
            <a:prstGeom prst="rect">
              <a:avLst/>
            </a:prstGeom>
            <a:noFill/>
          </p:spPr>
          <p:txBody>
            <a:bodyPr wrap="square" lIns="0" tIns="0" rIns="0" bIns="0" rtlCol="0">
              <a:spAutoFit/>
            </a:bodyPr>
            <a:lstStyle/>
            <a:p>
              <a:pPr algn="ctr"/>
              <a:r>
                <a:rPr lang="en-US" sz="1200" b="1" baseline="15000" dirty="0">
                  <a:solidFill>
                    <a:schemeClr val="bg1"/>
                  </a:solidFill>
                  <a:latin typeface="+mj-lt"/>
                  <a:ea typeface="Source Serif Pro" panose="02040603050405020204" pitchFamily="18" charset="0"/>
                  <a:cs typeface="Roboto" panose="02000000000000000000" pitchFamily="2" charset="0"/>
                </a:rPr>
                <a:t>+</a:t>
              </a:r>
              <a:r>
                <a:rPr lang="en-US" sz="1400" b="1" dirty="0">
                  <a:solidFill>
                    <a:schemeClr val="bg1"/>
                  </a:solidFill>
                  <a:latin typeface="+mj-lt"/>
                  <a:ea typeface="Source Serif Pro" panose="02040603050405020204" pitchFamily="18" charset="0"/>
                  <a:cs typeface="Roboto" panose="02000000000000000000" pitchFamily="2" charset="0"/>
                </a:rPr>
                <a:t>X </a:t>
              </a:r>
              <a:r>
                <a:rPr lang="en-US" sz="800" dirty="0">
                  <a:solidFill>
                    <a:schemeClr val="bg1"/>
                  </a:solidFill>
                  <a:latin typeface="+mj-lt"/>
                  <a:ea typeface="Source Serif Pro" panose="02040603050405020204" pitchFamily="18" charset="0"/>
                  <a:cs typeface="Roboto" panose="02000000000000000000" pitchFamily="2" charset="0"/>
                </a:rPr>
                <a:t>years</a:t>
              </a:r>
            </a:p>
          </p:txBody>
        </p:sp>
        <p:sp>
          <p:nvSpPr>
            <p:cNvPr id="14387" name="Rectangle 14386">
              <a:extLst>
                <a:ext uri="{FF2B5EF4-FFF2-40B4-BE49-F238E27FC236}">
                  <a16:creationId xmlns:a16="http://schemas.microsoft.com/office/drawing/2014/main" id="{61BEC203-9EC9-C0DE-AF15-99AB006A10F2}"/>
                </a:ext>
              </a:extLst>
            </p:cNvPr>
            <p:cNvSpPr/>
            <p:nvPr/>
          </p:nvSpPr>
          <p:spPr>
            <a:xfrm>
              <a:off x="6939107" y="4262822"/>
              <a:ext cx="364248" cy="34635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800" dirty="0">
                  <a:solidFill>
                    <a:srgbClr val="FF0000"/>
                  </a:solidFill>
                  <a:latin typeface="Source Serif Pro" panose="02040603050405020204" pitchFamily="18" charset="0"/>
                  <a:ea typeface="Source Serif Pro" panose="02040603050405020204" pitchFamily="18" charset="0"/>
                </a:rPr>
                <a:t>China</a:t>
              </a:r>
              <a:endParaRPr lang="es-CO" sz="800" dirty="0" err="1">
                <a:solidFill>
                  <a:srgbClr val="FF0000"/>
                </a:solidFill>
                <a:latin typeface="Source Serif Pro" panose="02040603050405020204" pitchFamily="18" charset="0"/>
                <a:ea typeface="Source Serif Pro" panose="02040603050405020204" pitchFamily="18" charset="0"/>
              </a:endParaRPr>
            </a:p>
          </p:txBody>
        </p:sp>
        <p:grpSp>
          <p:nvGrpSpPr>
            <p:cNvPr id="52" name="Group 51">
              <a:extLst>
                <a:ext uri="{FF2B5EF4-FFF2-40B4-BE49-F238E27FC236}">
                  <a16:creationId xmlns:a16="http://schemas.microsoft.com/office/drawing/2014/main" id="{4A6F2CCD-E338-81E8-5B95-983E162CCF3D}"/>
                </a:ext>
              </a:extLst>
            </p:cNvPr>
            <p:cNvGrpSpPr/>
            <p:nvPr/>
          </p:nvGrpSpPr>
          <p:grpSpPr>
            <a:xfrm>
              <a:off x="5822150" y="4220976"/>
              <a:ext cx="933835" cy="430046"/>
              <a:chOff x="5595913" y="4220976"/>
              <a:chExt cx="933835" cy="430046"/>
            </a:xfrm>
          </p:grpSpPr>
          <p:sp>
            <p:nvSpPr>
              <p:cNvPr id="38" name="Rectángulo: esquinas redondeadas 30">
                <a:extLst>
                  <a:ext uri="{FF2B5EF4-FFF2-40B4-BE49-F238E27FC236}">
                    <a16:creationId xmlns:a16="http://schemas.microsoft.com/office/drawing/2014/main" id="{B4A0DECA-992B-1C62-C3EB-98AB96F897A0}"/>
                  </a:ext>
                </a:extLst>
              </p:cNvPr>
              <p:cNvSpPr/>
              <p:nvPr/>
            </p:nvSpPr>
            <p:spPr>
              <a:xfrm>
                <a:off x="5595913" y="4220976"/>
                <a:ext cx="933835" cy="430046"/>
              </a:xfrm>
              <a:prstGeom prst="roundRect">
                <a:avLst>
                  <a:gd name="adj" fmla="val 7896"/>
                </a:avLst>
              </a:prstGeom>
              <a:solidFill>
                <a:schemeClr val="bg1"/>
              </a:solidFill>
              <a:ln>
                <a:noFill/>
              </a:ln>
              <a:effectLst>
                <a:outerShdw blurRad="50800" dist="25400" dir="8400000" algn="bl" rotWithShape="0">
                  <a:schemeClr val="tx1">
                    <a:alpha val="25000"/>
                  </a:schemeClr>
                </a:outerShdw>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pic>
            <p:nvPicPr>
              <p:cNvPr id="14381" name="Imagen 3">
                <a:extLst>
                  <a:ext uri="{FF2B5EF4-FFF2-40B4-BE49-F238E27FC236}">
                    <a16:creationId xmlns:a16="http://schemas.microsoft.com/office/drawing/2014/main" id="{C759BEBD-E5C3-050A-06C2-53811D3ABDCE}"/>
                  </a:ext>
                </a:extLst>
              </p:cNvPr>
              <p:cNvPicPr>
                <a:picLocks noChangeAspect="1"/>
              </p:cNvPicPr>
              <p:nvPr/>
            </p:nvPicPr>
            <p:blipFill rotWithShape="1">
              <a:blip r:embed="rId31" cstate="screen">
                <a:extLst>
                  <a:ext uri="{28A0092B-C50C-407E-A947-70E740481C1C}">
                    <a14:useLocalDpi xmlns:a14="http://schemas.microsoft.com/office/drawing/2010/main"/>
                  </a:ext>
                </a:extLst>
              </a:blip>
              <a:srcRect/>
              <a:stretch/>
            </p:blipFill>
            <p:spPr>
              <a:xfrm>
                <a:off x="5668130" y="4310734"/>
                <a:ext cx="789400" cy="250531"/>
              </a:xfrm>
              <a:prstGeom prst="rect">
                <a:avLst/>
              </a:prstGeom>
            </p:spPr>
          </p:pic>
        </p:grpSp>
      </p:grpSp>
      <p:sp>
        <p:nvSpPr>
          <p:cNvPr id="39" name="TextBox 46">
            <a:extLst>
              <a:ext uri="{FF2B5EF4-FFF2-40B4-BE49-F238E27FC236}">
                <a16:creationId xmlns:a16="http://schemas.microsoft.com/office/drawing/2014/main" id="{B4E17E70-6345-E441-7465-E72DC988433D}"/>
              </a:ext>
            </a:extLst>
          </p:cNvPr>
          <p:cNvSpPr txBox="1"/>
          <p:nvPr/>
        </p:nvSpPr>
        <p:spPr>
          <a:xfrm>
            <a:off x="5824555" y="1739599"/>
            <a:ext cx="937127" cy="123111"/>
          </a:xfrm>
          <a:prstGeom prst="rect">
            <a:avLst/>
          </a:prstGeom>
          <a:noFill/>
        </p:spPr>
        <p:txBody>
          <a:bodyPr wrap="square" lIns="0" tIns="0" rIns="0" bIns="0" rtlCol="0">
            <a:spAutoFit/>
          </a:bodyPr>
          <a:lstStyle/>
          <a:p>
            <a:pPr algn="ctr"/>
            <a:r>
              <a:rPr lang="en-US" sz="800" b="1" dirty="0">
                <a:solidFill>
                  <a:schemeClr val="accent1"/>
                </a:solidFill>
                <a:latin typeface="Poppins SemiBold" panose="00000700000000000000" pitchFamily="2" charset="0"/>
                <a:ea typeface="Source Serif Pro" panose="02040603050405020204" pitchFamily="18" charset="0"/>
                <a:cs typeface="Poppins SemiBold" panose="00000700000000000000" pitchFamily="2" charset="0"/>
              </a:rPr>
              <a:t>Supplier</a:t>
            </a:r>
          </a:p>
        </p:txBody>
      </p:sp>
      <p:grpSp>
        <p:nvGrpSpPr>
          <p:cNvPr id="97" name="Group 96">
            <a:extLst>
              <a:ext uri="{FF2B5EF4-FFF2-40B4-BE49-F238E27FC236}">
                <a16:creationId xmlns:a16="http://schemas.microsoft.com/office/drawing/2014/main" id="{3CD37446-9341-22F1-B45E-8FDC4FCA5834}"/>
              </a:ext>
            </a:extLst>
          </p:cNvPr>
          <p:cNvGrpSpPr/>
          <p:nvPr/>
        </p:nvGrpSpPr>
        <p:grpSpPr>
          <a:xfrm>
            <a:off x="5822150" y="2737537"/>
            <a:ext cx="5962851" cy="492443"/>
            <a:chOff x="5822150" y="2894668"/>
            <a:chExt cx="5962851" cy="492443"/>
          </a:xfrm>
        </p:grpSpPr>
        <p:sp>
          <p:nvSpPr>
            <p:cNvPr id="14343" name="Retângulo 27">
              <a:extLst>
                <a:ext uri="{FF2B5EF4-FFF2-40B4-BE49-F238E27FC236}">
                  <a16:creationId xmlns:a16="http://schemas.microsoft.com/office/drawing/2014/main" id="{914E5822-79B0-2AFB-1A03-BB5BDA4CF959}"/>
                </a:ext>
              </a:extLst>
            </p:cNvPr>
            <p:cNvSpPr/>
            <p:nvPr/>
          </p:nvSpPr>
          <p:spPr>
            <a:xfrm>
              <a:off x="9533323" y="2956223"/>
              <a:ext cx="1074382" cy="369332"/>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p>
              <a:pPr marL="0" marR="0" lvl="0" indent="0" algn="ctr" defTabSz="914400" rtl="0" eaLnBrk="1" fontAlgn="auto" latinLnBrk="0" hangingPunct="1">
                <a:spcBef>
                  <a:spcPts val="0"/>
                </a:spcBef>
                <a:spcAft>
                  <a:spcPts val="0"/>
                </a:spcAft>
                <a:buClrTx/>
                <a:buSzTx/>
                <a:buFontTx/>
                <a:buNone/>
                <a:tabLst/>
                <a:defRPr/>
              </a:pPr>
              <a:r>
                <a:rPr lang="en-US" sz="800" dirty="0">
                  <a:solidFill>
                    <a:schemeClr val="bg1"/>
                  </a:solidFill>
                  <a:latin typeface="+mj-lt"/>
                  <a:ea typeface="Source Serif Pro" panose="02040603050405020204" pitchFamily="18" charset="0"/>
                  <a:cs typeface="Open Sans" panose="020B0606030504020204" pitchFamily="34" charset="0"/>
                </a:rPr>
                <a:t>Integrated producer of polystyrene and styrene monomer</a:t>
              </a:r>
            </a:p>
          </p:txBody>
        </p:sp>
        <p:sp>
          <p:nvSpPr>
            <p:cNvPr id="14347" name="Retângulo 27">
              <a:extLst>
                <a:ext uri="{FF2B5EF4-FFF2-40B4-BE49-F238E27FC236}">
                  <a16:creationId xmlns:a16="http://schemas.microsoft.com/office/drawing/2014/main" id="{20EAD336-A9DE-8F24-6712-C517D1CF0252}"/>
                </a:ext>
              </a:extLst>
            </p:cNvPr>
            <p:cNvSpPr/>
            <p:nvPr/>
          </p:nvSpPr>
          <p:spPr>
            <a:xfrm>
              <a:off x="8302589" y="2894668"/>
              <a:ext cx="946140" cy="492443"/>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p>
              <a:pPr marL="0" marR="0" lvl="0" indent="0" algn="ctr" defTabSz="914400" rtl="0" eaLnBrk="1" fontAlgn="auto" latinLnBrk="0" hangingPunct="1">
                <a:spcBef>
                  <a:spcPts val="0"/>
                </a:spcBef>
                <a:spcAft>
                  <a:spcPts val="0"/>
                </a:spcAft>
                <a:buClrTx/>
                <a:buSzTx/>
                <a:buFontTx/>
                <a:buNone/>
                <a:tabLst/>
                <a:defRPr/>
              </a:pPr>
              <a:r>
                <a:rPr lang="en-US" sz="800" b="1" dirty="0">
                  <a:solidFill>
                    <a:schemeClr val="bg1"/>
                  </a:solidFill>
                  <a:latin typeface="+mj-lt"/>
                  <a:ea typeface="Source Serif Pro" panose="02040603050405020204" pitchFamily="18" charset="0"/>
                  <a:cs typeface="Open Sans" panose="020B0606030504020204" pitchFamily="34" charset="0"/>
                </a:rPr>
                <a:t>Exclusive </a:t>
              </a:r>
              <a:r>
                <a:rPr lang="en-US" sz="800" dirty="0">
                  <a:solidFill>
                    <a:schemeClr val="bg1"/>
                  </a:solidFill>
                  <a:latin typeface="+mj-lt"/>
                  <a:ea typeface="Source Serif Pro" panose="02040603050405020204" pitchFamily="18" charset="0"/>
                  <a:cs typeface="Open Sans" panose="020B0606030504020204" pitchFamily="34" charset="0"/>
                </a:rPr>
                <a:t>distribution</a:t>
              </a:r>
              <a:r>
                <a:rPr lang="en-US" sz="800" b="1" dirty="0">
                  <a:solidFill>
                    <a:schemeClr val="bg1"/>
                  </a:solidFill>
                  <a:latin typeface="+mj-lt"/>
                  <a:ea typeface="Source Serif Pro" panose="02040603050405020204" pitchFamily="18" charset="0"/>
                  <a:cs typeface="Open Sans" panose="020B0606030504020204" pitchFamily="34" charset="0"/>
                </a:rPr>
                <a:t> </a:t>
              </a:r>
              <a:r>
                <a:rPr lang="en-US" sz="800" dirty="0">
                  <a:solidFill>
                    <a:schemeClr val="bg1"/>
                  </a:solidFill>
                  <a:latin typeface="+mj-lt"/>
                  <a:ea typeface="Source Serif Pro" panose="02040603050405020204" pitchFamily="18" charset="0"/>
                  <a:cs typeface="Open Sans" panose="020B0606030504020204" pitchFamily="34" charset="0"/>
                </a:rPr>
                <a:t>agreement for Colombia</a:t>
              </a:r>
            </a:p>
          </p:txBody>
        </p:sp>
        <p:sp>
          <p:nvSpPr>
            <p:cNvPr id="14345" name="Retângulo 27">
              <a:extLst>
                <a:ext uri="{FF2B5EF4-FFF2-40B4-BE49-F238E27FC236}">
                  <a16:creationId xmlns:a16="http://schemas.microsoft.com/office/drawing/2014/main" id="{C66752B3-6BA2-AADE-9B44-BA1DB514E7FF}"/>
                </a:ext>
              </a:extLst>
            </p:cNvPr>
            <p:cNvSpPr/>
            <p:nvPr/>
          </p:nvSpPr>
          <p:spPr>
            <a:xfrm>
              <a:off x="10772231" y="3079334"/>
              <a:ext cx="1012770" cy="123111"/>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p>
              <a:pPr marR="0" lvl="0" algn="ctr" defTabSz="914400" rtl="0" eaLnBrk="1" fontAlgn="auto" latinLnBrk="0" hangingPunct="1">
                <a:spcBef>
                  <a:spcPts val="0"/>
                </a:spcBef>
                <a:spcAft>
                  <a:spcPts val="400"/>
                </a:spcAft>
                <a:buClr>
                  <a:schemeClr val="bg2"/>
                </a:buClr>
                <a:buSzTx/>
                <a:tabLst/>
                <a:defRPr/>
              </a:pPr>
              <a:r>
                <a:rPr lang="en-US" sz="800" dirty="0">
                  <a:solidFill>
                    <a:schemeClr val="bg1"/>
                  </a:solidFill>
                  <a:latin typeface="+mj-lt"/>
                  <a:ea typeface="Source Serif Pro" panose="02040603050405020204" pitchFamily="18" charset="0"/>
                  <a:cs typeface="Open Sans" panose="020B0606030504020204" pitchFamily="34" charset="0"/>
                </a:rPr>
                <a:t>Polystyrene</a:t>
              </a:r>
            </a:p>
          </p:txBody>
        </p:sp>
        <p:sp>
          <p:nvSpPr>
            <p:cNvPr id="14375" name="TextBox 46">
              <a:extLst>
                <a:ext uri="{FF2B5EF4-FFF2-40B4-BE49-F238E27FC236}">
                  <a16:creationId xmlns:a16="http://schemas.microsoft.com/office/drawing/2014/main" id="{AC40720A-DBF6-32F7-6750-E1D8816C7FD2}"/>
                </a:ext>
              </a:extLst>
            </p:cNvPr>
            <p:cNvSpPr txBox="1"/>
            <p:nvPr/>
          </p:nvSpPr>
          <p:spPr>
            <a:xfrm>
              <a:off x="7603846" y="3063945"/>
              <a:ext cx="620616" cy="215444"/>
            </a:xfrm>
            <a:prstGeom prst="rect">
              <a:avLst/>
            </a:prstGeom>
            <a:noFill/>
          </p:spPr>
          <p:txBody>
            <a:bodyPr wrap="square" lIns="0" tIns="0" rIns="0" bIns="0" rtlCol="0">
              <a:spAutoFit/>
            </a:bodyPr>
            <a:lstStyle/>
            <a:p>
              <a:pPr algn="ctr"/>
              <a:r>
                <a:rPr lang="en-US" sz="1200" b="1" baseline="15000" dirty="0">
                  <a:solidFill>
                    <a:schemeClr val="bg1"/>
                  </a:solidFill>
                  <a:latin typeface="+mj-lt"/>
                  <a:ea typeface="Source Serif Pro" panose="02040603050405020204" pitchFamily="18" charset="0"/>
                  <a:cs typeface="Roboto" panose="02000000000000000000" pitchFamily="2" charset="0"/>
                </a:rPr>
                <a:t>+</a:t>
              </a:r>
              <a:r>
                <a:rPr lang="en-US" sz="1400" b="1" dirty="0">
                  <a:solidFill>
                    <a:schemeClr val="bg1"/>
                  </a:solidFill>
                  <a:latin typeface="+mj-lt"/>
                  <a:ea typeface="Source Serif Pro" panose="02040603050405020204" pitchFamily="18" charset="0"/>
                  <a:cs typeface="Roboto" panose="02000000000000000000" pitchFamily="2" charset="0"/>
                </a:rPr>
                <a:t>X </a:t>
              </a:r>
              <a:r>
                <a:rPr lang="en-US" sz="800" dirty="0">
                  <a:solidFill>
                    <a:schemeClr val="bg1"/>
                  </a:solidFill>
                  <a:latin typeface="+mj-lt"/>
                  <a:ea typeface="Source Serif Pro" panose="02040603050405020204" pitchFamily="18" charset="0"/>
                  <a:cs typeface="Roboto" panose="02000000000000000000" pitchFamily="2" charset="0"/>
                </a:rPr>
                <a:t>years</a:t>
              </a:r>
            </a:p>
          </p:txBody>
        </p:sp>
        <p:sp>
          <p:nvSpPr>
            <p:cNvPr id="14385" name="Rectangle 14384">
              <a:extLst>
                <a:ext uri="{FF2B5EF4-FFF2-40B4-BE49-F238E27FC236}">
                  <a16:creationId xmlns:a16="http://schemas.microsoft.com/office/drawing/2014/main" id="{F3D6E2EA-4085-06E1-AC89-CC99BCFA851D}"/>
                </a:ext>
              </a:extLst>
            </p:cNvPr>
            <p:cNvSpPr/>
            <p:nvPr/>
          </p:nvSpPr>
          <p:spPr>
            <a:xfrm>
              <a:off x="6939107" y="2967712"/>
              <a:ext cx="364248" cy="34635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800" dirty="0">
                  <a:solidFill>
                    <a:srgbClr val="FF0000"/>
                  </a:solidFill>
                  <a:latin typeface="Source Serif Pro" panose="02040603050405020204" pitchFamily="18" charset="0"/>
                  <a:ea typeface="Source Serif Pro" panose="02040603050405020204" pitchFamily="18" charset="0"/>
                </a:rPr>
                <a:t>USA</a:t>
              </a:r>
              <a:endParaRPr lang="es-CO" sz="800" dirty="0" err="1">
                <a:solidFill>
                  <a:srgbClr val="FF0000"/>
                </a:solidFill>
                <a:latin typeface="Source Serif Pro" panose="02040603050405020204" pitchFamily="18" charset="0"/>
                <a:ea typeface="Source Serif Pro" panose="02040603050405020204" pitchFamily="18" charset="0"/>
              </a:endParaRPr>
            </a:p>
          </p:txBody>
        </p:sp>
        <p:grpSp>
          <p:nvGrpSpPr>
            <p:cNvPr id="54" name="Group 53">
              <a:extLst>
                <a:ext uri="{FF2B5EF4-FFF2-40B4-BE49-F238E27FC236}">
                  <a16:creationId xmlns:a16="http://schemas.microsoft.com/office/drawing/2014/main" id="{E2B71110-B8C3-5F88-88D8-B79854BE231E}"/>
                </a:ext>
              </a:extLst>
            </p:cNvPr>
            <p:cNvGrpSpPr/>
            <p:nvPr/>
          </p:nvGrpSpPr>
          <p:grpSpPr>
            <a:xfrm>
              <a:off x="5822150" y="2925866"/>
              <a:ext cx="933835" cy="430046"/>
              <a:chOff x="5595913" y="2925866"/>
              <a:chExt cx="933835" cy="430046"/>
            </a:xfrm>
          </p:grpSpPr>
          <p:sp>
            <p:nvSpPr>
              <p:cNvPr id="35" name="Rectángulo: esquinas redondeadas 30">
                <a:extLst>
                  <a:ext uri="{FF2B5EF4-FFF2-40B4-BE49-F238E27FC236}">
                    <a16:creationId xmlns:a16="http://schemas.microsoft.com/office/drawing/2014/main" id="{F06D267A-B265-4419-6878-7B7FD44E9A42}"/>
                  </a:ext>
                </a:extLst>
              </p:cNvPr>
              <p:cNvSpPr/>
              <p:nvPr/>
            </p:nvSpPr>
            <p:spPr>
              <a:xfrm>
                <a:off x="5595913" y="2925866"/>
                <a:ext cx="933835" cy="430046"/>
              </a:xfrm>
              <a:prstGeom prst="roundRect">
                <a:avLst>
                  <a:gd name="adj" fmla="val 7896"/>
                </a:avLst>
              </a:prstGeom>
              <a:solidFill>
                <a:schemeClr val="bg1"/>
              </a:solidFill>
              <a:ln>
                <a:noFill/>
              </a:ln>
              <a:effectLst>
                <a:outerShdw blurRad="50800" dist="25400" dir="8400000" algn="bl" rotWithShape="0">
                  <a:schemeClr val="tx1">
                    <a:alpha val="25000"/>
                  </a:schemeClr>
                </a:outerShdw>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pic>
            <p:nvPicPr>
              <p:cNvPr id="14379" name="Imagen 40">
                <a:extLst>
                  <a:ext uri="{FF2B5EF4-FFF2-40B4-BE49-F238E27FC236}">
                    <a16:creationId xmlns:a16="http://schemas.microsoft.com/office/drawing/2014/main" id="{73F4D683-6CFD-E1D8-383F-E4E6AD7915C8}"/>
                  </a:ext>
                </a:extLst>
              </p:cNvPr>
              <p:cNvPicPr>
                <a:picLocks noChangeAspect="1"/>
              </p:cNvPicPr>
              <p:nvPr/>
            </p:nvPicPr>
            <p:blipFill rotWithShape="1">
              <a:blip r:embed="rId32" cstate="screen">
                <a:extLst>
                  <a:ext uri="{28A0092B-C50C-407E-A947-70E740481C1C}">
                    <a14:useLocalDpi xmlns:a14="http://schemas.microsoft.com/office/drawing/2010/main"/>
                  </a:ext>
                </a:extLst>
              </a:blip>
              <a:srcRect/>
              <a:stretch/>
            </p:blipFill>
            <p:spPr>
              <a:xfrm>
                <a:off x="5689747" y="3040190"/>
                <a:ext cx="746166" cy="201399"/>
              </a:xfrm>
              <a:prstGeom prst="rect">
                <a:avLst/>
              </a:prstGeom>
            </p:spPr>
          </p:pic>
        </p:grpSp>
      </p:grpSp>
      <p:grpSp>
        <p:nvGrpSpPr>
          <p:cNvPr id="96" name="Group 95">
            <a:extLst>
              <a:ext uri="{FF2B5EF4-FFF2-40B4-BE49-F238E27FC236}">
                <a16:creationId xmlns:a16="http://schemas.microsoft.com/office/drawing/2014/main" id="{54F3D496-C912-6318-9D8D-5CC92CA0E238}"/>
              </a:ext>
            </a:extLst>
          </p:cNvPr>
          <p:cNvGrpSpPr/>
          <p:nvPr/>
        </p:nvGrpSpPr>
        <p:grpSpPr>
          <a:xfrm>
            <a:off x="5822150" y="3430890"/>
            <a:ext cx="5962851" cy="492443"/>
            <a:chOff x="5822150" y="3542223"/>
            <a:chExt cx="5962851" cy="492443"/>
          </a:xfrm>
        </p:grpSpPr>
        <p:sp>
          <p:nvSpPr>
            <p:cNvPr id="14348" name="Retângulo 27">
              <a:extLst>
                <a:ext uri="{FF2B5EF4-FFF2-40B4-BE49-F238E27FC236}">
                  <a16:creationId xmlns:a16="http://schemas.microsoft.com/office/drawing/2014/main" id="{C52796AB-3194-8278-E88B-AF713D9F18A6}"/>
                </a:ext>
              </a:extLst>
            </p:cNvPr>
            <p:cNvSpPr/>
            <p:nvPr/>
          </p:nvSpPr>
          <p:spPr>
            <a:xfrm>
              <a:off x="9574915" y="3603778"/>
              <a:ext cx="991198" cy="369332"/>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p>
              <a:pPr marL="0" marR="0" lvl="0" indent="0" algn="ctr" defTabSz="914400" rtl="0" eaLnBrk="1" fontAlgn="auto" latinLnBrk="0" hangingPunct="1">
                <a:spcBef>
                  <a:spcPts val="0"/>
                </a:spcBef>
                <a:spcAft>
                  <a:spcPts val="0"/>
                </a:spcAft>
                <a:buClrTx/>
                <a:buSzTx/>
                <a:buFontTx/>
                <a:buNone/>
                <a:tabLst/>
                <a:defRPr/>
              </a:pPr>
              <a:r>
                <a:rPr lang="en-US" sz="800" dirty="0">
                  <a:solidFill>
                    <a:schemeClr val="bg1"/>
                  </a:solidFill>
                  <a:latin typeface="+mj-lt"/>
                  <a:ea typeface="Source Serif Pro" panose="02040603050405020204" pitchFamily="18" charset="0"/>
                  <a:cs typeface="Open Sans" panose="020B0606030504020204" pitchFamily="34" charset="0"/>
                </a:rPr>
                <a:t>One of the largest petrochemical producers in Asia</a:t>
              </a:r>
            </a:p>
          </p:txBody>
        </p:sp>
        <p:sp>
          <p:nvSpPr>
            <p:cNvPr id="14351" name="Retângulo 27">
              <a:extLst>
                <a:ext uri="{FF2B5EF4-FFF2-40B4-BE49-F238E27FC236}">
                  <a16:creationId xmlns:a16="http://schemas.microsoft.com/office/drawing/2014/main" id="{5AECA81D-C840-6EE1-CBEF-26F8F50D4E4F}"/>
                </a:ext>
              </a:extLst>
            </p:cNvPr>
            <p:cNvSpPr/>
            <p:nvPr/>
          </p:nvSpPr>
          <p:spPr>
            <a:xfrm>
              <a:off x="8277729" y="3542223"/>
              <a:ext cx="995860" cy="492443"/>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p>
              <a:pPr marL="0" marR="0" lvl="0" indent="0" algn="ctr" defTabSz="914400" rtl="0" eaLnBrk="1" fontAlgn="auto" latinLnBrk="0" hangingPunct="1">
                <a:spcBef>
                  <a:spcPts val="0"/>
                </a:spcBef>
                <a:spcAft>
                  <a:spcPts val="0"/>
                </a:spcAft>
                <a:buClrTx/>
                <a:buSzTx/>
                <a:buFontTx/>
                <a:buNone/>
                <a:tabLst/>
                <a:defRPr/>
              </a:pPr>
              <a:r>
                <a:rPr lang="en-US" sz="800" b="1" dirty="0">
                  <a:solidFill>
                    <a:schemeClr val="bg1"/>
                  </a:solidFill>
                  <a:latin typeface="+mj-lt"/>
                  <a:ea typeface="Source Serif Pro" panose="02040603050405020204" pitchFamily="18" charset="0"/>
                  <a:cs typeface="Open Sans" panose="020B0606030504020204" pitchFamily="34" charset="0"/>
                </a:rPr>
                <a:t>Exclusive </a:t>
              </a:r>
              <a:r>
                <a:rPr lang="en-US" sz="800" dirty="0">
                  <a:solidFill>
                    <a:schemeClr val="bg1"/>
                  </a:solidFill>
                  <a:latin typeface="+mj-lt"/>
                  <a:ea typeface="Source Serif Pro" panose="02040603050405020204" pitchFamily="18" charset="0"/>
                  <a:cs typeface="Open Sans" panose="020B0606030504020204" pitchFamily="34" charset="0"/>
                </a:rPr>
                <a:t>distribution</a:t>
              </a:r>
              <a:r>
                <a:rPr lang="en-US" sz="800" b="1" dirty="0">
                  <a:solidFill>
                    <a:schemeClr val="bg1"/>
                  </a:solidFill>
                  <a:latin typeface="+mj-lt"/>
                  <a:ea typeface="Source Serif Pro" panose="02040603050405020204" pitchFamily="18" charset="0"/>
                  <a:cs typeface="Open Sans" panose="020B0606030504020204" pitchFamily="34" charset="0"/>
                </a:rPr>
                <a:t> </a:t>
              </a:r>
              <a:r>
                <a:rPr lang="en-US" sz="800" dirty="0">
                  <a:solidFill>
                    <a:schemeClr val="bg1"/>
                  </a:solidFill>
                  <a:latin typeface="+mj-lt"/>
                  <a:ea typeface="Source Serif Pro" panose="02040603050405020204" pitchFamily="18" charset="0"/>
                  <a:cs typeface="Open Sans" panose="020B0606030504020204" pitchFamily="34" charset="0"/>
                </a:rPr>
                <a:t>agreement for Colombia</a:t>
              </a:r>
            </a:p>
          </p:txBody>
        </p:sp>
        <p:sp>
          <p:nvSpPr>
            <p:cNvPr id="14349" name="Retângulo 27">
              <a:extLst>
                <a:ext uri="{FF2B5EF4-FFF2-40B4-BE49-F238E27FC236}">
                  <a16:creationId xmlns:a16="http://schemas.microsoft.com/office/drawing/2014/main" id="{30809AB2-6FED-4EEB-9E9C-33AAD6EFCDD5}"/>
                </a:ext>
              </a:extLst>
            </p:cNvPr>
            <p:cNvSpPr/>
            <p:nvPr/>
          </p:nvSpPr>
          <p:spPr>
            <a:xfrm>
              <a:off x="10772231" y="3552482"/>
              <a:ext cx="1012770" cy="471924"/>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p>
              <a:pPr marR="0" lvl="0" algn="ctr" defTabSz="914400" rtl="0" eaLnBrk="1" fontAlgn="auto" latinLnBrk="0" hangingPunct="1">
                <a:spcBef>
                  <a:spcPts val="0"/>
                </a:spcBef>
                <a:spcAft>
                  <a:spcPts val="400"/>
                </a:spcAft>
                <a:buClr>
                  <a:schemeClr val="bg2"/>
                </a:buClr>
                <a:buSzTx/>
                <a:tabLst/>
                <a:defRPr/>
              </a:pPr>
              <a:r>
                <a:rPr lang="en-US" sz="800" dirty="0">
                  <a:solidFill>
                    <a:schemeClr val="bg1"/>
                  </a:solidFill>
                  <a:latin typeface="+mj-lt"/>
                  <a:ea typeface="Source Serif Pro" panose="02040603050405020204" pitchFamily="18" charset="0"/>
                  <a:cs typeface="Open Sans" panose="020B0606030504020204" pitchFamily="34" charset="0"/>
                </a:rPr>
                <a:t>Polypropylene</a:t>
              </a:r>
            </a:p>
            <a:p>
              <a:pPr marR="0" lvl="0" algn="ctr" defTabSz="914400" rtl="0" eaLnBrk="1" fontAlgn="auto" latinLnBrk="0" hangingPunct="1">
                <a:spcBef>
                  <a:spcPts val="0"/>
                </a:spcBef>
                <a:spcAft>
                  <a:spcPts val="400"/>
                </a:spcAft>
                <a:buClr>
                  <a:schemeClr val="bg2"/>
                </a:buClr>
                <a:buSzTx/>
                <a:tabLst/>
                <a:defRPr/>
              </a:pPr>
              <a:r>
                <a:rPr lang="en-US" sz="800" dirty="0">
                  <a:solidFill>
                    <a:schemeClr val="bg1"/>
                  </a:solidFill>
                  <a:latin typeface="+mj-lt"/>
                  <a:ea typeface="Source Serif Pro" panose="02040603050405020204" pitchFamily="18" charset="0"/>
                  <a:cs typeface="Open Sans" panose="020B0606030504020204" pitchFamily="34" charset="0"/>
                </a:rPr>
                <a:t>Polycarbonate</a:t>
              </a:r>
            </a:p>
            <a:p>
              <a:pPr marR="0" lvl="0" algn="ctr" defTabSz="914400" rtl="0" eaLnBrk="1" fontAlgn="auto" latinLnBrk="0" hangingPunct="1">
                <a:spcBef>
                  <a:spcPts val="0"/>
                </a:spcBef>
                <a:spcAft>
                  <a:spcPts val="400"/>
                </a:spcAft>
                <a:buClr>
                  <a:schemeClr val="bg2"/>
                </a:buClr>
                <a:buSzTx/>
                <a:tabLst/>
                <a:defRPr/>
              </a:pPr>
              <a:r>
                <a:rPr lang="en-US" sz="800" dirty="0">
                  <a:solidFill>
                    <a:schemeClr val="bg1"/>
                  </a:solidFill>
                  <a:latin typeface="+mj-lt"/>
                  <a:ea typeface="Source Serif Pro" panose="02040603050405020204" pitchFamily="18" charset="0"/>
                  <a:cs typeface="Open Sans" panose="020B0606030504020204" pitchFamily="34" charset="0"/>
                </a:rPr>
                <a:t>ABS</a:t>
              </a:r>
            </a:p>
          </p:txBody>
        </p:sp>
        <p:sp>
          <p:nvSpPr>
            <p:cNvPr id="14376" name="TextBox 46">
              <a:extLst>
                <a:ext uri="{FF2B5EF4-FFF2-40B4-BE49-F238E27FC236}">
                  <a16:creationId xmlns:a16="http://schemas.microsoft.com/office/drawing/2014/main" id="{46A1C2BB-ADF9-A247-B39B-19502AB535DB}"/>
                </a:ext>
              </a:extLst>
            </p:cNvPr>
            <p:cNvSpPr txBox="1"/>
            <p:nvPr/>
          </p:nvSpPr>
          <p:spPr>
            <a:xfrm>
              <a:off x="7603846" y="3711500"/>
              <a:ext cx="620616" cy="215444"/>
            </a:xfrm>
            <a:prstGeom prst="rect">
              <a:avLst/>
            </a:prstGeom>
            <a:noFill/>
          </p:spPr>
          <p:txBody>
            <a:bodyPr wrap="square" lIns="0" tIns="0" rIns="0" bIns="0" rtlCol="0">
              <a:spAutoFit/>
            </a:bodyPr>
            <a:lstStyle/>
            <a:p>
              <a:pPr algn="ctr"/>
              <a:r>
                <a:rPr lang="en-US" sz="1200" b="1" baseline="15000" dirty="0">
                  <a:solidFill>
                    <a:schemeClr val="bg1"/>
                  </a:solidFill>
                  <a:latin typeface="+mj-lt"/>
                  <a:ea typeface="Source Serif Pro" panose="02040603050405020204" pitchFamily="18" charset="0"/>
                  <a:cs typeface="Roboto" panose="02000000000000000000" pitchFamily="2" charset="0"/>
                </a:rPr>
                <a:t>+</a:t>
              </a:r>
              <a:r>
                <a:rPr lang="en-US" sz="1400" b="1" dirty="0">
                  <a:solidFill>
                    <a:schemeClr val="bg1"/>
                  </a:solidFill>
                  <a:latin typeface="+mj-lt"/>
                  <a:ea typeface="Source Serif Pro" panose="02040603050405020204" pitchFamily="18" charset="0"/>
                  <a:cs typeface="Roboto" panose="02000000000000000000" pitchFamily="2" charset="0"/>
                </a:rPr>
                <a:t>X </a:t>
              </a:r>
              <a:r>
                <a:rPr lang="en-US" sz="800" dirty="0">
                  <a:solidFill>
                    <a:schemeClr val="bg1"/>
                  </a:solidFill>
                  <a:latin typeface="+mj-lt"/>
                  <a:ea typeface="Source Serif Pro" panose="02040603050405020204" pitchFamily="18" charset="0"/>
                  <a:cs typeface="Roboto" panose="02000000000000000000" pitchFamily="2" charset="0"/>
                </a:rPr>
                <a:t>years</a:t>
              </a:r>
            </a:p>
          </p:txBody>
        </p:sp>
        <p:sp>
          <p:nvSpPr>
            <p:cNvPr id="14386" name="Rectangle 14385">
              <a:extLst>
                <a:ext uri="{FF2B5EF4-FFF2-40B4-BE49-F238E27FC236}">
                  <a16:creationId xmlns:a16="http://schemas.microsoft.com/office/drawing/2014/main" id="{D5A317C0-7114-9409-E779-0FBEE63ADA35}"/>
                </a:ext>
              </a:extLst>
            </p:cNvPr>
            <p:cNvSpPr/>
            <p:nvPr/>
          </p:nvSpPr>
          <p:spPr>
            <a:xfrm>
              <a:off x="6939107" y="3615267"/>
              <a:ext cx="364248" cy="34635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800" dirty="0">
                  <a:solidFill>
                    <a:srgbClr val="FF0000"/>
                  </a:solidFill>
                  <a:latin typeface="Source Serif Pro" panose="02040603050405020204" pitchFamily="18" charset="0"/>
                  <a:ea typeface="Source Serif Pro" panose="02040603050405020204" pitchFamily="18" charset="0"/>
                </a:rPr>
                <a:t>Corea</a:t>
              </a:r>
              <a:endParaRPr lang="es-CO" sz="800" dirty="0" err="1">
                <a:solidFill>
                  <a:srgbClr val="FF0000"/>
                </a:solidFill>
                <a:latin typeface="Source Serif Pro" panose="02040603050405020204" pitchFamily="18" charset="0"/>
                <a:ea typeface="Source Serif Pro" panose="02040603050405020204" pitchFamily="18" charset="0"/>
              </a:endParaRPr>
            </a:p>
          </p:txBody>
        </p:sp>
        <p:grpSp>
          <p:nvGrpSpPr>
            <p:cNvPr id="53" name="Group 52">
              <a:extLst>
                <a:ext uri="{FF2B5EF4-FFF2-40B4-BE49-F238E27FC236}">
                  <a16:creationId xmlns:a16="http://schemas.microsoft.com/office/drawing/2014/main" id="{B01096AF-8A13-C9F8-8AF3-DF4962C8FCB3}"/>
                </a:ext>
              </a:extLst>
            </p:cNvPr>
            <p:cNvGrpSpPr/>
            <p:nvPr/>
          </p:nvGrpSpPr>
          <p:grpSpPr>
            <a:xfrm>
              <a:off x="5822150" y="3573421"/>
              <a:ext cx="933835" cy="430046"/>
              <a:chOff x="5595913" y="3573421"/>
              <a:chExt cx="933835" cy="430046"/>
            </a:xfrm>
          </p:grpSpPr>
          <p:sp>
            <p:nvSpPr>
              <p:cNvPr id="36" name="Rectángulo: esquinas redondeadas 30">
                <a:extLst>
                  <a:ext uri="{FF2B5EF4-FFF2-40B4-BE49-F238E27FC236}">
                    <a16:creationId xmlns:a16="http://schemas.microsoft.com/office/drawing/2014/main" id="{148E670E-EE89-9638-41DC-C1ACA36B0616}"/>
                  </a:ext>
                </a:extLst>
              </p:cNvPr>
              <p:cNvSpPr/>
              <p:nvPr/>
            </p:nvSpPr>
            <p:spPr>
              <a:xfrm>
                <a:off x="5595913" y="3573421"/>
                <a:ext cx="933835" cy="430046"/>
              </a:xfrm>
              <a:prstGeom prst="roundRect">
                <a:avLst>
                  <a:gd name="adj" fmla="val 7896"/>
                </a:avLst>
              </a:prstGeom>
              <a:solidFill>
                <a:schemeClr val="bg1"/>
              </a:solidFill>
              <a:ln>
                <a:noFill/>
              </a:ln>
              <a:effectLst>
                <a:outerShdw blurRad="50800" dist="25400" dir="8400000" algn="bl" rotWithShape="0">
                  <a:schemeClr val="tx1">
                    <a:alpha val="25000"/>
                  </a:schemeClr>
                </a:outerShdw>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pic>
            <p:nvPicPr>
              <p:cNvPr id="14380" name="Imagen 47">
                <a:extLst>
                  <a:ext uri="{FF2B5EF4-FFF2-40B4-BE49-F238E27FC236}">
                    <a16:creationId xmlns:a16="http://schemas.microsoft.com/office/drawing/2014/main" id="{0FABC0D4-F4A6-87AC-A11A-1530A0EC4990}"/>
                  </a:ext>
                </a:extLst>
              </p:cNvPr>
              <p:cNvPicPr>
                <a:picLocks noChangeAspect="1"/>
              </p:cNvPicPr>
              <p:nvPr/>
            </p:nvPicPr>
            <p:blipFill rotWithShape="1">
              <a:blip r:embed="rId33" cstate="screen">
                <a:extLst>
                  <a:ext uri="{28A0092B-C50C-407E-A947-70E740481C1C}">
                    <a14:useLocalDpi xmlns:a14="http://schemas.microsoft.com/office/drawing/2010/main"/>
                  </a:ext>
                </a:extLst>
              </a:blip>
              <a:srcRect/>
              <a:stretch/>
            </p:blipFill>
            <p:spPr>
              <a:xfrm>
                <a:off x="5628150" y="3709180"/>
                <a:ext cx="869361" cy="158529"/>
              </a:xfrm>
              <a:prstGeom prst="rect">
                <a:avLst/>
              </a:prstGeom>
            </p:spPr>
          </p:pic>
        </p:grpSp>
      </p:grpSp>
      <p:grpSp>
        <p:nvGrpSpPr>
          <p:cNvPr id="94" name="Group 93">
            <a:extLst>
              <a:ext uri="{FF2B5EF4-FFF2-40B4-BE49-F238E27FC236}">
                <a16:creationId xmlns:a16="http://schemas.microsoft.com/office/drawing/2014/main" id="{991A8A88-8A38-8635-B7B3-04549140A098}"/>
              </a:ext>
            </a:extLst>
          </p:cNvPr>
          <p:cNvGrpSpPr/>
          <p:nvPr/>
        </p:nvGrpSpPr>
        <p:grpSpPr>
          <a:xfrm>
            <a:off x="5822150" y="4817596"/>
            <a:ext cx="5962851" cy="492443"/>
            <a:chOff x="5822150" y="4837333"/>
            <a:chExt cx="5962851" cy="492443"/>
          </a:xfrm>
        </p:grpSpPr>
        <p:sp>
          <p:nvSpPr>
            <p:cNvPr id="60" name="Retângulo 27">
              <a:extLst>
                <a:ext uri="{FF2B5EF4-FFF2-40B4-BE49-F238E27FC236}">
                  <a16:creationId xmlns:a16="http://schemas.microsoft.com/office/drawing/2014/main" id="{A6A4EC79-02F5-2227-E1C8-F0BEDFEDDFA9}"/>
                </a:ext>
              </a:extLst>
            </p:cNvPr>
            <p:cNvSpPr/>
            <p:nvPr/>
          </p:nvSpPr>
          <p:spPr>
            <a:xfrm>
              <a:off x="9635191" y="4898888"/>
              <a:ext cx="870646" cy="369332"/>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p>
              <a:pPr marL="0" marR="0" lvl="0" indent="0" algn="ctr" defTabSz="914400" rtl="0" eaLnBrk="1" fontAlgn="auto" latinLnBrk="0" hangingPunct="1">
                <a:spcBef>
                  <a:spcPts val="0"/>
                </a:spcBef>
                <a:spcAft>
                  <a:spcPts val="0"/>
                </a:spcAft>
                <a:buClrTx/>
                <a:buSzTx/>
                <a:buFontTx/>
                <a:buNone/>
                <a:tabLst/>
                <a:defRPr/>
              </a:pPr>
              <a:r>
                <a:rPr lang="en-US" sz="800" dirty="0">
                  <a:solidFill>
                    <a:schemeClr val="bg1"/>
                  </a:solidFill>
                  <a:latin typeface="+mj-lt"/>
                  <a:ea typeface="Source Serif Pro" panose="02040603050405020204" pitchFamily="18" charset="0"/>
                  <a:cs typeface="Open Sans" panose="020B0606030504020204" pitchFamily="34" charset="0"/>
                </a:rPr>
                <a:t>Leading supplier of specialty pigments</a:t>
              </a:r>
            </a:p>
          </p:txBody>
        </p:sp>
        <p:sp>
          <p:nvSpPr>
            <p:cNvPr id="63" name="Retângulo 27">
              <a:extLst>
                <a:ext uri="{FF2B5EF4-FFF2-40B4-BE49-F238E27FC236}">
                  <a16:creationId xmlns:a16="http://schemas.microsoft.com/office/drawing/2014/main" id="{C7BC908B-7733-5269-B8A0-D3C9EB31EADA}"/>
                </a:ext>
              </a:extLst>
            </p:cNvPr>
            <p:cNvSpPr/>
            <p:nvPr/>
          </p:nvSpPr>
          <p:spPr>
            <a:xfrm>
              <a:off x="8277729" y="4837333"/>
              <a:ext cx="995860" cy="492443"/>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p>
              <a:pPr marL="0" marR="0" lvl="0" indent="0" algn="ctr" defTabSz="914400" rtl="0" eaLnBrk="1" fontAlgn="auto" latinLnBrk="0" hangingPunct="1">
                <a:spcBef>
                  <a:spcPts val="0"/>
                </a:spcBef>
                <a:spcAft>
                  <a:spcPts val="0"/>
                </a:spcAft>
                <a:buClrTx/>
                <a:buSzTx/>
                <a:buFontTx/>
                <a:buNone/>
                <a:tabLst/>
                <a:defRPr/>
              </a:pPr>
              <a:r>
                <a:rPr lang="en-US" sz="800" b="1" dirty="0">
                  <a:solidFill>
                    <a:schemeClr val="bg1"/>
                  </a:solidFill>
                  <a:latin typeface="+mj-lt"/>
                  <a:ea typeface="Source Serif Pro" panose="02040603050405020204" pitchFamily="18" charset="0"/>
                  <a:cs typeface="Open Sans" panose="020B0606030504020204" pitchFamily="34" charset="0"/>
                </a:rPr>
                <a:t>Exclusive </a:t>
              </a:r>
              <a:r>
                <a:rPr lang="en-US" sz="800" dirty="0">
                  <a:solidFill>
                    <a:schemeClr val="bg1"/>
                  </a:solidFill>
                  <a:latin typeface="+mj-lt"/>
                  <a:ea typeface="Source Serif Pro" panose="02040603050405020204" pitchFamily="18" charset="0"/>
                  <a:cs typeface="Open Sans" panose="020B0606030504020204" pitchFamily="34" charset="0"/>
                </a:rPr>
                <a:t>distribution</a:t>
              </a:r>
              <a:r>
                <a:rPr lang="en-US" sz="800" b="1" dirty="0">
                  <a:solidFill>
                    <a:schemeClr val="bg1"/>
                  </a:solidFill>
                  <a:latin typeface="+mj-lt"/>
                  <a:ea typeface="Source Serif Pro" panose="02040603050405020204" pitchFamily="18" charset="0"/>
                  <a:cs typeface="Open Sans" panose="020B0606030504020204" pitchFamily="34" charset="0"/>
                </a:rPr>
                <a:t> </a:t>
              </a:r>
              <a:r>
                <a:rPr lang="en-US" sz="800" dirty="0">
                  <a:solidFill>
                    <a:schemeClr val="bg1"/>
                  </a:solidFill>
                  <a:latin typeface="+mj-lt"/>
                  <a:ea typeface="Source Serif Pro" panose="02040603050405020204" pitchFamily="18" charset="0"/>
                  <a:cs typeface="Open Sans" panose="020B0606030504020204" pitchFamily="34" charset="0"/>
                </a:rPr>
                <a:t>agreement for Colombia</a:t>
              </a:r>
            </a:p>
          </p:txBody>
        </p:sp>
        <p:sp>
          <p:nvSpPr>
            <p:cNvPr id="62" name="Retângulo 27">
              <a:extLst>
                <a:ext uri="{FF2B5EF4-FFF2-40B4-BE49-F238E27FC236}">
                  <a16:creationId xmlns:a16="http://schemas.microsoft.com/office/drawing/2014/main" id="{DE95FA6F-A847-D92E-BCFA-73A670E8FCFA}"/>
                </a:ext>
              </a:extLst>
            </p:cNvPr>
            <p:cNvSpPr/>
            <p:nvPr/>
          </p:nvSpPr>
          <p:spPr>
            <a:xfrm>
              <a:off x="10772231" y="4934796"/>
              <a:ext cx="1012770" cy="297517"/>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p>
              <a:pPr marR="0" lvl="0" algn="ctr" defTabSz="914400" rtl="0" eaLnBrk="1" fontAlgn="auto" latinLnBrk="0" hangingPunct="1">
                <a:spcBef>
                  <a:spcPts val="0"/>
                </a:spcBef>
                <a:spcAft>
                  <a:spcPts val="400"/>
                </a:spcAft>
                <a:buClr>
                  <a:schemeClr val="bg2"/>
                </a:buClr>
                <a:buSzTx/>
                <a:tabLst/>
                <a:defRPr/>
              </a:pPr>
              <a:r>
                <a:rPr lang="en-US" sz="800" dirty="0">
                  <a:solidFill>
                    <a:schemeClr val="bg1"/>
                  </a:solidFill>
                  <a:latin typeface="+mj-lt"/>
                  <a:ea typeface="Source Serif Pro" panose="02040603050405020204" pitchFamily="18" charset="0"/>
                  <a:cs typeface="Open Sans" panose="020B0606030504020204" pitchFamily="34" charset="0"/>
                </a:rPr>
                <a:t>Powdered Pigments</a:t>
              </a:r>
            </a:p>
            <a:p>
              <a:pPr marR="0" lvl="0" algn="ctr" defTabSz="914400" rtl="0" eaLnBrk="1" fontAlgn="auto" latinLnBrk="0" hangingPunct="1">
                <a:spcBef>
                  <a:spcPts val="0"/>
                </a:spcBef>
                <a:spcAft>
                  <a:spcPts val="400"/>
                </a:spcAft>
                <a:buClr>
                  <a:schemeClr val="bg2"/>
                </a:buClr>
                <a:buSzTx/>
                <a:tabLst/>
                <a:defRPr/>
              </a:pPr>
              <a:r>
                <a:rPr lang="en-US" sz="800" dirty="0">
                  <a:solidFill>
                    <a:schemeClr val="bg1"/>
                  </a:solidFill>
                  <a:latin typeface="+mj-lt"/>
                  <a:ea typeface="Source Serif Pro" panose="02040603050405020204" pitchFamily="18" charset="0"/>
                  <a:cs typeface="Open Sans" panose="020B0606030504020204" pitchFamily="34" charset="0"/>
                </a:rPr>
                <a:t>Plastic pigments</a:t>
              </a:r>
            </a:p>
          </p:txBody>
        </p:sp>
        <p:sp>
          <p:nvSpPr>
            <p:cNvPr id="14372" name="TextBox 46">
              <a:extLst>
                <a:ext uri="{FF2B5EF4-FFF2-40B4-BE49-F238E27FC236}">
                  <a16:creationId xmlns:a16="http://schemas.microsoft.com/office/drawing/2014/main" id="{D3C29DB5-9322-3E86-13DE-2CEB0FB2AA7B}"/>
                </a:ext>
              </a:extLst>
            </p:cNvPr>
            <p:cNvSpPr txBox="1"/>
            <p:nvPr/>
          </p:nvSpPr>
          <p:spPr>
            <a:xfrm>
              <a:off x="7603846" y="5006610"/>
              <a:ext cx="620616" cy="215444"/>
            </a:xfrm>
            <a:prstGeom prst="rect">
              <a:avLst/>
            </a:prstGeom>
            <a:noFill/>
          </p:spPr>
          <p:txBody>
            <a:bodyPr wrap="square" lIns="0" tIns="0" rIns="0" bIns="0" rtlCol="0">
              <a:spAutoFit/>
            </a:bodyPr>
            <a:lstStyle/>
            <a:p>
              <a:pPr algn="ctr"/>
              <a:r>
                <a:rPr lang="en-US" sz="1200" b="1" baseline="15000" dirty="0">
                  <a:solidFill>
                    <a:schemeClr val="bg1"/>
                  </a:solidFill>
                  <a:latin typeface="+mj-lt"/>
                  <a:ea typeface="Source Serif Pro" panose="02040603050405020204" pitchFamily="18" charset="0"/>
                  <a:cs typeface="Roboto" panose="02000000000000000000" pitchFamily="2" charset="0"/>
                </a:rPr>
                <a:t>+</a:t>
              </a:r>
              <a:r>
                <a:rPr lang="en-US" sz="1400" b="1" dirty="0">
                  <a:solidFill>
                    <a:schemeClr val="bg1"/>
                  </a:solidFill>
                  <a:latin typeface="+mj-lt"/>
                  <a:ea typeface="Source Serif Pro" panose="02040603050405020204" pitchFamily="18" charset="0"/>
                  <a:cs typeface="Roboto" panose="02000000000000000000" pitchFamily="2" charset="0"/>
                </a:rPr>
                <a:t>X </a:t>
              </a:r>
              <a:r>
                <a:rPr lang="en-US" sz="800" dirty="0">
                  <a:solidFill>
                    <a:schemeClr val="bg1"/>
                  </a:solidFill>
                  <a:latin typeface="+mj-lt"/>
                  <a:ea typeface="Source Serif Pro" panose="02040603050405020204" pitchFamily="18" charset="0"/>
                  <a:cs typeface="Roboto" panose="02000000000000000000" pitchFamily="2" charset="0"/>
                </a:rPr>
                <a:t>years</a:t>
              </a:r>
            </a:p>
          </p:txBody>
        </p:sp>
        <p:sp>
          <p:nvSpPr>
            <p:cNvPr id="14388" name="Rectangle 14387">
              <a:extLst>
                <a:ext uri="{FF2B5EF4-FFF2-40B4-BE49-F238E27FC236}">
                  <a16:creationId xmlns:a16="http://schemas.microsoft.com/office/drawing/2014/main" id="{65C3EDC5-7AB2-7048-DC8C-5C8E5BB3A70A}"/>
                </a:ext>
              </a:extLst>
            </p:cNvPr>
            <p:cNvSpPr/>
            <p:nvPr/>
          </p:nvSpPr>
          <p:spPr>
            <a:xfrm>
              <a:off x="6939107" y="4910377"/>
              <a:ext cx="364248" cy="34635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800" dirty="0">
                  <a:solidFill>
                    <a:srgbClr val="FF0000"/>
                  </a:solidFill>
                  <a:latin typeface="Source Serif Pro" panose="02040603050405020204" pitchFamily="18" charset="0"/>
                  <a:ea typeface="Source Serif Pro" panose="02040603050405020204" pitchFamily="18" charset="0"/>
                </a:rPr>
                <a:t>China</a:t>
              </a:r>
              <a:endParaRPr lang="es-CO" sz="800" dirty="0" err="1">
                <a:solidFill>
                  <a:srgbClr val="FF0000"/>
                </a:solidFill>
                <a:latin typeface="Source Serif Pro" panose="02040603050405020204" pitchFamily="18" charset="0"/>
                <a:ea typeface="Source Serif Pro" panose="02040603050405020204" pitchFamily="18" charset="0"/>
              </a:endParaRPr>
            </a:p>
          </p:txBody>
        </p:sp>
        <p:grpSp>
          <p:nvGrpSpPr>
            <p:cNvPr id="51" name="Group 50">
              <a:extLst>
                <a:ext uri="{FF2B5EF4-FFF2-40B4-BE49-F238E27FC236}">
                  <a16:creationId xmlns:a16="http://schemas.microsoft.com/office/drawing/2014/main" id="{11DD283A-AAF6-61E8-2509-A45FC7AE2848}"/>
                </a:ext>
              </a:extLst>
            </p:cNvPr>
            <p:cNvGrpSpPr/>
            <p:nvPr/>
          </p:nvGrpSpPr>
          <p:grpSpPr>
            <a:xfrm>
              <a:off x="5822150" y="4868531"/>
              <a:ext cx="933835" cy="430046"/>
              <a:chOff x="5595913" y="4868531"/>
              <a:chExt cx="933835" cy="430046"/>
            </a:xfrm>
          </p:grpSpPr>
          <p:sp>
            <p:nvSpPr>
              <p:cNvPr id="40" name="Rectángulo: esquinas redondeadas 30">
                <a:extLst>
                  <a:ext uri="{FF2B5EF4-FFF2-40B4-BE49-F238E27FC236}">
                    <a16:creationId xmlns:a16="http://schemas.microsoft.com/office/drawing/2014/main" id="{193F5BA9-020B-1E6E-8D8A-B108E3FB78E6}"/>
                  </a:ext>
                </a:extLst>
              </p:cNvPr>
              <p:cNvSpPr/>
              <p:nvPr/>
            </p:nvSpPr>
            <p:spPr>
              <a:xfrm>
                <a:off x="5595913" y="4868531"/>
                <a:ext cx="933835" cy="430046"/>
              </a:xfrm>
              <a:prstGeom prst="roundRect">
                <a:avLst>
                  <a:gd name="adj" fmla="val 7896"/>
                </a:avLst>
              </a:prstGeom>
              <a:solidFill>
                <a:schemeClr val="bg1"/>
              </a:solidFill>
              <a:ln>
                <a:noFill/>
              </a:ln>
              <a:effectLst>
                <a:outerShdw blurRad="50800" dist="25400" dir="8400000" algn="bl" rotWithShape="0">
                  <a:schemeClr val="tx1">
                    <a:alpha val="25000"/>
                  </a:schemeClr>
                </a:outerShdw>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pic>
            <p:nvPicPr>
              <p:cNvPr id="14382" name="Imagen 30">
                <a:extLst>
                  <a:ext uri="{FF2B5EF4-FFF2-40B4-BE49-F238E27FC236}">
                    <a16:creationId xmlns:a16="http://schemas.microsoft.com/office/drawing/2014/main" id="{72EA7744-E79C-F239-EC90-E3A9DDE9D40B}"/>
                  </a:ext>
                </a:extLst>
              </p:cNvPr>
              <p:cNvPicPr>
                <a:picLocks noChangeAspect="1"/>
              </p:cNvPicPr>
              <p:nvPr/>
            </p:nvPicPr>
            <p:blipFill rotWithShape="1">
              <a:blip r:embed="rId34" cstate="screen">
                <a:extLst>
                  <a:ext uri="{28A0092B-C50C-407E-A947-70E740481C1C}">
                    <a14:useLocalDpi xmlns:a14="http://schemas.microsoft.com/office/drawing/2010/main"/>
                  </a:ext>
                </a:extLst>
              </a:blip>
              <a:srcRect/>
              <a:stretch/>
            </p:blipFill>
            <p:spPr>
              <a:xfrm>
                <a:off x="5695553" y="4974801"/>
                <a:ext cx="734554" cy="217507"/>
              </a:xfrm>
              <a:prstGeom prst="rect">
                <a:avLst/>
              </a:prstGeom>
            </p:spPr>
          </p:pic>
        </p:grpSp>
      </p:grpSp>
      <p:grpSp>
        <p:nvGrpSpPr>
          <p:cNvPr id="93" name="Group 92">
            <a:extLst>
              <a:ext uri="{FF2B5EF4-FFF2-40B4-BE49-F238E27FC236}">
                <a16:creationId xmlns:a16="http://schemas.microsoft.com/office/drawing/2014/main" id="{AE7B3C26-43CA-3098-C440-7FFCB10D5D9D}"/>
              </a:ext>
            </a:extLst>
          </p:cNvPr>
          <p:cNvGrpSpPr/>
          <p:nvPr/>
        </p:nvGrpSpPr>
        <p:grpSpPr>
          <a:xfrm>
            <a:off x="5822150" y="5510948"/>
            <a:ext cx="5962851" cy="492443"/>
            <a:chOff x="5822150" y="5484887"/>
            <a:chExt cx="5962851" cy="492443"/>
          </a:xfrm>
        </p:grpSpPr>
        <p:sp>
          <p:nvSpPr>
            <p:cNvPr id="14340" name="Retângulo 27">
              <a:extLst>
                <a:ext uri="{FF2B5EF4-FFF2-40B4-BE49-F238E27FC236}">
                  <a16:creationId xmlns:a16="http://schemas.microsoft.com/office/drawing/2014/main" id="{8500BB10-0F2B-328E-7C29-97CCA2014C9A}"/>
                </a:ext>
              </a:extLst>
            </p:cNvPr>
            <p:cNvSpPr/>
            <p:nvPr/>
          </p:nvSpPr>
          <p:spPr>
            <a:xfrm>
              <a:off x="9535369" y="5484887"/>
              <a:ext cx="1070290" cy="492443"/>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p>
              <a:pPr marL="0" marR="0" lvl="0" indent="0" algn="ctr" defTabSz="914400" rtl="0" eaLnBrk="1" fontAlgn="auto" latinLnBrk="0" hangingPunct="1">
                <a:spcBef>
                  <a:spcPts val="0"/>
                </a:spcBef>
                <a:spcAft>
                  <a:spcPts val="0"/>
                </a:spcAft>
                <a:buClrTx/>
                <a:buSzTx/>
                <a:buFontTx/>
                <a:buNone/>
                <a:tabLst/>
                <a:defRPr/>
              </a:pPr>
              <a:r>
                <a:rPr lang="en-US" sz="800" dirty="0">
                  <a:solidFill>
                    <a:schemeClr val="bg1"/>
                  </a:solidFill>
                  <a:latin typeface="+mj-lt"/>
                  <a:ea typeface="Source Serif Pro" panose="02040603050405020204" pitchFamily="18" charset="0"/>
                  <a:cs typeface="Open Sans" panose="020B0606030504020204" pitchFamily="34" charset="0"/>
                </a:rPr>
                <a:t>Leader in the production of high-performance metal pigments</a:t>
              </a:r>
            </a:p>
          </p:txBody>
        </p:sp>
        <p:sp>
          <p:nvSpPr>
            <p:cNvPr id="14342" name="Retângulo 27">
              <a:extLst>
                <a:ext uri="{FF2B5EF4-FFF2-40B4-BE49-F238E27FC236}">
                  <a16:creationId xmlns:a16="http://schemas.microsoft.com/office/drawing/2014/main" id="{FAAF6E1A-AB5F-34F2-BA39-7B06BBBA1F42}"/>
                </a:ext>
              </a:extLst>
            </p:cNvPr>
            <p:cNvSpPr/>
            <p:nvPr/>
          </p:nvSpPr>
          <p:spPr>
            <a:xfrm>
              <a:off x="8277729" y="5484887"/>
              <a:ext cx="995860" cy="492443"/>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p>
              <a:pPr marL="0" marR="0" lvl="0" indent="0" algn="ctr" defTabSz="914400" rtl="0" eaLnBrk="1" fontAlgn="auto" latinLnBrk="0" hangingPunct="1">
                <a:spcBef>
                  <a:spcPts val="0"/>
                </a:spcBef>
                <a:spcAft>
                  <a:spcPts val="0"/>
                </a:spcAft>
                <a:buClrTx/>
                <a:buSzTx/>
                <a:buFontTx/>
                <a:buNone/>
                <a:tabLst/>
                <a:defRPr/>
              </a:pPr>
              <a:r>
                <a:rPr lang="en-US" sz="800" b="1" dirty="0">
                  <a:solidFill>
                    <a:schemeClr val="bg1"/>
                  </a:solidFill>
                  <a:latin typeface="+mj-lt"/>
                  <a:ea typeface="Source Serif Pro" panose="02040603050405020204" pitchFamily="18" charset="0"/>
                  <a:cs typeface="Open Sans" panose="020B0606030504020204" pitchFamily="34" charset="0"/>
                </a:rPr>
                <a:t>Exclusive </a:t>
              </a:r>
              <a:r>
                <a:rPr lang="en-US" sz="800" dirty="0">
                  <a:solidFill>
                    <a:schemeClr val="bg1"/>
                  </a:solidFill>
                  <a:latin typeface="+mj-lt"/>
                  <a:ea typeface="Source Serif Pro" panose="02040603050405020204" pitchFamily="18" charset="0"/>
                  <a:cs typeface="Open Sans" panose="020B0606030504020204" pitchFamily="34" charset="0"/>
                </a:rPr>
                <a:t>distribution</a:t>
              </a:r>
              <a:r>
                <a:rPr lang="en-US" sz="800" b="1" dirty="0">
                  <a:solidFill>
                    <a:schemeClr val="bg1"/>
                  </a:solidFill>
                  <a:latin typeface="+mj-lt"/>
                  <a:ea typeface="Source Serif Pro" panose="02040603050405020204" pitchFamily="18" charset="0"/>
                  <a:cs typeface="Open Sans" panose="020B0606030504020204" pitchFamily="34" charset="0"/>
                </a:rPr>
                <a:t> </a:t>
              </a:r>
              <a:r>
                <a:rPr lang="en-US" sz="800" dirty="0">
                  <a:solidFill>
                    <a:schemeClr val="bg1"/>
                  </a:solidFill>
                  <a:latin typeface="+mj-lt"/>
                  <a:ea typeface="Source Serif Pro" panose="02040603050405020204" pitchFamily="18" charset="0"/>
                  <a:cs typeface="Open Sans" panose="020B0606030504020204" pitchFamily="34" charset="0"/>
                </a:rPr>
                <a:t>agreement for Colombia</a:t>
              </a:r>
            </a:p>
          </p:txBody>
        </p:sp>
        <p:sp>
          <p:nvSpPr>
            <p:cNvPr id="14341" name="Retângulo 27">
              <a:extLst>
                <a:ext uri="{FF2B5EF4-FFF2-40B4-BE49-F238E27FC236}">
                  <a16:creationId xmlns:a16="http://schemas.microsoft.com/office/drawing/2014/main" id="{E0E508AD-6A17-F744-8574-BC20E038EEEE}"/>
                </a:ext>
              </a:extLst>
            </p:cNvPr>
            <p:cNvSpPr/>
            <p:nvPr/>
          </p:nvSpPr>
          <p:spPr>
            <a:xfrm>
              <a:off x="10772231" y="5582350"/>
              <a:ext cx="1012770" cy="297517"/>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p>
              <a:pPr marR="0" lvl="0" algn="ctr" defTabSz="914400" rtl="0" eaLnBrk="1" fontAlgn="auto" latinLnBrk="0" hangingPunct="1">
                <a:spcBef>
                  <a:spcPts val="0"/>
                </a:spcBef>
                <a:spcAft>
                  <a:spcPts val="400"/>
                </a:spcAft>
                <a:buClr>
                  <a:schemeClr val="bg2"/>
                </a:buClr>
                <a:buSzTx/>
                <a:tabLst/>
                <a:defRPr/>
              </a:pPr>
              <a:r>
                <a:rPr lang="en-US" sz="800" dirty="0">
                  <a:solidFill>
                    <a:schemeClr val="bg1"/>
                  </a:solidFill>
                  <a:latin typeface="+mj-lt"/>
                  <a:ea typeface="Source Serif Pro" panose="02040603050405020204" pitchFamily="18" charset="0"/>
                  <a:cs typeface="Open Sans" panose="020B0606030504020204" pitchFamily="34" charset="0"/>
                </a:rPr>
                <a:t>Aluminum Pellets</a:t>
              </a:r>
            </a:p>
            <a:p>
              <a:pPr marR="0" lvl="0" algn="ctr" defTabSz="914400" rtl="0" eaLnBrk="1" fontAlgn="auto" latinLnBrk="0" hangingPunct="1">
                <a:spcBef>
                  <a:spcPts val="0"/>
                </a:spcBef>
                <a:spcAft>
                  <a:spcPts val="400"/>
                </a:spcAft>
                <a:buClr>
                  <a:schemeClr val="bg2"/>
                </a:buClr>
                <a:buSzTx/>
                <a:tabLst/>
                <a:defRPr/>
              </a:pPr>
              <a:r>
                <a:rPr lang="en-US" sz="800" dirty="0">
                  <a:solidFill>
                    <a:schemeClr val="bg1"/>
                  </a:solidFill>
                  <a:latin typeface="+mj-lt"/>
                  <a:ea typeface="Source Serif Pro" panose="02040603050405020204" pitchFamily="18" charset="0"/>
                  <a:cs typeface="Open Sans" panose="020B0606030504020204" pitchFamily="34" charset="0"/>
                </a:rPr>
                <a:t>Aluminum Paste</a:t>
              </a:r>
            </a:p>
          </p:txBody>
        </p:sp>
        <p:sp>
          <p:nvSpPr>
            <p:cNvPr id="14374" name="TextBox 46">
              <a:extLst>
                <a:ext uri="{FF2B5EF4-FFF2-40B4-BE49-F238E27FC236}">
                  <a16:creationId xmlns:a16="http://schemas.microsoft.com/office/drawing/2014/main" id="{AF5020AA-615D-1807-4A2C-52AE3EEA337F}"/>
                </a:ext>
              </a:extLst>
            </p:cNvPr>
            <p:cNvSpPr txBox="1"/>
            <p:nvPr/>
          </p:nvSpPr>
          <p:spPr>
            <a:xfrm>
              <a:off x="7603846" y="5654164"/>
              <a:ext cx="620616" cy="215444"/>
            </a:xfrm>
            <a:prstGeom prst="rect">
              <a:avLst/>
            </a:prstGeom>
            <a:noFill/>
          </p:spPr>
          <p:txBody>
            <a:bodyPr wrap="square" lIns="0" tIns="0" rIns="0" bIns="0" rtlCol="0">
              <a:spAutoFit/>
            </a:bodyPr>
            <a:lstStyle/>
            <a:p>
              <a:pPr algn="ctr"/>
              <a:r>
                <a:rPr lang="en-US" sz="1200" b="1" baseline="15000" dirty="0">
                  <a:solidFill>
                    <a:schemeClr val="bg1"/>
                  </a:solidFill>
                  <a:latin typeface="+mj-lt"/>
                  <a:ea typeface="Source Serif Pro" panose="02040603050405020204" pitchFamily="18" charset="0"/>
                  <a:cs typeface="Roboto" panose="02000000000000000000" pitchFamily="2" charset="0"/>
                </a:rPr>
                <a:t>+</a:t>
              </a:r>
              <a:r>
                <a:rPr lang="en-US" sz="1400" b="1" dirty="0">
                  <a:solidFill>
                    <a:schemeClr val="bg1"/>
                  </a:solidFill>
                  <a:latin typeface="+mj-lt"/>
                  <a:ea typeface="Source Serif Pro" panose="02040603050405020204" pitchFamily="18" charset="0"/>
                  <a:cs typeface="Roboto" panose="02000000000000000000" pitchFamily="2" charset="0"/>
                </a:rPr>
                <a:t>X </a:t>
              </a:r>
              <a:r>
                <a:rPr lang="en-US" sz="800" dirty="0">
                  <a:solidFill>
                    <a:schemeClr val="bg1"/>
                  </a:solidFill>
                  <a:latin typeface="+mj-lt"/>
                  <a:ea typeface="Source Serif Pro" panose="02040603050405020204" pitchFamily="18" charset="0"/>
                  <a:cs typeface="Roboto" panose="02000000000000000000" pitchFamily="2" charset="0"/>
                </a:rPr>
                <a:t>years</a:t>
              </a:r>
              <a:endParaRPr lang="en-US" sz="1000" dirty="0">
                <a:solidFill>
                  <a:schemeClr val="bg1"/>
                </a:solidFill>
                <a:latin typeface="+mj-lt"/>
                <a:ea typeface="Source Serif Pro" panose="02040603050405020204" pitchFamily="18" charset="0"/>
                <a:cs typeface="Roboto" panose="02000000000000000000" pitchFamily="2" charset="0"/>
              </a:endParaRPr>
            </a:p>
          </p:txBody>
        </p:sp>
        <p:sp>
          <p:nvSpPr>
            <p:cNvPr id="14389" name="Rectangle 14388">
              <a:extLst>
                <a:ext uri="{FF2B5EF4-FFF2-40B4-BE49-F238E27FC236}">
                  <a16:creationId xmlns:a16="http://schemas.microsoft.com/office/drawing/2014/main" id="{0007A3A7-4D72-8113-CC28-33C7655DC6C3}"/>
                </a:ext>
              </a:extLst>
            </p:cNvPr>
            <p:cNvSpPr/>
            <p:nvPr/>
          </p:nvSpPr>
          <p:spPr>
            <a:xfrm>
              <a:off x="6939107" y="5557931"/>
              <a:ext cx="364248" cy="34635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800" dirty="0">
                  <a:solidFill>
                    <a:srgbClr val="FF0000"/>
                  </a:solidFill>
                  <a:latin typeface="Source Serif Pro" panose="02040603050405020204" pitchFamily="18" charset="0"/>
                  <a:ea typeface="Source Serif Pro" panose="02040603050405020204" pitchFamily="18" charset="0"/>
                </a:rPr>
                <a:t>Alemanha</a:t>
              </a:r>
              <a:endParaRPr lang="es-CO" sz="800" dirty="0" err="1">
                <a:solidFill>
                  <a:srgbClr val="FF0000"/>
                </a:solidFill>
                <a:latin typeface="Source Serif Pro" panose="02040603050405020204" pitchFamily="18" charset="0"/>
                <a:ea typeface="Source Serif Pro" panose="02040603050405020204" pitchFamily="18" charset="0"/>
              </a:endParaRPr>
            </a:p>
          </p:txBody>
        </p:sp>
        <p:grpSp>
          <p:nvGrpSpPr>
            <p:cNvPr id="59" name="Group 58">
              <a:extLst>
                <a:ext uri="{FF2B5EF4-FFF2-40B4-BE49-F238E27FC236}">
                  <a16:creationId xmlns:a16="http://schemas.microsoft.com/office/drawing/2014/main" id="{4F204C43-F8E7-D772-79B9-C0AF5AB901CE}"/>
                </a:ext>
              </a:extLst>
            </p:cNvPr>
            <p:cNvGrpSpPr/>
            <p:nvPr/>
          </p:nvGrpSpPr>
          <p:grpSpPr>
            <a:xfrm>
              <a:off x="5822150" y="5516085"/>
              <a:ext cx="933835" cy="430046"/>
              <a:chOff x="5595913" y="5516085"/>
              <a:chExt cx="933835" cy="430046"/>
            </a:xfrm>
          </p:grpSpPr>
          <p:sp>
            <p:nvSpPr>
              <p:cNvPr id="42" name="Rectángulo: esquinas redondeadas 30">
                <a:extLst>
                  <a:ext uri="{FF2B5EF4-FFF2-40B4-BE49-F238E27FC236}">
                    <a16:creationId xmlns:a16="http://schemas.microsoft.com/office/drawing/2014/main" id="{70E60B10-AAE1-50AE-2BB1-C64315461740}"/>
                  </a:ext>
                </a:extLst>
              </p:cNvPr>
              <p:cNvSpPr/>
              <p:nvPr/>
            </p:nvSpPr>
            <p:spPr>
              <a:xfrm>
                <a:off x="5595913" y="5516085"/>
                <a:ext cx="933835" cy="430046"/>
              </a:xfrm>
              <a:prstGeom prst="roundRect">
                <a:avLst>
                  <a:gd name="adj" fmla="val 7896"/>
                </a:avLst>
              </a:prstGeom>
              <a:solidFill>
                <a:schemeClr val="bg1"/>
              </a:solidFill>
              <a:ln>
                <a:noFill/>
              </a:ln>
              <a:effectLst>
                <a:outerShdw blurRad="50800" dist="25400" dir="8400000" algn="bl" rotWithShape="0">
                  <a:schemeClr val="tx1">
                    <a:alpha val="25000"/>
                  </a:schemeClr>
                </a:outerShdw>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pic>
            <p:nvPicPr>
              <p:cNvPr id="14383" name="Imagen 4">
                <a:extLst>
                  <a:ext uri="{FF2B5EF4-FFF2-40B4-BE49-F238E27FC236}">
                    <a16:creationId xmlns:a16="http://schemas.microsoft.com/office/drawing/2014/main" id="{C44F04DC-6BE2-2793-0DB3-DE39063D1C6F}"/>
                  </a:ext>
                </a:extLst>
              </p:cNvPr>
              <p:cNvPicPr>
                <a:picLocks noChangeAspect="1"/>
              </p:cNvPicPr>
              <p:nvPr/>
            </p:nvPicPr>
            <p:blipFill rotWithShape="1">
              <a:blip r:embed="rId35" cstate="screen">
                <a:extLst>
                  <a:ext uri="{28A0092B-C50C-407E-A947-70E740481C1C}">
                    <a14:useLocalDpi xmlns:a14="http://schemas.microsoft.com/office/drawing/2010/main"/>
                  </a:ext>
                </a:extLst>
              </a:blip>
              <a:srcRect/>
              <a:stretch/>
            </p:blipFill>
            <p:spPr>
              <a:xfrm>
                <a:off x="5702972" y="5615056"/>
                <a:ext cx="719716" cy="232105"/>
              </a:xfrm>
              <a:prstGeom prst="rect">
                <a:avLst/>
              </a:prstGeom>
            </p:spPr>
          </p:pic>
        </p:grpSp>
      </p:grpSp>
      <p:grpSp>
        <p:nvGrpSpPr>
          <p:cNvPr id="98" name="Group 97">
            <a:extLst>
              <a:ext uri="{FF2B5EF4-FFF2-40B4-BE49-F238E27FC236}">
                <a16:creationId xmlns:a16="http://schemas.microsoft.com/office/drawing/2014/main" id="{DB240CF7-DC0B-DFB6-2C6A-F45A13B997E7}"/>
              </a:ext>
            </a:extLst>
          </p:cNvPr>
          <p:cNvGrpSpPr/>
          <p:nvPr/>
        </p:nvGrpSpPr>
        <p:grpSpPr>
          <a:xfrm>
            <a:off x="5822150" y="2044184"/>
            <a:ext cx="5962851" cy="492443"/>
            <a:chOff x="5822150" y="2247113"/>
            <a:chExt cx="5962851" cy="492443"/>
          </a:xfrm>
        </p:grpSpPr>
        <p:sp>
          <p:nvSpPr>
            <p:cNvPr id="14352" name="Retângulo 27">
              <a:extLst>
                <a:ext uri="{FF2B5EF4-FFF2-40B4-BE49-F238E27FC236}">
                  <a16:creationId xmlns:a16="http://schemas.microsoft.com/office/drawing/2014/main" id="{04F748FF-8A92-8015-B150-3CF3826D2284}"/>
                </a:ext>
              </a:extLst>
            </p:cNvPr>
            <p:cNvSpPr/>
            <p:nvPr/>
          </p:nvSpPr>
          <p:spPr>
            <a:xfrm>
              <a:off x="9460314" y="2247113"/>
              <a:ext cx="1220400" cy="492443"/>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p>
              <a:pPr marL="0" marR="0" lvl="0" indent="0" algn="ctr" defTabSz="914400" rtl="0" eaLnBrk="1" fontAlgn="auto" latinLnBrk="0" hangingPunct="1">
                <a:spcBef>
                  <a:spcPts val="0"/>
                </a:spcBef>
                <a:spcAft>
                  <a:spcPts val="0"/>
                </a:spcAft>
                <a:buClrTx/>
                <a:buSzTx/>
                <a:buFontTx/>
                <a:buNone/>
                <a:tabLst/>
                <a:defRPr/>
              </a:pPr>
              <a:r>
                <a:rPr lang="en-US" sz="800" dirty="0">
                  <a:solidFill>
                    <a:schemeClr val="bg1"/>
                  </a:solidFill>
                  <a:latin typeface="+mj-lt"/>
                  <a:ea typeface="Source Serif Pro" panose="02040603050405020204" pitchFamily="18" charset="0"/>
                  <a:cs typeface="Open Sans" panose="020B0606030504020204" pitchFamily="34" charset="0"/>
                </a:rPr>
                <a:t>Global leader in specialized in the production of chemicals &amp; Polymers</a:t>
              </a:r>
            </a:p>
          </p:txBody>
        </p:sp>
        <p:sp>
          <p:nvSpPr>
            <p:cNvPr id="14353" name="Retângulo 27">
              <a:extLst>
                <a:ext uri="{FF2B5EF4-FFF2-40B4-BE49-F238E27FC236}">
                  <a16:creationId xmlns:a16="http://schemas.microsoft.com/office/drawing/2014/main" id="{AAC8E97E-BBCC-8C7C-CE9D-EE140FA0249C}"/>
                </a:ext>
              </a:extLst>
            </p:cNvPr>
            <p:cNvSpPr/>
            <p:nvPr/>
          </p:nvSpPr>
          <p:spPr>
            <a:xfrm>
              <a:off x="8310783" y="2247113"/>
              <a:ext cx="929752" cy="492443"/>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p>
              <a:pPr marL="0" marR="0" lvl="0" indent="0" algn="ctr" defTabSz="914400" rtl="0" eaLnBrk="1" fontAlgn="auto" latinLnBrk="0" hangingPunct="1">
                <a:spcBef>
                  <a:spcPts val="0"/>
                </a:spcBef>
                <a:spcAft>
                  <a:spcPts val="0"/>
                </a:spcAft>
                <a:buClrTx/>
                <a:buSzTx/>
                <a:buFontTx/>
                <a:buNone/>
                <a:tabLst/>
                <a:defRPr/>
              </a:pPr>
              <a:r>
                <a:rPr lang="en-US" sz="800" b="1" dirty="0">
                  <a:solidFill>
                    <a:schemeClr val="bg1"/>
                  </a:solidFill>
                  <a:latin typeface="+mj-lt"/>
                  <a:ea typeface="Source Serif Pro" panose="02040603050405020204" pitchFamily="18" charset="0"/>
                  <a:cs typeface="Open Sans" panose="020B0606030504020204" pitchFamily="34" charset="0"/>
                </a:rPr>
                <a:t>Exclusive </a:t>
              </a:r>
              <a:r>
                <a:rPr lang="en-US" sz="800" dirty="0">
                  <a:solidFill>
                    <a:schemeClr val="bg1"/>
                  </a:solidFill>
                  <a:latin typeface="+mj-lt"/>
                  <a:ea typeface="Source Serif Pro" panose="02040603050405020204" pitchFamily="18" charset="0"/>
                  <a:cs typeface="Open Sans" panose="020B0606030504020204" pitchFamily="34" charset="0"/>
                </a:rPr>
                <a:t>distribution</a:t>
              </a:r>
              <a:r>
                <a:rPr lang="en-US" sz="800" b="1" dirty="0">
                  <a:solidFill>
                    <a:schemeClr val="bg1"/>
                  </a:solidFill>
                  <a:latin typeface="+mj-lt"/>
                  <a:ea typeface="Source Serif Pro" panose="02040603050405020204" pitchFamily="18" charset="0"/>
                  <a:cs typeface="Open Sans" panose="020B0606030504020204" pitchFamily="34" charset="0"/>
                </a:rPr>
                <a:t> </a:t>
              </a:r>
              <a:r>
                <a:rPr lang="en-US" sz="800" dirty="0">
                  <a:solidFill>
                    <a:schemeClr val="bg1"/>
                  </a:solidFill>
                  <a:latin typeface="+mj-lt"/>
                  <a:ea typeface="Source Serif Pro" panose="02040603050405020204" pitchFamily="18" charset="0"/>
                  <a:cs typeface="Open Sans" panose="020B0606030504020204" pitchFamily="34" charset="0"/>
                </a:rPr>
                <a:t>agreement for Colombia</a:t>
              </a:r>
            </a:p>
          </p:txBody>
        </p:sp>
        <p:sp>
          <p:nvSpPr>
            <p:cNvPr id="14354" name="Retângulo 27">
              <a:extLst>
                <a:ext uri="{FF2B5EF4-FFF2-40B4-BE49-F238E27FC236}">
                  <a16:creationId xmlns:a16="http://schemas.microsoft.com/office/drawing/2014/main" id="{2C476616-C879-31F7-533F-AB8C47797B6C}"/>
                </a:ext>
              </a:extLst>
            </p:cNvPr>
            <p:cNvSpPr/>
            <p:nvPr/>
          </p:nvSpPr>
          <p:spPr>
            <a:xfrm>
              <a:off x="10772231" y="2344576"/>
              <a:ext cx="1012770" cy="297517"/>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p>
              <a:pPr marR="0" lvl="0" algn="ctr" defTabSz="914400" rtl="0" eaLnBrk="1" fontAlgn="auto" latinLnBrk="0" hangingPunct="1">
                <a:spcBef>
                  <a:spcPts val="0"/>
                </a:spcBef>
                <a:spcAft>
                  <a:spcPts val="400"/>
                </a:spcAft>
                <a:buClr>
                  <a:schemeClr val="bg2"/>
                </a:buClr>
                <a:buSzTx/>
                <a:tabLst/>
                <a:defRPr/>
              </a:pPr>
              <a:r>
                <a:rPr lang="en-US" sz="800" dirty="0">
                  <a:solidFill>
                    <a:schemeClr val="bg1"/>
                  </a:solidFill>
                  <a:latin typeface="+mj-lt"/>
                  <a:ea typeface="Source Serif Pro" panose="02040603050405020204" pitchFamily="18" charset="0"/>
                  <a:cs typeface="Open Sans" panose="020B0606030504020204" pitchFamily="34" charset="0"/>
                </a:rPr>
                <a:t>Polyethylene</a:t>
              </a:r>
            </a:p>
            <a:p>
              <a:pPr marR="0" lvl="0" algn="ctr" defTabSz="914400" rtl="0" eaLnBrk="1" fontAlgn="auto" latinLnBrk="0" hangingPunct="1">
                <a:spcBef>
                  <a:spcPts val="0"/>
                </a:spcBef>
                <a:spcAft>
                  <a:spcPts val="400"/>
                </a:spcAft>
                <a:buClr>
                  <a:schemeClr val="bg2"/>
                </a:buClr>
                <a:buSzTx/>
                <a:tabLst/>
                <a:defRPr/>
              </a:pPr>
              <a:r>
                <a:rPr lang="en-US" sz="800" dirty="0">
                  <a:solidFill>
                    <a:schemeClr val="bg1"/>
                  </a:solidFill>
                  <a:latin typeface="+mj-lt"/>
                  <a:ea typeface="Source Serif Pro" panose="02040603050405020204" pitchFamily="18" charset="0"/>
                  <a:cs typeface="Open Sans" panose="020B0606030504020204" pitchFamily="34" charset="0"/>
                </a:rPr>
                <a:t>Polypropylene</a:t>
              </a:r>
            </a:p>
          </p:txBody>
        </p:sp>
        <p:sp>
          <p:nvSpPr>
            <p:cNvPr id="14377" name="TextBox 46">
              <a:extLst>
                <a:ext uri="{FF2B5EF4-FFF2-40B4-BE49-F238E27FC236}">
                  <a16:creationId xmlns:a16="http://schemas.microsoft.com/office/drawing/2014/main" id="{0BF5F49F-2BD3-EFC6-9798-C0E49D0E97DB}"/>
                </a:ext>
              </a:extLst>
            </p:cNvPr>
            <p:cNvSpPr txBox="1"/>
            <p:nvPr/>
          </p:nvSpPr>
          <p:spPr>
            <a:xfrm>
              <a:off x="7603846" y="2416390"/>
              <a:ext cx="620616" cy="215444"/>
            </a:xfrm>
            <a:prstGeom prst="rect">
              <a:avLst/>
            </a:prstGeom>
            <a:noFill/>
          </p:spPr>
          <p:txBody>
            <a:bodyPr wrap="square" lIns="0" tIns="0" rIns="0" bIns="0" rtlCol="0">
              <a:spAutoFit/>
            </a:bodyPr>
            <a:lstStyle/>
            <a:p>
              <a:pPr algn="ctr"/>
              <a:r>
                <a:rPr lang="en-US" sz="1200" b="1" baseline="15000" dirty="0">
                  <a:solidFill>
                    <a:schemeClr val="bg1"/>
                  </a:solidFill>
                  <a:latin typeface="+mj-lt"/>
                  <a:ea typeface="Source Serif Pro" panose="02040603050405020204" pitchFamily="18" charset="0"/>
                  <a:cs typeface="Roboto" panose="02000000000000000000" pitchFamily="2" charset="0"/>
                </a:rPr>
                <a:t>+</a:t>
              </a:r>
              <a:r>
                <a:rPr lang="en-US" sz="1400" b="1" dirty="0">
                  <a:solidFill>
                    <a:schemeClr val="bg1"/>
                  </a:solidFill>
                  <a:latin typeface="+mj-lt"/>
                  <a:ea typeface="Source Serif Pro" panose="02040603050405020204" pitchFamily="18" charset="0"/>
                  <a:cs typeface="Roboto" panose="02000000000000000000" pitchFamily="2" charset="0"/>
                </a:rPr>
                <a:t>X </a:t>
              </a:r>
              <a:r>
                <a:rPr lang="en-US" sz="800" dirty="0">
                  <a:solidFill>
                    <a:schemeClr val="bg1"/>
                  </a:solidFill>
                  <a:latin typeface="+mj-lt"/>
                  <a:ea typeface="Source Serif Pro" panose="02040603050405020204" pitchFamily="18" charset="0"/>
                  <a:cs typeface="Roboto" panose="02000000000000000000" pitchFamily="2" charset="0"/>
                </a:rPr>
                <a:t>years</a:t>
              </a:r>
            </a:p>
          </p:txBody>
        </p:sp>
        <p:sp>
          <p:nvSpPr>
            <p:cNvPr id="14384" name="Rectangle 14383">
              <a:extLst>
                <a:ext uri="{FF2B5EF4-FFF2-40B4-BE49-F238E27FC236}">
                  <a16:creationId xmlns:a16="http://schemas.microsoft.com/office/drawing/2014/main" id="{D4CA8A78-ABEA-8E4C-9DAC-5678451649F7}"/>
                </a:ext>
              </a:extLst>
            </p:cNvPr>
            <p:cNvSpPr/>
            <p:nvPr/>
          </p:nvSpPr>
          <p:spPr>
            <a:xfrm>
              <a:off x="6938290" y="2302839"/>
              <a:ext cx="365884" cy="38099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800" dirty="0">
                  <a:solidFill>
                    <a:srgbClr val="FF0000"/>
                  </a:solidFill>
                  <a:latin typeface="Source Serif Pro" panose="02040603050405020204" pitchFamily="18" charset="0"/>
                  <a:ea typeface="Source Serif Pro" panose="02040603050405020204" pitchFamily="18" charset="0"/>
                </a:rPr>
                <a:t>Arabia saudita</a:t>
              </a:r>
              <a:endParaRPr lang="es-CO" sz="800" dirty="0" err="1">
                <a:solidFill>
                  <a:srgbClr val="FF0000"/>
                </a:solidFill>
                <a:latin typeface="Source Serif Pro" panose="02040603050405020204" pitchFamily="18" charset="0"/>
                <a:ea typeface="Source Serif Pro" panose="02040603050405020204" pitchFamily="18" charset="0"/>
              </a:endParaRPr>
            </a:p>
          </p:txBody>
        </p:sp>
        <p:grpSp>
          <p:nvGrpSpPr>
            <p:cNvPr id="58" name="Group 57">
              <a:extLst>
                <a:ext uri="{FF2B5EF4-FFF2-40B4-BE49-F238E27FC236}">
                  <a16:creationId xmlns:a16="http://schemas.microsoft.com/office/drawing/2014/main" id="{EF5BCA39-E70F-2748-16E3-4F9F30DFC09E}"/>
                </a:ext>
              </a:extLst>
            </p:cNvPr>
            <p:cNvGrpSpPr/>
            <p:nvPr/>
          </p:nvGrpSpPr>
          <p:grpSpPr>
            <a:xfrm>
              <a:off x="5822150" y="2278311"/>
              <a:ext cx="933835" cy="430046"/>
              <a:chOff x="5595913" y="2278311"/>
              <a:chExt cx="933835" cy="430046"/>
            </a:xfrm>
          </p:grpSpPr>
          <p:sp>
            <p:nvSpPr>
              <p:cNvPr id="31" name="Rectángulo: esquinas redondeadas 30">
                <a:extLst>
                  <a:ext uri="{FF2B5EF4-FFF2-40B4-BE49-F238E27FC236}">
                    <a16:creationId xmlns:a16="http://schemas.microsoft.com/office/drawing/2014/main" id="{EF2D2DDF-5D38-F344-B911-4B798B8A20E9}"/>
                  </a:ext>
                </a:extLst>
              </p:cNvPr>
              <p:cNvSpPr/>
              <p:nvPr/>
            </p:nvSpPr>
            <p:spPr>
              <a:xfrm>
                <a:off x="5595913" y="2278311"/>
                <a:ext cx="933835" cy="430046"/>
              </a:xfrm>
              <a:prstGeom prst="roundRect">
                <a:avLst>
                  <a:gd name="adj" fmla="val 7896"/>
                </a:avLst>
              </a:prstGeom>
              <a:solidFill>
                <a:schemeClr val="bg1"/>
              </a:solidFill>
              <a:ln>
                <a:noFill/>
              </a:ln>
              <a:effectLst>
                <a:outerShdw blurRad="50800" dist="25400" dir="8400000" algn="bl" rotWithShape="0">
                  <a:schemeClr val="tx1">
                    <a:alpha val="25000"/>
                  </a:schemeClr>
                </a:outerShdw>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pic>
            <p:nvPicPr>
              <p:cNvPr id="14378" name="Imagen 38">
                <a:extLst>
                  <a:ext uri="{FF2B5EF4-FFF2-40B4-BE49-F238E27FC236}">
                    <a16:creationId xmlns:a16="http://schemas.microsoft.com/office/drawing/2014/main" id="{5F800702-766F-5690-09E6-43B3C1064AC2}"/>
                  </a:ext>
                </a:extLst>
              </p:cNvPr>
              <p:cNvPicPr>
                <a:picLocks noChangeAspect="1"/>
              </p:cNvPicPr>
              <p:nvPr/>
            </p:nvPicPr>
            <p:blipFill rotWithShape="1">
              <a:blip r:embed="rId36" cstate="screen">
                <a:extLst>
                  <a:ext uri="{28A0092B-C50C-407E-A947-70E740481C1C}">
                    <a14:useLocalDpi xmlns:a14="http://schemas.microsoft.com/office/drawing/2010/main"/>
                  </a:ext>
                </a:extLst>
              </a:blip>
              <a:srcRect/>
              <a:stretch/>
            </p:blipFill>
            <p:spPr>
              <a:xfrm>
                <a:off x="5734378" y="2311322"/>
                <a:ext cx="595945" cy="364025"/>
              </a:xfrm>
              <a:prstGeom prst="rect">
                <a:avLst/>
              </a:prstGeom>
            </p:spPr>
          </p:pic>
        </p:grpSp>
      </p:grpSp>
      <p:pic>
        <p:nvPicPr>
          <p:cNvPr id="14358" name="Imagen 7">
            <a:extLst>
              <a:ext uri="{FF2B5EF4-FFF2-40B4-BE49-F238E27FC236}">
                <a16:creationId xmlns:a16="http://schemas.microsoft.com/office/drawing/2014/main" id="{B0D1E9F2-503F-75E2-066A-066F296503A9}"/>
              </a:ext>
            </a:extLst>
          </p:cNvPr>
          <p:cNvPicPr>
            <a:picLocks noGrp="1" noRot="1" noMove="1" noResize="1" noEditPoints="1" noAdjustHandles="1" noChangeArrowheads="1" noChangeShapeType="1" noCrop="1"/>
          </p:cNvPicPr>
          <p:nvPr/>
        </p:nvPicPr>
        <p:blipFill>
          <a:blip r:embed="rId37">
            <a:extLst>
              <a:ext uri="{28A0092B-C50C-407E-A947-70E740481C1C}">
                <a14:useLocalDpi xmlns:a14="http://schemas.microsoft.com/office/drawing/2010/main" val="0"/>
              </a:ext>
            </a:extLst>
          </a:blip>
          <a:stretch>
            <a:fillRect/>
          </a:stretch>
        </p:blipFill>
        <p:spPr>
          <a:xfrm>
            <a:off x="10165546" y="6196049"/>
            <a:ext cx="1669265" cy="166795"/>
          </a:xfrm>
          <a:prstGeom prst="rect">
            <a:avLst/>
          </a:prstGeom>
        </p:spPr>
      </p:pic>
      <p:pic>
        <p:nvPicPr>
          <p:cNvPr id="14359" name="Gráfico 14">
            <a:extLst>
              <a:ext uri="{FF2B5EF4-FFF2-40B4-BE49-F238E27FC236}">
                <a16:creationId xmlns:a16="http://schemas.microsoft.com/office/drawing/2014/main" id="{AAE33AD1-FFE3-4AEC-0DE6-A938FED9AB14}"/>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11392540" y="307274"/>
            <a:ext cx="451161" cy="386290"/>
          </a:xfrm>
          <a:prstGeom prst="rect">
            <a:avLst/>
          </a:prstGeom>
        </p:spPr>
      </p:pic>
      <p:cxnSp>
        <p:nvCxnSpPr>
          <p:cNvPr id="14364" name="Conector recto 12">
            <a:extLst>
              <a:ext uri="{FF2B5EF4-FFF2-40B4-BE49-F238E27FC236}">
                <a16:creationId xmlns:a16="http://schemas.microsoft.com/office/drawing/2014/main" id="{F7746A91-FD1F-82AB-8CD6-E6BAFCAE1A91}"/>
              </a:ext>
            </a:extLst>
          </p:cNvPr>
          <p:cNvCxnSpPr>
            <a:cxnSpLocks/>
          </p:cNvCxnSpPr>
          <p:nvPr/>
        </p:nvCxnSpPr>
        <p:spPr>
          <a:xfrm>
            <a:off x="5748243" y="2637082"/>
            <a:ext cx="6095458" cy="0"/>
          </a:xfrm>
          <a:prstGeom prst="line">
            <a:avLst/>
          </a:prstGeom>
          <a:ln>
            <a:solidFill>
              <a:srgbClr val="EE5340"/>
            </a:solidFill>
          </a:ln>
        </p:spPr>
        <p:style>
          <a:lnRef idx="1">
            <a:schemeClr val="accent1"/>
          </a:lnRef>
          <a:fillRef idx="0">
            <a:schemeClr val="accent1"/>
          </a:fillRef>
          <a:effectRef idx="0">
            <a:schemeClr val="accent1"/>
          </a:effectRef>
          <a:fontRef idx="minor">
            <a:schemeClr val="tx1"/>
          </a:fontRef>
        </p:style>
      </p:cxnSp>
      <p:cxnSp>
        <p:nvCxnSpPr>
          <p:cNvPr id="14368" name="Conector recto 12">
            <a:extLst>
              <a:ext uri="{FF2B5EF4-FFF2-40B4-BE49-F238E27FC236}">
                <a16:creationId xmlns:a16="http://schemas.microsoft.com/office/drawing/2014/main" id="{FE043413-82F5-75D2-D004-0911D203BA1A}"/>
              </a:ext>
            </a:extLst>
          </p:cNvPr>
          <p:cNvCxnSpPr>
            <a:cxnSpLocks/>
          </p:cNvCxnSpPr>
          <p:nvPr/>
        </p:nvCxnSpPr>
        <p:spPr>
          <a:xfrm>
            <a:off x="5748243" y="4023788"/>
            <a:ext cx="6095458" cy="0"/>
          </a:xfrm>
          <a:prstGeom prst="line">
            <a:avLst/>
          </a:prstGeom>
          <a:ln>
            <a:solidFill>
              <a:srgbClr val="EE5340"/>
            </a:solidFill>
          </a:ln>
        </p:spPr>
        <p:style>
          <a:lnRef idx="1">
            <a:schemeClr val="accent1"/>
          </a:lnRef>
          <a:fillRef idx="0">
            <a:schemeClr val="accent1"/>
          </a:fillRef>
          <a:effectRef idx="0">
            <a:schemeClr val="accent1"/>
          </a:effectRef>
          <a:fontRef idx="minor">
            <a:schemeClr val="tx1"/>
          </a:fontRef>
        </p:style>
      </p:cxnSp>
      <p:cxnSp>
        <p:nvCxnSpPr>
          <p:cNvPr id="14369" name="Conector recto 12">
            <a:extLst>
              <a:ext uri="{FF2B5EF4-FFF2-40B4-BE49-F238E27FC236}">
                <a16:creationId xmlns:a16="http://schemas.microsoft.com/office/drawing/2014/main" id="{B07FC25E-4345-3645-B807-2A88EBE6296C}"/>
              </a:ext>
            </a:extLst>
          </p:cNvPr>
          <p:cNvCxnSpPr>
            <a:cxnSpLocks/>
          </p:cNvCxnSpPr>
          <p:nvPr/>
        </p:nvCxnSpPr>
        <p:spPr>
          <a:xfrm>
            <a:off x="5748243" y="3330435"/>
            <a:ext cx="6095458" cy="0"/>
          </a:xfrm>
          <a:prstGeom prst="line">
            <a:avLst/>
          </a:prstGeom>
          <a:ln>
            <a:solidFill>
              <a:srgbClr val="EE5340"/>
            </a:solidFill>
          </a:ln>
        </p:spPr>
        <p:style>
          <a:lnRef idx="1">
            <a:schemeClr val="accent1"/>
          </a:lnRef>
          <a:fillRef idx="0">
            <a:schemeClr val="accent1"/>
          </a:fillRef>
          <a:effectRef idx="0">
            <a:schemeClr val="accent1"/>
          </a:effectRef>
          <a:fontRef idx="minor">
            <a:schemeClr val="tx1"/>
          </a:fontRef>
        </p:style>
      </p:cxnSp>
      <p:cxnSp>
        <p:nvCxnSpPr>
          <p:cNvPr id="14370" name="Conector recto 12">
            <a:extLst>
              <a:ext uri="{FF2B5EF4-FFF2-40B4-BE49-F238E27FC236}">
                <a16:creationId xmlns:a16="http://schemas.microsoft.com/office/drawing/2014/main" id="{1E197B0A-7B56-BC03-BD07-E03E7EDCC9E5}"/>
              </a:ext>
            </a:extLst>
          </p:cNvPr>
          <p:cNvCxnSpPr>
            <a:cxnSpLocks/>
          </p:cNvCxnSpPr>
          <p:nvPr/>
        </p:nvCxnSpPr>
        <p:spPr>
          <a:xfrm>
            <a:off x="5748243" y="5410494"/>
            <a:ext cx="6095458" cy="0"/>
          </a:xfrm>
          <a:prstGeom prst="line">
            <a:avLst/>
          </a:prstGeom>
          <a:ln>
            <a:solidFill>
              <a:srgbClr val="EE5340"/>
            </a:solidFill>
          </a:ln>
        </p:spPr>
        <p:style>
          <a:lnRef idx="1">
            <a:schemeClr val="accent1"/>
          </a:lnRef>
          <a:fillRef idx="0">
            <a:schemeClr val="accent1"/>
          </a:fillRef>
          <a:effectRef idx="0">
            <a:schemeClr val="accent1"/>
          </a:effectRef>
          <a:fontRef idx="minor">
            <a:schemeClr val="tx1"/>
          </a:fontRef>
        </p:style>
      </p:cxnSp>
      <p:cxnSp>
        <p:nvCxnSpPr>
          <p:cNvPr id="14371" name="Conector recto 12">
            <a:extLst>
              <a:ext uri="{FF2B5EF4-FFF2-40B4-BE49-F238E27FC236}">
                <a16:creationId xmlns:a16="http://schemas.microsoft.com/office/drawing/2014/main" id="{4C7322F9-C13E-3DE7-E885-F2E8EC98A4A4}"/>
              </a:ext>
            </a:extLst>
          </p:cNvPr>
          <p:cNvCxnSpPr>
            <a:cxnSpLocks/>
          </p:cNvCxnSpPr>
          <p:nvPr/>
        </p:nvCxnSpPr>
        <p:spPr>
          <a:xfrm>
            <a:off x="5748243" y="4717141"/>
            <a:ext cx="6095458" cy="0"/>
          </a:xfrm>
          <a:prstGeom prst="line">
            <a:avLst/>
          </a:prstGeom>
          <a:ln>
            <a:solidFill>
              <a:srgbClr val="EE5340"/>
            </a:solidFill>
          </a:ln>
        </p:spPr>
        <p:style>
          <a:lnRef idx="1">
            <a:schemeClr val="accent1"/>
          </a:lnRef>
          <a:fillRef idx="0">
            <a:schemeClr val="accent1"/>
          </a:fillRef>
          <a:effectRef idx="0">
            <a:schemeClr val="accent1"/>
          </a:effectRef>
          <a:fontRef idx="minor">
            <a:schemeClr val="tx1"/>
          </a:fontRef>
        </p:style>
      </p:cxnSp>
      <p:grpSp>
        <p:nvGrpSpPr>
          <p:cNvPr id="99" name="Agrupar 888">
            <a:extLst>
              <a:ext uri="{FF2B5EF4-FFF2-40B4-BE49-F238E27FC236}">
                <a16:creationId xmlns:a16="http://schemas.microsoft.com/office/drawing/2014/main" id="{811CF198-6B35-0F68-FA59-14A4E5627ADB}"/>
              </a:ext>
            </a:extLst>
          </p:cNvPr>
          <p:cNvGrpSpPr/>
          <p:nvPr/>
        </p:nvGrpSpPr>
        <p:grpSpPr>
          <a:xfrm>
            <a:off x="755785" y="2069254"/>
            <a:ext cx="355780" cy="373814"/>
            <a:chOff x="4321175" y="4210051"/>
            <a:chExt cx="344488" cy="361950"/>
          </a:xfrm>
        </p:grpSpPr>
        <p:sp>
          <p:nvSpPr>
            <p:cNvPr id="100" name="Freeform 694">
              <a:extLst>
                <a:ext uri="{FF2B5EF4-FFF2-40B4-BE49-F238E27FC236}">
                  <a16:creationId xmlns:a16="http://schemas.microsoft.com/office/drawing/2014/main" id="{44E58D1E-80DA-5FD4-5F09-F3F79D4A93DF}"/>
                </a:ext>
              </a:extLst>
            </p:cNvPr>
            <p:cNvSpPr>
              <a:spLocks/>
            </p:cNvSpPr>
            <p:nvPr/>
          </p:nvSpPr>
          <p:spPr bwMode="auto">
            <a:xfrm>
              <a:off x="4371975" y="4281488"/>
              <a:ext cx="57150" cy="66675"/>
            </a:xfrm>
            <a:custGeom>
              <a:avLst/>
              <a:gdLst>
                <a:gd name="T0" fmla="*/ 6 w 17"/>
                <a:gd name="T1" fmla="*/ 20 h 20"/>
                <a:gd name="T2" fmla="*/ 6 w 17"/>
                <a:gd name="T3" fmla="*/ 16 h 20"/>
                <a:gd name="T4" fmla="*/ 10 w 17"/>
                <a:gd name="T5" fmla="*/ 11 h 20"/>
                <a:gd name="T6" fmla="*/ 17 w 17"/>
                <a:gd name="T7" fmla="*/ 11 h 20"/>
                <a:gd name="T8" fmla="*/ 17 w 17"/>
                <a:gd name="T9" fmla="*/ 6 h 20"/>
                <a:gd name="T10" fmla="*/ 10 w 17"/>
                <a:gd name="T11" fmla="*/ 0 h 20"/>
                <a:gd name="T12" fmla="*/ 0 w 17"/>
                <a:gd name="T13" fmla="*/ 0 h 20"/>
              </a:gdLst>
              <a:ahLst/>
              <a:cxnLst>
                <a:cxn ang="0">
                  <a:pos x="T0" y="T1"/>
                </a:cxn>
                <a:cxn ang="0">
                  <a:pos x="T2" y="T3"/>
                </a:cxn>
                <a:cxn ang="0">
                  <a:pos x="T4" y="T5"/>
                </a:cxn>
                <a:cxn ang="0">
                  <a:pos x="T6" y="T7"/>
                </a:cxn>
                <a:cxn ang="0">
                  <a:pos x="T8" y="T9"/>
                </a:cxn>
                <a:cxn ang="0">
                  <a:pos x="T10" y="T11"/>
                </a:cxn>
                <a:cxn ang="0">
                  <a:pos x="T12" y="T13"/>
                </a:cxn>
              </a:cxnLst>
              <a:rect l="0" t="0" r="r" b="b"/>
              <a:pathLst>
                <a:path w="17" h="20">
                  <a:moveTo>
                    <a:pt x="6" y="20"/>
                  </a:moveTo>
                  <a:cubicBezTo>
                    <a:pt x="6" y="16"/>
                    <a:pt x="6" y="16"/>
                    <a:pt x="6" y="16"/>
                  </a:cubicBezTo>
                  <a:cubicBezTo>
                    <a:pt x="10" y="11"/>
                    <a:pt x="10" y="11"/>
                    <a:pt x="10" y="11"/>
                  </a:cubicBezTo>
                  <a:cubicBezTo>
                    <a:pt x="17" y="11"/>
                    <a:pt x="17" y="11"/>
                    <a:pt x="17" y="11"/>
                  </a:cubicBezTo>
                  <a:cubicBezTo>
                    <a:pt x="17" y="6"/>
                    <a:pt x="17" y="6"/>
                    <a:pt x="17" y="6"/>
                  </a:cubicBezTo>
                  <a:cubicBezTo>
                    <a:pt x="17" y="3"/>
                    <a:pt x="14" y="0"/>
                    <a:pt x="10" y="0"/>
                  </a:cubicBezTo>
                  <a:cubicBezTo>
                    <a:pt x="0" y="0"/>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01" name="Freeform 695">
              <a:extLst>
                <a:ext uri="{FF2B5EF4-FFF2-40B4-BE49-F238E27FC236}">
                  <a16:creationId xmlns:a16="http://schemas.microsoft.com/office/drawing/2014/main" id="{129B6103-6B8A-6239-1FDB-2CB916139657}"/>
                </a:ext>
              </a:extLst>
            </p:cNvPr>
            <p:cNvSpPr>
              <a:spLocks/>
            </p:cNvSpPr>
            <p:nvPr/>
          </p:nvSpPr>
          <p:spPr bwMode="auto">
            <a:xfrm>
              <a:off x="4468813" y="4240213"/>
              <a:ext cx="165100" cy="101600"/>
            </a:xfrm>
            <a:custGeom>
              <a:avLst/>
              <a:gdLst>
                <a:gd name="T0" fmla="*/ 33 w 49"/>
                <a:gd name="T1" fmla="*/ 0 h 30"/>
                <a:gd name="T2" fmla="*/ 28 w 49"/>
                <a:gd name="T3" fmla="*/ 5 h 30"/>
                <a:gd name="T4" fmla="*/ 14 w 49"/>
                <a:gd name="T5" fmla="*/ 5 h 30"/>
                <a:gd name="T6" fmla="*/ 9 w 49"/>
                <a:gd name="T7" fmla="*/ 9 h 30"/>
                <a:gd name="T8" fmla="*/ 7 w 49"/>
                <a:gd name="T9" fmla="*/ 9 h 30"/>
                <a:gd name="T10" fmla="*/ 0 w 49"/>
                <a:gd name="T11" fmla="*/ 16 h 30"/>
                <a:gd name="T12" fmla="*/ 0 w 49"/>
                <a:gd name="T13" fmla="*/ 18 h 30"/>
                <a:gd name="T14" fmla="*/ 11 w 49"/>
                <a:gd name="T15" fmla="*/ 18 h 30"/>
                <a:gd name="T16" fmla="*/ 21 w 49"/>
                <a:gd name="T17" fmla="*/ 28 h 30"/>
                <a:gd name="T18" fmla="*/ 21 w 49"/>
                <a:gd name="T19" fmla="*/ 28 h 30"/>
                <a:gd name="T20" fmla="*/ 25 w 49"/>
                <a:gd name="T21" fmla="*/ 28 h 30"/>
                <a:gd name="T22" fmla="*/ 28 w 49"/>
                <a:gd name="T23" fmla="*/ 25 h 30"/>
                <a:gd name="T24" fmla="*/ 30 w 49"/>
                <a:gd name="T25" fmla="*/ 25 h 30"/>
                <a:gd name="T26" fmla="*/ 35 w 49"/>
                <a:gd name="T27" fmla="*/ 30 h 30"/>
                <a:gd name="T28" fmla="*/ 35 w 49"/>
                <a:gd name="T29" fmla="*/ 30 h 30"/>
                <a:gd name="T30" fmla="*/ 49 w 49"/>
                <a:gd name="T31"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9" h="30">
                  <a:moveTo>
                    <a:pt x="33" y="0"/>
                  </a:moveTo>
                  <a:cubicBezTo>
                    <a:pt x="28" y="5"/>
                    <a:pt x="28" y="5"/>
                    <a:pt x="28" y="5"/>
                  </a:cubicBezTo>
                  <a:cubicBezTo>
                    <a:pt x="14" y="5"/>
                    <a:pt x="14" y="5"/>
                    <a:pt x="14" y="5"/>
                  </a:cubicBezTo>
                  <a:cubicBezTo>
                    <a:pt x="9" y="9"/>
                    <a:pt x="9" y="9"/>
                    <a:pt x="9" y="9"/>
                  </a:cubicBezTo>
                  <a:cubicBezTo>
                    <a:pt x="7" y="9"/>
                    <a:pt x="7" y="9"/>
                    <a:pt x="7" y="9"/>
                  </a:cubicBezTo>
                  <a:cubicBezTo>
                    <a:pt x="3" y="9"/>
                    <a:pt x="0" y="12"/>
                    <a:pt x="0" y="16"/>
                  </a:cubicBezTo>
                  <a:cubicBezTo>
                    <a:pt x="0" y="18"/>
                    <a:pt x="0" y="18"/>
                    <a:pt x="0" y="18"/>
                  </a:cubicBezTo>
                  <a:cubicBezTo>
                    <a:pt x="11" y="18"/>
                    <a:pt x="11" y="18"/>
                    <a:pt x="11" y="18"/>
                  </a:cubicBezTo>
                  <a:cubicBezTo>
                    <a:pt x="21" y="28"/>
                    <a:pt x="21" y="28"/>
                    <a:pt x="21" y="28"/>
                  </a:cubicBezTo>
                  <a:cubicBezTo>
                    <a:pt x="21" y="28"/>
                    <a:pt x="21" y="28"/>
                    <a:pt x="21" y="28"/>
                  </a:cubicBezTo>
                  <a:cubicBezTo>
                    <a:pt x="25" y="28"/>
                    <a:pt x="25" y="28"/>
                    <a:pt x="25" y="28"/>
                  </a:cubicBezTo>
                  <a:cubicBezTo>
                    <a:pt x="28" y="25"/>
                    <a:pt x="28" y="25"/>
                    <a:pt x="28" y="25"/>
                  </a:cubicBezTo>
                  <a:cubicBezTo>
                    <a:pt x="30" y="25"/>
                    <a:pt x="30" y="25"/>
                    <a:pt x="30" y="25"/>
                  </a:cubicBezTo>
                  <a:cubicBezTo>
                    <a:pt x="35" y="30"/>
                    <a:pt x="35" y="30"/>
                    <a:pt x="35" y="30"/>
                  </a:cubicBezTo>
                  <a:cubicBezTo>
                    <a:pt x="35" y="30"/>
                    <a:pt x="35" y="30"/>
                    <a:pt x="35" y="30"/>
                  </a:cubicBezTo>
                  <a:cubicBezTo>
                    <a:pt x="49" y="30"/>
                    <a:pt x="49" y="30"/>
                    <a:pt x="49" y="3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02" name="Freeform 696">
              <a:extLst>
                <a:ext uri="{FF2B5EF4-FFF2-40B4-BE49-F238E27FC236}">
                  <a16:creationId xmlns:a16="http://schemas.microsoft.com/office/drawing/2014/main" id="{8B5B97D4-8D48-3B25-2F4F-34DF3D9C3238}"/>
                </a:ext>
              </a:extLst>
            </p:cNvPr>
            <p:cNvSpPr>
              <a:spLocks/>
            </p:cNvSpPr>
            <p:nvPr/>
          </p:nvSpPr>
          <p:spPr bwMode="auto">
            <a:xfrm>
              <a:off x="4351338" y="4210051"/>
              <a:ext cx="282575" cy="138113"/>
            </a:xfrm>
            <a:custGeom>
              <a:avLst/>
              <a:gdLst>
                <a:gd name="T0" fmla="*/ 0 w 84"/>
                <a:gd name="T1" fmla="*/ 41 h 41"/>
                <a:gd name="T2" fmla="*/ 42 w 84"/>
                <a:gd name="T3" fmla="*/ 0 h 41"/>
                <a:gd name="T4" fmla="*/ 84 w 84"/>
                <a:gd name="T5" fmla="*/ 41 h 41"/>
              </a:gdLst>
              <a:ahLst/>
              <a:cxnLst>
                <a:cxn ang="0">
                  <a:pos x="T0" y="T1"/>
                </a:cxn>
                <a:cxn ang="0">
                  <a:pos x="T2" y="T3"/>
                </a:cxn>
                <a:cxn ang="0">
                  <a:pos x="T4" y="T5"/>
                </a:cxn>
              </a:cxnLst>
              <a:rect l="0" t="0" r="r" b="b"/>
              <a:pathLst>
                <a:path w="84" h="41">
                  <a:moveTo>
                    <a:pt x="0" y="41"/>
                  </a:moveTo>
                  <a:cubicBezTo>
                    <a:pt x="0" y="18"/>
                    <a:pt x="19" y="0"/>
                    <a:pt x="42" y="0"/>
                  </a:cubicBezTo>
                  <a:cubicBezTo>
                    <a:pt x="65" y="0"/>
                    <a:pt x="84" y="18"/>
                    <a:pt x="84" y="41"/>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03" name="Freeform 697">
              <a:extLst>
                <a:ext uri="{FF2B5EF4-FFF2-40B4-BE49-F238E27FC236}">
                  <a16:creationId xmlns:a16="http://schemas.microsoft.com/office/drawing/2014/main" id="{E6DD9D3A-1D4F-71CF-DF5B-0967CEA3DBAE}"/>
                </a:ext>
              </a:extLst>
            </p:cNvPr>
            <p:cNvSpPr>
              <a:spLocks/>
            </p:cNvSpPr>
            <p:nvPr/>
          </p:nvSpPr>
          <p:spPr bwMode="auto">
            <a:xfrm>
              <a:off x="4441825" y="4365626"/>
              <a:ext cx="223838" cy="74613"/>
            </a:xfrm>
            <a:custGeom>
              <a:avLst/>
              <a:gdLst>
                <a:gd name="T0" fmla="*/ 66 w 66"/>
                <a:gd name="T1" fmla="*/ 5 h 22"/>
                <a:gd name="T2" fmla="*/ 50 w 66"/>
                <a:gd name="T3" fmla="*/ 5 h 22"/>
                <a:gd name="T4" fmla="*/ 43 w 66"/>
                <a:gd name="T5" fmla="*/ 3 h 22"/>
                <a:gd name="T6" fmla="*/ 42 w 66"/>
                <a:gd name="T7" fmla="*/ 2 h 22"/>
                <a:gd name="T8" fmla="*/ 36 w 66"/>
                <a:gd name="T9" fmla="*/ 0 h 22"/>
                <a:gd name="T10" fmla="*/ 18 w 66"/>
                <a:gd name="T11" fmla="*/ 0 h 22"/>
                <a:gd name="T12" fmla="*/ 14 w 66"/>
                <a:gd name="T13" fmla="*/ 2 h 22"/>
                <a:gd name="T14" fmla="*/ 7 w 66"/>
                <a:gd name="T15" fmla="*/ 8 h 22"/>
                <a:gd name="T16" fmla="*/ 0 w 66"/>
                <a:gd name="T17" fmla="*/ 16 h 22"/>
                <a:gd name="T18" fmla="*/ 11 w 66"/>
                <a:gd name="T19" fmla="*/ 18 h 22"/>
                <a:gd name="T20" fmla="*/ 18 w 66"/>
                <a:gd name="T21" fmla="*/ 14 h 22"/>
                <a:gd name="T22" fmla="*/ 24 w 66"/>
                <a:gd name="T23" fmla="*/ 14 h 22"/>
                <a:gd name="T24" fmla="*/ 33 w 66"/>
                <a:gd name="T2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22">
                  <a:moveTo>
                    <a:pt x="66" y="5"/>
                  </a:moveTo>
                  <a:cubicBezTo>
                    <a:pt x="50" y="5"/>
                    <a:pt x="50" y="5"/>
                    <a:pt x="50" y="5"/>
                  </a:cubicBezTo>
                  <a:cubicBezTo>
                    <a:pt x="47" y="5"/>
                    <a:pt x="45" y="4"/>
                    <a:pt x="43" y="3"/>
                  </a:cubicBezTo>
                  <a:cubicBezTo>
                    <a:pt x="42" y="2"/>
                    <a:pt x="42" y="2"/>
                    <a:pt x="42" y="2"/>
                  </a:cubicBezTo>
                  <a:cubicBezTo>
                    <a:pt x="40" y="1"/>
                    <a:pt x="38" y="0"/>
                    <a:pt x="36" y="0"/>
                  </a:cubicBezTo>
                  <a:cubicBezTo>
                    <a:pt x="18" y="0"/>
                    <a:pt x="18" y="0"/>
                    <a:pt x="18" y="0"/>
                  </a:cubicBezTo>
                  <a:cubicBezTo>
                    <a:pt x="16" y="0"/>
                    <a:pt x="15" y="1"/>
                    <a:pt x="14" y="2"/>
                  </a:cubicBezTo>
                  <a:cubicBezTo>
                    <a:pt x="7" y="8"/>
                    <a:pt x="7" y="8"/>
                    <a:pt x="7" y="8"/>
                  </a:cubicBezTo>
                  <a:cubicBezTo>
                    <a:pt x="7" y="8"/>
                    <a:pt x="3" y="12"/>
                    <a:pt x="0" y="16"/>
                  </a:cubicBezTo>
                  <a:cubicBezTo>
                    <a:pt x="4" y="19"/>
                    <a:pt x="7" y="19"/>
                    <a:pt x="11" y="18"/>
                  </a:cubicBezTo>
                  <a:cubicBezTo>
                    <a:pt x="14" y="17"/>
                    <a:pt x="18" y="14"/>
                    <a:pt x="18" y="14"/>
                  </a:cubicBezTo>
                  <a:cubicBezTo>
                    <a:pt x="24" y="14"/>
                    <a:pt x="24" y="14"/>
                    <a:pt x="24" y="14"/>
                  </a:cubicBezTo>
                  <a:cubicBezTo>
                    <a:pt x="33" y="22"/>
                    <a:pt x="33" y="22"/>
                    <a:pt x="33" y="22"/>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04" name="Freeform 698">
              <a:extLst>
                <a:ext uri="{FF2B5EF4-FFF2-40B4-BE49-F238E27FC236}">
                  <a16:creationId xmlns:a16="http://schemas.microsoft.com/office/drawing/2014/main" id="{799C72D2-B35F-7364-34C2-97E57EB00D22}"/>
                </a:ext>
              </a:extLst>
            </p:cNvPr>
            <p:cNvSpPr>
              <a:spLocks/>
            </p:cNvSpPr>
            <p:nvPr/>
          </p:nvSpPr>
          <p:spPr bwMode="auto">
            <a:xfrm>
              <a:off x="4603750" y="4483101"/>
              <a:ext cx="30163" cy="11113"/>
            </a:xfrm>
            <a:custGeom>
              <a:avLst/>
              <a:gdLst>
                <a:gd name="T0" fmla="*/ 0 w 9"/>
                <a:gd name="T1" fmla="*/ 3 h 3"/>
                <a:gd name="T2" fmla="*/ 9 w 9"/>
                <a:gd name="T3" fmla="*/ 0 h 3"/>
              </a:gdLst>
              <a:ahLst/>
              <a:cxnLst>
                <a:cxn ang="0">
                  <a:pos x="T0" y="T1"/>
                </a:cxn>
                <a:cxn ang="0">
                  <a:pos x="T2" y="T3"/>
                </a:cxn>
              </a:cxnLst>
              <a:rect l="0" t="0" r="r" b="b"/>
              <a:pathLst>
                <a:path w="9" h="3">
                  <a:moveTo>
                    <a:pt x="0" y="3"/>
                  </a:moveTo>
                  <a:cubicBezTo>
                    <a:pt x="2" y="0"/>
                    <a:pt x="5" y="0"/>
                    <a:pt x="9"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05" name="Freeform 699">
              <a:extLst>
                <a:ext uri="{FF2B5EF4-FFF2-40B4-BE49-F238E27FC236}">
                  <a16:creationId xmlns:a16="http://schemas.microsoft.com/office/drawing/2014/main" id="{18579502-8057-5D6E-D09B-43F22179E2FA}"/>
                </a:ext>
              </a:extLst>
            </p:cNvPr>
            <p:cNvSpPr>
              <a:spLocks/>
            </p:cNvSpPr>
            <p:nvPr/>
          </p:nvSpPr>
          <p:spPr bwMode="auto">
            <a:xfrm>
              <a:off x="4533900" y="4440238"/>
              <a:ext cx="84138" cy="90488"/>
            </a:xfrm>
            <a:custGeom>
              <a:avLst/>
              <a:gdLst>
                <a:gd name="T0" fmla="*/ 6 w 25"/>
                <a:gd name="T1" fmla="*/ 0 h 27"/>
                <a:gd name="T2" fmla="*/ 21 w 25"/>
                <a:gd name="T3" fmla="*/ 16 h 27"/>
                <a:gd name="T4" fmla="*/ 14 w 25"/>
                <a:gd name="T5" fmla="*/ 22 h 27"/>
                <a:gd name="T6" fmla="*/ 0 w 25"/>
                <a:gd name="T7" fmla="*/ 9 h 27"/>
              </a:gdLst>
              <a:ahLst/>
              <a:cxnLst>
                <a:cxn ang="0">
                  <a:pos x="T0" y="T1"/>
                </a:cxn>
                <a:cxn ang="0">
                  <a:pos x="T2" y="T3"/>
                </a:cxn>
                <a:cxn ang="0">
                  <a:pos x="T4" y="T5"/>
                </a:cxn>
                <a:cxn ang="0">
                  <a:pos x="T6" y="T7"/>
                </a:cxn>
              </a:cxnLst>
              <a:rect l="0" t="0" r="r" b="b"/>
              <a:pathLst>
                <a:path w="25" h="27">
                  <a:moveTo>
                    <a:pt x="6" y="0"/>
                  </a:moveTo>
                  <a:cubicBezTo>
                    <a:pt x="6" y="0"/>
                    <a:pt x="18" y="13"/>
                    <a:pt x="21" y="16"/>
                  </a:cubicBezTo>
                  <a:cubicBezTo>
                    <a:pt x="25" y="19"/>
                    <a:pt x="20" y="27"/>
                    <a:pt x="14" y="22"/>
                  </a:cubicBezTo>
                  <a:cubicBezTo>
                    <a:pt x="11" y="19"/>
                    <a:pt x="0" y="9"/>
                    <a:pt x="0" y="9"/>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06" name="Freeform 700">
              <a:extLst>
                <a:ext uri="{FF2B5EF4-FFF2-40B4-BE49-F238E27FC236}">
                  <a16:creationId xmlns:a16="http://schemas.microsoft.com/office/drawing/2014/main" id="{223EABF5-20E7-01BB-1C7F-E3BA73374F62}"/>
                </a:ext>
              </a:extLst>
            </p:cNvPr>
            <p:cNvSpPr>
              <a:spLocks/>
            </p:cNvSpPr>
            <p:nvPr/>
          </p:nvSpPr>
          <p:spPr bwMode="auto">
            <a:xfrm>
              <a:off x="4516438" y="4500563"/>
              <a:ext cx="71438" cy="44450"/>
            </a:xfrm>
            <a:custGeom>
              <a:avLst/>
              <a:gdLst>
                <a:gd name="T0" fmla="*/ 21 w 21"/>
                <a:gd name="T1" fmla="*/ 5 h 13"/>
                <a:gd name="T2" fmla="*/ 11 w 21"/>
                <a:gd name="T3" fmla="*/ 9 h 13"/>
                <a:gd name="T4" fmla="*/ 0 w 21"/>
                <a:gd name="T5" fmla="*/ 0 h 13"/>
              </a:gdLst>
              <a:ahLst/>
              <a:cxnLst>
                <a:cxn ang="0">
                  <a:pos x="T0" y="T1"/>
                </a:cxn>
                <a:cxn ang="0">
                  <a:pos x="T2" y="T3"/>
                </a:cxn>
                <a:cxn ang="0">
                  <a:pos x="T4" y="T5"/>
                </a:cxn>
              </a:cxnLst>
              <a:rect l="0" t="0" r="r" b="b"/>
              <a:pathLst>
                <a:path w="21" h="13">
                  <a:moveTo>
                    <a:pt x="21" y="5"/>
                  </a:moveTo>
                  <a:cubicBezTo>
                    <a:pt x="20" y="7"/>
                    <a:pt x="16" y="13"/>
                    <a:pt x="11" y="9"/>
                  </a:cubicBezTo>
                  <a:cubicBezTo>
                    <a:pt x="7" y="6"/>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07" name="Freeform 701">
              <a:extLst>
                <a:ext uri="{FF2B5EF4-FFF2-40B4-BE49-F238E27FC236}">
                  <a16:creationId xmlns:a16="http://schemas.microsoft.com/office/drawing/2014/main" id="{C4440054-889E-6F3B-6DD2-81DFDE3579B7}"/>
                </a:ext>
              </a:extLst>
            </p:cNvPr>
            <p:cNvSpPr>
              <a:spLocks/>
            </p:cNvSpPr>
            <p:nvPr/>
          </p:nvSpPr>
          <p:spPr bwMode="auto">
            <a:xfrm>
              <a:off x="4498975" y="4527551"/>
              <a:ext cx="57150" cy="30163"/>
            </a:xfrm>
            <a:custGeom>
              <a:avLst/>
              <a:gdLst>
                <a:gd name="T0" fmla="*/ 17 w 17"/>
                <a:gd name="T1" fmla="*/ 2 h 9"/>
                <a:gd name="T2" fmla="*/ 7 w 17"/>
                <a:gd name="T3" fmla="*/ 6 h 9"/>
                <a:gd name="T4" fmla="*/ 0 w 17"/>
                <a:gd name="T5" fmla="*/ 0 h 9"/>
              </a:gdLst>
              <a:ahLst/>
              <a:cxnLst>
                <a:cxn ang="0">
                  <a:pos x="T0" y="T1"/>
                </a:cxn>
                <a:cxn ang="0">
                  <a:pos x="T2" y="T3"/>
                </a:cxn>
                <a:cxn ang="0">
                  <a:pos x="T4" y="T5"/>
                </a:cxn>
              </a:cxnLst>
              <a:rect l="0" t="0" r="r" b="b"/>
              <a:pathLst>
                <a:path w="17" h="9">
                  <a:moveTo>
                    <a:pt x="17" y="2"/>
                  </a:moveTo>
                  <a:cubicBezTo>
                    <a:pt x="15" y="7"/>
                    <a:pt x="11" y="9"/>
                    <a:pt x="7" y="6"/>
                  </a:cubicBezTo>
                  <a:cubicBezTo>
                    <a:pt x="4" y="4"/>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08" name="Freeform 702">
              <a:extLst>
                <a:ext uri="{FF2B5EF4-FFF2-40B4-BE49-F238E27FC236}">
                  <a16:creationId xmlns:a16="http://schemas.microsoft.com/office/drawing/2014/main" id="{3F91F6A0-239B-46DF-3F80-C75045F3BFBF}"/>
                </a:ext>
              </a:extLst>
            </p:cNvPr>
            <p:cNvSpPr>
              <a:spLocks/>
            </p:cNvSpPr>
            <p:nvPr/>
          </p:nvSpPr>
          <p:spPr bwMode="auto">
            <a:xfrm>
              <a:off x="4479925" y="4551363"/>
              <a:ext cx="46038" cy="20638"/>
            </a:xfrm>
            <a:custGeom>
              <a:avLst/>
              <a:gdLst>
                <a:gd name="T0" fmla="*/ 14 w 14"/>
                <a:gd name="T1" fmla="*/ 0 h 6"/>
                <a:gd name="T2" fmla="*/ 5 w 14"/>
                <a:gd name="T3" fmla="*/ 4 h 6"/>
                <a:gd name="T4" fmla="*/ 0 w 14"/>
                <a:gd name="T5" fmla="*/ 0 h 6"/>
              </a:gdLst>
              <a:ahLst/>
              <a:cxnLst>
                <a:cxn ang="0">
                  <a:pos x="T0" y="T1"/>
                </a:cxn>
                <a:cxn ang="0">
                  <a:pos x="T2" y="T3"/>
                </a:cxn>
                <a:cxn ang="0">
                  <a:pos x="T4" y="T5"/>
                </a:cxn>
              </a:cxnLst>
              <a:rect l="0" t="0" r="r" b="b"/>
              <a:pathLst>
                <a:path w="14" h="6">
                  <a:moveTo>
                    <a:pt x="14" y="0"/>
                  </a:moveTo>
                  <a:cubicBezTo>
                    <a:pt x="13" y="3"/>
                    <a:pt x="9" y="6"/>
                    <a:pt x="5" y="4"/>
                  </a:cubicBezTo>
                  <a:cubicBezTo>
                    <a:pt x="4" y="3"/>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09" name="Freeform 703">
              <a:extLst>
                <a:ext uri="{FF2B5EF4-FFF2-40B4-BE49-F238E27FC236}">
                  <a16:creationId xmlns:a16="http://schemas.microsoft.com/office/drawing/2014/main" id="{783D271C-489D-9D99-83D3-BF9F7DFF3F2A}"/>
                </a:ext>
              </a:extLst>
            </p:cNvPr>
            <p:cNvSpPr>
              <a:spLocks/>
            </p:cNvSpPr>
            <p:nvPr/>
          </p:nvSpPr>
          <p:spPr bwMode="auto">
            <a:xfrm>
              <a:off x="4321175" y="4365626"/>
              <a:ext cx="165100" cy="15875"/>
            </a:xfrm>
            <a:custGeom>
              <a:avLst/>
              <a:gdLst>
                <a:gd name="T0" fmla="*/ 0 w 49"/>
                <a:gd name="T1" fmla="*/ 5 h 5"/>
                <a:gd name="T2" fmla="*/ 20 w 49"/>
                <a:gd name="T3" fmla="*/ 5 h 5"/>
                <a:gd name="T4" fmla="*/ 25 w 49"/>
                <a:gd name="T5" fmla="*/ 3 h 5"/>
                <a:gd name="T6" fmla="*/ 28 w 49"/>
                <a:gd name="T7" fmla="*/ 2 h 5"/>
                <a:gd name="T8" fmla="*/ 33 w 49"/>
                <a:gd name="T9" fmla="*/ 0 h 5"/>
                <a:gd name="T10" fmla="*/ 44 w 49"/>
                <a:gd name="T11" fmla="*/ 0 h 5"/>
                <a:gd name="T12" fmla="*/ 47 w 49"/>
                <a:gd name="T13" fmla="*/ 1 h 5"/>
                <a:gd name="T14" fmla="*/ 49 w 49"/>
                <a:gd name="T15" fmla="*/ 2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5">
                  <a:moveTo>
                    <a:pt x="0" y="5"/>
                  </a:moveTo>
                  <a:cubicBezTo>
                    <a:pt x="20" y="5"/>
                    <a:pt x="20" y="5"/>
                    <a:pt x="20" y="5"/>
                  </a:cubicBezTo>
                  <a:cubicBezTo>
                    <a:pt x="22" y="5"/>
                    <a:pt x="24" y="4"/>
                    <a:pt x="25" y="3"/>
                  </a:cubicBezTo>
                  <a:cubicBezTo>
                    <a:pt x="28" y="2"/>
                    <a:pt x="28" y="2"/>
                    <a:pt x="28" y="2"/>
                  </a:cubicBezTo>
                  <a:cubicBezTo>
                    <a:pt x="29" y="1"/>
                    <a:pt x="31" y="0"/>
                    <a:pt x="33" y="0"/>
                  </a:cubicBezTo>
                  <a:cubicBezTo>
                    <a:pt x="44" y="0"/>
                    <a:pt x="44" y="0"/>
                    <a:pt x="44" y="0"/>
                  </a:cubicBezTo>
                  <a:cubicBezTo>
                    <a:pt x="45" y="0"/>
                    <a:pt x="46" y="0"/>
                    <a:pt x="47" y="1"/>
                  </a:cubicBezTo>
                  <a:cubicBezTo>
                    <a:pt x="49" y="2"/>
                    <a:pt x="49" y="2"/>
                    <a:pt x="49" y="2"/>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0" name="Freeform 704">
              <a:extLst>
                <a:ext uri="{FF2B5EF4-FFF2-40B4-BE49-F238E27FC236}">
                  <a16:creationId xmlns:a16="http://schemas.microsoft.com/office/drawing/2014/main" id="{03828E24-0996-68D5-DB7B-D5DE6E7231B5}"/>
                </a:ext>
              </a:extLst>
            </p:cNvPr>
            <p:cNvSpPr>
              <a:spLocks/>
            </p:cNvSpPr>
            <p:nvPr/>
          </p:nvSpPr>
          <p:spPr bwMode="auto">
            <a:xfrm>
              <a:off x="4375150" y="4479926"/>
              <a:ext cx="39688" cy="38100"/>
            </a:xfrm>
            <a:custGeom>
              <a:avLst/>
              <a:gdLst>
                <a:gd name="T0" fmla="*/ 10 w 12"/>
                <a:gd name="T1" fmla="*/ 7 h 11"/>
                <a:gd name="T2" fmla="*/ 10 w 12"/>
                <a:gd name="T3" fmla="*/ 1 h 11"/>
                <a:gd name="T4" fmla="*/ 10 w 12"/>
                <a:gd name="T5" fmla="*/ 1 h 11"/>
                <a:gd name="T6" fmla="*/ 4 w 12"/>
                <a:gd name="T7" fmla="*/ 1 h 11"/>
                <a:gd name="T8" fmla="*/ 1 w 12"/>
                <a:gd name="T9" fmla="*/ 3 h 11"/>
                <a:gd name="T10" fmla="*/ 1 w 12"/>
                <a:gd name="T11" fmla="*/ 9 h 11"/>
                <a:gd name="T12" fmla="*/ 7 w 12"/>
                <a:gd name="T13" fmla="*/ 9 h 11"/>
              </a:gdLst>
              <a:ahLst/>
              <a:cxnLst>
                <a:cxn ang="0">
                  <a:pos x="T0" y="T1"/>
                </a:cxn>
                <a:cxn ang="0">
                  <a:pos x="T2" y="T3"/>
                </a:cxn>
                <a:cxn ang="0">
                  <a:pos x="T4" y="T5"/>
                </a:cxn>
                <a:cxn ang="0">
                  <a:pos x="T6" y="T7"/>
                </a:cxn>
                <a:cxn ang="0">
                  <a:pos x="T8" y="T9"/>
                </a:cxn>
                <a:cxn ang="0">
                  <a:pos x="T10" y="T11"/>
                </a:cxn>
                <a:cxn ang="0">
                  <a:pos x="T12" y="T13"/>
                </a:cxn>
              </a:cxnLst>
              <a:rect l="0" t="0" r="r" b="b"/>
              <a:pathLst>
                <a:path w="12" h="11">
                  <a:moveTo>
                    <a:pt x="10" y="7"/>
                  </a:moveTo>
                  <a:cubicBezTo>
                    <a:pt x="12" y="5"/>
                    <a:pt x="11" y="3"/>
                    <a:pt x="10" y="1"/>
                  </a:cubicBezTo>
                  <a:cubicBezTo>
                    <a:pt x="10" y="1"/>
                    <a:pt x="10" y="1"/>
                    <a:pt x="10" y="1"/>
                  </a:cubicBezTo>
                  <a:cubicBezTo>
                    <a:pt x="8" y="0"/>
                    <a:pt x="5" y="0"/>
                    <a:pt x="4" y="1"/>
                  </a:cubicBezTo>
                  <a:cubicBezTo>
                    <a:pt x="1" y="3"/>
                    <a:pt x="1" y="3"/>
                    <a:pt x="1" y="3"/>
                  </a:cubicBezTo>
                  <a:cubicBezTo>
                    <a:pt x="0" y="5"/>
                    <a:pt x="0" y="8"/>
                    <a:pt x="1" y="9"/>
                  </a:cubicBezTo>
                  <a:cubicBezTo>
                    <a:pt x="3" y="11"/>
                    <a:pt x="6" y="11"/>
                    <a:pt x="7" y="9"/>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1" name="Freeform 705">
              <a:extLst>
                <a:ext uri="{FF2B5EF4-FFF2-40B4-BE49-F238E27FC236}">
                  <a16:creationId xmlns:a16="http://schemas.microsoft.com/office/drawing/2014/main" id="{9DD3DBB1-543E-1003-09B0-49941C7789A5}"/>
                </a:ext>
              </a:extLst>
            </p:cNvPr>
            <p:cNvSpPr>
              <a:spLocks/>
            </p:cNvSpPr>
            <p:nvPr/>
          </p:nvSpPr>
          <p:spPr bwMode="auto">
            <a:xfrm>
              <a:off x="4391025" y="4486276"/>
              <a:ext cx="53975" cy="55563"/>
            </a:xfrm>
            <a:custGeom>
              <a:avLst/>
              <a:gdLst>
                <a:gd name="T0" fmla="*/ 15 w 16"/>
                <a:gd name="T1" fmla="*/ 1 h 16"/>
                <a:gd name="T2" fmla="*/ 15 w 16"/>
                <a:gd name="T3" fmla="*/ 1 h 16"/>
                <a:gd name="T4" fmla="*/ 9 w 16"/>
                <a:gd name="T5" fmla="*/ 1 h 16"/>
                <a:gd name="T6" fmla="*/ 2 w 16"/>
                <a:gd name="T7" fmla="*/ 8 h 16"/>
                <a:gd name="T8" fmla="*/ 2 w 16"/>
                <a:gd name="T9" fmla="*/ 14 h 16"/>
                <a:gd name="T10" fmla="*/ 8 w 16"/>
                <a:gd name="T11" fmla="*/ 14 h 16"/>
                <a:gd name="T12" fmla="*/ 15 w 16"/>
                <a:gd name="T13" fmla="*/ 7 h 16"/>
                <a:gd name="T14" fmla="*/ 15 w 16"/>
                <a:gd name="T15" fmla="*/ 1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16">
                  <a:moveTo>
                    <a:pt x="15" y="1"/>
                  </a:moveTo>
                  <a:cubicBezTo>
                    <a:pt x="15" y="1"/>
                    <a:pt x="15" y="1"/>
                    <a:pt x="15" y="1"/>
                  </a:cubicBezTo>
                  <a:cubicBezTo>
                    <a:pt x="13" y="0"/>
                    <a:pt x="10" y="0"/>
                    <a:pt x="9" y="1"/>
                  </a:cubicBezTo>
                  <a:cubicBezTo>
                    <a:pt x="2" y="8"/>
                    <a:pt x="2" y="8"/>
                    <a:pt x="2" y="8"/>
                  </a:cubicBezTo>
                  <a:cubicBezTo>
                    <a:pt x="0" y="10"/>
                    <a:pt x="0" y="12"/>
                    <a:pt x="2" y="14"/>
                  </a:cubicBezTo>
                  <a:cubicBezTo>
                    <a:pt x="3" y="16"/>
                    <a:pt x="6" y="16"/>
                    <a:pt x="8" y="14"/>
                  </a:cubicBezTo>
                  <a:cubicBezTo>
                    <a:pt x="15" y="7"/>
                    <a:pt x="15" y="7"/>
                    <a:pt x="15" y="7"/>
                  </a:cubicBezTo>
                  <a:cubicBezTo>
                    <a:pt x="16" y="6"/>
                    <a:pt x="16" y="3"/>
                    <a:pt x="15" y="1"/>
                  </a:cubicBezTo>
                  <a:close/>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2" name="Freeform 706">
              <a:extLst>
                <a:ext uri="{FF2B5EF4-FFF2-40B4-BE49-F238E27FC236}">
                  <a16:creationId xmlns:a16="http://schemas.microsoft.com/office/drawing/2014/main" id="{741A82E6-AF78-A8A7-D0A1-C42AA9BFFEC0}"/>
                </a:ext>
              </a:extLst>
            </p:cNvPr>
            <p:cNvSpPr>
              <a:spLocks/>
            </p:cNvSpPr>
            <p:nvPr/>
          </p:nvSpPr>
          <p:spPr bwMode="auto">
            <a:xfrm>
              <a:off x="4414838" y="4503738"/>
              <a:ext cx="53975" cy="53975"/>
            </a:xfrm>
            <a:custGeom>
              <a:avLst/>
              <a:gdLst>
                <a:gd name="T0" fmla="*/ 2 w 16"/>
                <a:gd name="T1" fmla="*/ 8 h 16"/>
                <a:gd name="T2" fmla="*/ 2 w 16"/>
                <a:gd name="T3" fmla="*/ 14 h 16"/>
                <a:gd name="T4" fmla="*/ 8 w 16"/>
                <a:gd name="T5" fmla="*/ 14 h 16"/>
                <a:gd name="T6" fmla="*/ 14 w 16"/>
                <a:gd name="T7" fmla="*/ 8 h 16"/>
                <a:gd name="T8" fmla="*/ 14 w 16"/>
                <a:gd name="T9" fmla="*/ 2 h 16"/>
                <a:gd name="T10" fmla="*/ 14 w 16"/>
                <a:gd name="T11" fmla="*/ 2 h 16"/>
                <a:gd name="T12" fmla="*/ 8 w 16"/>
                <a:gd name="T13" fmla="*/ 2 h 16"/>
              </a:gdLst>
              <a:ahLst/>
              <a:cxnLst>
                <a:cxn ang="0">
                  <a:pos x="T0" y="T1"/>
                </a:cxn>
                <a:cxn ang="0">
                  <a:pos x="T2" y="T3"/>
                </a:cxn>
                <a:cxn ang="0">
                  <a:pos x="T4" y="T5"/>
                </a:cxn>
                <a:cxn ang="0">
                  <a:pos x="T6" y="T7"/>
                </a:cxn>
                <a:cxn ang="0">
                  <a:pos x="T8" y="T9"/>
                </a:cxn>
                <a:cxn ang="0">
                  <a:pos x="T10" y="T11"/>
                </a:cxn>
                <a:cxn ang="0">
                  <a:pos x="T12" y="T13"/>
                </a:cxn>
              </a:cxnLst>
              <a:rect l="0" t="0" r="r" b="b"/>
              <a:pathLst>
                <a:path w="16" h="16">
                  <a:moveTo>
                    <a:pt x="2" y="8"/>
                  </a:moveTo>
                  <a:cubicBezTo>
                    <a:pt x="0" y="9"/>
                    <a:pt x="0" y="12"/>
                    <a:pt x="2" y="14"/>
                  </a:cubicBezTo>
                  <a:cubicBezTo>
                    <a:pt x="3" y="16"/>
                    <a:pt x="6" y="16"/>
                    <a:pt x="8" y="14"/>
                  </a:cubicBezTo>
                  <a:cubicBezTo>
                    <a:pt x="14" y="8"/>
                    <a:pt x="14" y="8"/>
                    <a:pt x="14" y="8"/>
                  </a:cubicBezTo>
                  <a:cubicBezTo>
                    <a:pt x="16" y="6"/>
                    <a:pt x="16" y="4"/>
                    <a:pt x="14" y="2"/>
                  </a:cubicBezTo>
                  <a:cubicBezTo>
                    <a:pt x="14" y="2"/>
                    <a:pt x="14" y="2"/>
                    <a:pt x="14" y="2"/>
                  </a:cubicBezTo>
                  <a:cubicBezTo>
                    <a:pt x="12" y="0"/>
                    <a:pt x="10" y="0"/>
                    <a:pt x="8" y="2"/>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3" name="Freeform 707">
              <a:extLst>
                <a:ext uri="{FF2B5EF4-FFF2-40B4-BE49-F238E27FC236}">
                  <a16:creationId xmlns:a16="http://schemas.microsoft.com/office/drawing/2014/main" id="{C08DEA06-45E1-3BDB-88BA-2A3ECAAB184C}"/>
                </a:ext>
              </a:extLst>
            </p:cNvPr>
            <p:cNvSpPr>
              <a:spLocks/>
            </p:cNvSpPr>
            <p:nvPr/>
          </p:nvSpPr>
          <p:spPr bwMode="auto">
            <a:xfrm>
              <a:off x="4445000" y="4530726"/>
              <a:ext cx="38100" cy="38100"/>
            </a:xfrm>
            <a:custGeom>
              <a:avLst/>
              <a:gdLst>
                <a:gd name="T0" fmla="*/ 2 w 11"/>
                <a:gd name="T1" fmla="*/ 3 h 11"/>
                <a:gd name="T2" fmla="*/ 2 w 11"/>
                <a:gd name="T3" fmla="*/ 9 h 11"/>
                <a:gd name="T4" fmla="*/ 8 w 11"/>
                <a:gd name="T5" fmla="*/ 9 h 11"/>
                <a:gd name="T6" fmla="*/ 9 w 11"/>
                <a:gd name="T7" fmla="*/ 8 h 11"/>
                <a:gd name="T8" fmla="*/ 9 w 11"/>
                <a:gd name="T9" fmla="*/ 2 h 11"/>
                <a:gd name="T10" fmla="*/ 9 w 11"/>
                <a:gd name="T11" fmla="*/ 2 h 11"/>
                <a:gd name="T12" fmla="*/ 3 w 11"/>
                <a:gd name="T13" fmla="*/ 1 h 11"/>
              </a:gdLst>
              <a:ahLst/>
              <a:cxnLst>
                <a:cxn ang="0">
                  <a:pos x="T0" y="T1"/>
                </a:cxn>
                <a:cxn ang="0">
                  <a:pos x="T2" y="T3"/>
                </a:cxn>
                <a:cxn ang="0">
                  <a:pos x="T4" y="T5"/>
                </a:cxn>
                <a:cxn ang="0">
                  <a:pos x="T6" y="T7"/>
                </a:cxn>
                <a:cxn ang="0">
                  <a:pos x="T8" y="T9"/>
                </a:cxn>
                <a:cxn ang="0">
                  <a:pos x="T10" y="T11"/>
                </a:cxn>
                <a:cxn ang="0">
                  <a:pos x="T12" y="T13"/>
                </a:cxn>
              </a:cxnLst>
              <a:rect l="0" t="0" r="r" b="b"/>
              <a:pathLst>
                <a:path w="11" h="11">
                  <a:moveTo>
                    <a:pt x="2" y="3"/>
                  </a:moveTo>
                  <a:cubicBezTo>
                    <a:pt x="0" y="5"/>
                    <a:pt x="0" y="7"/>
                    <a:pt x="2" y="9"/>
                  </a:cubicBezTo>
                  <a:cubicBezTo>
                    <a:pt x="3" y="11"/>
                    <a:pt x="6" y="11"/>
                    <a:pt x="8" y="9"/>
                  </a:cubicBezTo>
                  <a:cubicBezTo>
                    <a:pt x="9" y="8"/>
                    <a:pt x="9" y="8"/>
                    <a:pt x="9" y="8"/>
                  </a:cubicBezTo>
                  <a:cubicBezTo>
                    <a:pt x="11" y="6"/>
                    <a:pt x="11" y="3"/>
                    <a:pt x="9" y="2"/>
                  </a:cubicBezTo>
                  <a:cubicBezTo>
                    <a:pt x="9" y="2"/>
                    <a:pt x="9" y="2"/>
                    <a:pt x="9" y="2"/>
                  </a:cubicBezTo>
                  <a:cubicBezTo>
                    <a:pt x="8" y="0"/>
                    <a:pt x="5" y="0"/>
                    <a:pt x="3" y="1"/>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4" name="Freeform 708">
              <a:extLst>
                <a:ext uri="{FF2B5EF4-FFF2-40B4-BE49-F238E27FC236}">
                  <a16:creationId xmlns:a16="http://schemas.microsoft.com/office/drawing/2014/main" id="{9B71BE53-1B83-5D9C-A26A-0958151E1A0C}"/>
                </a:ext>
              </a:extLst>
            </p:cNvPr>
            <p:cNvSpPr>
              <a:spLocks/>
            </p:cNvSpPr>
            <p:nvPr/>
          </p:nvSpPr>
          <p:spPr bwMode="auto">
            <a:xfrm>
              <a:off x="4552950" y="4440238"/>
              <a:ext cx="34925" cy="9525"/>
            </a:xfrm>
            <a:custGeom>
              <a:avLst/>
              <a:gdLst>
                <a:gd name="T0" fmla="*/ 10 w 10"/>
                <a:gd name="T1" fmla="*/ 2 h 3"/>
                <a:gd name="T2" fmla="*/ 0 w 10"/>
                <a:gd name="T3" fmla="*/ 0 h 3"/>
              </a:gdLst>
              <a:ahLst/>
              <a:cxnLst>
                <a:cxn ang="0">
                  <a:pos x="T0" y="T1"/>
                </a:cxn>
                <a:cxn ang="0">
                  <a:pos x="T2" y="T3"/>
                </a:cxn>
              </a:cxnLst>
              <a:rect l="0" t="0" r="r" b="b"/>
              <a:pathLst>
                <a:path w="10" h="3">
                  <a:moveTo>
                    <a:pt x="10" y="2"/>
                  </a:moveTo>
                  <a:cubicBezTo>
                    <a:pt x="4" y="3"/>
                    <a:pt x="3" y="2"/>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15" name="Freeform 709">
              <a:extLst>
                <a:ext uri="{FF2B5EF4-FFF2-40B4-BE49-F238E27FC236}">
                  <a16:creationId xmlns:a16="http://schemas.microsoft.com/office/drawing/2014/main" id="{D41F9379-900B-99B3-7C9A-11D4CF089E6E}"/>
                </a:ext>
              </a:extLst>
            </p:cNvPr>
            <p:cNvSpPr>
              <a:spLocks/>
            </p:cNvSpPr>
            <p:nvPr/>
          </p:nvSpPr>
          <p:spPr bwMode="auto">
            <a:xfrm>
              <a:off x="4351338" y="4483101"/>
              <a:ext cx="26988" cy="11113"/>
            </a:xfrm>
            <a:custGeom>
              <a:avLst/>
              <a:gdLst>
                <a:gd name="T0" fmla="*/ 8 w 8"/>
                <a:gd name="T1" fmla="*/ 3 h 3"/>
                <a:gd name="T2" fmla="*/ 0 w 8"/>
                <a:gd name="T3" fmla="*/ 0 h 3"/>
              </a:gdLst>
              <a:ahLst/>
              <a:cxnLst>
                <a:cxn ang="0">
                  <a:pos x="T0" y="T1"/>
                </a:cxn>
                <a:cxn ang="0">
                  <a:pos x="T2" y="T3"/>
                </a:cxn>
              </a:cxnLst>
              <a:rect l="0" t="0" r="r" b="b"/>
              <a:pathLst>
                <a:path w="8" h="3">
                  <a:moveTo>
                    <a:pt x="8" y="3"/>
                  </a:moveTo>
                  <a:cubicBezTo>
                    <a:pt x="7" y="1"/>
                    <a:pt x="4"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grpSp>
    </p:spTree>
    <p:extLst>
      <p:ext uri="{BB962C8B-B14F-4D97-AF65-F5344CB8AC3E}">
        <p14:creationId xmlns:p14="http://schemas.microsoft.com/office/powerpoint/2010/main" val="15624646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esquinas redondeadas 2">
            <a:extLst>
              <a:ext uri="{FF2B5EF4-FFF2-40B4-BE49-F238E27FC236}">
                <a16:creationId xmlns:a16="http://schemas.microsoft.com/office/drawing/2014/main" id="{94C639D7-7D4C-8B9B-3117-8F3E28FD7605}"/>
              </a:ext>
            </a:extLst>
          </p:cNvPr>
          <p:cNvSpPr/>
          <p:nvPr/>
        </p:nvSpPr>
        <p:spPr>
          <a:xfrm flipH="1">
            <a:off x="4032243" y="4654113"/>
            <a:ext cx="8159754" cy="2203887"/>
          </a:xfrm>
          <a:prstGeom prst="round1Rect">
            <a:avLst>
              <a:gd name="adj" fmla="val 2463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8" name="Title 7">
            <a:extLst>
              <a:ext uri="{FF2B5EF4-FFF2-40B4-BE49-F238E27FC236}">
                <a16:creationId xmlns:a16="http://schemas.microsoft.com/office/drawing/2014/main" id="{A59DE39C-DB59-51E9-3237-E2E88202EBFC}"/>
              </a:ext>
            </a:extLst>
          </p:cNvPr>
          <p:cNvSpPr>
            <a:spLocks noGrp="1"/>
          </p:cNvSpPr>
          <p:nvPr>
            <p:ph type="title"/>
          </p:nvPr>
        </p:nvSpPr>
        <p:spPr>
          <a:xfrm>
            <a:off x="731837" y="733846"/>
            <a:ext cx="11102975" cy="265586"/>
          </a:xfrm>
        </p:spPr>
        <p:txBody>
          <a:bodyPr anchor="t"/>
          <a:lstStyle/>
          <a:p>
            <a:r>
              <a:rPr lang="en-US" sz="1900" spc="-10" noProof="0" dirty="0" err="1"/>
              <a:t>Almatia</a:t>
            </a:r>
            <a:r>
              <a:rPr lang="en-US" sz="1900" spc="-10" noProof="0" dirty="0"/>
              <a:t> is a Consolidated Player with Multiple Warehouses &amp; Global Commercial Presence</a:t>
            </a:r>
          </a:p>
        </p:txBody>
      </p:sp>
      <p:sp>
        <p:nvSpPr>
          <p:cNvPr id="11" name="Content Placeholder 10">
            <a:extLst>
              <a:ext uri="{FF2B5EF4-FFF2-40B4-BE49-F238E27FC236}">
                <a16:creationId xmlns:a16="http://schemas.microsoft.com/office/drawing/2014/main" id="{36DEBFD2-817A-0527-BD23-C21A9FA7A830}"/>
              </a:ext>
            </a:extLst>
          </p:cNvPr>
          <p:cNvSpPr>
            <a:spLocks noGrp="1"/>
          </p:cNvSpPr>
          <p:nvPr>
            <p:ph sz="quarter" idx="13"/>
          </p:nvPr>
        </p:nvSpPr>
        <p:spPr/>
        <p:txBody>
          <a:bodyPr vert="horz" lIns="0" tIns="36000" rIns="0" bIns="0" rtlCol="0">
            <a:spAutoFit/>
          </a:bodyPr>
          <a:lstStyle/>
          <a:p>
            <a:r>
              <a:rPr lang="en-US" dirty="0"/>
              <a:t>By combining state-of-the-art infrastructure, logistics know-how, and global commercial presence, </a:t>
            </a:r>
            <a:r>
              <a:rPr lang="en-US" dirty="0" err="1"/>
              <a:t>Almatia</a:t>
            </a:r>
            <a:r>
              <a:rPr lang="en-US" dirty="0"/>
              <a:t> has become the distribution partner of choice</a:t>
            </a:r>
          </a:p>
        </p:txBody>
      </p:sp>
      <p:sp>
        <p:nvSpPr>
          <p:cNvPr id="3" name="Text Placeholder 2">
            <a:extLst>
              <a:ext uri="{FF2B5EF4-FFF2-40B4-BE49-F238E27FC236}">
                <a16:creationId xmlns:a16="http://schemas.microsoft.com/office/drawing/2014/main" id="{238020D6-74CD-57EC-A944-C5643C7BB63E}"/>
              </a:ext>
            </a:extLst>
          </p:cNvPr>
          <p:cNvSpPr>
            <a:spLocks noGrp="1"/>
          </p:cNvSpPr>
          <p:nvPr>
            <p:ph type="body" sz="quarter" idx="36"/>
          </p:nvPr>
        </p:nvSpPr>
        <p:spPr/>
        <p:txBody>
          <a:bodyPr/>
          <a:lstStyle/>
          <a:p>
            <a:endParaRPr lang="pt-BR"/>
          </a:p>
        </p:txBody>
      </p:sp>
      <p:sp>
        <p:nvSpPr>
          <p:cNvPr id="375" name="Rectangle 374">
            <a:extLst>
              <a:ext uri="{FF2B5EF4-FFF2-40B4-BE49-F238E27FC236}">
                <a16:creationId xmlns:a16="http://schemas.microsoft.com/office/drawing/2014/main" id="{43A30BC0-A0DD-0816-93C9-114F9B0C9CC4}"/>
              </a:ext>
            </a:extLst>
          </p:cNvPr>
          <p:cNvSpPr/>
          <p:nvPr/>
        </p:nvSpPr>
        <p:spPr>
          <a:xfrm>
            <a:off x="729804" y="1544915"/>
            <a:ext cx="3302439" cy="307777"/>
          </a:xfrm>
          <a:prstGeom prst="rect">
            <a:avLst/>
          </a:prstGeom>
          <a:effectLst/>
        </p:spPr>
        <p:txBody>
          <a:bodyPr wrap="square" lIns="0" tIns="0" rIns="216000" bIns="0" anchor="b" anchorCtr="0">
            <a:spAutoFit/>
          </a:bodyPr>
          <a:lstStyle/>
          <a:p>
            <a:r>
              <a:rPr lang="en-US" sz="2000" dirty="0">
                <a:solidFill>
                  <a:schemeClr val="bg2"/>
                </a:solidFill>
                <a:latin typeface="Poppins Medium" panose="00000600000000000000" pitchFamily="2" charset="0"/>
                <a:ea typeface="Source Serif Pro" panose="02040603050405020204" pitchFamily="18" charset="0"/>
                <a:cs typeface="Poppins Medium" panose="00000600000000000000" pitchFamily="2" charset="0"/>
              </a:rPr>
              <a:t>Presence</a:t>
            </a:r>
            <a:r>
              <a:rPr lang="en-US" sz="2000" b="1" noProof="0" dirty="0">
                <a:solidFill>
                  <a:srgbClr val="222F44"/>
                </a:solidFill>
                <a:latin typeface="Poppins SemiBold" panose="00000700000000000000" pitchFamily="2" charset="0"/>
                <a:ea typeface="Source Serif Pro SemiBold" panose="02040703050405020204" pitchFamily="18" charset="0"/>
                <a:cs typeface="Poppins SemiBold" panose="00000700000000000000" pitchFamily="2" charset="0"/>
              </a:rPr>
              <a:t> </a:t>
            </a:r>
            <a:r>
              <a:rPr lang="en-US" sz="2000" dirty="0">
                <a:solidFill>
                  <a:schemeClr val="bg2"/>
                </a:solidFill>
                <a:latin typeface="Poppins Medium" panose="00000600000000000000" pitchFamily="2" charset="0"/>
                <a:ea typeface="Source Serif Pro" panose="02040603050405020204" pitchFamily="18" charset="0"/>
                <a:cs typeface="Poppins Medium" panose="00000600000000000000" pitchFamily="2" charset="0"/>
              </a:rPr>
              <a:t>Worldwide</a:t>
            </a:r>
          </a:p>
        </p:txBody>
      </p:sp>
      <p:sp>
        <p:nvSpPr>
          <p:cNvPr id="446" name="Content Placeholder 6">
            <a:extLst>
              <a:ext uri="{FF2B5EF4-FFF2-40B4-BE49-F238E27FC236}">
                <a16:creationId xmlns:a16="http://schemas.microsoft.com/office/drawing/2014/main" id="{B7FE5462-14EA-B23A-5CB5-BD0BD6FB8CEE}"/>
              </a:ext>
            </a:extLst>
          </p:cNvPr>
          <p:cNvSpPr txBox="1">
            <a:spLocks/>
          </p:cNvSpPr>
          <p:nvPr/>
        </p:nvSpPr>
        <p:spPr>
          <a:xfrm>
            <a:off x="723592" y="1943912"/>
            <a:ext cx="2462465" cy="153888"/>
          </a:xfrm>
          <a:prstGeom prst="rect">
            <a:avLst/>
          </a:prstGeom>
        </p:spPr>
        <p:txBody>
          <a:bodyPr vert="horz" wrap="square" lIns="0" tIns="0" rIns="0" bIns="0" rtlCol="0" anchor="ctr">
            <a:spAutoFit/>
          </a:bodyPr>
          <a:lstStyle>
            <a:defPPr>
              <a:defRPr lang="pt-BR"/>
            </a:defPPr>
            <a:lvl1pPr indent="0">
              <a:lnSpc>
                <a:spcPct val="100000"/>
              </a:lnSpc>
              <a:spcBef>
                <a:spcPts val="0"/>
              </a:spcBef>
              <a:spcAft>
                <a:spcPts val="0"/>
              </a:spcAft>
              <a:buFont typeface="Arial" panose="020B0604020202020204" pitchFamily="34" charset="0"/>
              <a:buNone/>
              <a:defRPr sz="800" b="0">
                <a:latin typeface="+mj-lt"/>
                <a:ea typeface="Source Serif Pro Light" panose="02040303050405020204" pitchFamily="18" charset="0"/>
                <a:cs typeface="Roboto" panose="02000000000000000000" pitchFamily="2" charset="0"/>
              </a:defRPr>
            </a:lvl1pPr>
            <a:lvl2pPr marL="108000" indent="-108000">
              <a:lnSpc>
                <a:spcPct val="110000"/>
              </a:lnSpc>
              <a:spcBef>
                <a:spcPts val="0"/>
              </a:spcBef>
              <a:spcAft>
                <a:spcPts val="800"/>
              </a:spcAft>
              <a:buClr>
                <a:schemeClr val="bg2"/>
              </a:buClr>
              <a:buFont typeface="Arial" panose="020B0604020202020204" pitchFamily="34" charset="0"/>
              <a:buChar char="•"/>
              <a:defRPr sz="1200">
                <a:latin typeface="Source Serif Pro" panose="02040603050405020204" pitchFamily="18" charset="0"/>
                <a:ea typeface="Source Serif Pro" panose="02040603050405020204" pitchFamily="18" charset="0"/>
              </a:defRPr>
            </a:lvl2pPr>
            <a:lvl3pPr marL="108000" indent="-108000">
              <a:lnSpc>
                <a:spcPct val="110000"/>
              </a:lnSpc>
              <a:spcBef>
                <a:spcPts val="0"/>
              </a:spcBef>
              <a:spcAft>
                <a:spcPts val="800"/>
              </a:spcAft>
              <a:buClr>
                <a:schemeClr val="bg2"/>
              </a:buClr>
              <a:buFont typeface="Source Sans Pro" panose="020B0503030403020204" pitchFamily="34" charset="0"/>
              <a:buChar char="−"/>
              <a:defRPr sz="1200">
                <a:latin typeface="Source Serif Pro Light" panose="02040303050405020204" pitchFamily="18" charset="0"/>
                <a:ea typeface="Source Serif Pro Light" panose="02040303050405020204" pitchFamily="18" charset="0"/>
              </a:defRPr>
            </a:lvl3pPr>
            <a:lvl4pPr marL="0" indent="0">
              <a:lnSpc>
                <a:spcPct val="110000"/>
              </a:lnSpc>
              <a:spcBef>
                <a:spcPts val="0"/>
              </a:spcBef>
              <a:spcAft>
                <a:spcPts val="800"/>
              </a:spcAft>
              <a:buFont typeface="Arial" panose="020B0604020202020204" pitchFamily="34" charset="0"/>
              <a:buNone/>
              <a:defRPr sz="1200" b="1">
                <a:latin typeface="Source Serif Pro" panose="02040603050405020204" pitchFamily="18" charset="0"/>
                <a:ea typeface="Source Serif Pro" panose="02040603050405020204" pitchFamily="18" charset="0"/>
              </a:defRPr>
            </a:lvl4pPr>
            <a:lvl5pPr marL="0" indent="0">
              <a:lnSpc>
                <a:spcPct val="110000"/>
              </a:lnSpc>
              <a:spcBef>
                <a:spcPts val="0"/>
              </a:spcBef>
              <a:spcAft>
                <a:spcPts val="800"/>
              </a:spcAft>
              <a:buFont typeface="Arial" panose="020B0604020202020204" pitchFamily="34" charset="0"/>
              <a:buNone/>
              <a:defRPr sz="1200">
                <a:solidFill>
                  <a:schemeClr val="accent1"/>
                </a:solidFill>
                <a:latin typeface="Source Serif Pro Black" panose="02040903050405020204" pitchFamily="18" charset="0"/>
                <a:ea typeface="Source Serif Pro Black" panose="02040903050405020204" pitchFamily="18"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1000" dirty="0"/>
              <a:t>Commercial Offices &amp; DCs</a:t>
            </a:r>
          </a:p>
        </p:txBody>
      </p:sp>
      <p:grpSp>
        <p:nvGrpSpPr>
          <p:cNvPr id="20" name="Group 19">
            <a:extLst>
              <a:ext uri="{FF2B5EF4-FFF2-40B4-BE49-F238E27FC236}">
                <a16:creationId xmlns:a16="http://schemas.microsoft.com/office/drawing/2014/main" id="{DE73F879-6959-B3CC-4857-82675BDB70D0}"/>
              </a:ext>
            </a:extLst>
          </p:cNvPr>
          <p:cNvGrpSpPr/>
          <p:nvPr/>
        </p:nvGrpSpPr>
        <p:grpSpPr>
          <a:xfrm>
            <a:off x="938921" y="4949689"/>
            <a:ext cx="1037411" cy="912113"/>
            <a:chOff x="729804" y="4581607"/>
            <a:chExt cx="1037411" cy="912113"/>
          </a:xfrm>
        </p:grpSpPr>
        <p:sp>
          <p:nvSpPr>
            <p:cNvPr id="10" name="Rectangle 9">
              <a:extLst>
                <a:ext uri="{FF2B5EF4-FFF2-40B4-BE49-F238E27FC236}">
                  <a16:creationId xmlns:a16="http://schemas.microsoft.com/office/drawing/2014/main" id="{BE80BC60-062C-19BC-08A0-51C2D0E04207}"/>
                </a:ext>
              </a:extLst>
            </p:cNvPr>
            <p:cNvSpPr/>
            <p:nvPr/>
          </p:nvSpPr>
          <p:spPr>
            <a:xfrm>
              <a:off x="729804" y="4581607"/>
              <a:ext cx="1037411" cy="338554"/>
            </a:xfrm>
            <a:prstGeom prst="rect">
              <a:avLst/>
            </a:prstGeom>
            <a:effectLst/>
          </p:spPr>
          <p:txBody>
            <a:bodyPr wrap="square" lIns="0" tIns="0" rIns="216000" bIns="0" anchor="b" anchorCtr="0">
              <a:spAutoFit/>
            </a:bodyPr>
            <a:lstStyle/>
            <a:p>
              <a:r>
                <a:rPr lang="en-US" sz="1100" b="1" noProof="0" dirty="0">
                  <a:solidFill>
                    <a:schemeClr val="accent2"/>
                  </a:solidFill>
                  <a:latin typeface="Poppins SemiBold" panose="00000700000000000000" pitchFamily="2" charset="0"/>
                  <a:ea typeface="Source Serif Pro" panose="02040603050405020204" pitchFamily="18" charset="0"/>
                  <a:cs typeface="Poppins SemiBold" panose="00000700000000000000" pitchFamily="2" charset="0"/>
                </a:rPr>
                <a:t>DCs </a:t>
              </a:r>
              <a:r>
                <a:rPr lang="en-US" sz="1100" b="1" dirty="0">
                  <a:solidFill>
                    <a:schemeClr val="accent2"/>
                  </a:solidFill>
                  <a:latin typeface="Poppins SemiBold" panose="00000700000000000000" pitchFamily="2" charset="0"/>
                  <a:ea typeface="Source Serif Pro" panose="02040603050405020204" pitchFamily="18" charset="0"/>
                  <a:cs typeface="Poppins SemiBold" panose="00000700000000000000" pitchFamily="2" charset="0"/>
                </a:rPr>
                <a:t>&amp; Offices</a:t>
              </a:r>
              <a:endParaRPr lang="en-US" sz="1100" b="1" noProof="0" dirty="0">
                <a:solidFill>
                  <a:schemeClr val="accent2"/>
                </a:solidFill>
                <a:latin typeface="Poppins SemiBold" panose="00000700000000000000" pitchFamily="2" charset="0"/>
                <a:ea typeface="Source Serif Pro" panose="02040603050405020204" pitchFamily="18" charset="0"/>
                <a:cs typeface="Poppins SemiBold" panose="00000700000000000000" pitchFamily="2" charset="0"/>
              </a:endParaRPr>
            </a:p>
          </p:txBody>
        </p:sp>
        <p:sp>
          <p:nvSpPr>
            <p:cNvPr id="16" name="Content Placeholder 6">
              <a:extLst>
                <a:ext uri="{FF2B5EF4-FFF2-40B4-BE49-F238E27FC236}">
                  <a16:creationId xmlns:a16="http://schemas.microsoft.com/office/drawing/2014/main" id="{0043EC2F-403F-D1EF-46D4-5CA78394AE64}"/>
                </a:ext>
              </a:extLst>
            </p:cNvPr>
            <p:cNvSpPr txBox="1">
              <a:spLocks/>
            </p:cNvSpPr>
            <p:nvPr/>
          </p:nvSpPr>
          <p:spPr>
            <a:xfrm>
              <a:off x="962146" y="5082296"/>
              <a:ext cx="655534" cy="401520"/>
            </a:xfrm>
            <a:prstGeom prst="rect">
              <a:avLst/>
            </a:prstGeom>
          </p:spPr>
          <p:txBody>
            <a:bodyPr vert="horz" wrap="square" lIns="0" tIns="0" rIns="0" bIns="0" rtlCol="0" anchor="ctr">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900" noProof="0" dirty="0">
                  <a:latin typeface="+mj-lt"/>
                  <a:ea typeface="Source Serif Pro Light" panose="02040303050405020204" pitchFamily="18" charset="0"/>
                </a:rPr>
                <a:t>Colombia</a:t>
              </a:r>
            </a:p>
            <a:p>
              <a:r>
                <a:rPr lang="en-US" sz="900" dirty="0">
                  <a:latin typeface="+mj-lt"/>
                  <a:ea typeface="Source Serif Pro Light" panose="02040303050405020204" pitchFamily="18" charset="0"/>
                </a:rPr>
                <a:t>Costa Rica</a:t>
              </a:r>
              <a:endParaRPr lang="pt-BR" sz="900" dirty="0">
                <a:latin typeface="+mj-lt"/>
                <a:ea typeface="Source Serif Pro Light" panose="02040303050405020204" pitchFamily="18" charset="0"/>
              </a:endParaRPr>
            </a:p>
          </p:txBody>
        </p:sp>
        <p:pic>
          <p:nvPicPr>
            <p:cNvPr id="1030" name="Picture 6">
              <a:extLst>
                <a:ext uri="{FF2B5EF4-FFF2-40B4-BE49-F238E27FC236}">
                  <a16:creationId xmlns:a16="http://schemas.microsoft.com/office/drawing/2014/main" id="{176E7740-B3FD-3463-0D3E-E9C9BEBF21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729804" y="5328120"/>
              <a:ext cx="165600" cy="1656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41529696-935A-A4C8-703D-8905F26C59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p:blipFill>
          <p:spPr bwMode="auto">
            <a:xfrm>
              <a:off x="729804" y="5063651"/>
              <a:ext cx="165600" cy="165600"/>
            </a:xfrm>
            <a:prstGeom prst="rect">
              <a:avLst/>
            </a:prstGeom>
            <a:noFill/>
            <a:extLst>
              <a:ext uri="{909E8E84-426E-40DD-AFC4-6F175D3DCCD1}">
                <a14:hiddenFill xmlns:a14="http://schemas.microsoft.com/office/drawing/2010/main">
                  <a:solidFill>
                    <a:srgbClr val="FFFFFF"/>
                  </a:solidFill>
                </a14:hiddenFill>
              </a:ext>
            </a:extLst>
          </p:spPr>
        </p:pic>
      </p:grpSp>
      <p:sp>
        <p:nvSpPr>
          <p:cNvPr id="54" name="Google Shape;1174;p36">
            <a:extLst>
              <a:ext uri="{FF2B5EF4-FFF2-40B4-BE49-F238E27FC236}">
                <a16:creationId xmlns:a16="http://schemas.microsoft.com/office/drawing/2014/main" id="{7E25398B-F074-B6B5-3E2A-AB25B9A0ED85}"/>
              </a:ext>
            </a:extLst>
          </p:cNvPr>
          <p:cNvSpPr/>
          <p:nvPr/>
        </p:nvSpPr>
        <p:spPr>
          <a:xfrm>
            <a:off x="2770732" y="3515197"/>
            <a:ext cx="28" cy="28"/>
          </a:xfrm>
          <a:custGeom>
            <a:avLst/>
            <a:gdLst/>
            <a:ahLst/>
            <a:cxnLst/>
            <a:rect l="l" t="t" r="r" b="b"/>
            <a:pathLst>
              <a:path w="1" h="1" extrusionOk="0">
                <a:moveTo>
                  <a:pt x="1" y="0"/>
                </a:moveTo>
                <a:close/>
              </a:path>
            </a:pathLst>
          </a:custGeom>
          <a:solidFill>
            <a:schemeClr val="accent4"/>
          </a:solidFill>
          <a:ln w="6350"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dirty="0">
              <a:ln>
                <a:noFill/>
              </a:ln>
              <a:solidFill>
                <a:srgbClr val="222F44"/>
              </a:solidFill>
              <a:effectLst/>
              <a:uLnTx/>
              <a:uFillTx/>
              <a:latin typeface="+mj-lt"/>
              <a:ea typeface="Source Serif Pro" panose="02040603050405020204" pitchFamily="18" charset="0"/>
              <a:cs typeface="+mn-cs"/>
            </a:endParaRPr>
          </a:p>
        </p:txBody>
      </p:sp>
      <p:grpSp>
        <p:nvGrpSpPr>
          <p:cNvPr id="36" name="Group 35">
            <a:extLst>
              <a:ext uri="{FF2B5EF4-FFF2-40B4-BE49-F238E27FC236}">
                <a16:creationId xmlns:a16="http://schemas.microsoft.com/office/drawing/2014/main" id="{9017CA67-FA31-A6C5-6F67-9751775A7CD1}"/>
              </a:ext>
            </a:extLst>
          </p:cNvPr>
          <p:cNvGrpSpPr/>
          <p:nvPr/>
        </p:nvGrpSpPr>
        <p:grpSpPr>
          <a:xfrm>
            <a:off x="4480468" y="1767473"/>
            <a:ext cx="7351535" cy="2524855"/>
            <a:chOff x="4480468" y="1767473"/>
            <a:chExt cx="7351535" cy="2524855"/>
          </a:xfrm>
        </p:grpSpPr>
        <p:pic>
          <p:nvPicPr>
            <p:cNvPr id="2" name="Picture 1" descr="A person standing next to a forklift&#10;&#10;AI-generated content may be incorrect.">
              <a:extLst>
                <a:ext uri="{FF2B5EF4-FFF2-40B4-BE49-F238E27FC236}">
                  <a16:creationId xmlns:a16="http://schemas.microsoft.com/office/drawing/2014/main" id="{9C98ECA9-6821-82CD-3A26-6A287896A48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7945443" y="2188280"/>
              <a:ext cx="2524850" cy="1683235"/>
            </a:xfrm>
            <a:prstGeom prst="rect">
              <a:avLst/>
            </a:prstGeom>
          </p:spPr>
        </p:pic>
        <p:pic>
          <p:nvPicPr>
            <p:cNvPr id="7" name="Picture 6" descr="A warehouse with many shelves&#10;&#10;AI-generated content may be incorrect.">
              <a:extLst>
                <a:ext uri="{FF2B5EF4-FFF2-40B4-BE49-F238E27FC236}">
                  <a16:creationId xmlns:a16="http://schemas.microsoft.com/office/drawing/2014/main" id="{C9803FF2-B65B-505D-8044-3339FA6CB9F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80468" y="1767473"/>
              <a:ext cx="3786502" cy="2524335"/>
            </a:xfrm>
            <a:prstGeom prst="rect">
              <a:avLst/>
            </a:prstGeom>
          </p:spPr>
        </p:pic>
        <p:pic>
          <p:nvPicPr>
            <p:cNvPr id="13" name="Picture 12" descr="A group of workers in a warehouse&#10;&#10;AI-generated content may be incorrect.">
              <a:extLst>
                <a:ext uri="{FF2B5EF4-FFF2-40B4-BE49-F238E27FC236}">
                  <a16:creationId xmlns:a16="http://schemas.microsoft.com/office/drawing/2014/main" id="{51788B54-CDBB-CD6D-D300-37CFC58A079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6200000">
              <a:off x="9727956" y="2188282"/>
              <a:ext cx="2524855" cy="1683238"/>
            </a:xfrm>
            <a:prstGeom prst="rect">
              <a:avLst/>
            </a:prstGeom>
          </p:spPr>
        </p:pic>
      </p:grpSp>
      <p:sp>
        <p:nvSpPr>
          <p:cNvPr id="1052" name="Google Shape;3598;p78">
            <a:extLst>
              <a:ext uri="{FF2B5EF4-FFF2-40B4-BE49-F238E27FC236}">
                <a16:creationId xmlns:a16="http://schemas.microsoft.com/office/drawing/2014/main" id="{A3E2815F-7FBF-7C34-D881-1EDAAB8405BE}"/>
              </a:ext>
            </a:extLst>
          </p:cNvPr>
          <p:cNvSpPr/>
          <p:nvPr/>
        </p:nvSpPr>
        <p:spPr>
          <a:xfrm>
            <a:off x="-190667" y="1204074"/>
            <a:ext cx="27995" cy="21305"/>
          </a:xfrm>
          <a:custGeom>
            <a:avLst/>
            <a:gdLst/>
            <a:ahLst/>
            <a:cxnLst/>
            <a:rect l="l" t="t" r="r" b="b"/>
            <a:pathLst>
              <a:path w="386" h="292" extrusionOk="0">
                <a:moveTo>
                  <a:pt x="385" y="0"/>
                </a:moveTo>
                <a:cubicBezTo>
                  <a:pt x="312" y="49"/>
                  <a:pt x="252" y="88"/>
                  <a:pt x="203" y="112"/>
                </a:cubicBezTo>
                <a:cubicBezTo>
                  <a:pt x="123" y="151"/>
                  <a:pt x="53" y="210"/>
                  <a:pt x="0" y="287"/>
                </a:cubicBezTo>
                <a:cubicBezTo>
                  <a:pt x="14" y="291"/>
                  <a:pt x="28" y="291"/>
                  <a:pt x="46" y="291"/>
                </a:cubicBezTo>
                <a:cubicBezTo>
                  <a:pt x="57" y="291"/>
                  <a:pt x="68" y="292"/>
                  <a:pt x="79" y="292"/>
                </a:cubicBezTo>
                <a:cubicBezTo>
                  <a:pt x="188" y="292"/>
                  <a:pt x="281" y="261"/>
                  <a:pt x="322" y="210"/>
                </a:cubicBezTo>
                <a:cubicBezTo>
                  <a:pt x="340" y="189"/>
                  <a:pt x="347" y="158"/>
                  <a:pt x="340" y="130"/>
                </a:cubicBezTo>
                <a:cubicBezTo>
                  <a:pt x="333" y="84"/>
                  <a:pt x="350" y="35"/>
                  <a:pt x="385" y="0"/>
                </a:cubicBezTo>
                <a:close/>
              </a:path>
            </a:pathLst>
          </a:custGeom>
          <a:solidFill>
            <a:schemeClr val="accent3">
              <a:lumMod val="40000"/>
              <a:lumOff val="60000"/>
            </a:schemeClr>
          </a:solid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Calibri"/>
              <a:ea typeface="+mn-ea"/>
              <a:cs typeface="+mn-cs"/>
            </a:endParaRPr>
          </a:p>
        </p:txBody>
      </p:sp>
      <p:sp>
        <p:nvSpPr>
          <p:cNvPr id="428" name="Google Shape;5908;p78">
            <a:extLst>
              <a:ext uri="{FF2B5EF4-FFF2-40B4-BE49-F238E27FC236}">
                <a16:creationId xmlns:a16="http://schemas.microsoft.com/office/drawing/2014/main" id="{3E3336CC-0817-1102-0F44-D338FC5ABF2C}"/>
              </a:ext>
            </a:extLst>
          </p:cNvPr>
          <p:cNvSpPr/>
          <p:nvPr/>
        </p:nvSpPr>
        <p:spPr>
          <a:xfrm>
            <a:off x="1104128" y="3334728"/>
            <a:ext cx="6891" cy="5980"/>
          </a:xfrm>
          <a:custGeom>
            <a:avLst/>
            <a:gdLst/>
            <a:ahLst/>
            <a:cxnLst/>
            <a:rect l="l" t="t" r="r" b="b"/>
            <a:pathLst>
              <a:path w="95" h="82" extrusionOk="0">
                <a:moveTo>
                  <a:pt x="95" y="81"/>
                </a:moveTo>
                <a:cubicBezTo>
                  <a:pt x="67" y="50"/>
                  <a:pt x="35" y="25"/>
                  <a:pt x="0" y="1"/>
                </a:cubicBezTo>
                <a:cubicBezTo>
                  <a:pt x="35" y="25"/>
                  <a:pt x="67" y="50"/>
                  <a:pt x="95" y="81"/>
                </a:cubicBezTo>
                <a:close/>
              </a:path>
            </a:pathLst>
          </a:custGeom>
          <a:solidFill>
            <a:schemeClr val="accent3">
              <a:lumMod val="40000"/>
              <a:lumOff val="60000"/>
            </a:schemeClr>
          </a:solid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429" name="Google Shape;5909;p78">
            <a:extLst>
              <a:ext uri="{FF2B5EF4-FFF2-40B4-BE49-F238E27FC236}">
                <a16:creationId xmlns:a16="http://schemas.microsoft.com/office/drawing/2014/main" id="{11E3D7DD-6904-7DA3-17E9-241005AD8138}"/>
              </a:ext>
            </a:extLst>
          </p:cNvPr>
          <p:cNvSpPr/>
          <p:nvPr/>
        </p:nvSpPr>
        <p:spPr>
          <a:xfrm>
            <a:off x="1024934" y="3312775"/>
            <a:ext cx="78977" cy="22029"/>
          </a:xfrm>
          <a:custGeom>
            <a:avLst/>
            <a:gdLst/>
            <a:ahLst/>
            <a:cxnLst/>
            <a:rect l="l" t="t" r="r" b="b"/>
            <a:pathLst>
              <a:path w="1089" h="302" extrusionOk="0">
                <a:moveTo>
                  <a:pt x="0" y="211"/>
                </a:moveTo>
                <a:cubicBezTo>
                  <a:pt x="77" y="99"/>
                  <a:pt x="172" y="1"/>
                  <a:pt x="298" y="8"/>
                </a:cubicBezTo>
                <a:cubicBezTo>
                  <a:pt x="473" y="18"/>
                  <a:pt x="840" y="113"/>
                  <a:pt x="1089" y="302"/>
                </a:cubicBezTo>
                <a:cubicBezTo>
                  <a:pt x="840" y="113"/>
                  <a:pt x="473" y="18"/>
                  <a:pt x="298" y="8"/>
                </a:cubicBezTo>
                <a:cubicBezTo>
                  <a:pt x="172" y="1"/>
                  <a:pt x="77" y="99"/>
                  <a:pt x="0" y="211"/>
                </a:cubicBezTo>
                <a:close/>
              </a:path>
            </a:pathLst>
          </a:custGeom>
          <a:solidFill>
            <a:schemeClr val="accent3">
              <a:lumMod val="40000"/>
              <a:lumOff val="60000"/>
            </a:schemeClr>
          </a:solid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436" name="Google Shape;5914;p78">
            <a:extLst>
              <a:ext uri="{FF2B5EF4-FFF2-40B4-BE49-F238E27FC236}">
                <a16:creationId xmlns:a16="http://schemas.microsoft.com/office/drawing/2014/main" id="{B6A77C31-8699-8791-7606-C9483F5DE3CD}"/>
              </a:ext>
            </a:extLst>
          </p:cNvPr>
          <p:cNvSpPr/>
          <p:nvPr/>
        </p:nvSpPr>
        <p:spPr>
          <a:xfrm>
            <a:off x="1021888" y="3328091"/>
            <a:ext cx="3121" cy="5181"/>
          </a:xfrm>
          <a:custGeom>
            <a:avLst/>
            <a:gdLst/>
            <a:ahLst/>
            <a:cxnLst/>
            <a:rect l="l" t="t" r="r" b="b"/>
            <a:pathLst>
              <a:path w="43" h="71" extrusionOk="0">
                <a:moveTo>
                  <a:pt x="42" y="1"/>
                </a:moveTo>
                <a:cubicBezTo>
                  <a:pt x="28" y="25"/>
                  <a:pt x="14" y="46"/>
                  <a:pt x="0" y="71"/>
                </a:cubicBezTo>
                <a:cubicBezTo>
                  <a:pt x="14" y="46"/>
                  <a:pt x="28" y="25"/>
                  <a:pt x="42" y="1"/>
                </a:cubicBezTo>
                <a:close/>
              </a:path>
            </a:pathLst>
          </a:custGeom>
          <a:solidFill>
            <a:schemeClr val="accent3">
              <a:lumMod val="40000"/>
              <a:lumOff val="60000"/>
            </a:schemeClr>
          </a:solid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437" name="Google Shape;5915;p78">
            <a:extLst>
              <a:ext uri="{FF2B5EF4-FFF2-40B4-BE49-F238E27FC236}">
                <a16:creationId xmlns:a16="http://schemas.microsoft.com/office/drawing/2014/main" id="{9958D734-DB1D-40A7-9AF8-08D2AC24A1C5}"/>
              </a:ext>
            </a:extLst>
          </p:cNvPr>
          <p:cNvSpPr/>
          <p:nvPr/>
        </p:nvSpPr>
        <p:spPr>
          <a:xfrm>
            <a:off x="886569" y="3229242"/>
            <a:ext cx="1304" cy="1386"/>
          </a:xfrm>
          <a:custGeom>
            <a:avLst/>
            <a:gdLst/>
            <a:ahLst/>
            <a:cxnLst/>
            <a:rect l="l" t="t" r="r" b="b"/>
            <a:pathLst>
              <a:path w="18" h="19" extrusionOk="0">
                <a:moveTo>
                  <a:pt x="0" y="1"/>
                </a:moveTo>
                <a:lnTo>
                  <a:pt x="18" y="18"/>
                </a:lnTo>
                <a:close/>
              </a:path>
            </a:pathLst>
          </a:custGeom>
          <a:solidFill>
            <a:schemeClr val="accent3">
              <a:lumMod val="40000"/>
              <a:lumOff val="60000"/>
            </a:schemeClr>
          </a:solid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447" name="Google Shape;5917;p78">
            <a:extLst>
              <a:ext uri="{FF2B5EF4-FFF2-40B4-BE49-F238E27FC236}">
                <a16:creationId xmlns:a16="http://schemas.microsoft.com/office/drawing/2014/main" id="{9291982A-30B2-D480-E2EC-6B6E2E91075A}"/>
              </a:ext>
            </a:extLst>
          </p:cNvPr>
          <p:cNvSpPr/>
          <p:nvPr/>
        </p:nvSpPr>
        <p:spPr>
          <a:xfrm>
            <a:off x="1110946" y="3340638"/>
            <a:ext cx="5439" cy="6713"/>
          </a:xfrm>
          <a:custGeom>
            <a:avLst/>
            <a:gdLst/>
            <a:ahLst/>
            <a:cxnLst/>
            <a:rect l="l" t="t" r="r" b="b"/>
            <a:pathLst>
              <a:path w="75" h="92" extrusionOk="0">
                <a:moveTo>
                  <a:pt x="74" y="91"/>
                </a:moveTo>
                <a:cubicBezTo>
                  <a:pt x="53" y="60"/>
                  <a:pt x="29" y="28"/>
                  <a:pt x="1" y="0"/>
                </a:cubicBezTo>
                <a:cubicBezTo>
                  <a:pt x="29" y="28"/>
                  <a:pt x="53" y="60"/>
                  <a:pt x="74" y="91"/>
                </a:cubicBezTo>
                <a:close/>
              </a:path>
            </a:pathLst>
          </a:custGeom>
          <a:solidFill>
            <a:schemeClr val="accent3">
              <a:lumMod val="40000"/>
              <a:lumOff val="60000"/>
            </a:schemeClr>
          </a:solid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1114" name="Google Shape;5965;p78">
            <a:extLst>
              <a:ext uri="{FF2B5EF4-FFF2-40B4-BE49-F238E27FC236}">
                <a16:creationId xmlns:a16="http://schemas.microsoft.com/office/drawing/2014/main" id="{29FC4218-9180-6DCC-0CBD-79F6E6332104}"/>
              </a:ext>
            </a:extLst>
          </p:cNvPr>
          <p:cNvSpPr/>
          <p:nvPr/>
        </p:nvSpPr>
        <p:spPr>
          <a:xfrm>
            <a:off x="245479" y="2412055"/>
            <a:ext cx="1083686" cy="5911"/>
          </a:xfrm>
          <a:custGeom>
            <a:avLst/>
            <a:gdLst/>
            <a:ahLst/>
            <a:cxnLst/>
            <a:rect l="l" t="t" r="r" b="b"/>
            <a:pathLst>
              <a:path w="14943" h="81" extrusionOk="0">
                <a:moveTo>
                  <a:pt x="1" y="81"/>
                </a:moveTo>
                <a:lnTo>
                  <a:pt x="14942" y="0"/>
                </a:lnTo>
                <a:close/>
              </a:path>
            </a:pathLst>
          </a:custGeom>
          <a:solidFill>
            <a:schemeClr val="accent3">
              <a:lumMod val="40000"/>
              <a:lumOff val="60000"/>
            </a:schemeClr>
          </a:solid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1193" name="Google Shape;3602;p78">
            <a:extLst>
              <a:ext uri="{FF2B5EF4-FFF2-40B4-BE49-F238E27FC236}">
                <a16:creationId xmlns:a16="http://schemas.microsoft.com/office/drawing/2014/main" id="{0790F2AF-70E8-1546-DDF5-2E3F5E49B263}"/>
              </a:ext>
            </a:extLst>
          </p:cNvPr>
          <p:cNvSpPr/>
          <p:nvPr/>
        </p:nvSpPr>
        <p:spPr>
          <a:xfrm>
            <a:off x="2174470" y="6645494"/>
            <a:ext cx="8487" cy="6276"/>
          </a:xfrm>
          <a:custGeom>
            <a:avLst/>
            <a:gdLst/>
            <a:ahLst/>
            <a:cxnLst/>
            <a:rect l="l" t="t" r="r" b="b"/>
            <a:pathLst>
              <a:path w="117" h="86" extrusionOk="0">
                <a:moveTo>
                  <a:pt x="18" y="0"/>
                </a:moveTo>
                <a:cubicBezTo>
                  <a:pt x="12" y="0"/>
                  <a:pt x="7" y="1"/>
                  <a:pt x="1" y="2"/>
                </a:cubicBezTo>
                <a:cubicBezTo>
                  <a:pt x="43" y="26"/>
                  <a:pt x="78" y="54"/>
                  <a:pt x="113" y="86"/>
                </a:cubicBezTo>
                <a:cubicBezTo>
                  <a:pt x="116" y="75"/>
                  <a:pt x="113" y="61"/>
                  <a:pt x="109" y="51"/>
                </a:cubicBezTo>
                <a:cubicBezTo>
                  <a:pt x="102" y="30"/>
                  <a:pt x="88" y="12"/>
                  <a:pt x="67" y="9"/>
                </a:cubicBezTo>
                <a:cubicBezTo>
                  <a:pt x="52" y="3"/>
                  <a:pt x="35" y="0"/>
                  <a:pt x="18" y="0"/>
                </a:cubicBezTo>
                <a:close/>
              </a:path>
            </a:pathLst>
          </a:custGeom>
          <a:solidFill>
            <a:schemeClr val="accent3">
              <a:lumMod val="40000"/>
              <a:lumOff val="60000"/>
            </a:schemeClr>
          </a:solid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Calibri"/>
              <a:ea typeface="+mn-ea"/>
              <a:cs typeface="+mn-cs"/>
            </a:endParaRPr>
          </a:p>
        </p:txBody>
      </p:sp>
      <p:sp>
        <p:nvSpPr>
          <p:cNvPr id="1232" name="Google Shape;5489;p78">
            <a:extLst>
              <a:ext uri="{FF2B5EF4-FFF2-40B4-BE49-F238E27FC236}">
                <a16:creationId xmlns:a16="http://schemas.microsoft.com/office/drawing/2014/main" id="{97EDCD31-0180-A4E7-1FC8-573F16652D1F}"/>
              </a:ext>
            </a:extLst>
          </p:cNvPr>
          <p:cNvSpPr/>
          <p:nvPr/>
        </p:nvSpPr>
        <p:spPr>
          <a:xfrm>
            <a:off x="2106448" y="6586038"/>
            <a:ext cx="871" cy="4669"/>
          </a:xfrm>
          <a:custGeom>
            <a:avLst/>
            <a:gdLst/>
            <a:ahLst/>
            <a:cxnLst/>
            <a:rect l="l" t="t" r="r" b="b"/>
            <a:pathLst>
              <a:path w="12" h="64" extrusionOk="0">
                <a:moveTo>
                  <a:pt x="11" y="1"/>
                </a:moveTo>
                <a:lnTo>
                  <a:pt x="11" y="1"/>
                </a:lnTo>
                <a:cubicBezTo>
                  <a:pt x="8" y="15"/>
                  <a:pt x="1" y="25"/>
                  <a:pt x="1" y="39"/>
                </a:cubicBezTo>
                <a:cubicBezTo>
                  <a:pt x="1" y="46"/>
                  <a:pt x="1" y="53"/>
                  <a:pt x="4" y="64"/>
                </a:cubicBezTo>
                <a:lnTo>
                  <a:pt x="4" y="57"/>
                </a:lnTo>
                <a:cubicBezTo>
                  <a:pt x="4" y="36"/>
                  <a:pt x="8" y="18"/>
                  <a:pt x="11" y="1"/>
                </a:cubicBezTo>
                <a:close/>
              </a:path>
            </a:pathLst>
          </a:custGeom>
          <a:solidFill>
            <a:schemeClr val="accent3">
              <a:lumMod val="40000"/>
              <a:lumOff val="60000"/>
            </a:schemeClr>
          </a:solid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Calibri"/>
              <a:ea typeface="+mn-ea"/>
              <a:cs typeface="+mn-cs"/>
            </a:endParaRPr>
          </a:p>
        </p:txBody>
      </p:sp>
      <p:sp>
        <p:nvSpPr>
          <p:cNvPr id="1409" name="Google Shape;5722;p78">
            <a:extLst>
              <a:ext uri="{FF2B5EF4-FFF2-40B4-BE49-F238E27FC236}">
                <a16:creationId xmlns:a16="http://schemas.microsoft.com/office/drawing/2014/main" id="{80EAB0B6-89CB-B40F-CB8B-59961A72662D}"/>
              </a:ext>
            </a:extLst>
          </p:cNvPr>
          <p:cNvSpPr/>
          <p:nvPr/>
        </p:nvSpPr>
        <p:spPr>
          <a:xfrm>
            <a:off x="2884386" y="4478363"/>
            <a:ext cx="75" cy="75"/>
          </a:xfrm>
          <a:custGeom>
            <a:avLst/>
            <a:gdLst/>
            <a:ahLst/>
            <a:cxnLst/>
            <a:rect l="l" t="t" r="r" b="b"/>
            <a:pathLst>
              <a:path w="1" h="1" extrusionOk="0">
                <a:moveTo>
                  <a:pt x="0" y="0"/>
                </a:moveTo>
                <a:close/>
              </a:path>
            </a:pathLst>
          </a:custGeom>
          <a:solidFill>
            <a:schemeClr val="accent3">
              <a:lumMod val="40000"/>
              <a:lumOff val="60000"/>
            </a:schemeClr>
          </a:solid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1411" name="Google Shape;5724;p78">
            <a:extLst>
              <a:ext uri="{FF2B5EF4-FFF2-40B4-BE49-F238E27FC236}">
                <a16:creationId xmlns:a16="http://schemas.microsoft.com/office/drawing/2014/main" id="{7CCE8C55-705E-097E-7777-50E370458201}"/>
              </a:ext>
            </a:extLst>
          </p:cNvPr>
          <p:cNvSpPr/>
          <p:nvPr/>
        </p:nvSpPr>
        <p:spPr>
          <a:xfrm>
            <a:off x="2887431" y="4476322"/>
            <a:ext cx="2831" cy="1821"/>
          </a:xfrm>
          <a:custGeom>
            <a:avLst/>
            <a:gdLst/>
            <a:ahLst/>
            <a:cxnLst/>
            <a:rect l="l" t="t" r="r" b="b"/>
            <a:pathLst>
              <a:path w="39" h="25" extrusionOk="0">
                <a:moveTo>
                  <a:pt x="0" y="25"/>
                </a:moveTo>
                <a:cubicBezTo>
                  <a:pt x="4" y="25"/>
                  <a:pt x="11" y="21"/>
                  <a:pt x="18" y="18"/>
                </a:cubicBezTo>
                <a:cubicBezTo>
                  <a:pt x="25" y="14"/>
                  <a:pt x="32" y="7"/>
                  <a:pt x="39" y="0"/>
                </a:cubicBezTo>
                <a:cubicBezTo>
                  <a:pt x="32" y="7"/>
                  <a:pt x="25" y="14"/>
                  <a:pt x="18" y="18"/>
                </a:cubicBezTo>
                <a:cubicBezTo>
                  <a:pt x="11" y="21"/>
                  <a:pt x="4" y="25"/>
                  <a:pt x="0" y="25"/>
                </a:cubicBezTo>
                <a:close/>
              </a:path>
            </a:pathLst>
          </a:custGeom>
          <a:solidFill>
            <a:schemeClr val="accent3">
              <a:lumMod val="40000"/>
              <a:lumOff val="60000"/>
            </a:schemeClr>
          </a:solid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1412" name="Google Shape;5725;p78">
            <a:extLst>
              <a:ext uri="{FF2B5EF4-FFF2-40B4-BE49-F238E27FC236}">
                <a16:creationId xmlns:a16="http://schemas.microsoft.com/office/drawing/2014/main" id="{B09761BE-3D2F-F0D8-9B83-18FE7D168FE6}"/>
              </a:ext>
            </a:extLst>
          </p:cNvPr>
          <p:cNvSpPr/>
          <p:nvPr/>
        </p:nvSpPr>
        <p:spPr>
          <a:xfrm>
            <a:off x="2885908" y="4478069"/>
            <a:ext cx="582" cy="75"/>
          </a:xfrm>
          <a:custGeom>
            <a:avLst/>
            <a:gdLst/>
            <a:ahLst/>
            <a:cxnLst/>
            <a:rect l="l" t="t" r="r" b="b"/>
            <a:pathLst>
              <a:path w="8" h="1" extrusionOk="0">
                <a:moveTo>
                  <a:pt x="7" y="1"/>
                </a:moveTo>
                <a:lnTo>
                  <a:pt x="0" y="1"/>
                </a:lnTo>
                <a:close/>
              </a:path>
            </a:pathLst>
          </a:custGeom>
          <a:solidFill>
            <a:schemeClr val="accent3">
              <a:lumMod val="40000"/>
              <a:lumOff val="60000"/>
            </a:schemeClr>
          </a:solid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1423" name="Google Shape;5736;p78">
            <a:extLst>
              <a:ext uri="{FF2B5EF4-FFF2-40B4-BE49-F238E27FC236}">
                <a16:creationId xmlns:a16="http://schemas.microsoft.com/office/drawing/2014/main" id="{70A9BA43-B322-D917-FCA8-6612B6BC3D0B}"/>
              </a:ext>
            </a:extLst>
          </p:cNvPr>
          <p:cNvSpPr/>
          <p:nvPr/>
        </p:nvSpPr>
        <p:spPr>
          <a:xfrm>
            <a:off x="2853129" y="4472234"/>
            <a:ext cx="75" cy="75"/>
          </a:xfrm>
          <a:custGeom>
            <a:avLst/>
            <a:gdLst/>
            <a:ahLst/>
            <a:cxnLst/>
            <a:rect l="l" t="t" r="r" b="b"/>
            <a:pathLst>
              <a:path w="1" h="1" extrusionOk="0">
                <a:moveTo>
                  <a:pt x="1" y="0"/>
                </a:moveTo>
                <a:close/>
              </a:path>
            </a:pathLst>
          </a:custGeom>
          <a:solidFill>
            <a:schemeClr val="accent3">
              <a:lumMod val="40000"/>
              <a:lumOff val="60000"/>
            </a:schemeClr>
          </a:solid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1425" name="Google Shape;5738;p78">
            <a:extLst>
              <a:ext uri="{FF2B5EF4-FFF2-40B4-BE49-F238E27FC236}">
                <a16:creationId xmlns:a16="http://schemas.microsoft.com/office/drawing/2014/main" id="{F945B3D1-48A3-1F16-1AF4-7DE64C1C1D96}"/>
              </a:ext>
            </a:extLst>
          </p:cNvPr>
          <p:cNvSpPr/>
          <p:nvPr/>
        </p:nvSpPr>
        <p:spPr>
          <a:xfrm>
            <a:off x="2855665" y="4472454"/>
            <a:ext cx="1090" cy="75"/>
          </a:xfrm>
          <a:custGeom>
            <a:avLst/>
            <a:gdLst/>
            <a:ahLst/>
            <a:cxnLst/>
            <a:rect l="l" t="t" r="r" b="b"/>
            <a:pathLst>
              <a:path w="15" h="1" extrusionOk="0">
                <a:moveTo>
                  <a:pt x="15" y="1"/>
                </a:moveTo>
                <a:lnTo>
                  <a:pt x="1" y="1"/>
                </a:lnTo>
                <a:close/>
              </a:path>
            </a:pathLst>
          </a:custGeom>
          <a:solidFill>
            <a:schemeClr val="accent3">
              <a:lumMod val="40000"/>
              <a:lumOff val="60000"/>
            </a:schemeClr>
          </a:solid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1426" name="Google Shape;5739;p78">
            <a:extLst>
              <a:ext uri="{FF2B5EF4-FFF2-40B4-BE49-F238E27FC236}">
                <a16:creationId xmlns:a16="http://schemas.microsoft.com/office/drawing/2014/main" id="{981DC435-F754-4416-8F89-2E7F23220C42}"/>
              </a:ext>
            </a:extLst>
          </p:cNvPr>
          <p:cNvSpPr/>
          <p:nvPr/>
        </p:nvSpPr>
        <p:spPr>
          <a:xfrm>
            <a:off x="2847034" y="4472744"/>
            <a:ext cx="1886" cy="290"/>
          </a:xfrm>
          <a:custGeom>
            <a:avLst/>
            <a:gdLst/>
            <a:ahLst/>
            <a:cxnLst/>
            <a:rect l="l" t="t" r="r" b="b"/>
            <a:pathLst>
              <a:path w="26" h="4" extrusionOk="0">
                <a:moveTo>
                  <a:pt x="25" y="0"/>
                </a:moveTo>
                <a:lnTo>
                  <a:pt x="1" y="4"/>
                </a:lnTo>
                <a:close/>
              </a:path>
            </a:pathLst>
          </a:custGeom>
          <a:solidFill>
            <a:schemeClr val="accent3">
              <a:lumMod val="40000"/>
              <a:lumOff val="60000"/>
            </a:schemeClr>
          </a:solid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1427" name="Google Shape;5740;p78">
            <a:extLst>
              <a:ext uri="{FF2B5EF4-FFF2-40B4-BE49-F238E27FC236}">
                <a16:creationId xmlns:a16="http://schemas.microsoft.com/office/drawing/2014/main" id="{59E981C2-68E8-2049-1F91-A8297937CFD9}"/>
              </a:ext>
            </a:extLst>
          </p:cNvPr>
          <p:cNvSpPr/>
          <p:nvPr/>
        </p:nvSpPr>
        <p:spPr>
          <a:xfrm>
            <a:off x="2844277" y="4473254"/>
            <a:ext cx="2318" cy="800"/>
          </a:xfrm>
          <a:custGeom>
            <a:avLst/>
            <a:gdLst/>
            <a:ahLst/>
            <a:cxnLst/>
            <a:rect l="l" t="t" r="r" b="b"/>
            <a:pathLst>
              <a:path w="32" h="11" extrusionOk="0">
                <a:moveTo>
                  <a:pt x="32" y="0"/>
                </a:moveTo>
                <a:cubicBezTo>
                  <a:pt x="21" y="4"/>
                  <a:pt x="11" y="7"/>
                  <a:pt x="0" y="11"/>
                </a:cubicBezTo>
                <a:cubicBezTo>
                  <a:pt x="11" y="7"/>
                  <a:pt x="21" y="4"/>
                  <a:pt x="32" y="0"/>
                </a:cubicBezTo>
                <a:close/>
              </a:path>
            </a:pathLst>
          </a:custGeom>
          <a:solidFill>
            <a:schemeClr val="accent3">
              <a:lumMod val="40000"/>
              <a:lumOff val="60000"/>
            </a:schemeClr>
          </a:solid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1428" name="Google Shape;5741;p78">
            <a:extLst>
              <a:ext uri="{FF2B5EF4-FFF2-40B4-BE49-F238E27FC236}">
                <a16:creationId xmlns:a16="http://schemas.microsoft.com/office/drawing/2014/main" id="{ED050BC8-F8D1-C996-F9F4-887822B5C161}"/>
              </a:ext>
            </a:extLst>
          </p:cNvPr>
          <p:cNvSpPr/>
          <p:nvPr/>
        </p:nvSpPr>
        <p:spPr>
          <a:xfrm>
            <a:off x="2849571" y="4472234"/>
            <a:ext cx="2393" cy="290"/>
          </a:xfrm>
          <a:custGeom>
            <a:avLst/>
            <a:gdLst/>
            <a:ahLst/>
            <a:cxnLst/>
            <a:rect l="l" t="t" r="r" b="b"/>
            <a:pathLst>
              <a:path w="33" h="4" extrusionOk="0">
                <a:moveTo>
                  <a:pt x="32" y="0"/>
                </a:moveTo>
                <a:cubicBezTo>
                  <a:pt x="22" y="0"/>
                  <a:pt x="11" y="0"/>
                  <a:pt x="1" y="4"/>
                </a:cubicBezTo>
                <a:cubicBezTo>
                  <a:pt x="11" y="4"/>
                  <a:pt x="22" y="4"/>
                  <a:pt x="32" y="0"/>
                </a:cubicBezTo>
                <a:close/>
              </a:path>
            </a:pathLst>
          </a:custGeom>
          <a:solidFill>
            <a:schemeClr val="accent3">
              <a:lumMod val="40000"/>
              <a:lumOff val="60000"/>
            </a:schemeClr>
          </a:solid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1429" name="Google Shape;5742;p78">
            <a:extLst>
              <a:ext uri="{FF2B5EF4-FFF2-40B4-BE49-F238E27FC236}">
                <a16:creationId xmlns:a16="http://schemas.microsoft.com/office/drawing/2014/main" id="{46E908B4-8394-A841-00B5-5493CA6DE24F}"/>
              </a:ext>
            </a:extLst>
          </p:cNvPr>
          <p:cNvSpPr/>
          <p:nvPr/>
        </p:nvSpPr>
        <p:spPr>
          <a:xfrm>
            <a:off x="2839710" y="4475811"/>
            <a:ext cx="2105" cy="1607"/>
          </a:xfrm>
          <a:custGeom>
            <a:avLst/>
            <a:gdLst/>
            <a:ahLst/>
            <a:cxnLst/>
            <a:rect l="l" t="t" r="r" b="b"/>
            <a:pathLst>
              <a:path w="29" h="22" extrusionOk="0">
                <a:moveTo>
                  <a:pt x="28" y="0"/>
                </a:moveTo>
                <a:cubicBezTo>
                  <a:pt x="18" y="7"/>
                  <a:pt x="7" y="14"/>
                  <a:pt x="0" y="21"/>
                </a:cubicBezTo>
                <a:cubicBezTo>
                  <a:pt x="7" y="14"/>
                  <a:pt x="18" y="7"/>
                  <a:pt x="28" y="0"/>
                </a:cubicBezTo>
                <a:close/>
              </a:path>
            </a:pathLst>
          </a:custGeom>
          <a:solidFill>
            <a:schemeClr val="accent3">
              <a:lumMod val="40000"/>
              <a:lumOff val="60000"/>
            </a:schemeClr>
          </a:solid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1430" name="Google Shape;5743;p78">
            <a:extLst>
              <a:ext uri="{FF2B5EF4-FFF2-40B4-BE49-F238E27FC236}">
                <a16:creationId xmlns:a16="http://schemas.microsoft.com/office/drawing/2014/main" id="{FFBD2A9F-B725-52C5-C854-4111221956AE}"/>
              </a:ext>
            </a:extLst>
          </p:cNvPr>
          <p:cNvSpPr/>
          <p:nvPr/>
        </p:nvSpPr>
        <p:spPr>
          <a:xfrm>
            <a:off x="2841959" y="4474275"/>
            <a:ext cx="1886" cy="1096"/>
          </a:xfrm>
          <a:custGeom>
            <a:avLst/>
            <a:gdLst/>
            <a:ahLst/>
            <a:cxnLst/>
            <a:rect l="l" t="t" r="r" b="b"/>
            <a:pathLst>
              <a:path w="26" h="15" extrusionOk="0">
                <a:moveTo>
                  <a:pt x="25" y="0"/>
                </a:moveTo>
                <a:cubicBezTo>
                  <a:pt x="18" y="4"/>
                  <a:pt x="8" y="7"/>
                  <a:pt x="1" y="14"/>
                </a:cubicBezTo>
                <a:cubicBezTo>
                  <a:pt x="8" y="7"/>
                  <a:pt x="18" y="4"/>
                  <a:pt x="25" y="0"/>
                </a:cubicBezTo>
                <a:close/>
              </a:path>
            </a:pathLst>
          </a:custGeom>
          <a:solidFill>
            <a:schemeClr val="accent3">
              <a:lumMod val="40000"/>
              <a:lumOff val="60000"/>
            </a:schemeClr>
          </a:solid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1431" name="Google Shape;5744;p78">
            <a:extLst>
              <a:ext uri="{FF2B5EF4-FFF2-40B4-BE49-F238E27FC236}">
                <a16:creationId xmlns:a16="http://schemas.microsoft.com/office/drawing/2014/main" id="{E569FDBC-1E64-95E3-12A8-BC76B3B2357F}"/>
              </a:ext>
            </a:extLst>
          </p:cNvPr>
          <p:cNvSpPr/>
          <p:nvPr/>
        </p:nvSpPr>
        <p:spPr>
          <a:xfrm>
            <a:off x="2859724" y="4472964"/>
            <a:ext cx="582" cy="75"/>
          </a:xfrm>
          <a:custGeom>
            <a:avLst/>
            <a:gdLst/>
            <a:ahLst/>
            <a:cxnLst/>
            <a:rect l="l" t="t" r="r" b="b"/>
            <a:pathLst>
              <a:path w="8" h="1" extrusionOk="0">
                <a:moveTo>
                  <a:pt x="8" y="1"/>
                </a:moveTo>
                <a:lnTo>
                  <a:pt x="1" y="1"/>
                </a:lnTo>
                <a:close/>
              </a:path>
            </a:pathLst>
          </a:custGeom>
          <a:solidFill>
            <a:schemeClr val="accent3">
              <a:lumMod val="40000"/>
              <a:lumOff val="60000"/>
            </a:schemeClr>
          </a:solid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1447" name="Google Shape;5760;p78">
            <a:extLst>
              <a:ext uri="{FF2B5EF4-FFF2-40B4-BE49-F238E27FC236}">
                <a16:creationId xmlns:a16="http://schemas.microsoft.com/office/drawing/2014/main" id="{8FC54575-3011-C7E1-E83A-8C7ECF337DAB}"/>
              </a:ext>
            </a:extLst>
          </p:cNvPr>
          <p:cNvSpPr/>
          <p:nvPr/>
        </p:nvSpPr>
        <p:spPr>
          <a:xfrm>
            <a:off x="2846526" y="4318967"/>
            <a:ext cx="582" cy="1897"/>
          </a:xfrm>
          <a:custGeom>
            <a:avLst/>
            <a:gdLst/>
            <a:ahLst/>
            <a:cxnLst/>
            <a:rect l="l" t="t" r="r" b="b"/>
            <a:pathLst>
              <a:path w="8" h="26" extrusionOk="0">
                <a:moveTo>
                  <a:pt x="8" y="1"/>
                </a:moveTo>
                <a:lnTo>
                  <a:pt x="1" y="25"/>
                </a:lnTo>
                <a:close/>
              </a:path>
            </a:pathLst>
          </a:custGeom>
          <a:solidFill>
            <a:schemeClr val="accent3">
              <a:lumMod val="40000"/>
              <a:lumOff val="60000"/>
            </a:schemeClr>
          </a:solid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1448" name="Google Shape;5761;p78">
            <a:extLst>
              <a:ext uri="{FF2B5EF4-FFF2-40B4-BE49-F238E27FC236}">
                <a16:creationId xmlns:a16="http://schemas.microsoft.com/office/drawing/2014/main" id="{4DDEFBBA-5702-9B69-2933-5A99DB97666F}"/>
              </a:ext>
            </a:extLst>
          </p:cNvPr>
          <p:cNvSpPr/>
          <p:nvPr/>
        </p:nvSpPr>
        <p:spPr>
          <a:xfrm>
            <a:off x="2843482" y="4339465"/>
            <a:ext cx="363" cy="1021"/>
          </a:xfrm>
          <a:custGeom>
            <a:avLst/>
            <a:gdLst/>
            <a:ahLst/>
            <a:cxnLst/>
            <a:rect l="l" t="t" r="r" b="b"/>
            <a:pathLst>
              <a:path w="5" h="14" extrusionOk="0">
                <a:moveTo>
                  <a:pt x="1" y="0"/>
                </a:moveTo>
                <a:cubicBezTo>
                  <a:pt x="1" y="4"/>
                  <a:pt x="1" y="11"/>
                  <a:pt x="4" y="14"/>
                </a:cubicBezTo>
                <a:cubicBezTo>
                  <a:pt x="4" y="11"/>
                  <a:pt x="1" y="4"/>
                  <a:pt x="1" y="0"/>
                </a:cubicBezTo>
                <a:close/>
              </a:path>
            </a:pathLst>
          </a:custGeom>
          <a:solidFill>
            <a:schemeClr val="accent3">
              <a:lumMod val="40000"/>
              <a:lumOff val="60000"/>
            </a:schemeClr>
          </a:solid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1449" name="Google Shape;5762;p78">
            <a:extLst>
              <a:ext uri="{FF2B5EF4-FFF2-40B4-BE49-F238E27FC236}">
                <a16:creationId xmlns:a16="http://schemas.microsoft.com/office/drawing/2014/main" id="{6187ACDC-5282-94BE-54FE-84ACCCF1181C}"/>
              </a:ext>
            </a:extLst>
          </p:cNvPr>
          <p:cNvSpPr/>
          <p:nvPr/>
        </p:nvSpPr>
        <p:spPr>
          <a:xfrm>
            <a:off x="2843770" y="4329691"/>
            <a:ext cx="288" cy="1607"/>
          </a:xfrm>
          <a:custGeom>
            <a:avLst/>
            <a:gdLst/>
            <a:ahLst/>
            <a:cxnLst/>
            <a:rect l="l" t="t" r="r" b="b"/>
            <a:pathLst>
              <a:path w="4" h="22" extrusionOk="0">
                <a:moveTo>
                  <a:pt x="4" y="1"/>
                </a:moveTo>
                <a:cubicBezTo>
                  <a:pt x="0" y="11"/>
                  <a:pt x="0" y="18"/>
                  <a:pt x="0" y="22"/>
                </a:cubicBezTo>
                <a:cubicBezTo>
                  <a:pt x="0" y="18"/>
                  <a:pt x="4" y="8"/>
                  <a:pt x="4" y="1"/>
                </a:cubicBezTo>
                <a:close/>
              </a:path>
            </a:pathLst>
          </a:custGeom>
          <a:solidFill>
            <a:schemeClr val="accent3">
              <a:lumMod val="40000"/>
              <a:lumOff val="60000"/>
            </a:schemeClr>
          </a:solid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1450" name="Google Shape;5763;p78">
            <a:extLst>
              <a:ext uri="{FF2B5EF4-FFF2-40B4-BE49-F238E27FC236}">
                <a16:creationId xmlns:a16="http://schemas.microsoft.com/office/drawing/2014/main" id="{61276F55-33E3-6F89-C03A-1A02D1777EC2}"/>
              </a:ext>
            </a:extLst>
          </p:cNvPr>
          <p:cNvSpPr/>
          <p:nvPr/>
        </p:nvSpPr>
        <p:spPr>
          <a:xfrm>
            <a:off x="2844277" y="4326409"/>
            <a:ext cx="582" cy="1607"/>
          </a:xfrm>
          <a:custGeom>
            <a:avLst/>
            <a:gdLst/>
            <a:ahLst/>
            <a:cxnLst/>
            <a:rect l="l" t="t" r="r" b="b"/>
            <a:pathLst>
              <a:path w="8" h="22" extrusionOk="0">
                <a:moveTo>
                  <a:pt x="7" y="0"/>
                </a:moveTo>
                <a:lnTo>
                  <a:pt x="0" y="21"/>
                </a:lnTo>
                <a:cubicBezTo>
                  <a:pt x="4" y="14"/>
                  <a:pt x="7" y="7"/>
                  <a:pt x="7" y="0"/>
                </a:cubicBezTo>
                <a:close/>
              </a:path>
            </a:pathLst>
          </a:custGeom>
          <a:solidFill>
            <a:schemeClr val="accent3">
              <a:lumMod val="40000"/>
              <a:lumOff val="60000"/>
            </a:schemeClr>
          </a:solid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1451" name="Google Shape;5764;p78">
            <a:extLst>
              <a:ext uri="{FF2B5EF4-FFF2-40B4-BE49-F238E27FC236}">
                <a16:creationId xmlns:a16="http://schemas.microsoft.com/office/drawing/2014/main" id="{B0CBB555-F63A-7758-C556-A57F1F084C66}"/>
              </a:ext>
            </a:extLst>
          </p:cNvPr>
          <p:cNvSpPr/>
          <p:nvPr/>
        </p:nvSpPr>
        <p:spPr>
          <a:xfrm>
            <a:off x="2845292" y="4322836"/>
            <a:ext cx="582" cy="1607"/>
          </a:xfrm>
          <a:custGeom>
            <a:avLst/>
            <a:gdLst/>
            <a:ahLst/>
            <a:cxnLst/>
            <a:rect l="l" t="t" r="r" b="b"/>
            <a:pathLst>
              <a:path w="8" h="22" extrusionOk="0">
                <a:moveTo>
                  <a:pt x="7" y="0"/>
                </a:moveTo>
                <a:lnTo>
                  <a:pt x="0" y="21"/>
                </a:lnTo>
                <a:close/>
              </a:path>
            </a:pathLst>
          </a:custGeom>
          <a:solidFill>
            <a:schemeClr val="accent3">
              <a:lumMod val="40000"/>
              <a:lumOff val="60000"/>
            </a:schemeClr>
          </a:solid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1452" name="Google Shape;5765;p78">
            <a:extLst>
              <a:ext uri="{FF2B5EF4-FFF2-40B4-BE49-F238E27FC236}">
                <a16:creationId xmlns:a16="http://schemas.microsoft.com/office/drawing/2014/main" id="{A0CD5D31-5450-B0F6-89EB-6E7CEE0213DD}"/>
              </a:ext>
            </a:extLst>
          </p:cNvPr>
          <p:cNvSpPr/>
          <p:nvPr/>
        </p:nvSpPr>
        <p:spPr>
          <a:xfrm>
            <a:off x="2843262" y="4336327"/>
            <a:ext cx="75" cy="1386"/>
          </a:xfrm>
          <a:custGeom>
            <a:avLst/>
            <a:gdLst/>
            <a:ahLst/>
            <a:cxnLst/>
            <a:rect l="l" t="t" r="r" b="b"/>
            <a:pathLst>
              <a:path w="1" h="19" extrusionOk="0">
                <a:moveTo>
                  <a:pt x="0" y="18"/>
                </a:moveTo>
                <a:lnTo>
                  <a:pt x="0" y="1"/>
                </a:lnTo>
                <a:cubicBezTo>
                  <a:pt x="0" y="8"/>
                  <a:pt x="0" y="11"/>
                  <a:pt x="0" y="18"/>
                </a:cubicBezTo>
                <a:close/>
              </a:path>
            </a:pathLst>
          </a:custGeom>
          <a:solidFill>
            <a:schemeClr val="accent3">
              <a:lumMod val="40000"/>
              <a:lumOff val="60000"/>
            </a:schemeClr>
          </a:solid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1453" name="Google Shape;5766;p78">
            <a:extLst>
              <a:ext uri="{FF2B5EF4-FFF2-40B4-BE49-F238E27FC236}">
                <a16:creationId xmlns:a16="http://schemas.microsoft.com/office/drawing/2014/main" id="{492FA5FB-5EEA-C921-D5A7-955AE56EC36E}"/>
              </a:ext>
            </a:extLst>
          </p:cNvPr>
          <p:cNvSpPr/>
          <p:nvPr/>
        </p:nvSpPr>
        <p:spPr>
          <a:xfrm>
            <a:off x="2850880" y="4453853"/>
            <a:ext cx="2105" cy="4159"/>
          </a:xfrm>
          <a:custGeom>
            <a:avLst/>
            <a:gdLst/>
            <a:ahLst/>
            <a:cxnLst/>
            <a:rect l="l" t="t" r="r" b="b"/>
            <a:pathLst>
              <a:path w="29" h="57" extrusionOk="0">
                <a:moveTo>
                  <a:pt x="0" y="0"/>
                </a:moveTo>
                <a:lnTo>
                  <a:pt x="28" y="56"/>
                </a:lnTo>
                <a:close/>
              </a:path>
            </a:pathLst>
          </a:custGeom>
          <a:solidFill>
            <a:schemeClr val="accent3">
              <a:lumMod val="40000"/>
              <a:lumOff val="60000"/>
            </a:schemeClr>
          </a:solid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1454" name="Google Shape;5767;p78">
            <a:extLst>
              <a:ext uri="{FF2B5EF4-FFF2-40B4-BE49-F238E27FC236}">
                <a16:creationId xmlns:a16="http://schemas.microsoft.com/office/drawing/2014/main" id="{4A2488C1-2BFE-A61A-0B1F-E211AE9B7038}"/>
              </a:ext>
            </a:extLst>
          </p:cNvPr>
          <p:cNvSpPr/>
          <p:nvPr/>
        </p:nvSpPr>
        <p:spPr>
          <a:xfrm>
            <a:off x="2842974" y="4437509"/>
            <a:ext cx="1378" cy="2848"/>
          </a:xfrm>
          <a:custGeom>
            <a:avLst/>
            <a:gdLst/>
            <a:ahLst/>
            <a:cxnLst/>
            <a:rect l="l" t="t" r="r" b="b"/>
            <a:pathLst>
              <a:path w="19" h="39" extrusionOk="0">
                <a:moveTo>
                  <a:pt x="1" y="0"/>
                </a:moveTo>
                <a:cubicBezTo>
                  <a:pt x="8" y="11"/>
                  <a:pt x="11" y="25"/>
                  <a:pt x="18" y="39"/>
                </a:cubicBezTo>
                <a:cubicBezTo>
                  <a:pt x="11" y="25"/>
                  <a:pt x="8" y="11"/>
                  <a:pt x="1" y="0"/>
                </a:cubicBezTo>
                <a:close/>
              </a:path>
            </a:pathLst>
          </a:custGeom>
          <a:solidFill>
            <a:schemeClr val="accent3">
              <a:lumMod val="40000"/>
              <a:lumOff val="60000"/>
            </a:schemeClr>
          </a:solid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1455" name="Google Shape;5768;p78">
            <a:extLst>
              <a:ext uri="{FF2B5EF4-FFF2-40B4-BE49-F238E27FC236}">
                <a16:creationId xmlns:a16="http://schemas.microsoft.com/office/drawing/2014/main" id="{001049D8-D83F-142C-D8B0-F93E76DD44B4}"/>
              </a:ext>
            </a:extLst>
          </p:cNvPr>
          <p:cNvSpPr/>
          <p:nvPr/>
        </p:nvSpPr>
        <p:spPr>
          <a:xfrm>
            <a:off x="2858998" y="4469171"/>
            <a:ext cx="1811" cy="3138"/>
          </a:xfrm>
          <a:custGeom>
            <a:avLst/>
            <a:gdLst/>
            <a:ahLst/>
            <a:cxnLst/>
            <a:rect l="l" t="t" r="r" b="b"/>
            <a:pathLst>
              <a:path w="25" h="43" extrusionOk="0">
                <a:moveTo>
                  <a:pt x="0" y="0"/>
                </a:moveTo>
                <a:lnTo>
                  <a:pt x="25" y="42"/>
                </a:lnTo>
                <a:close/>
              </a:path>
            </a:pathLst>
          </a:custGeom>
          <a:solidFill>
            <a:schemeClr val="accent3">
              <a:lumMod val="40000"/>
              <a:lumOff val="60000"/>
            </a:schemeClr>
          </a:solid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1456" name="Google Shape;5769;p78">
            <a:extLst>
              <a:ext uri="{FF2B5EF4-FFF2-40B4-BE49-F238E27FC236}">
                <a16:creationId xmlns:a16="http://schemas.microsoft.com/office/drawing/2014/main" id="{9A6B3DC3-78F7-96FD-AA69-A16C53B3BE35}"/>
              </a:ext>
            </a:extLst>
          </p:cNvPr>
          <p:cNvSpPr/>
          <p:nvPr/>
        </p:nvSpPr>
        <p:spPr>
          <a:xfrm>
            <a:off x="2843262" y="4333043"/>
            <a:ext cx="288" cy="1607"/>
          </a:xfrm>
          <a:custGeom>
            <a:avLst/>
            <a:gdLst/>
            <a:ahLst/>
            <a:cxnLst/>
            <a:rect l="l" t="t" r="r" b="b"/>
            <a:pathLst>
              <a:path w="4" h="22" extrusionOk="0">
                <a:moveTo>
                  <a:pt x="4" y="0"/>
                </a:moveTo>
                <a:cubicBezTo>
                  <a:pt x="0" y="7"/>
                  <a:pt x="0" y="14"/>
                  <a:pt x="4" y="21"/>
                </a:cubicBezTo>
                <a:lnTo>
                  <a:pt x="4" y="0"/>
                </a:lnTo>
                <a:close/>
              </a:path>
            </a:pathLst>
          </a:custGeom>
          <a:solidFill>
            <a:schemeClr val="accent3">
              <a:lumMod val="40000"/>
              <a:lumOff val="60000"/>
            </a:schemeClr>
          </a:solid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1457" name="Google Shape;5770;p78">
            <a:extLst>
              <a:ext uri="{FF2B5EF4-FFF2-40B4-BE49-F238E27FC236}">
                <a16:creationId xmlns:a16="http://schemas.microsoft.com/office/drawing/2014/main" id="{0DA986B6-829E-2E24-2D26-ED49B667F635}"/>
              </a:ext>
            </a:extLst>
          </p:cNvPr>
          <p:cNvSpPr/>
          <p:nvPr/>
        </p:nvSpPr>
        <p:spPr>
          <a:xfrm>
            <a:off x="2846307" y="4444880"/>
            <a:ext cx="1597" cy="3138"/>
          </a:xfrm>
          <a:custGeom>
            <a:avLst/>
            <a:gdLst/>
            <a:ahLst/>
            <a:cxnLst/>
            <a:rect l="l" t="t" r="r" b="b"/>
            <a:pathLst>
              <a:path w="22" h="43" extrusionOk="0">
                <a:moveTo>
                  <a:pt x="0" y="1"/>
                </a:moveTo>
                <a:lnTo>
                  <a:pt x="21" y="43"/>
                </a:lnTo>
                <a:close/>
              </a:path>
            </a:pathLst>
          </a:custGeom>
          <a:solidFill>
            <a:schemeClr val="accent3">
              <a:lumMod val="40000"/>
              <a:lumOff val="60000"/>
            </a:schemeClr>
          </a:solid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1458" name="Google Shape;5771;p78">
            <a:extLst>
              <a:ext uri="{FF2B5EF4-FFF2-40B4-BE49-F238E27FC236}">
                <a16:creationId xmlns:a16="http://schemas.microsoft.com/office/drawing/2014/main" id="{3BB37EB9-6342-E118-FF66-888A29715FF6}"/>
              </a:ext>
            </a:extLst>
          </p:cNvPr>
          <p:cNvSpPr/>
          <p:nvPr/>
        </p:nvSpPr>
        <p:spPr>
          <a:xfrm>
            <a:off x="2855954" y="4463556"/>
            <a:ext cx="2318" cy="4379"/>
          </a:xfrm>
          <a:custGeom>
            <a:avLst/>
            <a:gdLst/>
            <a:ahLst/>
            <a:cxnLst/>
            <a:rect l="l" t="t" r="r" b="b"/>
            <a:pathLst>
              <a:path w="32" h="60" extrusionOk="0">
                <a:moveTo>
                  <a:pt x="0" y="0"/>
                </a:moveTo>
                <a:lnTo>
                  <a:pt x="32" y="60"/>
                </a:lnTo>
                <a:close/>
              </a:path>
            </a:pathLst>
          </a:custGeom>
          <a:solidFill>
            <a:schemeClr val="accent3">
              <a:lumMod val="40000"/>
              <a:lumOff val="60000"/>
            </a:schemeClr>
          </a:solid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1459" name="Google Shape;5772;p78">
            <a:extLst>
              <a:ext uri="{FF2B5EF4-FFF2-40B4-BE49-F238E27FC236}">
                <a16:creationId xmlns:a16="http://schemas.microsoft.com/office/drawing/2014/main" id="{1DE18882-DF37-2667-0A1E-52BEDB529442}"/>
              </a:ext>
            </a:extLst>
          </p:cNvPr>
          <p:cNvSpPr/>
          <p:nvPr/>
        </p:nvSpPr>
        <p:spPr>
          <a:xfrm>
            <a:off x="2853417" y="4458447"/>
            <a:ext cx="2105" cy="4159"/>
          </a:xfrm>
          <a:custGeom>
            <a:avLst/>
            <a:gdLst/>
            <a:ahLst/>
            <a:cxnLst/>
            <a:rect l="l" t="t" r="r" b="b"/>
            <a:pathLst>
              <a:path w="29" h="57" extrusionOk="0">
                <a:moveTo>
                  <a:pt x="0" y="0"/>
                </a:moveTo>
                <a:lnTo>
                  <a:pt x="28" y="56"/>
                </a:lnTo>
                <a:close/>
              </a:path>
            </a:pathLst>
          </a:custGeom>
          <a:solidFill>
            <a:schemeClr val="accent3">
              <a:lumMod val="40000"/>
              <a:lumOff val="60000"/>
            </a:schemeClr>
          </a:solid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1460" name="Google Shape;5773;p78">
            <a:extLst>
              <a:ext uri="{FF2B5EF4-FFF2-40B4-BE49-F238E27FC236}">
                <a16:creationId xmlns:a16="http://schemas.microsoft.com/office/drawing/2014/main" id="{CEEBC8D4-94D9-F9C4-8A74-9D9843C7C89D}"/>
              </a:ext>
            </a:extLst>
          </p:cNvPr>
          <p:cNvSpPr/>
          <p:nvPr/>
        </p:nvSpPr>
        <p:spPr>
          <a:xfrm>
            <a:off x="2848343" y="4448743"/>
            <a:ext cx="2105" cy="4159"/>
          </a:xfrm>
          <a:custGeom>
            <a:avLst/>
            <a:gdLst/>
            <a:ahLst/>
            <a:cxnLst/>
            <a:rect l="l" t="t" r="r" b="b"/>
            <a:pathLst>
              <a:path w="29" h="57" extrusionOk="0">
                <a:moveTo>
                  <a:pt x="0" y="0"/>
                </a:moveTo>
                <a:lnTo>
                  <a:pt x="28" y="56"/>
                </a:lnTo>
                <a:close/>
              </a:path>
            </a:pathLst>
          </a:custGeom>
          <a:solidFill>
            <a:schemeClr val="accent3">
              <a:lumMod val="40000"/>
              <a:lumOff val="60000"/>
            </a:schemeClr>
          </a:solid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1461" name="Google Shape;5774;p78">
            <a:extLst>
              <a:ext uri="{FF2B5EF4-FFF2-40B4-BE49-F238E27FC236}">
                <a16:creationId xmlns:a16="http://schemas.microsoft.com/office/drawing/2014/main" id="{83312FBA-DA7C-D6D2-5562-20B9C2D0FDAD}"/>
              </a:ext>
            </a:extLst>
          </p:cNvPr>
          <p:cNvSpPr/>
          <p:nvPr/>
        </p:nvSpPr>
        <p:spPr>
          <a:xfrm>
            <a:off x="2844497" y="4440792"/>
            <a:ext cx="1597" cy="3428"/>
          </a:xfrm>
          <a:custGeom>
            <a:avLst/>
            <a:gdLst/>
            <a:ahLst/>
            <a:cxnLst/>
            <a:rect l="l" t="t" r="r" b="b"/>
            <a:pathLst>
              <a:path w="22" h="47" extrusionOk="0">
                <a:moveTo>
                  <a:pt x="1" y="1"/>
                </a:moveTo>
                <a:cubicBezTo>
                  <a:pt x="8" y="15"/>
                  <a:pt x="15" y="32"/>
                  <a:pt x="22" y="46"/>
                </a:cubicBezTo>
                <a:cubicBezTo>
                  <a:pt x="15" y="32"/>
                  <a:pt x="8" y="15"/>
                  <a:pt x="1" y="1"/>
                </a:cubicBezTo>
                <a:close/>
              </a:path>
            </a:pathLst>
          </a:custGeom>
          <a:solidFill>
            <a:schemeClr val="accent3">
              <a:lumMod val="40000"/>
              <a:lumOff val="60000"/>
            </a:schemeClr>
          </a:solid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1462" name="Google Shape;5775;p78">
            <a:extLst>
              <a:ext uri="{FF2B5EF4-FFF2-40B4-BE49-F238E27FC236}">
                <a16:creationId xmlns:a16="http://schemas.microsoft.com/office/drawing/2014/main" id="{6AFE76F6-C6D3-503F-C3DD-E6FCE5644BBD}"/>
              </a:ext>
            </a:extLst>
          </p:cNvPr>
          <p:cNvSpPr/>
          <p:nvPr/>
        </p:nvSpPr>
        <p:spPr>
          <a:xfrm>
            <a:off x="2844785" y="4343042"/>
            <a:ext cx="75" cy="290"/>
          </a:xfrm>
          <a:custGeom>
            <a:avLst/>
            <a:gdLst/>
            <a:ahLst/>
            <a:cxnLst/>
            <a:rect l="l" t="t" r="r" b="b"/>
            <a:pathLst>
              <a:path w="1" h="4" extrusionOk="0">
                <a:moveTo>
                  <a:pt x="0" y="4"/>
                </a:moveTo>
                <a:lnTo>
                  <a:pt x="0" y="0"/>
                </a:lnTo>
                <a:lnTo>
                  <a:pt x="0" y="4"/>
                </a:lnTo>
                <a:close/>
              </a:path>
            </a:pathLst>
          </a:custGeom>
          <a:solidFill>
            <a:schemeClr val="accent3">
              <a:lumMod val="40000"/>
              <a:lumOff val="60000"/>
            </a:schemeClr>
          </a:solid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grpSp>
        <p:nvGrpSpPr>
          <p:cNvPr id="29" name="Group 28">
            <a:extLst>
              <a:ext uri="{FF2B5EF4-FFF2-40B4-BE49-F238E27FC236}">
                <a16:creationId xmlns:a16="http://schemas.microsoft.com/office/drawing/2014/main" id="{F89E7E97-E431-2FBB-701F-024755B5346E}"/>
              </a:ext>
            </a:extLst>
          </p:cNvPr>
          <p:cNvGrpSpPr/>
          <p:nvPr/>
        </p:nvGrpSpPr>
        <p:grpSpPr>
          <a:xfrm>
            <a:off x="5021710" y="5072154"/>
            <a:ext cx="6428687" cy="746243"/>
            <a:chOff x="5369811" y="4982343"/>
            <a:chExt cx="5929334" cy="688278"/>
          </a:xfrm>
        </p:grpSpPr>
        <p:grpSp>
          <p:nvGrpSpPr>
            <p:cNvPr id="27" name="Group 26">
              <a:extLst>
                <a:ext uri="{FF2B5EF4-FFF2-40B4-BE49-F238E27FC236}">
                  <a16:creationId xmlns:a16="http://schemas.microsoft.com/office/drawing/2014/main" id="{51B77C64-E353-FAA1-D466-A6AF43F1C27A}"/>
                </a:ext>
              </a:extLst>
            </p:cNvPr>
            <p:cNvGrpSpPr/>
            <p:nvPr/>
          </p:nvGrpSpPr>
          <p:grpSpPr>
            <a:xfrm>
              <a:off x="7261527" y="4982343"/>
              <a:ext cx="1760388" cy="677108"/>
              <a:chOff x="7177758" y="4982343"/>
              <a:chExt cx="1760388" cy="677108"/>
            </a:xfrm>
          </p:grpSpPr>
          <p:grpSp>
            <p:nvGrpSpPr>
              <p:cNvPr id="1567" name="Gráfico 3">
                <a:extLst>
                  <a:ext uri="{FF2B5EF4-FFF2-40B4-BE49-F238E27FC236}">
                    <a16:creationId xmlns:a16="http://schemas.microsoft.com/office/drawing/2014/main" id="{6A8F59E5-080E-92D8-0F11-96F640D76168}"/>
                  </a:ext>
                </a:extLst>
              </p:cNvPr>
              <p:cNvGrpSpPr/>
              <p:nvPr/>
            </p:nvGrpSpPr>
            <p:grpSpPr>
              <a:xfrm>
                <a:off x="7177758" y="5000853"/>
                <a:ext cx="316498" cy="471691"/>
                <a:chOff x="839342" y="3112211"/>
                <a:chExt cx="199201" cy="269889"/>
              </a:xfrm>
              <a:noFill/>
            </p:grpSpPr>
            <p:sp>
              <p:nvSpPr>
                <p:cNvPr id="1569" name="Forma Livre: Forma 167">
                  <a:extLst>
                    <a:ext uri="{FF2B5EF4-FFF2-40B4-BE49-F238E27FC236}">
                      <a16:creationId xmlns:a16="http://schemas.microsoft.com/office/drawing/2014/main" id="{231DACA6-542D-6A1C-F831-19521A5B2859}"/>
                    </a:ext>
                  </a:extLst>
                </p:cNvPr>
                <p:cNvSpPr/>
                <p:nvPr/>
              </p:nvSpPr>
              <p:spPr>
                <a:xfrm>
                  <a:off x="839342" y="3112211"/>
                  <a:ext cx="199201" cy="269889"/>
                </a:xfrm>
                <a:custGeom>
                  <a:avLst/>
                  <a:gdLst>
                    <a:gd name="connsiteX0" fmla="*/ 199202 w 199201"/>
                    <a:gd name="connsiteY0" fmla="*/ 99601 h 269889"/>
                    <a:gd name="connsiteX1" fmla="*/ 99601 w 199201"/>
                    <a:gd name="connsiteY1" fmla="*/ 0 h 269889"/>
                    <a:gd name="connsiteX2" fmla="*/ 0 w 199201"/>
                    <a:gd name="connsiteY2" fmla="*/ 99601 h 269889"/>
                    <a:gd name="connsiteX3" fmla="*/ 23543 w 199201"/>
                    <a:gd name="connsiteY3" fmla="*/ 163208 h 269889"/>
                    <a:gd name="connsiteX4" fmla="*/ 64847 w 199201"/>
                    <a:gd name="connsiteY4" fmla="*/ 219499 h 269889"/>
                    <a:gd name="connsiteX5" fmla="*/ 99601 w 199201"/>
                    <a:gd name="connsiteY5" fmla="*/ 269890 h 269889"/>
                    <a:gd name="connsiteX6" fmla="*/ 175659 w 199201"/>
                    <a:gd name="connsiteY6" fmla="*/ 163208 h 269889"/>
                    <a:gd name="connsiteX7" fmla="*/ 199202 w 199201"/>
                    <a:gd name="connsiteY7" fmla="*/ 99601 h 269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9201" h="269889">
                      <a:moveTo>
                        <a:pt x="199202" y="99601"/>
                      </a:moveTo>
                      <a:cubicBezTo>
                        <a:pt x="199202" y="44608"/>
                        <a:pt x="154594" y="0"/>
                        <a:pt x="99601" y="0"/>
                      </a:cubicBezTo>
                      <a:cubicBezTo>
                        <a:pt x="44608" y="0"/>
                        <a:pt x="0" y="44608"/>
                        <a:pt x="0" y="99601"/>
                      </a:cubicBezTo>
                      <a:cubicBezTo>
                        <a:pt x="0" y="123911"/>
                        <a:pt x="9087" y="145920"/>
                        <a:pt x="23543" y="163208"/>
                      </a:cubicBezTo>
                      <a:lnTo>
                        <a:pt x="64847" y="219499"/>
                      </a:lnTo>
                      <a:lnTo>
                        <a:pt x="99601" y="269890"/>
                      </a:lnTo>
                      <a:lnTo>
                        <a:pt x="175659" y="163208"/>
                      </a:lnTo>
                      <a:cubicBezTo>
                        <a:pt x="190115" y="145920"/>
                        <a:pt x="199202" y="123911"/>
                        <a:pt x="199202" y="99601"/>
                      </a:cubicBezTo>
                      <a:close/>
                    </a:path>
                  </a:pathLst>
                </a:custGeom>
                <a:noFill/>
                <a:ln w="6350" cap="flat">
                  <a:solidFill>
                    <a:schemeClr val="accent2"/>
                  </a:solidFill>
                  <a:prstDash val="solid"/>
                  <a:miter/>
                </a:ln>
              </p:spPr>
              <p:txBody>
                <a:bodyPr rtlCol="0" anchor="ctr"/>
                <a:lstStyle/>
                <a:p>
                  <a:endParaRPr lang="pt-BR">
                    <a:solidFill>
                      <a:schemeClr val="bg1"/>
                    </a:solidFill>
                    <a:latin typeface="+mj-lt"/>
                  </a:endParaRPr>
                </a:p>
              </p:txBody>
            </p:sp>
            <p:grpSp>
              <p:nvGrpSpPr>
                <p:cNvPr id="1570" name="Gráfico 3">
                  <a:extLst>
                    <a:ext uri="{FF2B5EF4-FFF2-40B4-BE49-F238E27FC236}">
                      <a16:creationId xmlns:a16="http://schemas.microsoft.com/office/drawing/2014/main" id="{FAD5B389-AC1B-DEB6-78FD-3D8A96F054C5}"/>
                    </a:ext>
                  </a:extLst>
                </p:cNvPr>
                <p:cNvGrpSpPr/>
                <p:nvPr/>
              </p:nvGrpSpPr>
              <p:grpSpPr>
                <a:xfrm>
                  <a:off x="889791" y="3159415"/>
                  <a:ext cx="97063" cy="88507"/>
                  <a:chOff x="889791" y="3159415"/>
                  <a:chExt cx="97063" cy="88507"/>
                </a:xfrm>
                <a:noFill/>
              </p:grpSpPr>
              <p:sp>
                <p:nvSpPr>
                  <p:cNvPr id="1571" name="Forma Livre: Forma 169">
                    <a:extLst>
                      <a:ext uri="{FF2B5EF4-FFF2-40B4-BE49-F238E27FC236}">
                        <a16:creationId xmlns:a16="http://schemas.microsoft.com/office/drawing/2014/main" id="{88F9F163-76D9-905C-4B7B-6F844DCDF790}"/>
                      </a:ext>
                    </a:extLst>
                  </p:cNvPr>
                  <p:cNvSpPr/>
                  <p:nvPr/>
                </p:nvSpPr>
                <p:spPr>
                  <a:xfrm>
                    <a:off x="889791" y="3185083"/>
                    <a:ext cx="48502" cy="62840"/>
                  </a:xfrm>
                  <a:custGeom>
                    <a:avLst/>
                    <a:gdLst>
                      <a:gd name="connsiteX0" fmla="*/ 17112 w 48502"/>
                      <a:gd name="connsiteY0" fmla="*/ 9087 h 62840"/>
                      <a:gd name="connsiteX1" fmla="*/ 0 w 48502"/>
                      <a:gd name="connsiteY1" fmla="*/ 0 h 62840"/>
                      <a:gd name="connsiteX2" fmla="*/ 0 w 48502"/>
                      <a:gd name="connsiteY2" fmla="*/ 37114 h 62840"/>
                      <a:gd name="connsiteX3" fmla="*/ 48502 w 48502"/>
                      <a:gd name="connsiteY3" fmla="*/ 62841 h 62840"/>
                      <a:gd name="connsiteX4" fmla="*/ 48502 w 48502"/>
                      <a:gd name="connsiteY4" fmla="*/ 25726 h 62840"/>
                      <a:gd name="connsiteX5" fmla="*/ 28559 w 48502"/>
                      <a:gd name="connsiteY5" fmla="*/ 15105 h 62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502" h="62840">
                        <a:moveTo>
                          <a:pt x="17112" y="9087"/>
                        </a:moveTo>
                        <a:lnTo>
                          <a:pt x="0" y="0"/>
                        </a:lnTo>
                        <a:lnTo>
                          <a:pt x="0" y="37114"/>
                        </a:lnTo>
                        <a:lnTo>
                          <a:pt x="48502" y="62841"/>
                        </a:lnTo>
                        <a:lnTo>
                          <a:pt x="48502" y="25726"/>
                        </a:lnTo>
                        <a:lnTo>
                          <a:pt x="28559" y="15105"/>
                        </a:lnTo>
                      </a:path>
                    </a:pathLst>
                  </a:custGeom>
                  <a:noFill/>
                  <a:ln w="6350" cap="flat">
                    <a:solidFill>
                      <a:schemeClr val="accent2"/>
                    </a:solidFill>
                    <a:prstDash val="solid"/>
                    <a:round/>
                  </a:ln>
                </p:spPr>
                <p:txBody>
                  <a:bodyPr rtlCol="0" anchor="ctr"/>
                  <a:lstStyle/>
                  <a:p>
                    <a:endParaRPr lang="pt-BR">
                      <a:solidFill>
                        <a:schemeClr val="bg1"/>
                      </a:solidFill>
                      <a:latin typeface="+mj-lt"/>
                    </a:endParaRPr>
                  </a:p>
                </p:txBody>
              </p:sp>
              <p:sp>
                <p:nvSpPr>
                  <p:cNvPr id="1572" name="Forma Livre: Forma 170">
                    <a:extLst>
                      <a:ext uri="{FF2B5EF4-FFF2-40B4-BE49-F238E27FC236}">
                        <a16:creationId xmlns:a16="http://schemas.microsoft.com/office/drawing/2014/main" id="{9C892A21-4CEF-79FF-4A5E-6CCE6230E31D}"/>
                      </a:ext>
                    </a:extLst>
                  </p:cNvPr>
                  <p:cNvSpPr/>
                  <p:nvPr/>
                </p:nvSpPr>
                <p:spPr>
                  <a:xfrm>
                    <a:off x="938293" y="3185083"/>
                    <a:ext cx="48561" cy="62840"/>
                  </a:xfrm>
                  <a:custGeom>
                    <a:avLst/>
                    <a:gdLst>
                      <a:gd name="connsiteX0" fmla="*/ 48561 w 48561"/>
                      <a:gd name="connsiteY0" fmla="*/ 0 h 62840"/>
                      <a:gd name="connsiteX1" fmla="*/ 48561 w 48561"/>
                      <a:gd name="connsiteY1" fmla="*/ 37114 h 62840"/>
                      <a:gd name="connsiteX2" fmla="*/ 0 w 48561"/>
                      <a:gd name="connsiteY2" fmla="*/ 62841 h 62840"/>
                      <a:gd name="connsiteX3" fmla="*/ 0 w 48561"/>
                      <a:gd name="connsiteY3" fmla="*/ 25726 h 62840"/>
                      <a:gd name="connsiteX4" fmla="*/ 48561 w 48561"/>
                      <a:gd name="connsiteY4" fmla="*/ 0 h 628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561" h="62840">
                        <a:moveTo>
                          <a:pt x="48561" y="0"/>
                        </a:moveTo>
                        <a:lnTo>
                          <a:pt x="48561" y="37114"/>
                        </a:lnTo>
                        <a:lnTo>
                          <a:pt x="0" y="62841"/>
                        </a:lnTo>
                        <a:lnTo>
                          <a:pt x="0" y="25726"/>
                        </a:lnTo>
                        <a:lnTo>
                          <a:pt x="48561" y="0"/>
                        </a:lnTo>
                        <a:close/>
                      </a:path>
                    </a:pathLst>
                  </a:custGeom>
                  <a:noFill/>
                  <a:ln w="6350" cap="flat">
                    <a:solidFill>
                      <a:schemeClr val="accent2"/>
                    </a:solidFill>
                    <a:prstDash val="solid"/>
                    <a:round/>
                  </a:ln>
                </p:spPr>
                <p:txBody>
                  <a:bodyPr rtlCol="0" anchor="ctr"/>
                  <a:lstStyle/>
                  <a:p>
                    <a:endParaRPr lang="pt-BR">
                      <a:solidFill>
                        <a:schemeClr val="bg1"/>
                      </a:solidFill>
                      <a:latin typeface="+mj-lt"/>
                    </a:endParaRPr>
                  </a:p>
                </p:txBody>
              </p:sp>
              <p:sp>
                <p:nvSpPr>
                  <p:cNvPr id="1573" name="Forma Livre: Forma 171">
                    <a:extLst>
                      <a:ext uri="{FF2B5EF4-FFF2-40B4-BE49-F238E27FC236}">
                        <a16:creationId xmlns:a16="http://schemas.microsoft.com/office/drawing/2014/main" id="{51BCBE5C-D3C5-3E4D-1A8E-04540E57A523}"/>
                      </a:ext>
                    </a:extLst>
                  </p:cNvPr>
                  <p:cNvSpPr/>
                  <p:nvPr/>
                </p:nvSpPr>
                <p:spPr>
                  <a:xfrm>
                    <a:off x="889791" y="3159415"/>
                    <a:ext cx="97063" cy="51393"/>
                  </a:xfrm>
                  <a:custGeom>
                    <a:avLst/>
                    <a:gdLst>
                      <a:gd name="connsiteX0" fmla="*/ 0 w 97063"/>
                      <a:gd name="connsiteY0" fmla="*/ 25667 h 51393"/>
                      <a:gd name="connsiteX1" fmla="*/ 48502 w 97063"/>
                      <a:gd name="connsiteY1" fmla="*/ 0 h 51393"/>
                      <a:gd name="connsiteX2" fmla="*/ 97064 w 97063"/>
                      <a:gd name="connsiteY2" fmla="*/ 25667 h 51393"/>
                      <a:gd name="connsiteX3" fmla="*/ 48502 w 97063"/>
                      <a:gd name="connsiteY3" fmla="*/ 51394 h 51393"/>
                      <a:gd name="connsiteX4" fmla="*/ 0 w 97063"/>
                      <a:gd name="connsiteY4" fmla="*/ 25667 h 513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063" h="51393">
                        <a:moveTo>
                          <a:pt x="0" y="25667"/>
                        </a:moveTo>
                        <a:lnTo>
                          <a:pt x="48502" y="0"/>
                        </a:lnTo>
                        <a:lnTo>
                          <a:pt x="97064" y="25667"/>
                        </a:lnTo>
                        <a:lnTo>
                          <a:pt x="48502" y="51394"/>
                        </a:lnTo>
                        <a:lnTo>
                          <a:pt x="0" y="25667"/>
                        </a:lnTo>
                        <a:close/>
                      </a:path>
                    </a:pathLst>
                  </a:custGeom>
                  <a:noFill/>
                  <a:ln w="6350" cap="flat">
                    <a:solidFill>
                      <a:schemeClr val="accent2"/>
                    </a:solidFill>
                    <a:prstDash val="solid"/>
                    <a:round/>
                  </a:ln>
                </p:spPr>
                <p:txBody>
                  <a:bodyPr rtlCol="0" anchor="ctr"/>
                  <a:lstStyle/>
                  <a:p>
                    <a:endParaRPr lang="pt-BR">
                      <a:solidFill>
                        <a:schemeClr val="bg1"/>
                      </a:solidFill>
                      <a:latin typeface="+mj-lt"/>
                    </a:endParaRPr>
                  </a:p>
                </p:txBody>
              </p:sp>
              <p:sp>
                <p:nvSpPr>
                  <p:cNvPr id="1574" name="Forma Livre: Forma 172">
                    <a:extLst>
                      <a:ext uri="{FF2B5EF4-FFF2-40B4-BE49-F238E27FC236}">
                        <a16:creationId xmlns:a16="http://schemas.microsoft.com/office/drawing/2014/main" id="{C1156F53-07CD-3C26-E947-5D5E19419E98}"/>
                      </a:ext>
                    </a:extLst>
                  </p:cNvPr>
                  <p:cNvSpPr/>
                  <p:nvPr/>
                </p:nvSpPr>
                <p:spPr>
                  <a:xfrm>
                    <a:off x="915458" y="3171216"/>
                    <a:ext cx="47794" cy="28145"/>
                  </a:xfrm>
                  <a:custGeom>
                    <a:avLst/>
                    <a:gdLst>
                      <a:gd name="connsiteX0" fmla="*/ 47794 w 47794"/>
                      <a:gd name="connsiteY0" fmla="*/ 0 h 28145"/>
                      <a:gd name="connsiteX1" fmla="*/ 0 w 47794"/>
                      <a:gd name="connsiteY1" fmla="*/ 28146 h 28145"/>
                    </a:gdLst>
                    <a:ahLst/>
                    <a:cxnLst>
                      <a:cxn ang="0">
                        <a:pos x="connsiteX0" y="connsiteY0"/>
                      </a:cxn>
                      <a:cxn ang="0">
                        <a:pos x="connsiteX1" y="connsiteY1"/>
                      </a:cxn>
                    </a:cxnLst>
                    <a:rect l="l" t="t" r="r" b="b"/>
                    <a:pathLst>
                      <a:path w="47794" h="28145">
                        <a:moveTo>
                          <a:pt x="47794" y="0"/>
                        </a:moveTo>
                        <a:lnTo>
                          <a:pt x="0" y="28146"/>
                        </a:lnTo>
                      </a:path>
                    </a:pathLst>
                  </a:custGeom>
                  <a:ln w="6350" cap="flat">
                    <a:solidFill>
                      <a:schemeClr val="accent2"/>
                    </a:solidFill>
                    <a:prstDash val="solid"/>
                    <a:round/>
                  </a:ln>
                </p:spPr>
                <p:txBody>
                  <a:bodyPr rtlCol="0" anchor="ctr"/>
                  <a:lstStyle/>
                  <a:p>
                    <a:endParaRPr lang="pt-BR">
                      <a:solidFill>
                        <a:schemeClr val="bg1"/>
                      </a:solidFill>
                      <a:latin typeface="+mj-lt"/>
                    </a:endParaRPr>
                  </a:p>
                </p:txBody>
              </p:sp>
            </p:grpSp>
          </p:grpSp>
          <p:sp>
            <p:nvSpPr>
              <p:cNvPr id="1568" name="TextBox 1567">
                <a:extLst>
                  <a:ext uri="{FF2B5EF4-FFF2-40B4-BE49-F238E27FC236}">
                    <a16:creationId xmlns:a16="http://schemas.microsoft.com/office/drawing/2014/main" id="{104B377F-DD6A-B237-73A5-0ADFE96C114C}"/>
                  </a:ext>
                </a:extLst>
              </p:cNvPr>
              <p:cNvSpPr txBox="1"/>
              <p:nvPr/>
            </p:nvSpPr>
            <p:spPr>
              <a:xfrm>
                <a:off x="7505798" y="4982343"/>
                <a:ext cx="1432348" cy="677108"/>
              </a:xfrm>
              <a:prstGeom prst="rect">
                <a:avLst/>
              </a:prstGeom>
              <a:noFill/>
            </p:spPr>
            <p:txBody>
              <a:bodyPr wrap="square" rtlCol="0">
                <a:spAutoFit/>
              </a:bodyPr>
              <a:lstStyle/>
              <a:p>
                <a:pPr defTabSz="948923" eaLnBrk="1" fontAlgn="auto" hangingPunct="1">
                  <a:spcBef>
                    <a:spcPts val="400"/>
                  </a:spcBef>
                  <a:spcAft>
                    <a:spcPts val="0"/>
                  </a:spcAft>
                  <a:buClr>
                    <a:srgbClr val="FDE3E4"/>
                  </a:buClr>
                  <a:buSzPct val="130000"/>
                  <a:defRPr/>
                </a:pPr>
                <a:r>
                  <a:rPr lang="en-US" sz="2800" b="1" kern="0" dirty="0">
                    <a:solidFill>
                      <a:schemeClr val="bg1"/>
                    </a:solidFill>
                    <a:latin typeface="+mj-lt"/>
                    <a:ea typeface="Source Serif Pro" panose="02040603050405020204" pitchFamily="18" charset="0"/>
                  </a:rPr>
                  <a:t>7,500</a:t>
                </a:r>
                <a:r>
                  <a:rPr lang="en-US" sz="1050" b="1" kern="0" dirty="0">
                    <a:solidFill>
                      <a:schemeClr val="bg1"/>
                    </a:solidFill>
                    <a:latin typeface="+mj-lt"/>
                    <a:ea typeface="Source Serif Pro" panose="02040603050405020204" pitchFamily="18" charset="0"/>
                  </a:rPr>
                  <a:t>m</a:t>
                </a:r>
                <a:r>
                  <a:rPr lang="en-US" sz="1050" b="1" kern="0" baseline="30000" dirty="0">
                    <a:solidFill>
                      <a:schemeClr val="bg1"/>
                    </a:solidFill>
                    <a:latin typeface="+mj-lt"/>
                    <a:ea typeface="Source Serif Pro" panose="02040603050405020204" pitchFamily="18" charset="0"/>
                  </a:rPr>
                  <a:t>2</a:t>
                </a:r>
                <a:br>
                  <a:rPr lang="en-US" sz="2400" b="1" kern="0" noProof="0" dirty="0">
                    <a:solidFill>
                      <a:schemeClr val="bg1"/>
                    </a:solidFill>
                    <a:latin typeface="+mj-lt"/>
                    <a:ea typeface="Source Serif Pro" panose="02040603050405020204" pitchFamily="18" charset="0"/>
                  </a:rPr>
                </a:br>
                <a:r>
                  <a:rPr lang="en-US" sz="1000" kern="0" dirty="0">
                    <a:solidFill>
                      <a:schemeClr val="bg1"/>
                    </a:solidFill>
                    <a:latin typeface="+mj-lt"/>
                    <a:ea typeface="Source Serif Pro Light" panose="02040303050405020204" pitchFamily="18" charset="0"/>
                  </a:rPr>
                  <a:t>Total Area</a:t>
                </a:r>
                <a:endParaRPr lang="en-US" sz="1400" kern="0" noProof="0" dirty="0">
                  <a:solidFill>
                    <a:schemeClr val="bg1"/>
                  </a:solidFill>
                  <a:latin typeface="+mj-lt"/>
                  <a:ea typeface="Source Serif Pro Light" panose="02040303050405020204" pitchFamily="18" charset="0"/>
                </a:endParaRPr>
              </a:p>
            </p:txBody>
          </p:sp>
        </p:grpSp>
        <p:grpSp>
          <p:nvGrpSpPr>
            <p:cNvPr id="28" name="Group 27">
              <a:extLst>
                <a:ext uri="{FF2B5EF4-FFF2-40B4-BE49-F238E27FC236}">
                  <a16:creationId xmlns:a16="http://schemas.microsoft.com/office/drawing/2014/main" id="{2C329BDD-746F-9BE8-3F5C-53DB2D0D14FA}"/>
                </a:ext>
              </a:extLst>
            </p:cNvPr>
            <p:cNvGrpSpPr/>
            <p:nvPr/>
          </p:nvGrpSpPr>
          <p:grpSpPr>
            <a:xfrm>
              <a:off x="5369811" y="4982343"/>
              <a:ext cx="1128377" cy="677108"/>
              <a:chOff x="5716013" y="4982343"/>
              <a:chExt cx="1128377" cy="677108"/>
            </a:xfrm>
          </p:grpSpPr>
          <p:sp>
            <p:nvSpPr>
              <p:cNvPr id="1577" name="TextBox 1576">
                <a:extLst>
                  <a:ext uri="{FF2B5EF4-FFF2-40B4-BE49-F238E27FC236}">
                    <a16:creationId xmlns:a16="http://schemas.microsoft.com/office/drawing/2014/main" id="{73C37DCA-620F-6778-6B6A-4F54FBE2DAD8}"/>
                  </a:ext>
                </a:extLst>
              </p:cNvPr>
              <p:cNvSpPr txBox="1"/>
              <p:nvPr/>
            </p:nvSpPr>
            <p:spPr>
              <a:xfrm>
                <a:off x="6044054" y="4982343"/>
                <a:ext cx="800336" cy="677108"/>
              </a:xfrm>
              <a:prstGeom prst="rect">
                <a:avLst/>
              </a:prstGeom>
              <a:noFill/>
            </p:spPr>
            <p:txBody>
              <a:bodyPr wrap="square" rtlCol="0">
                <a:spAutoFit/>
              </a:bodyPr>
              <a:lstStyle/>
              <a:p>
                <a:pPr defTabSz="948923" eaLnBrk="1" fontAlgn="auto" hangingPunct="1">
                  <a:spcBef>
                    <a:spcPts val="400"/>
                  </a:spcBef>
                  <a:spcAft>
                    <a:spcPts val="0"/>
                  </a:spcAft>
                  <a:buClr>
                    <a:srgbClr val="FDE3E4"/>
                  </a:buClr>
                  <a:buSzPct val="130000"/>
                  <a:defRPr/>
                </a:pPr>
                <a:r>
                  <a:rPr lang="en-US" sz="2800" b="1" kern="0" noProof="0" dirty="0">
                    <a:solidFill>
                      <a:schemeClr val="bg1"/>
                    </a:solidFill>
                    <a:latin typeface="+mj-lt"/>
                    <a:ea typeface="Source Serif Pro" panose="02040603050405020204" pitchFamily="18" charset="0"/>
                  </a:rPr>
                  <a:t>3</a:t>
                </a:r>
                <a:br>
                  <a:rPr lang="en-US" sz="2000" b="1" kern="0" noProof="0" dirty="0">
                    <a:solidFill>
                      <a:schemeClr val="bg1"/>
                    </a:solidFill>
                    <a:latin typeface="+mj-lt"/>
                    <a:ea typeface="Source Serif Pro" panose="02040603050405020204" pitchFamily="18" charset="0"/>
                  </a:rPr>
                </a:br>
                <a:r>
                  <a:rPr lang="en-US" sz="1000" kern="0" dirty="0">
                    <a:solidFill>
                      <a:schemeClr val="bg1"/>
                    </a:solidFill>
                    <a:latin typeface="+mj-lt"/>
                    <a:ea typeface="Source Serif Pro Light" panose="02040303050405020204" pitchFamily="18" charset="0"/>
                  </a:rPr>
                  <a:t>Sites</a:t>
                </a:r>
                <a:endParaRPr lang="en-US" sz="1400" kern="0" noProof="0" dirty="0">
                  <a:solidFill>
                    <a:schemeClr val="bg1"/>
                  </a:solidFill>
                  <a:latin typeface="+mj-lt"/>
                  <a:ea typeface="Source Serif Pro Light" panose="02040303050405020204" pitchFamily="18" charset="0"/>
                </a:endParaRPr>
              </a:p>
            </p:txBody>
          </p:sp>
          <p:grpSp>
            <p:nvGrpSpPr>
              <p:cNvPr id="24" name="Group 23">
                <a:extLst>
                  <a:ext uri="{FF2B5EF4-FFF2-40B4-BE49-F238E27FC236}">
                    <a16:creationId xmlns:a16="http://schemas.microsoft.com/office/drawing/2014/main" id="{6553A167-FF3A-36EE-A4EF-B620C70C889A}"/>
                  </a:ext>
                </a:extLst>
              </p:cNvPr>
              <p:cNvGrpSpPr/>
              <p:nvPr/>
            </p:nvGrpSpPr>
            <p:grpSpPr>
              <a:xfrm>
                <a:off x="5716013" y="5000853"/>
                <a:ext cx="316498" cy="471691"/>
                <a:chOff x="5716013" y="5000853"/>
                <a:chExt cx="316498" cy="471691"/>
              </a:xfrm>
            </p:grpSpPr>
            <p:sp>
              <p:nvSpPr>
                <p:cNvPr id="1576" name="Forma Livre: Forma 167">
                  <a:extLst>
                    <a:ext uri="{FF2B5EF4-FFF2-40B4-BE49-F238E27FC236}">
                      <a16:creationId xmlns:a16="http://schemas.microsoft.com/office/drawing/2014/main" id="{4A93E35F-2D45-9823-3653-FB075F76DB5E}"/>
                    </a:ext>
                  </a:extLst>
                </p:cNvPr>
                <p:cNvSpPr/>
                <p:nvPr/>
              </p:nvSpPr>
              <p:spPr>
                <a:xfrm>
                  <a:off x="5716013" y="5000853"/>
                  <a:ext cx="316498" cy="471691"/>
                </a:xfrm>
                <a:custGeom>
                  <a:avLst/>
                  <a:gdLst>
                    <a:gd name="connsiteX0" fmla="*/ 199202 w 199201"/>
                    <a:gd name="connsiteY0" fmla="*/ 99601 h 269889"/>
                    <a:gd name="connsiteX1" fmla="*/ 99601 w 199201"/>
                    <a:gd name="connsiteY1" fmla="*/ 0 h 269889"/>
                    <a:gd name="connsiteX2" fmla="*/ 0 w 199201"/>
                    <a:gd name="connsiteY2" fmla="*/ 99601 h 269889"/>
                    <a:gd name="connsiteX3" fmla="*/ 23543 w 199201"/>
                    <a:gd name="connsiteY3" fmla="*/ 163208 h 269889"/>
                    <a:gd name="connsiteX4" fmla="*/ 64847 w 199201"/>
                    <a:gd name="connsiteY4" fmla="*/ 219499 h 269889"/>
                    <a:gd name="connsiteX5" fmla="*/ 99601 w 199201"/>
                    <a:gd name="connsiteY5" fmla="*/ 269890 h 269889"/>
                    <a:gd name="connsiteX6" fmla="*/ 175659 w 199201"/>
                    <a:gd name="connsiteY6" fmla="*/ 163208 h 269889"/>
                    <a:gd name="connsiteX7" fmla="*/ 199202 w 199201"/>
                    <a:gd name="connsiteY7" fmla="*/ 99601 h 269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9201" h="269889">
                      <a:moveTo>
                        <a:pt x="199202" y="99601"/>
                      </a:moveTo>
                      <a:cubicBezTo>
                        <a:pt x="199202" y="44608"/>
                        <a:pt x="154594" y="0"/>
                        <a:pt x="99601" y="0"/>
                      </a:cubicBezTo>
                      <a:cubicBezTo>
                        <a:pt x="44608" y="0"/>
                        <a:pt x="0" y="44608"/>
                        <a:pt x="0" y="99601"/>
                      </a:cubicBezTo>
                      <a:cubicBezTo>
                        <a:pt x="0" y="123911"/>
                        <a:pt x="9087" y="145920"/>
                        <a:pt x="23543" y="163208"/>
                      </a:cubicBezTo>
                      <a:lnTo>
                        <a:pt x="64847" y="219499"/>
                      </a:lnTo>
                      <a:lnTo>
                        <a:pt x="99601" y="269890"/>
                      </a:lnTo>
                      <a:lnTo>
                        <a:pt x="175659" y="163208"/>
                      </a:lnTo>
                      <a:cubicBezTo>
                        <a:pt x="190115" y="145920"/>
                        <a:pt x="199202" y="123911"/>
                        <a:pt x="199202" y="99601"/>
                      </a:cubicBezTo>
                      <a:close/>
                    </a:path>
                  </a:pathLst>
                </a:custGeom>
                <a:noFill/>
                <a:ln w="6350" cap="flat">
                  <a:solidFill>
                    <a:schemeClr val="accent2"/>
                  </a:solidFill>
                  <a:prstDash val="solid"/>
                  <a:miter/>
                </a:ln>
              </p:spPr>
              <p:txBody>
                <a:bodyPr rtlCol="0" anchor="ctr"/>
                <a:lstStyle/>
                <a:p>
                  <a:endParaRPr lang="pt-BR">
                    <a:solidFill>
                      <a:schemeClr val="bg1"/>
                    </a:solidFill>
                    <a:latin typeface="+mj-lt"/>
                  </a:endParaRPr>
                </a:p>
              </p:txBody>
            </p:sp>
            <p:grpSp>
              <p:nvGrpSpPr>
                <p:cNvPr id="1578" name="Agrupar 801">
                  <a:extLst>
                    <a:ext uri="{FF2B5EF4-FFF2-40B4-BE49-F238E27FC236}">
                      <a16:creationId xmlns:a16="http://schemas.microsoft.com/office/drawing/2014/main" id="{C887A36D-BF1C-D088-E614-47F5B6BD6104}"/>
                    </a:ext>
                  </a:extLst>
                </p:cNvPr>
                <p:cNvGrpSpPr/>
                <p:nvPr/>
              </p:nvGrpSpPr>
              <p:grpSpPr>
                <a:xfrm>
                  <a:off x="5789947" y="5067756"/>
                  <a:ext cx="170905" cy="155941"/>
                  <a:chOff x="6126163" y="5518151"/>
                  <a:chExt cx="344488" cy="314325"/>
                </a:xfrm>
              </p:grpSpPr>
              <p:sp>
                <p:nvSpPr>
                  <p:cNvPr id="1579" name="Line 615">
                    <a:extLst>
                      <a:ext uri="{FF2B5EF4-FFF2-40B4-BE49-F238E27FC236}">
                        <a16:creationId xmlns:a16="http://schemas.microsoft.com/office/drawing/2014/main" id="{7AEAD496-7038-8E34-1A84-D5AAC6AD0378}"/>
                      </a:ext>
                    </a:extLst>
                  </p:cNvPr>
                  <p:cNvSpPr>
                    <a:spLocks noChangeShapeType="1"/>
                  </p:cNvSpPr>
                  <p:nvPr/>
                </p:nvSpPr>
                <p:spPr bwMode="auto">
                  <a:xfrm>
                    <a:off x="6180138" y="5626101"/>
                    <a:ext cx="17463" cy="0"/>
                  </a:xfrm>
                  <a:prstGeom prst="line">
                    <a:avLst/>
                  </a:prstGeom>
                  <a:noFill/>
                  <a:ln w="6350" cap="flat">
                    <a:solidFill>
                      <a:schemeClr val="accent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580" name="Line 616">
                    <a:extLst>
                      <a:ext uri="{FF2B5EF4-FFF2-40B4-BE49-F238E27FC236}">
                        <a16:creationId xmlns:a16="http://schemas.microsoft.com/office/drawing/2014/main" id="{3E87699F-8DF5-62C6-6575-ED587FA45501}"/>
                      </a:ext>
                    </a:extLst>
                  </p:cNvPr>
                  <p:cNvSpPr>
                    <a:spLocks noChangeShapeType="1"/>
                  </p:cNvSpPr>
                  <p:nvPr/>
                </p:nvSpPr>
                <p:spPr bwMode="auto">
                  <a:xfrm>
                    <a:off x="6399213" y="5626101"/>
                    <a:ext cx="17463" cy="0"/>
                  </a:xfrm>
                  <a:prstGeom prst="line">
                    <a:avLst/>
                  </a:prstGeom>
                  <a:noFill/>
                  <a:ln w="6350" cap="flat">
                    <a:solidFill>
                      <a:schemeClr val="accent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581" name="Line 617">
                    <a:extLst>
                      <a:ext uri="{FF2B5EF4-FFF2-40B4-BE49-F238E27FC236}">
                        <a16:creationId xmlns:a16="http://schemas.microsoft.com/office/drawing/2014/main" id="{55DE3C9C-DBCD-4E7C-BA1A-3B4DFAE95809}"/>
                      </a:ext>
                    </a:extLst>
                  </p:cNvPr>
                  <p:cNvSpPr>
                    <a:spLocks noChangeShapeType="1"/>
                  </p:cNvSpPr>
                  <p:nvPr/>
                </p:nvSpPr>
                <p:spPr bwMode="auto">
                  <a:xfrm>
                    <a:off x="6197600" y="5667376"/>
                    <a:ext cx="201613" cy="0"/>
                  </a:xfrm>
                  <a:prstGeom prst="line">
                    <a:avLst/>
                  </a:prstGeom>
                  <a:noFill/>
                  <a:ln w="6350" cap="flat">
                    <a:solidFill>
                      <a:schemeClr val="accent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582" name="Line 618">
                    <a:extLst>
                      <a:ext uri="{FF2B5EF4-FFF2-40B4-BE49-F238E27FC236}">
                        <a16:creationId xmlns:a16="http://schemas.microsoft.com/office/drawing/2014/main" id="{ED5C5AF6-719A-C900-2CC2-CD04AE99ABB0}"/>
                      </a:ext>
                    </a:extLst>
                  </p:cNvPr>
                  <p:cNvSpPr>
                    <a:spLocks noChangeShapeType="1"/>
                  </p:cNvSpPr>
                  <p:nvPr/>
                </p:nvSpPr>
                <p:spPr bwMode="auto">
                  <a:xfrm>
                    <a:off x="6149975" y="5616576"/>
                    <a:ext cx="0" cy="215900"/>
                  </a:xfrm>
                  <a:prstGeom prst="line">
                    <a:avLst/>
                  </a:prstGeom>
                  <a:noFill/>
                  <a:ln w="6350" cap="flat">
                    <a:solidFill>
                      <a:schemeClr val="accent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583" name="Line 619">
                    <a:extLst>
                      <a:ext uri="{FF2B5EF4-FFF2-40B4-BE49-F238E27FC236}">
                        <a16:creationId xmlns:a16="http://schemas.microsoft.com/office/drawing/2014/main" id="{CD177516-469D-15D8-35C8-1FAB17308D78}"/>
                      </a:ext>
                    </a:extLst>
                  </p:cNvPr>
                  <p:cNvSpPr>
                    <a:spLocks noChangeShapeType="1"/>
                  </p:cNvSpPr>
                  <p:nvPr/>
                </p:nvSpPr>
                <p:spPr bwMode="auto">
                  <a:xfrm>
                    <a:off x="6446838" y="5616576"/>
                    <a:ext cx="0" cy="215900"/>
                  </a:xfrm>
                  <a:prstGeom prst="line">
                    <a:avLst/>
                  </a:prstGeom>
                  <a:noFill/>
                  <a:ln w="6350" cap="flat">
                    <a:solidFill>
                      <a:schemeClr val="accent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584" name="Freeform 620">
                    <a:extLst>
                      <a:ext uri="{FF2B5EF4-FFF2-40B4-BE49-F238E27FC236}">
                        <a16:creationId xmlns:a16="http://schemas.microsoft.com/office/drawing/2014/main" id="{22974740-AA83-105D-D8BC-C3C72B67AFFA}"/>
                      </a:ext>
                    </a:extLst>
                  </p:cNvPr>
                  <p:cNvSpPr>
                    <a:spLocks/>
                  </p:cNvSpPr>
                  <p:nvPr/>
                </p:nvSpPr>
                <p:spPr bwMode="auto">
                  <a:xfrm>
                    <a:off x="6126163" y="5518151"/>
                    <a:ext cx="344488" cy="84138"/>
                  </a:xfrm>
                  <a:custGeom>
                    <a:avLst/>
                    <a:gdLst>
                      <a:gd name="T0" fmla="*/ 217 w 217"/>
                      <a:gd name="T1" fmla="*/ 53 h 53"/>
                      <a:gd name="T2" fmla="*/ 109 w 217"/>
                      <a:gd name="T3" fmla="*/ 0 h 53"/>
                      <a:gd name="T4" fmla="*/ 0 w 217"/>
                      <a:gd name="T5" fmla="*/ 53 h 53"/>
                    </a:gdLst>
                    <a:ahLst/>
                    <a:cxnLst>
                      <a:cxn ang="0">
                        <a:pos x="T0" y="T1"/>
                      </a:cxn>
                      <a:cxn ang="0">
                        <a:pos x="T2" y="T3"/>
                      </a:cxn>
                      <a:cxn ang="0">
                        <a:pos x="T4" y="T5"/>
                      </a:cxn>
                    </a:cxnLst>
                    <a:rect l="0" t="0" r="r" b="b"/>
                    <a:pathLst>
                      <a:path w="217" h="53">
                        <a:moveTo>
                          <a:pt x="217" y="53"/>
                        </a:moveTo>
                        <a:lnTo>
                          <a:pt x="109" y="0"/>
                        </a:lnTo>
                        <a:lnTo>
                          <a:pt x="0" y="53"/>
                        </a:ln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585" name="Freeform 621">
                    <a:extLst>
                      <a:ext uri="{FF2B5EF4-FFF2-40B4-BE49-F238E27FC236}">
                        <a16:creationId xmlns:a16="http://schemas.microsoft.com/office/drawing/2014/main" id="{05F7DBB9-3C2B-4C0F-2314-B0555A000C10}"/>
                      </a:ext>
                    </a:extLst>
                  </p:cNvPr>
                  <p:cNvSpPr>
                    <a:spLocks/>
                  </p:cNvSpPr>
                  <p:nvPr/>
                </p:nvSpPr>
                <p:spPr bwMode="auto">
                  <a:xfrm>
                    <a:off x="6197600" y="5626101"/>
                    <a:ext cx="201613" cy="206375"/>
                  </a:xfrm>
                  <a:custGeom>
                    <a:avLst/>
                    <a:gdLst>
                      <a:gd name="T0" fmla="*/ 0 w 127"/>
                      <a:gd name="T1" fmla="*/ 130 h 130"/>
                      <a:gd name="T2" fmla="*/ 0 w 127"/>
                      <a:gd name="T3" fmla="*/ 0 h 130"/>
                      <a:gd name="T4" fmla="*/ 127 w 127"/>
                      <a:gd name="T5" fmla="*/ 0 h 130"/>
                      <a:gd name="T6" fmla="*/ 127 w 127"/>
                      <a:gd name="T7" fmla="*/ 130 h 130"/>
                    </a:gdLst>
                    <a:ahLst/>
                    <a:cxnLst>
                      <a:cxn ang="0">
                        <a:pos x="T0" y="T1"/>
                      </a:cxn>
                      <a:cxn ang="0">
                        <a:pos x="T2" y="T3"/>
                      </a:cxn>
                      <a:cxn ang="0">
                        <a:pos x="T4" y="T5"/>
                      </a:cxn>
                      <a:cxn ang="0">
                        <a:pos x="T6" y="T7"/>
                      </a:cxn>
                    </a:cxnLst>
                    <a:rect l="0" t="0" r="r" b="b"/>
                    <a:pathLst>
                      <a:path w="127" h="130">
                        <a:moveTo>
                          <a:pt x="0" y="130"/>
                        </a:moveTo>
                        <a:lnTo>
                          <a:pt x="0" y="0"/>
                        </a:lnTo>
                        <a:lnTo>
                          <a:pt x="127" y="0"/>
                        </a:lnTo>
                        <a:lnTo>
                          <a:pt x="127" y="130"/>
                        </a:ln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586" name="Line 622">
                    <a:extLst>
                      <a:ext uri="{FF2B5EF4-FFF2-40B4-BE49-F238E27FC236}">
                        <a16:creationId xmlns:a16="http://schemas.microsoft.com/office/drawing/2014/main" id="{4A440BEA-A80F-8197-9D44-62382C36C3C6}"/>
                      </a:ext>
                    </a:extLst>
                  </p:cNvPr>
                  <p:cNvSpPr>
                    <a:spLocks noChangeShapeType="1"/>
                  </p:cNvSpPr>
                  <p:nvPr/>
                </p:nvSpPr>
                <p:spPr bwMode="auto">
                  <a:xfrm flipH="1">
                    <a:off x="6126163" y="5832476"/>
                    <a:ext cx="84138" cy="0"/>
                  </a:xfrm>
                  <a:prstGeom prst="line">
                    <a:avLst/>
                  </a:prstGeom>
                  <a:noFill/>
                  <a:ln w="6350" cap="flat">
                    <a:solidFill>
                      <a:schemeClr val="accent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587" name="Line 623">
                    <a:extLst>
                      <a:ext uri="{FF2B5EF4-FFF2-40B4-BE49-F238E27FC236}">
                        <a16:creationId xmlns:a16="http://schemas.microsoft.com/office/drawing/2014/main" id="{2B1384F3-1DF5-439E-522D-61C608DAD6C8}"/>
                      </a:ext>
                    </a:extLst>
                  </p:cNvPr>
                  <p:cNvSpPr>
                    <a:spLocks noChangeShapeType="1"/>
                  </p:cNvSpPr>
                  <p:nvPr/>
                </p:nvSpPr>
                <p:spPr bwMode="auto">
                  <a:xfrm flipH="1">
                    <a:off x="6399213" y="5832476"/>
                    <a:ext cx="71438" cy="0"/>
                  </a:xfrm>
                  <a:prstGeom prst="line">
                    <a:avLst/>
                  </a:prstGeom>
                  <a:noFill/>
                  <a:ln w="6350" cap="flat">
                    <a:solidFill>
                      <a:schemeClr val="accent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588" name="Freeform 624">
                    <a:extLst>
                      <a:ext uri="{FF2B5EF4-FFF2-40B4-BE49-F238E27FC236}">
                        <a16:creationId xmlns:a16="http://schemas.microsoft.com/office/drawing/2014/main" id="{DE94D3E5-5622-102E-72F4-F232765AB4FA}"/>
                      </a:ext>
                    </a:extLst>
                  </p:cNvPr>
                  <p:cNvSpPr>
                    <a:spLocks/>
                  </p:cNvSpPr>
                  <p:nvPr/>
                </p:nvSpPr>
                <p:spPr bwMode="auto">
                  <a:xfrm>
                    <a:off x="6329363" y="5767388"/>
                    <a:ext cx="47625" cy="65088"/>
                  </a:xfrm>
                  <a:custGeom>
                    <a:avLst/>
                    <a:gdLst>
                      <a:gd name="T0" fmla="*/ 30 w 30"/>
                      <a:gd name="T1" fmla="*/ 0 h 41"/>
                      <a:gd name="T2" fmla="*/ 0 w 30"/>
                      <a:gd name="T3" fmla="*/ 0 h 41"/>
                      <a:gd name="T4" fmla="*/ 0 w 30"/>
                      <a:gd name="T5" fmla="*/ 41 h 41"/>
                      <a:gd name="T6" fmla="*/ 30 w 30"/>
                      <a:gd name="T7" fmla="*/ 41 h 41"/>
                    </a:gdLst>
                    <a:ahLst/>
                    <a:cxnLst>
                      <a:cxn ang="0">
                        <a:pos x="T0" y="T1"/>
                      </a:cxn>
                      <a:cxn ang="0">
                        <a:pos x="T2" y="T3"/>
                      </a:cxn>
                      <a:cxn ang="0">
                        <a:pos x="T4" y="T5"/>
                      </a:cxn>
                      <a:cxn ang="0">
                        <a:pos x="T6" y="T7"/>
                      </a:cxn>
                    </a:cxnLst>
                    <a:rect l="0" t="0" r="r" b="b"/>
                    <a:pathLst>
                      <a:path w="30" h="41">
                        <a:moveTo>
                          <a:pt x="30" y="0"/>
                        </a:moveTo>
                        <a:lnTo>
                          <a:pt x="0" y="0"/>
                        </a:lnTo>
                        <a:lnTo>
                          <a:pt x="0" y="41"/>
                        </a:lnTo>
                        <a:lnTo>
                          <a:pt x="30" y="41"/>
                        </a:ln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589" name="Rectangle 625">
                    <a:extLst>
                      <a:ext uri="{FF2B5EF4-FFF2-40B4-BE49-F238E27FC236}">
                        <a16:creationId xmlns:a16="http://schemas.microsoft.com/office/drawing/2014/main" id="{6B41958C-9801-6D05-CE4E-617835A591D4}"/>
                      </a:ext>
                    </a:extLst>
                  </p:cNvPr>
                  <p:cNvSpPr>
                    <a:spLocks noChangeArrowheads="1"/>
                  </p:cNvSpPr>
                  <p:nvPr/>
                </p:nvSpPr>
                <p:spPr bwMode="auto">
                  <a:xfrm>
                    <a:off x="6251575" y="5767388"/>
                    <a:ext cx="77788" cy="65088"/>
                  </a:xfrm>
                  <a:prstGeom prst="rect">
                    <a:avLst/>
                  </a:pr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sp>
                <p:nvSpPr>
                  <p:cNvPr id="1590" name="Freeform 626">
                    <a:extLst>
                      <a:ext uri="{FF2B5EF4-FFF2-40B4-BE49-F238E27FC236}">
                        <a16:creationId xmlns:a16="http://schemas.microsoft.com/office/drawing/2014/main" id="{89F83CB0-9ABE-CEBA-1A3D-8CC5CED2D1C8}"/>
                      </a:ext>
                    </a:extLst>
                  </p:cNvPr>
                  <p:cNvSpPr>
                    <a:spLocks/>
                  </p:cNvSpPr>
                  <p:nvPr/>
                </p:nvSpPr>
                <p:spPr bwMode="auto">
                  <a:xfrm>
                    <a:off x="6291263" y="5703888"/>
                    <a:ext cx="71438" cy="63500"/>
                  </a:xfrm>
                  <a:custGeom>
                    <a:avLst/>
                    <a:gdLst>
                      <a:gd name="T0" fmla="*/ 45 w 45"/>
                      <a:gd name="T1" fmla="*/ 40 h 40"/>
                      <a:gd name="T2" fmla="*/ 45 w 45"/>
                      <a:gd name="T3" fmla="*/ 0 h 40"/>
                      <a:gd name="T4" fmla="*/ 0 w 45"/>
                      <a:gd name="T5" fmla="*/ 0 h 40"/>
                      <a:gd name="T6" fmla="*/ 0 w 45"/>
                      <a:gd name="T7" fmla="*/ 40 h 40"/>
                    </a:gdLst>
                    <a:ahLst/>
                    <a:cxnLst>
                      <a:cxn ang="0">
                        <a:pos x="T0" y="T1"/>
                      </a:cxn>
                      <a:cxn ang="0">
                        <a:pos x="T2" y="T3"/>
                      </a:cxn>
                      <a:cxn ang="0">
                        <a:pos x="T4" y="T5"/>
                      </a:cxn>
                      <a:cxn ang="0">
                        <a:pos x="T6" y="T7"/>
                      </a:cxn>
                    </a:cxnLst>
                    <a:rect l="0" t="0" r="r" b="b"/>
                    <a:pathLst>
                      <a:path w="45" h="40">
                        <a:moveTo>
                          <a:pt x="45" y="40"/>
                        </a:moveTo>
                        <a:lnTo>
                          <a:pt x="45" y="0"/>
                        </a:lnTo>
                        <a:lnTo>
                          <a:pt x="0" y="0"/>
                        </a:lnTo>
                        <a:lnTo>
                          <a:pt x="0" y="40"/>
                        </a:ln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latin typeface="+mj-lt"/>
                    </a:endParaRPr>
                  </a:p>
                </p:txBody>
              </p:sp>
            </p:grpSp>
          </p:grpSp>
        </p:grpSp>
        <p:grpSp>
          <p:nvGrpSpPr>
            <p:cNvPr id="26" name="Group 25">
              <a:extLst>
                <a:ext uri="{FF2B5EF4-FFF2-40B4-BE49-F238E27FC236}">
                  <a16:creationId xmlns:a16="http://schemas.microsoft.com/office/drawing/2014/main" id="{A318D670-9259-10D3-3FEE-472A24CF5111}"/>
                </a:ext>
              </a:extLst>
            </p:cNvPr>
            <p:cNvGrpSpPr/>
            <p:nvPr/>
          </p:nvGrpSpPr>
          <p:grpSpPr>
            <a:xfrm>
              <a:off x="9663539" y="4993513"/>
              <a:ext cx="1635606" cy="677108"/>
              <a:chOff x="9098304" y="4993513"/>
              <a:chExt cx="1635606" cy="677108"/>
            </a:xfrm>
          </p:grpSpPr>
          <p:sp>
            <p:nvSpPr>
              <p:cNvPr id="1592" name="TextBox 1591">
                <a:extLst>
                  <a:ext uri="{FF2B5EF4-FFF2-40B4-BE49-F238E27FC236}">
                    <a16:creationId xmlns:a16="http://schemas.microsoft.com/office/drawing/2014/main" id="{313EF22B-A35D-F9DA-98E2-6016D93DF757}"/>
                  </a:ext>
                </a:extLst>
              </p:cNvPr>
              <p:cNvSpPr txBox="1"/>
              <p:nvPr/>
            </p:nvSpPr>
            <p:spPr>
              <a:xfrm>
                <a:off x="9423277" y="4993513"/>
                <a:ext cx="1310633" cy="677108"/>
              </a:xfrm>
              <a:prstGeom prst="rect">
                <a:avLst/>
              </a:prstGeom>
              <a:noFill/>
            </p:spPr>
            <p:txBody>
              <a:bodyPr wrap="square" rtlCol="0">
                <a:spAutoFit/>
              </a:bodyPr>
              <a:lstStyle/>
              <a:p>
                <a:pPr defTabSz="948923" eaLnBrk="1" fontAlgn="auto" hangingPunct="1">
                  <a:spcBef>
                    <a:spcPts val="400"/>
                  </a:spcBef>
                  <a:spcAft>
                    <a:spcPts val="0"/>
                  </a:spcAft>
                  <a:buClr>
                    <a:srgbClr val="FDE3E4"/>
                  </a:buClr>
                  <a:buSzPct val="130000"/>
                  <a:defRPr/>
                </a:pPr>
                <a:r>
                  <a:rPr lang="en-US" sz="2800" b="1" kern="0" dirty="0">
                    <a:solidFill>
                      <a:schemeClr val="bg1"/>
                    </a:solidFill>
                    <a:latin typeface="+mj-lt"/>
                    <a:ea typeface="Source Serif Pro" panose="02040603050405020204" pitchFamily="18" charset="0"/>
                  </a:rPr>
                  <a:t>2</a:t>
                </a:r>
                <a:r>
                  <a:rPr lang="en-US" sz="1050" b="1" kern="0" dirty="0">
                    <a:solidFill>
                      <a:schemeClr val="bg1"/>
                    </a:solidFill>
                    <a:latin typeface="+mj-lt"/>
                    <a:ea typeface="Source Serif Pro" panose="02040603050405020204" pitchFamily="18" charset="0"/>
                  </a:rPr>
                  <a:t> countries</a:t>
                </a:r>
                <a:br>
                  <a:rPr lang="en-US" sz="2000" b="1" kern="0" noProof="0" dirty="0">
                    <a:solidFill>
                      <a:schemeClr val="bg1"/>
                    </a:solidFill>
                    <a:latin typeface="+mj-lt"/>
                    <a:ea typeface="Source Serif Pro" panose="02040603050405020204" pitchFamily="18" charset="0"/>
                  </a:rPr>
                </a:br>
                <a:r>
                  <a:rPr lang="en-US" sz="1000" kern="0" dirty="0">
                    <a:solidFill>
                      <a:schemeClr val="bg1"/>
                    </a:solidFill>
                    <a:latin typeface="+mj-lt"/>
                    <a:ea typeface="Source Serif Pro Light" panose="02040303050405020204" pitchFamily="18" charset="0"/>
                  </a:rPr>
                  <a:t>Export Countries</a:t>
                </a:r>
                <a:endParaRPr lang="en-US" sz="1400" kern="0" noProof="0" dirty="0">
                  <a:solidFill>
                    <a:schemeClr val="bg1"/>
                  </a:solidFill>
                  <a:latin typeface="+mj-lt"/>
                  <a:ea typeface="Source Serif Pro Light" panose="02040303050405020204" pitchFamily="18" charset="0"/>
                </a:endParaRPr>
              </a:p>
            </p:txBody>
          </p:sp>
          <p:grpSp>
            <p:nvGrpSpPr>
              <p:cNvPr id="25" name="Group 24">
                <a:extLst>
                  <a:ext uri="{FF2B5EF4-FFF2-40B4-BE49-F238E27FC236}">
                    <a16:creationId xmlns:a16="http://schemas.microsoft.com/office/drawing/2014/main" id="{F1C3484E-24DA-1EDB-4BAD-6C8DEC4ABF7E}"/>
                  </a:ext>
                </a:extLst>
              </p:cNvPr>
              <p:cNvGrpSpPr/>
              <p:nvPr/>
            </p:nvGrpSpPr>
            <p:grpSpPr>
              <a:xfrm>
                <a:off x="9098304" y="5008582"/>
                <a:ext cx="316498" cy="471691"/>
                <a:chOff x="9098304" y="5008582"/>
                <a:chExt cx="316498" cy="471691"/>
              </a:xfrm>
            </p:grpSpPr>
            <p:pic>
              <p:nvPicPr>
                <p:cNvPr id="1594" name="Graphic 1593" descr="Map with pin outline">
                  <a:extLst>
                    <a:ext uri="{FF2B5EF4-FFF2-40B4-BE49-F238E27FC236}">
                      <a16:creationId xmlns:a16="http://schemas.microsoft.com/office/drawing/2014/main" id="{2E1DC00B-DCFF-7496-B559-B964361311A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134901" y="5046522"/>
                  <a:ext cx="243305" cy="243305"/>
                </a:xfrm>
                <a:prstGeom prst="rect">
                  <a:avLst/>
                </a:prstGeom>
              </p:spPr>
            </p:pic>
            <p:sp>
              <p:nvSpPr>
                <p:cNvPr id="1595" name="Forma Livre: Forma 167">
                  <a:extLst>
                    <a:ext uri="{FF2B5EF4-FFF2-40B4-BE49-F238E27FC236}">
                      <a16:creationId xmlns:a16="http://schemas.microsoft.com/office/drawing/2014/main" id="{097B9448-BBD5-3ADD-DCA5-78BEF5428AD4}"/>
                    </a:ext>
                  </a:extLst>
                </p:cNvPr>
                <p:cNvSpPr/>
                <p:nvPr/>
              </p:nvSpPr>
              <p:spPr>
                <a:xfrm>
                  <a:off x="9098304" y="5008582"/>
                  <a:ext cx="316498" cy="471691"/>
                </a:xfrm>
                <a:custGeom>
                  <a:avLst/>
                  <a:gdLst>
                    <a:gd name="connsiteX0" fmla="*/ 199202 w 199201"/>
                    <a:gd name="connsiteY0" fmla="*/ 99601 h 269889"/>
                    <a:gd name="connsiteX1" fmla="*/ 99601 w 199201"/>
                    <a:gd name="connsiteY1" fmla="*/ 0 h 269889"/>
                    <a:gd name="connsiteX2" fmla="*/ 0 w 199201"/>
                    <a:gd name="connsiteY2" fmla="*/ 99601 h 269889"/>
                    <a:gd name="connsiteX3" fmla="*/ 23543 w 199201"/>
                    <a:gd name="connsiteY3" fmla="*/ 163208 h 269889"/>
                    <a:gd name="connsiteX4" fmla="*/ 64847 w 199201"/>
                    <a:gd name="connsiteY4" fmla="*/ 219499 h 269889"/>
                    <a:gd name="connsiteX5" fmla="*/ 99601 w 199201"/>
                    <a:gd name="connsiteY5" fmla="*/ 269890 h 269889"/>
                    <a:gd name="connsiteX6" fmla="*/ 175659 w 199201"/>
                    <a:gd name="connsiteY6" fmla="*/ 163208 h 269889"/>
                    <a:gd name="connsiteX7" fmla="*/ 199202 w 199201"/>
                    <a:gd name="connsiteY7" fmla="*/ 99601 h 269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9201" h="269889">
                      <a:moveTo>
                        <a:pt x="199202" y="99601"/>
                      </a:moveTo>
                      <a:cubicBezTo>
                        <a:pt x="199202" y="44608"/>
                        <a:pt x="154594" y="0"/>
                        <a:pt x="99601" y="0"/>
                      </a:cubicBezTo>
                      <a:cubicBezTo>
                        <a:pt x="44608" y="0"/>
                        <a:pt x="0" y="44608"/>
                        <a:pt x="0" y="99601"/>
                      </a:cubicBezTo>
                      <a:cubicBezTo>
                        <a:pt x="0" y="123911"/>
                        <a:pt x="9087" y="145920"/>
                        <a:pt x="23543" y="163208"/>
                      </a:cubicBezTo>
                      <a:lnTo>
                        <a:pt x="64847" y="219499"/>
                      </a:lnTo>
                      <a:lnTo>
                        <a:pt x="99601" y="269890"/>
                      </a:lnTo>
                      <a:lnTo>
                        <a:pt x="175659" y="163208"/>
                      </a:lnTo>
                      <a:cubicBezTo>
                        <a:pt x="190115" y="145920"/>
                        <a:pt x="199202" y="123911"/>
                        <a:pt x="199202" y="99601"/>
                      </a:cubicBezTo>
                      <a:close/>
                    </a:path>
                  </a:pathLst>
                </a:custGeom>
                <a:noFill/>
                <a:ln w="6350" cap="flat">
                  <a:solidFill>
                    <a:schemeClr val="accent2"/>
                  </a:solidFill>
                  <a:prstDash val="solid"/>
                  <a:miter/>
                </a:ln>
              </p:spPr>
              <p:txBody>
                <a:bodyPr rtlCol="0" anchor="ctr"/>
                <a:lstStyle/>
                <a:p>
                  <a:endParaRPr lang="pt-BR">
                    <a:solidFill>
                      <a:schemeClr val="bg1"/>
                    </a:solidFill>
                    <a:latin typeface="+mj-lt"/>
                  </a:endParaRPr>
                </a:p>
              </p:txBody>
            </p:sp>
          </p:grpSp>
        </p:grpSp>
      </p:grpSp>
      <p:pic>
        <p:nvPicPr>
          <p:cNvPr id="9" name="Imagen 7">
            <a:extLst>
              <a:ext uri="{FF2B5EF4-FFF2-40B4-BE49-F238E27FC236}">
                <a16:creationId xmlns:a16="http://schemas.microsoft.com/office/drawing/2014/main" id="{236741FB-63B6-48DF-DA08-A28A755A74FF}"/>
              </a:ext>
            </a:extLst>
          </p:cNvPr>
          <p:cNvPicPr>
            <a:picLocks noGrp="1" noRot="1" noMove="1" noResize="1" noEditPoints="1" noAdjustHandles="1" noChangeArrowheads="1" noChangeShapeType="1" noCrop="1"/>
          </p:cNvPicPr>
          <p:nvPr/>
        </p:nvPicPr>
        <p:blipFill>
          <a:blip r:embed="rId10">
            <a:extLst>
              <a:ext uri="{28A0092B-C50C-407E-A947-70E740481C1C}">
                <a14:useLocalDpi xmlns:a14="http://schemas.microsoft.com/office/drawing/2010/main" val="0"/>
              </a:ext>
            </a:extLst>
          </a:blip>
          <a:stretch>
            <a:fillRect/>
          </a:stretch>
        </p:blipFill>
        <p:spPr>
          <a:xfrm>
            <a:off x="10165546" y="6196049"/>
            <a:ext cx="1669265" cy="166795"/>
          </a:xfrm>
          <a:prstGeom prst="rect">
            <a:avLst/>
          </a:prstGeom>
        </p:spPr>
      </p:pic>
      <p:grpSp>
        <p:nvGrpSpPr>
          <p:cNvPr id="14" name="Group 13">
            <a:extLst>
              <a:ext uri="{FF2B5EF4-FFF2-40B4-BE49-F238E27FC236}">
                <a16:creationId xmlns:a16="http://schemas.microsoft.com/office/drawing/2014/main" id="{227185A1-B458-0CCF-B162-4277E5DD5809}"/>
              </a:ext>
            </a:extLst>
          </p:cNvPr>
          <p:cNvGrpSpPr/>
          <p:nvPr/>
        </p:nvGrpSpPr>
        <p:grpSpPr>
          <a:xfrm>
            <a:off x="572074" y="2232877"/>
            <a:ext cx="3427080" cy="3074235"/>
            <a:chOff x="632624" y="2578798"/>
            <a:chExt cx="2544699" cy="2282704"/>
          </a:xfrm>
        </p:grpSpPr>
        <p:grpSp>
          <p:nvGrpSpPr>
            <p:cNvPr id="1547" name="Group 1546">
              <a:extLst>
                <a:ext uri="{FF2B5EF4-FFF2-40B4-BE49-F238E27FC236}">
                  <a16:creationId xmlns:a16="http://schemas.microsoft.com/office/drawing/2014/main" id="{8DEE87CD-3543-EFB0-E980-C0AB4F6A7004}"/>
                </a:ext>
              </a:extLst>
            </p:cNvPr>
            <p:cNvGrpSpPr/>
            <p:nvPr/>
          </p:nvGrpSpPr>
          <p:grpSpPr>
            <a:xfrm>
              <a:off x="632624" y="2578798"/>
              <a:ext cx="2544699" cy="2282704"/>
              <a:chOff x="1701269" y="4058023"/>
              <a:chExt cx="737109" cy="661217"/>
            </a:xfrm>
            <a:solidFill>
              <a:schemeClr val="tx2"/>
            </a:solidFill>
          </p:grpSpPr>
          <p:sp>
            <p:nvSpPr>
              <p:cNvPr id="380" name="Google Shape;5566;p78">
                <a:extLst>
                  <a:ext uri="{FF2B5EF4-FFF2-40B4-BE49-F238E27FC236}">
                    <a16:creationId xmlns:a16="http://schemas.microsoft.com/office/drawing/2014/main" id="{3B4CCA38-D1C6-3CF5-E8CD-BCE8B2F25D5A}"/>
                  </a:ext>
                </a:extLst>
              </p:cNvPr>
              <p:cNvSpPr/>
              <p:nvPr/>
            </p:nvSpPr>
            <p:spPr>
              <a:xfrm>
                <a:off x="1701269" y="4115223"/>
                <a:ext cx="118140" cy="96879"/>
              </a:xfrm>
              <a:custGeom>
                <a:avLst/>
                <a:gdLst/>
                <a:ahLst/>
                <a:cxnLst/>
                <a:rect l="l" t="t" r="r" b="b"/>
                <a:pathLst>
                  <a:path w="1629" h="1328" extrusionOk="0">
                    <a:moveTo>
                      <a:pt x="137" y="0"/>
                    </a:moveTo>
                    <a:cubicBezTo>
                      <a:pt x="151" y="77"/>
                      <a:pt x="119" y="158"/>
                      <a:pt x="56" y="207"/>
                    </a:cubicBezTo>
                    <a:cubicBezTo>
                      <a:pt x="18" y="245"/>
                      <a:pt x="0" y="294"/>
                      <a:pt x="11" y="347"/>
                    </a:cubicBezTo>
                    <a:cubicBezTo>
                      <a:pt x="21" y="448"/>
                      <a:pt x="91" y="532"/>
                      <a:pt x="186" y="567"/>
                    </a:cubicBezTo>
                    <a:cubicBezTo>
                      <a:pt x="243" y="589"/>
                      <a:pt x="275" y="597"/>
                      <a:pt x="296" y="597"/>
                    </a:cubicBezTo>
                    <a:cubicBezTo>
                      <a:pt x="319" y="597"/>
                      <a:pt x="327" y="587"/>
                      <a:pt x="336" y="574"/>
                    </a:cubicBezTo>
                    <a:cubicBezTo>
                      <a:pt x="366" y="528"/>
                      <a:pt x="415" y="501"/>
                      <a:pt x="467" y="501"/>
                    </a:cubicBezTo>
                    <a:cubicBezTo>
                      <a:pt x="470" y="501"/>
                      <a:pt x="473" y="501"/>
                      <a:pt x="477" y="501"/>
                    </a:cubicBezTo>
                    <a:cubicBezTo>
                      <a:pt x="585" y="501"/>
                      <a:pt x="631" y="585"/>
                      <a:pt x="662" y="641"/>
                    </a:cubicBezTo>
                    <a:cubicBezTo>
                      <a:pt x="690" y="690"/>
                      <a:pt x="701" y="704"/>
                      <a:pt x="718" y="704"/>
                    </a:cubicBezTo>
                    <a:cubicBezTo>
                      <a:pt x="813" y="704"/>
                      <a:pt x="974" y="770"/>
                      <a:pt x="1079" y="879"/>
                    </a:cubicBezTo>
                    <a:cubicBezTo>
                      <a:pt x="1142" y="942"/>
                      <a:pt x="1173" y="1026"/>
                      <a:pt x="1173" y="1114"/>
                    </a:cubicBezTo>
                    <a:cubicBezTo>
                      <a:pt x="1163" y="1166"/>
                      <a:pt x="1177" y="1222"/>
                      <a:pt x="1212" y="1264"/>
                    </a:cubicBezTo>
                    <a:cubicBezTo>
                      <a:pt x="1250" y="1303"/>
                      <a:pt x="1320" y="1324"/>
                      <a:pt x="1422" y="1324"/>
                    </a:cubicBezTo>
                    <a:cubicBezTo>
                      <a:pt x="1450" y="1324"/>
                      <a:pt x="1478" y="1324"/>
                      <a:pt x="1509" y="1327"/>
                    </a:cubicBezTo>
                    <a:lnTo>
                      <a:pt x="1509" y="1324"/>
                    </a:lnTo>
                    <a:cubicBezTo>
                      <a:pt x="1516" y="1303"/>
                      <a:pt x="1523" y="1285"/>
                      <a:pt x="1530" y="1268"/>
                    </a:cubicBezTo>
                    <a:cubicBezTo>
                      <a:pt x="1537" y="1250"/>
                      <a:pt x="1541" y="1236"/>
                      <a:pt x="1544" y="1222"/>
                    </a:cubicBezTo>
                    <a:cubicBezTo>
                      <a:pt x="1562" y="1191"/>
                      <a:pt x="1569" y="1152"/>
                      <a:pt x="1565" y="1117"/>
                    </a:cubicBezTo>
                    <a:cubicBezTo>
                      <a:pt x="1562" y="1107"/>
                      <a:pt x="1562" y="1096"/>
                      <a:pt x="1558" y="1086"/>
                    </a:cubicBezTo>
                    <a:lnTo>
                      <a:pt x="1558" y="1072"/>
                    </a:lnTo>
                    <a:lnTo>
                      <a:pt x="1558" y="1044"/>
                    </a:lnTo>
                    <a:lnTo>
                      <a:pt x="1558" y="1026"/>
                    </a:lnTo>
                    <a:lnTo>
                      <a:pt x="1558" y="998"/>
                    </a:lnTo>
                    <a:lnTo>
                      <a:pt x="1558" y="977"/>
                    </a:lnTo>
                    <a:cubicBezTo>
                      <a:pt x="1558" y="973"/>
                      <a:pt x="1562" y="959"/>
                      <a:pt x="1562" y="949"/>
                    </a:cubicBezTo>
                    <a:cubicBezTo>
                      <a:pt x="1565" y="935"/>
                      <a:pt x="1565" y="935"/>
                      <a:pt x="1569" y="924"/>
                    </a:cubicBezTo>
                    <a:cubicBezTo>
                      <a:pt x="1569" y="917"/>
                      <a:pt x="1572" y="903"/>
                      <a:pt x="1576" y="893"/>
                    </a:cubicBezTo>
                    <a:cubicBezTo>
                      <a:pt x="1576" y="882"/>
                      <a:pt x="1579" y="879"/>
                      <a:pt x="1579" y="872"/>
                    </a:cubicBezTo>
                    <a:cubicBezTo>
                      <a:pt x="1583" y="865"/>
                      <a:pt x="1586" y="851"/>
                      <a:pt x="1593" y="840"/>
                    </a:cubicBezTo>
                    <a:cubicBezTo>
                      <a:pt x="1597" y="826"/>
                      <a:pt x="1597" y="823"/>
                      <a:pt x="1600" y="816"/>
                    </a:cubicBezTo>
                    <a:cubicBezTo>
                      <a:pt x="1604" y="809"/>
                      <a:pt x="1611" y="795"/>
                      <a:pt x="1618" y="784"/>
                    </a:cubicBezTo>
                    <a:cubicBezTo>
                      <a:pt x="1621" y="770"/>
                      <a:pt x="1621" y="770"/>
                      <a:pt x="1628" y="763"/>
                    </a:cubicBezTo>
                    <a:lnTo>
                      <a:pt x="1628" y="760"/>
                    </a:lnTo>
                    <a:cubicBezTo>
                      <a:pt x="1453" y="560"/>
                      <a:pt x="1289" y="357"/>
                      <a:pt x="1138" y="140"/>
                    </a:cubicBezTo>
                    <a:lnTo>
                      <a:pt x="1114" y="140"/>
                    </a:lnTo>
                    <a:cubicBezTo>
                      <a:pt x="1096" y="140"/>
                      <a:pt x="1075" y="144"/>
                      <a:pt x="1058" y="144"/>
                    </a:cubicBezTo>
                    <a:lnTo>
                      <a:pt x="1023" y="144"/>
                    </a:lnTo>
                    <a:lnTo>
                      <a:pt x="995" y="140"/>
                    </a:lnTo>
                    <a:lnTo>
                      <a:pt x="984" y="140"/>
                    </a:lnTo>
                    <a:lnTo>
                      <a:pt x="960" y="137"/>
                    </a:lnTo>
                    <a:lnTo>
                      <a:pt x="953" y="137"/>
                    </a:lnTo>
                    <a:cubicBezTo>
                      <a:pt x="942" y="137"/>
                      <a:pt x="932" y="133"/>
                      <a:pt x="925" y="130"/>
                    </a:cubicBezTo>
                    <a:lnTo>
                      <a:pt x="918" y="126"/>
                    </a:lnTo>
                    <a:cubicBezTo>
                      <a:pt x="907" y="123"/>
                      <a:pt x="900" y="119"/>
                      <a:pt x="893" y="116"/>
                    </a:cubicBezTo>
                    <a:lnTo>
                      <a:pt x="886" y="112"/>
                    </a:lnTo>
                    <a:cubicBezTo>
                      <a:pt x="876" y="109"/>
                      <a:pt x="869" y="102"/>
                      <a:pt x="858" y="95"/>
                    </a:cubicBezTo>
                    <a:cubicBezTo>
                      <a:pt x="809" y="60"/>
                      <a:pt x="694" y="56"/>
                      <a:pt x="592" y="53"/>
                    </a:cubicBezTo>
                    <a:cubicBezTo>
                      <a:pt x="491" y="49"/>
                      <a:pt x="396" y="46"/>
                      <a:pt x="329" y="14"/>
                    </a:cubicBezTo>
                    <a:cubicBezTo>
                      <a:pt x="322" y="11"/>
                      <a:pt x="315" y="7"/>
                      <a:pt x="308" y="4"/>
                    </a:cubicBezTo>
                    <a:lnTo>
                      <a:pt x="301" y="4"/>
                    </a:lnTo>
                    <a:lnTo>
                      <a:pt x="277" y="0"/>
                    </a:lnTo>
                    <a:close/>
                  </a:path>
                </a:pathLst>
              </a:custGeom>
              <a:grpFill/>
              <a:ln w="6350"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394" name="Google Shape;5580;p78">
                <a:extLst>
                  <a:ext uri="{FF2B5EF4-FFF2-40B4-BE49-F238E27FC236}">
                    <a16:creationId xmlns:a16="http://schemas.microsoft.com/office/drawing/2014/main" id="{66CC8D5F-F12C-BFD9-6AF6-1DE9C85FB363}"/>
                  </a:ext>
                </a:extLst>
              </p:cNvPr>
              <p:cNvSpPr/>
              <p:nvPr/>
            </p:nvSpPr>
            <p:spPr>
              <a:xfrm>
                <a:off x="1820349" y="4171031"/>
                <a:ext cx="219160" cy="90093"/>
              </a:xfrm>
              <a:custGeom>
                <a:avLst/>
                <a:gdLst/>
                <a:ahLst/>
                <a:cxnLst/>
                <a:rect l="l" t="t" r="r" b="b"/>
                <a:pathLst>
                  <a:path w="3022" h="1235" extrusionOk="0">
                    <a:moveTo>
                      <a:pt x="1846" y="0"/>
                    </a:moveTo>
                    <a:cubicBezTo>
                      <a:pt x="1649" y="0"/>
                      <a:pt x="1430" y="158"/>
                      <a:pt x="1268" y="307"/>
                    </a:cubicBezTo>
                    <a:cubicBezTo>
                      <a:pt x="1141" y="422"/>
                      <a:pt x="1003" y="464"/>
                      <a:pt x="867" y="464"/>
                    </a:cubicBezTo>
                    <a:cubicBezTo>
                      <a:pt x="668" y="464"/>
                      <a:pt x="473" y="374"/>
                      <a:pt x="319" y="289"/>
                    </a:cubicBezTo>
                    <a:cubicBezTo>
                      <a:pt x="231" y="237"/>
                      <a:pt x="151" y="166"/>
                      <a:pt x="81" y="89"/>
                    </a:cubicBezTo>
                    <a:lnTo>
                      <a:pt x="77" y="100"/>
                    </a:lnTo>
                    <a:lnTo>
                      <a:pt x="74" y="114"/>
                    </a:lnTo>
                    <a:cubicBezTo>
                      <a:pt x="70" y="124"/>
                      <a:pt x="67" y="131"/>
                      <a:pt x="63" y="142"/>
                    </a:cubicBezTo>
                    <a:cubicBezTo>
                      <a:pt x="63" y="145"/>
                      <a:pt x="60" y="149"/>
                      <a:pt x="60" y="152"/>
                    </a:cubicBezTo>
                    <a:cubicBezTo>
                      <a:pt x="56" y="166"/>
                      <a:pt x="53" y="177"/>
                      <a:pt x="53" y="187"/>
                    </a:cubicBezTo>
                    <a:lnTo>
                      <a:pt x="53" y="191"/>
                    </a:lnTo>
                    <a:cubicBezTo>
                      <a:pt x="49" y="205"/>
                      <a:pt x="49" y="215"/>
                      <a:pt x="46" y="226"/>
                    </a:cubicBezTo>
                    <a:lnTo>
                      <a:pt x="46" y="237"/>
                    </a:lnTo>
                    <a:lnTo>
                      <a:pt x="46" y="261"/>
                    </a:lnTo>
                    <a:lnTo>
                      <a:pt x="46" y="268"/>
                    </a:lnTo>
                    <a:lnTo>
                      <a:pt x="46" y="286"/>
                    </a:lnTo>
                    <a:lnTo>
                      <a:pt x="46" y="293"/>
                    </a:lnTo>
                    <a:cubicBezTo>
                      <a:pt x="49" y="300"/>
                      <a:pt x="49" y="307"/>
                      <a:pt x="49" y="314"/>
                    </a:cubicBezTo>
                    <a:cubicBezTo>
                      <a:pt x="60" y="366"/>
                      <a:pt x="56" y="426"/>
                      <a:pt x="35" y="478"/>
                    </a:cubicBezTo>
                    <a:cubicBezTo>
                      <a:pt x="28" y="499"/>
                      <a:pt x="21" y="524"/>
                      <a:pt x="11" y="541"/>
                    </a:cubicBezTo>
                    <a:lnTo>
                      <a:pt x="0" y="580"/>
                    </a:lnTo>
                    <a:cubicBezTo>
                      <a:pt x="228" y="618"/>
                      <a:pt x="518" y="723"/>
                      <a:pt x="669" y="909"/>
                    </a:cubicBezTo>
                    <a:cubicBezTo>
                      <a:pt x="714" y="972"/>
                      <a:pt x="784" y="1014"/>
                      <a:pt x="861" y="1028"/>
                    </a:cubicBezTo>
                    <a:cubicBezTo>
                      <a:pt x="956" y="1042"/>
                      <a:pt x="1033" y="1101"/>
                      <a:pt x="1075" y="1185"/>
                    </a:cubicBezTo>
                    <a:cubicBezTo>
                      <a:pt x="1088" y="1214"/>
                      <a:pt x="1116" y="1235"/>
                      <a:pt x="1148" y="1235"/>
                    </a:cubicBezTo>
                    <a:cubicBezTo>
                      <a:pt x="1150" y="1235"/>
                      <a:pt x="1153" y="1234"/>
                      <a:pt x="1156" y="1234"/>
                    </a:cubicBezTo>
                    <a:cubicBezTo>
                      <a:pt x="1243" y="1234"/>
                      <a:pt x="1352" y="1140"/>
                      <a:pt x="1383" y="1077"/>
                    </a:cubicBezTo>
                    <a:cubicBezTo>
                      <a:pt x="1394" y="1059"/>
                      <a:pt x="1394" y="1049"/>
                      <a:pt x="1334" y="989"/>
                    </a:cubicBezTo>
                    <a:cubicBezTo>
                      <a:pt x="1278" y="944"/>
                      <a:pt x="1240" y="884"/>
                      <a:pt x="1219" y="814"/>
                    </a:cubicBezTo>
                    <a:cubicBezTo>
                      <a:pt x="1198" y="699"/>
                      <a:pt x="1303" y="657"/>
                      <a:pt x="1373" y="629"/>
                    </a:cubicBezTo>
                    <a:cubicBezTo>
                      <a:pt x="1450" y="601"/>
                      <a:pt x="1495" y="576"/>
                      <a:pt x="1513" y="520"/>
                    </a:cubicBezTo>
                    <a:cubicBezTo>
                      <a:pt x="1534" y="440"/>
                      <a:pt x="1600" y="373"/>
                      <a:pt x="1698" y="324"/>
                    </a:cubicBezTo>
                    <a:cubicBezTo>
                      <a:pt x="1800" y="277"/>
                      <a:pt x="1921" y="250"/>
                      <a:pt x="2029" y="250"/>
                    </a:cubicBezTo>
                    <a:cubicBezTo>
                      <a:pt x="2097" y="250"/>
                      <a:pt x="2160" y="261"/>
                      <a:pt x="2209" y="282"/>
                    </a:cubicBezTo>
                    <a:cubicBezTo>
                      <a:pt x="2356" y="345"/>
                      <a:pt x="2444" y="426"/>
                      <a:pt x="2468" y="520"/>
                    </a:cubicBezTo>
                    <a:cubicBezTo>
                      <a:pt x="2486" y="597"/>
                      <a:pt x="2458" y="678"/>
                      <a:pt x="2388" y="758"/>
                    </a:cubicBezTo>
                    <a:cubicBezTo>
                      <a:pt x="2318" y="839"/>
                      <a:pt x="2531" y="1070"/>
                      <a:pt x="2661" y="1192"/>
                    </a:cubicBezTo>
                    <a:lnTo>
                      <a:pt x="2671" y="1182"/>
                    </a:lnTo>
                    <a:lnTo>
                      <a:pt x="2692" y="1161"/>
                    </a:lnTo>
                    <a:lnTo>
                      <a:pt x="2731" y="1122"/>
                    </a:lnTo>
                    <a:lnTo>
                      <a:pt x="2752" y="1101"/>
                    </a:lnTo>
                    <a:lnTo>
                      <a:pt x="2783" y="1066"/>
                    </a:lnTo>
                    <a:lnTo>
                      <a:pt x="2804" y="1045"/>
                    </a:lnTo>
                    <a:lnTo>
                      <a:pt x="2832" y="1017"/>
                    </a:lnTo>
                    <a:lnTo>
                      <a:pt x="2853" y="1000"/>
                    </a:lnTo>
                    <a:lnTo>
                      <a:pt x="2878" y="975"/>
                    </a:lnTo>
                    <a:lnTo>
                      <a:pt x="2895" y="958"/>
                    </a:lnTo>
                    <a:lnTo>
                      <a:pt x="2920" y="937"/>
                    </a:lnTo>
                    <a:lnTo>
                      <a:pt x="2934" y="923"/>
                    </a:lnTo>
                    <a:lnTo>
                      <a:pt x="2955" y="905"/>
                    </a:lnTo>
                    <a:lnTo>
                      <a:pt x="2966" y="895"/>
                    </a:lnTo>
                    <a:cubicBezTo>
                      <a:pt x="2976" y="888"/>
                      <a:pt x="2983" y="881"/>
                      <a:pt x="2990" y="874"/>
                    </a:cubicBezTo>
                    <a:lnTo>
                      <a:pt x="2994" y="874"/>
                    </a:lnTo>
                    <a:lnTo>
                      <a:pt x="2997" y="870"/>
                    </a:lnTo>
                    <a:lnTo>
                      <a:pt x="3001" y="863"/>
                    </a:lnTo>
                    <a:lnTo>
                      <a:pt x="3001" y="860"/>
                    </a:lnTo>
                    <a:lnTo>
                      <a:pt x="3004" y="853"/>
                    </a:lnTo>
                    <a:lnTo>
                      <a:pt x="3004" y="849"/>
                    </a:lnTo>
                    <a:cubicBezTo>
                      <a:pt x="3004" y="846"/>
                      <a:pt x="3008" y="839"/>
                      <a:pt x="3011" y="835"/>
                    </a:cubicBezTo>
                    <a:cubicBezTo>
                      <a:pt x="3015" y="828"/>
                      <a:pt x="3015" y="821"/>
                      <a:pt x="3018" y="814"/>
                    </a:cubicBezTo>
                    <a:lnTo>
                      <a:pt x="3018" y="807"/>
                    </a:lnTo>
                    <a:lnTo>
                      <a:pt x="3022" y="793"/>
                    </a:lnTo>
                    <a:cubicBezTo>
                      <a:pt x="2945" y="723"/>
                      <a:pt x="2860" y="590"/>
                      <a:pt x="2755" y="433"/>
                    </a:cubicBezTo>
                    <a:lnTo>
                      <a:pt x="2710" y="366"/>
                    </a:lnTo>
                    <a:cubicBezTo>
                      <a:pt x="2591" y="184"/>
                      <a:pt x="2398" y="138"/>
                      <a:pt x="2213" y="96"/>
                    </a:cubicBezTo>
                    <a:cubicBezTo>
                      <a:pt x="2129" y="79"/>
                      <a:pt x="2052" y="58"/>
                      <a:pt x="1975" y="26"/>
                    </a:cubicBezTo>
                    <a:cubicBezTo>
                      <a:pt x="1933" y="8"/>
                      <a:pt x="1890" y="0"/>
                      <a:pt x="1846" y="0"/>
                    </a:cubicBezTo>
                    <a:close/>
                  </a:path>
                </a:pathLst>
              </a:custGeom>
              <a:grp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395" name="Google Shape;5581;p78">
                <a:extLst>
                  <a:ext uri="{FF2B5EF4-FFF2-40B4-BE49-F238E27FC236}">
                    <a16:creationId xmlns:a16="http://schemas.microsoft.com/office/drawing/2014/main" id="{BDF6D88C-DFEA-30DA-DF22-B08E9E8608C3}"/>
                  </a:ext>
                </a:extLst>
              </p:cNvPr>
              <p:cNvSpPr/>
              <p:nvPr/>
            </p:nvSpPr>
            <p:spPr>
              <a:xfrm>
                <a:off x="1823608" y="4184893"/>
                <a:ext cx="582" cy="2628"/>
              </a:xfrm>
              <a:custGeom>
                <a:avLst/>
                <a:gdLst/>
                <a:ahLst/>
                <a:cxnLst/>
                <a:rect l="l" t="t" r="r" b="b"/>
                <a:pathLst>
                  <a:path w="8" h="36" extrusionOk="0">
                    <a:moveTo>
                      <a:pt x="8" y="1"/>
                    </a:moveTo>
                    <a:cubicBezTo>
                      <a:pt x="4" y="11"/>
                      <a:pt x="1" y="25"/>
                      <a:pt x="1" y="36"/>
                    </a:cubicBezTo>
                    <a:cubicBezTo>
                      <a:pt x="4" y="25"/>
                      <a:pt x="4" y="15"/>
                      <a:pt x="8" y="1"/>
                    </a:cubicBezTo>
                    <a:close/>
                  </a:path>
                </a:pathLst>
              </a:custGeom>
              <a:grp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396" name="Google Shape;5582;p78">
                <a:extLst>
                  <a:ext uri="{FF2B5EF4-FFF2-40B4-BE49-F238E27FC236}">
                    <a16:creationId xmlns:a16="http://schemas.microsoft.com/office/drawing/2014/main" id="{B71CDD5F-221D-FCD7-55B8-985AEE51BACA}"/>
                  </a:ext>
                </a:extLst>
              </p:cNvPr>
              <p:cNvSpPr/>
              <p:nvPr/>
            </p:nvSpPr>
            <p:spPr>
              <a:xfrm>
                <a:off x="1823608" y="4188244"/>
                <a:ext cx="75" cy="1607"/>
              </a:xfrm>
              <a:custGeom>
                <a:avLst/>
                <a:gdLst/>
                <a:ahLst/>
                <a:cxnLst/>
                <a:rect l="l" t="t" r="r" b="b"/>
                <a:pathLst>
                  <a:path w="1" h="22" extrusionOk="0">
                    <a:moveTo>
                      <a:pt x="1" y="22"/>
                    </a:moveTo>
                    <a:lnTo>
                      <a:pt x="1" y="1"/>
                    </a:lnTo>
                    <a:cubicBezTo>
                      <a:pt x="1" y="8"/>
                      <a:pt x="1" y="15"/>
                      <a:pt x="1" y="22"/>
                    </a:cubicBezTo>
                    <a:close/>
                  </a:path>
                </a:pathLst>
              </a:custGeom>
              <a:grp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397" name="Google Shape;5583;p78">
                <a:extLst>
                  <a:ext uri="{FF2B5EF4-FFF2-40B4-BE49-F238E27FC236}">
                    <a16:creationId xmlns:a16="http://schemas.microsoft.com/office/drawing/2014/main" id="{27F0D66E-A66E-9BEA-DFB1-EAA984B8F1DB}"/>
                  </a:ext>
                </a:extLst>
              </p:cNvPr>
              <p:cNvSpPr/>
              <p:nvPr/>
            </p:nvSpPr>
            <p:spPr>
              <a:xfrm>
                <a:off x="1825932" y="4177522"/>
                <a:ext cx="582" cy="801"/>
              </a:xfrm>
              <a:custGeom>
                <a:avLst/>
                <a:gdLst/>
                <a:ahLst/>
                <a:cxnLst/>
                <a:rect l="l" t="t" r="r" b="b"/>
                <a:pathLst>
                  <a:path w="8" h="11" extrusionOk="0">
                    <a:moveTo>
                      <a:pt x="7" y="0"/>
                    </a:moveTo>
                    <a:lnTo>
                      <a:pt x="0" y="11"/>
                    </a:lnTo>
                    <a:cubicBezTo>
                      <a:pt x="4" y="7"/>
                      <a:pt x="7" y="4"/>
                      <a:pt x="7" y="0"/>
                    </a:cubicBezTo>
                    <a:close/>
                  </a:path>
                </a:pathLst>
              </a:custGeom>
              <a:grp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398" name="Google Shape;5584;p78">
                <a:extLst>
                  <a:ext uri="{FF2B5EF4-FFF2-40B4-BE49-F238E27FC236}">
                    <a16:creationId xmlns:a16="http://schemas.microsoft.com/office/drawing/2014/main" id="{F522F460-20A8-E0BE-F1BA-FA8AC5DDFF85}"/>
                  </a:ext>
                </a:extLst>
              </p:cNvPr>
              <p:cNvSpPr/>
              <p:nvPr/>
            </p:nvSpPr>
            <p:spPr>
              <a:xfrm>
                <a:off x="1823608" y="4190582"/>
                <a:ext cx="75" cy="1311"/>
              </a:xfrm>
              <a:custGeom>
                <a:avLst/>
                <a:gdLst/>
                <a:ahLst/>
                <a:cxnLst/>
                <a:rect l="l" t="t" r="r" b="b"/>
                <a:pathLst>
                  <a:path w="1" h="18" extrusionOk="0">
                    <a:moveTo>
                      <a:pt x="1" y="18"/>
                    </a:moveTo>
                    <a:lnTo>
                      <a:pt x="1" y="0"/>
                    </a:lnTo>
                    <a:cubicBezTo>
                      <a:pt x="1" y="7"/>
                      <a:pt x="1" y="14"/>
                      <a:pt x="1" y="18"/>
                    </a:cubicBezTo>
                    <a:close/>
                  </a:path>
                </a:pathLst>
              </a:custGeom>
              <a:grp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399" name="Google Shape;5585;p78">
                <a:extLst>
                  <a:ext uri="{FF2B5EF4-FFF2-40B4-BE49-F238E27FC236}">
                    <a16:creationId xmlns:a16="http://schemas.microsoft.com/office/drawing/2014/main" id="{CF3F575C-C4C0-28E2-79B4-8DEC6842DD75}"/>
                  </a:ext>
                </a:extLst>
              </p:cNvPr>
              <p:cNvSpPr/>
              <p:nvPr/>
            </p:nvSpPr>
            <p:spPr>
              <a:xfrm>
                <a:off x="1821073" y="4205901"/>
                <a:ext cx="1598" cy="4669"/>
              </a:xfrm>
              <a:custGeom>
                <a:avLst/>
                <a:gdLst/>
                <a:ahLst/>
                <a:cxnLst/>
                <a:rect l="l" t="t" r="r" b="b"/>
                <a:pathLst>
                  <a:path w="22" h="64" extrusionOk="0">
                    <a:moveTo>
                      <a:pt x="22" y="0"/>
                    </a:moveTo>
                    <a:lnTo>
                      <a:pt x="22" y="0"/>
                    </a:lnTo>
                    <a:cubicBezTo>
                      <a:pt x="15" y="18"/>
                      <a:pt x="8" y="42"/>
                      <a:pt x="1" y="63"/>
                    </a:cubicBezTo>
                    <a:cubicBezTo>
                      <a:pt x="11" y="42"/>
                      <a:pt x="18" y="21"/>
                      <a:pt x="22" y="0"/>
                    </a:cubicBezTo>
                    <a:close/>
                  </a:path>
                </a:pathLst>
              </a:custGeom>
              <a:grp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400" name="Google Shape;5586;p78">
                <a:extLst>
                  <a:ext uri="{FF2B5EF4-FFF2-40B4-BE49-F238E27FC236}">
                    <a16:creationId xmlns:a16="http://schemas.microsoft.com/office/drawing/2014/main" id="{EC75C3CE-12EC-5370-FC1C-741C33D62345}"/>
                  </a:ext>
                </a:extLst>
              </p:cNvPr>
              <p:cNvSpPr/>
              <p:nvPr/>
            </p:nvSpPr>
            <p:spPr>
              <a:xfrm>
                <a:off x="1822596" y="4193647"/>
                <a:ext cx="2105" cy="12330"/>
              </a:xfrm>
              <a:custGeom>
                <a:avLst/>
                <a:gdLst/>
                <a:ahLst/>
                <a:cxnLst/>
                <a:rect l="l" t="t" r="r" b="b"/>
                <a:pathLst>
                  <a:path w="29" h="169" extrusionOk="0">
                    <a:moveTo>
                      <a:pt x="18" y="0"/>
                    </a:moveTo>
                    <a:lnTo>
                      <a:pt x="18" y="0"/>
                    </a:lnTo>
                    <a:cubicBezTo>
                      <a:pt x="29" y="56"/>
                      <a:pt x="25" y="116"/>
                      <a:pt x="1" y="168"/>
                    </a:cubicBezTo>
                    <a:cubicBezTo>
                      <a:pt x="25" y="116"/>
                      <a:pt x="29" y="56"/>
                      <a:pt x="18" y="0"/>
                    </a:cubicBezTo>
                    <a:close/>
                  </a:path>
                </a:pathLst>
              </a:custGeom>
              <a:grp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401" name="Google Shape;5587;p78">
                <a:extLst>
                  <a:ext uri="{FF2B5EF4-FFF2-40B4-BE49-F238E27FC236}">
                    <a16:creationId xmlns:a16="http://schemas.microsoft.com/office/drawing/2014/main" id="{45A26F6A-5D2A-9A9B-2265-5F4BB7E318A5}"/>
                  </a:ext>
                </a:extLst>
              </p:cNvPr>
              <p:cNvSpPr/>
              <p:nvPr/>
            </p:nvSpPr>
            <p:spPr>
              <a:xfrm>
                <a:off x="1823608" y="4192329"/>
                <a:ext cx="363" cy="1386"/>
              </a:xfrm>
              <a:custGeom>
                <a:avLst/>
                <a:gdLst/>
                <a:ahLst/>
                <a:cxnLst/>
                <a:rect l="l" t="t" r="r" b="b"/>
                <a:pathLst>
                  <a:path w="5" h="19" extrusionOk="0">
                    <a:moveTo>
                      <a:pt x="4" y="18"/>
                    </a:moveTo>
                    <a:cubicBezTo>
                      <a:pt x="4" y="11"/>
                      <a:pt x="1" y="8"/>
                      <a:pt x="1" y="1"/>
                    </a:cubicBezTo>
                    <a:cubicBezTo>
                      <a:pt x="1" y="8"/>
                      <a:pt x="4" y="11"/>
                      <a:pt x="4" y="18"/>
                    </a:cubicBezTo>
                    <a:close/>
                  </a:path>
                </a:pathLst>
              </a:custGeom>
              <a:grp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402" name="Google Shape;5588;p78">
                <a:extLst>
                  <a:ext uri="{FF2B5EF4-FFF2-40B4-BE49-F238E27FC236}">
                    <a16:creationId xmlns:a16="http://schemas.microsoft.com/office/drawing/2014/main" id="{28C803BC-E4DD-ACAE-A66F-D7603D2B074B}"/>
                  </a:ext>
                </a:extLst>
              </p:cNvPr>
              <p:cNvSpPr/>
              <p:nvPr/>
            </p:nvSpPr>
            <p:spPr>
              <a:xfrm>
                <a:off x="1824121" y="4182121"/>
                <a:ext cx="582" cy="2628"/>
              </a:xfrm>
              <a:custGeom>
                <a:avLst/>
                <a:gdLst/>
                <a:ahLst/>
                <a:cxnLst/>
                <a:rect l="l" t="t" r="r" b="b"/>
                <a:pathLst>
                  <a:path w="8" h="36" extrusionOk="0">
                    <a:moveTo>
                      <a:pt x="8" y="1"/>
                    </a:moveTo>
                    <a:lnTo>
                      <a:pt x="8" y="1"/>
                    </a:lnTo>
                    <a:cubicBezTo>
                      <a:pt x="4" y="15"/>
                      <a:pt x="1" y="25"/>
                      <a:pt x="1" y="35"/>
                    </a:cubicBezTo>
                    <a:cubicBezTo>
                      <a:pt x="4" y="25"/>
                      <a:pt x="4" y="15"/>
                      <a:pt x="8" y="1"/>
                    </a:cubicBezTo>
                    <a:close/>
                  </a:path>
                </a:pathLst>
              </a:custGeom>
              <a:grp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403" name="Google Shape;5589;p78">
                <a:extLst>
                  <a:ext uri="{FF2B5EF4-FFF2-40B4-BE49-F238E27FC236}">
                    <a16:creationId xmlns:a16="http://schemas.microsoft.com/office/drawing/2014/main" id="{46493DB7-1383-F9DF-E35B-A4D4718AE644}"/>
                  </a:ext>
                </a:extLst>
              </p:cNvPr>
              <p:cNvSpPr/>
              <p:nvPr/>
            </p:nvSpPr>
            <p:spPr>
              <a:xfrm>
                <a:off x="1820349" y="4210495"/>
                <a:ext cx="797" cy="2628"/>
              </a:xfrm>
              <a:custGeom>
                <a:avLst/>
                <a:gdLst/>
                <a:ahLst/>
                <a:cxnLst/>
                <a:rect l="l" t="t" r="r" b="b"/>
                <a:pathLst>
                  <a:path w="11" h="36" extrusionOk="0">
                    <a:moveTo>
                      <a:pt x="0" y="35"/>
                    </a:moveTo>
                    <a:lnTo>
                      <a:pt x="0" y="35"/>
                    </a:lnTo>
                    <a:lnTo>
                      <a:pt x="11" y="0"/>
                    </a:lnTo>
                    <a:close/>
                  </a:path>
                </a:pathLst>
              </a:custGeom>
              <a:grp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404" name="Google Shape;5590;p78">
                <a:extLst>
                  <a:ext uri="{FF2B5EF4-FFF2-40B4-BE49-F238E27FC236}">
                    <a16:creationId xmlns:a16="http://schemas.microsoft.com/office/drawing/2014/main" id="{EB166220-F177-ED07-519D-06D25EB73A6F}"/>
                  </a:ext>
                </a:extLst>
              </p:cNvPr>
              <p:cNvSpPr/>
              <p:nvPr/>
            </p:nvSpPr>
            <p:spPr>
              <a:xfrm>
                <a:off x="1825137" y="4179273"/>
                <a:ext cx="582" cy="2117"/>
              </a:xfrm>
              <a:custGeom>
                <a:avLst/>
                <a:gdLst/>
                <a:ahLst/>
                <a:cxnLst/>
                <a:rect l="l" t="t" r="r" b="b"/>
                <a:pathLst>
                  <a:path w="8" h="29" extrusionOk="0">
                    <a:moveTo>
                      <a:pt x="8" y="1"/>
                    </a:moveTo>
                    <a:lnTo>
                      <a:pt x="8" y="1"/>
                    </a:lnTo>
                    <a:cubicBezTo>
                      <a:pt x="4" y="8"/>
                      <a:pt x="1" y="18"/>
                      <a:pt x="1" y="29"/>
                    </a:cubicBezTo>
                    <a:cubicBezTo>
                      <a:pt x="1" y="18"/>
                      <a:pt x="4" y="11"/>
                      <a:pt x="8" y="1"/>
                    </a:cubicBezTo>
                    <a:close/>
                  </a:path>
                </a:pathLst>
              </a:custGeom>
              <a:grpFill/>
              <a:ln w="31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sp>
            <p:nvSpPr>
              <p:cNvPr id="1294" name="Google Shape;5591;p78">
                <a:extLst>
                  <a:ext uri="{FF2B5EF4-FFF2-40B4-BE49-F238E27FC236}">
                    <a16:creationId xmlns:a16="http://schemas.microsoft.com/office/drawing/2014/main" id="{059AD292-91F1-865F-0EDD-DB57D12CBFC5}"/>
                  </a:ext>
                </a:extLst>
              </p:cNvPr>
              <p:cNvSpPr/>
              <p:nvPr/>
            </p:nvSpPr>
            <p:spPr>
              <a:xfrm>
                <a:off x="1975475" y="4058023"/>
                <a:ext cx="462903" cy="661217"/>
              </a:xfrm>
              <a:custGeom>
                <a:avLst/>
                <a:gdLst/>
                <a:ahLst/>
                <a:cxnLst/>
                <a:rect l="l" t="t" r="r" b="b"/>
                <a:pathLst>
                  <a:path w="6383" h="9064" extrusionOk="0">
                    <a:moveTo>
                      <a:pt x="4068" y="1"/>
                    </a:moveTo>
                    <a:cubicBezTo>
                      <a:pt x="4013" y="1"/>
                      <a:pt x="3957" y="46"/>
                      <a:pt x="3869" y="130"/>
                    </a:cubicBezTo>
                    <a:cubicBezTo>
                      <a:pt x="3781" y="210"/>
                      <a:pt x="3683" y="301"/>
                      <a:pt x="3554" y="319"/>
                    </a:cubicBezTo>
                    <a:cubicBezTo>
                      <a:pt x="3414" y="340"/>
                      <a:pt x="3347" y="399"/>
                      <a:pt x="3270" y="466"/>
                    </a:cubicBezTo>
                    <a:cubicBezTo>
                      <a:pt x="3221" y="515"/>
                      <a:pt x="3162" y="557"/>
                      <a:pt x="3099" y="592"/>
                    </a:cubicBezTo>
                    <a:cubicBezTo>
                      <a:pt x="3015" y="627"/>
                      <a:pt x="2920" y="648"/>
                      <a:pt x="2825" y="648"/>
                    </a:cubicBezTo>
                    <a:cubicBezTo>
                      <a:pt x="2748" y="655"/>
                      <a:pt x="2640" y="665"/>
                      <a:pt x="2640" y="697"/>
                    </a:cubicBezTo>
                    <a:cubicBezTo>
                      <a:pt x="2636" y="728"/>
                      <a:pt x="2629" y="791"/>
                      <a:pt x="2577" y="816"/>
                    </a:cubicBezTo>
                    <a:cubicBezTo>
                      <a:pt x="2563" y="823"/>
                      <a:pt x="2550" y="826"/>
                      <a:pt x="2536" y="826"/>
                    </a:cubicBezTo>
                    <a:cubicBezTo>
                      <a:pt x="2498" y="826"/>
                      <a:pt x="2459" y="801"/>
                      <a:pt x="2423" y="777"/>
                    </a:cubicBezTo>
                    <a:cubicBezTo>
                      <a:pt x="2384" y="753"/>
                      <a:pt x="2346" y="732"/>
                      <a:pt x="2304" y="718"/>
                    </a:cubicBezTo>
                    <a:cubicBezTo>
                      <a:pt x="2301" y="717"/>
                      <a:pt x="2298" y="717"/>
                      <a:pt x="2294" y="717"/>
                    </a:cubicBezTo>
                    <a:cubicBezTo>
                      <a:pt x="2259" y="717"/>
                      <a:pt x="2181" y="748"/>
                      <a:pt x="2076" y="833"/>
                    </a:cubicBezTo>
                    <a:cubicBezTo>
                      <a:pt x="1961" y="931"/>
                      <a:pt x="1870" y="1057"/>
                      <a:pt x="1873" y="1124"/>
                    </a:cubicBezTo>
                    <a:cubicBezTo>
                      <a:pt x="1873" y="1148"/>
                      <a:pt x="1877" y="1169"/>
                      <a:pt x="1880" y="1194"/>
                    </a:cubicBezTo>
                    <a:cubicBezTo>
                      <a:pt x="1898" y="1355"/>
                      <a:pt x="1915" y="1537"/>
                      <a:pt x="1649" y="1705"/>
                    </a:cubicBezTo>
                    <a:cubicBezTo>
                      <a:pt x="1467" y="1821"/>
                      <a:pt x="1338" y="2013"/>
                      <a:pt x="1233" y="2164"/>
                    </a:cubicBezTo>
                    <a:cubicBezTo>
                      <a:pt x="1191" y="2227"/>
                      <a:pt x="1156" y="2279"/>
                      <a:pt x="1121" y="2321"/>
                    </a:cubicBezTo>
                    <a:cubicBezTo>
                      <a:pt x="1093" y="2360"/>
                      <a:pt x="1047" y="2384"/>
                      <a:pt x="998" y="2384"/>
                    </a:cubicBezTo>
                    <a:lnTo>
                      <a:pt x="998" y="2388"/>
                    </a:lnTo>
                    <a:cubicBezTo>
                      <a:pt x="995" y="2405"/>
                      <a:pt x="988" y="2419"/>
                      <a:pt x="984" y="2433"/>
                    </a:cubicBezTo>
                    <a:lnTo>
                      <a:pt x="981" y="2440"/>
                    </a:lnTo>
                    <a:cubicBezTo>
                      <a:pt x="977" y="2451"/>
                      <a:pt x="970" y="2461"/>
                      <a:pt x="967" y="2472"/>
                    </a:cubicBezTo>
                    <a:lnTo>
                      <a:pt x="963" y="2475"/>
                    </a:lnTo>
                    <a:cubicBezTo>
                      <a:pt x="956" y="2486"/>
                      <a:pt x="949" y="2496"/>
                      <a:pt x="942" y="2503"/>
                    </a:cubicBezTo>
                    <a:lnTo>
                      <a:pt x="939" y="2510"/>
                    </a:lnTo>
                    <a:cubicBezTo>
                      <a:pt x="932" y="2517"/>
                      <a:pt x="925" y="2524"/>
                      <a:pt x="914" y="2531"/>
                    </a:cubicBezTo>
                    <a:lnTo>
                      <a:pt x="900" y="2542"/>
                    </a:lnTo>
                    <a:lnTo>
                      <a:pt x="897" y="2549"/>
                    </a:lnTo>
                    <a:lnTo>
                      <a:pt x="886" y="2556"/>
                    </a:lnTo>
                    <a:lnTo>
                      <a:pt x="879" y="2563"/>
                    </a:lnTo>
                    <a:lnTo>
                      <a:pt x="869" y="2573"/>
                    </a:lnTo>
                    <a:lnTo>
                      <a:pt x="858" y="2580"/>
                    </a:lnTo>
                    <a:lnTo>
                      <a:pt x="848" y="2591"/>
                    </a:lnTo>
                    <a:lnTo>
                      <a:pt x="841" y="2598"/>
                    </a:lnTo>
                    <a:lnTo>
                      <a:pt x="827" y="2612"/>
                    </a:lnTo>
                    <a:lnTo>
                      <a:pt x="816" y="2619"/>
                    </a:lnTo>
                    <a:lnTo>
                      <a:pt x="798" y="2636"/>
                    </a:lnTo>
                    <a:lnTo>
                      <a:pt x="788" y="2647"/>
                    </a:lnTo>
                    <a:lnTo>
                      <a:pt x="770" y="2664"/>
                    </a:lnTo>
                    <a:lnTo>
                      <a:pt x="760" y="2675"/>
                    </a:lnTo>
                    <a:lnTo>
                      <a:pt x="746" y="2685"/>
                    </a:lnTo>
                    <a:lnTo>
                      <a:pt x="735" y="2699"/>
                    </a:lnTo>
                    <a:lnTo>
                      <a:pt x="721" y="2710"/>
                    </a:lnTo>
                    <a:lnTo>
                      <a:pt x="711" y="2724"/>
                    </a:lnTo>
                    <a:lnTo>
                      <a:pt x="697" y="2734"/>
                    </a:lnTo>
                    <a:lnTo>
                      <a:pt x="686" y="2748"/>
                    </a:lnTo>
                    <a:lnTo>
                      <a:pt x="676" y="2759"/>
                    </a:lnTo>
                    <a:lnTo>
                      <a:pt x="662" y="2773"/>
                    </a:lnTo>
                    <a:lnTo>
                      <a:pt x="658" y="2780"/>
                    </a:lnTo>
                    <a:lnTo>
                      <a:pt x="599" y="2836"/>
                    </a:lnTo>
                    <a:cubicBezTo>
                      <a:pt x="651" y="2885"/>
                      <a:pt x="697" y="2927"/>
                      <a:pt x="732" y="2965"/>
                    </a:cubicBezTo>
                    <a:cubicBezTo>
                      <a:pt x="823" y="3056"/>
                      <a:pt x="865" y="3186"/>
                      <a:pt x="848" y="3315"/>
                    </a:cubicBezTo>
                    <a:cubicBezTo>
                      <a:pt x="841" y="3347"/>
                      <a:pt x="844" y="3375"/>
                      <a:pt x="851" y="3403"/>
                    </a:cubicBezTo>
                    <a:cubicBezTo>
                      <a:pt x="974" y="3644"/>
                      <a:pt x="897" y="3746"/>
                      <a:pt x="834" y="3788"/>
                    </a:cubicBezTo>
                    <a:cubicBezTo>
                      <a:pt x="784" y="3872"/>
                      <a:pt x="848" y="4443"/>
                      <a:pt x="939" y="4541"/>
                    </a:cubicBezTo>
                    <a:cubicBezTo>
                      <a:pt x="1054" y="4674"/>
                      <a:pt x="988" y="4793"/>
                      <a:pt x="900" y="4950"/>
                    </a:cubicBezTo>
                    <a:cubicBezTo>
                      <a:pt x="879" y="4989"/>
                      <a:pt x="851" y="5038"/>
                      <a:pt x="827" y="5087"/>
                    </a:cubicBezTo>
                    <a:cubicBezTo>
                      <a:pt x="704" y="5328"/>
                      <a:pt x="585" y="5472"/>
                      <a:pt x="322" y="5486"/>
                    </a:cubicBezTo>
                    <a:cubicBezTo>
                      <a:pt x="235" y="5493"/>
                      <a:pt x="200" y="5577"/>
                      <a:pt x="165" y="5689"/>
                    </a:cubicBezTo>
                    <a:cubicBezTo>
                      <a:pt x="140" y="5759"/>
                      <a:pt x="116" y="5832"/>
                      <a:pt x="49" y="5839"/>
                    </a:cubicBezTo>
                    <a:cubicBezTo>
                      <a:pt x="21" y="5878"/>
                      <a:pt x="7" y="5927"/>
                      <a:pt x="0" y="5973"/>
                    </a:cubicBezTo>
                    <a:lnTo>
                      <a:pt x="11" y="5983"/>
                    </a:lnTo>
                    <a:lnTo>
                      <a:pt x="28" y="5997"/>
                    </a:lnTo>
                    <a:lnTo>
                      <a:pt x="53" y="6015"/>
                    </a:lnTo>
                    <a:lnTo>
                      <a:pt x="74" y="6029"/>
                    </a:lnTo>
                    <a:lnTo>
                      <a:pt x="98" y="6050"/>
                    </a:lnTo>
                    <a:lnTo>
                      <a:pt x="119" y="6060"/>
                    </a:lnTo>
                    <a:lnTo>
                      <a:pt x="147" y="6081"/>
                    </a:lnTo>
                    <a:lnTo>
                      <a:pt x="165" y="6095"/>
                    </a:lnTo>
                    <a:lnTo>
                      <a:pt x="193" y="6113"/>
                    </a:lnTo>
                    <a:lnTo>
                      <a:pt x="214" y="6123"/>
                    </a:lnTo>
                    <a:lnTo>
                      <a:pt x="242" y="6141"/>
                    </a:lnTo>
                    <a:lnTo>
                      <a:pt x="259" y="6155"/>
                    </a:lnTo>
                    <a:lnTo>
                      <a:pt x="287" y="6169"/>
                    </a:lnTo>
                    <a:lnTo>
                      <a:pt x="308" y="6183"/>
                    </a:lnTo>
                    <a:lnTo>
                      <a:pt x="333" y="6197"/>
                    </a:lnTo>
                    <a:lnTo>
                      <a:pt x="354" y="6207"/>
                    </a:lnTo>
                    <a:lnTo>
                      <a:pt x="378" y="6221"/>
                    </a:lnTo>
                    <a:lnTo>
                      <a:pt x="396" y="6232"/>
                    </a:lnTo>
                    <a:lnTo>
                      <a:pt x="420" y="6242"/>
                    </a:lnTo>
                    <a:lnTo>
                      <a:pt x="438" y="6253"/>
                    </a:lnTo>
                    <a:lnTo>
                      <a:pt x="459" y="6263"/>
                    </a:lnTo>
                    <a:lnTo>
                      <a:pt x="476" y="6270"/>
                    </a:lnTo>
                    <a:lnTo>
                      <a:pt x="497" y="6281"/>
                    </a:lnTo>
                    <a:lnTo>
                      <a:pt x="511" y="6288"/>
                    </a:lnTo>
                    <a:lnTo>
                      <a:pt x="529" y="6295"/>
                    </a:lnTo>
                    <a:lnTo>
                      <a:pt x="543" y="6298"/>
                    </a:lnTo>
                    <a:lnTo>
                      <a:pt x="557" y="6305"/>
                    </a:lnTo>
                    <a:lnTo>
                      <a:pt x="567" y="6309"/>
                    </a:lnTo>
                    <a:lnTo>
                      <a:pt x="585" y="6312"/>
                    </a:lnTo>
                    <a:lnTo>
                      <a:pt x="606" y="6312"/>
                    </a:lnTo>
                    <a:cubicBezTo>
                      <a:pt x="700" y="6312"/>
                      <a:pt x="763" y="6379"/>
                      <a:pt x="834" y="6449"/>
                    </a:cubicBezTo>
                    <a:cubicBezTo>
                      <a:pt x="876" y="6494"/>
                      <a:pt x="928" y="6540"/>
                      <a:pt x="981" y="6575"/>
                    </a:cubicBezTo>
                    <a:lnTo>
                      <a:pt x="1002" y="6582"/>
                    </a:lnTo>
                    <a:cubicBezTo>
                      <a:pt x="1053" y="6609"/>
                      <a:pt x="1111" y="6621"/>
                      <a:pt x="1169" y="6621"/>
                    </a:cubicBezTo>
                    <a:cubicBezTo>
                      <a:pt x="1202" y="6621"/>
                      <a:pt x="1235" y="6617"/>
                      <a:pt x="1268" y="6610"/>
                    </a:cubicBezTo>
                    <a:cubicBezTo>
                      <a:pt x="1285" y="6606"/>
                      <a:pt x="1303" y="6599"/>
                      <a:pt x="1313" y="6589"/>
                    </a:cubicBezTo>
                    <a:cubicBezTo>
                      <a:pt x="1334" y="6564"/>
                      <a:pt x="1362" y="6550"/>
                      <a:pt x="1394" y="6550"/>
                    </a:cubicBezTo>
                    <a:lnTo>
                      <a:pt x="1418" y="6550"/>
                    </a:lnTo>
                    <a:lnTo>
                      <a:pt x="1432" y="6554"/>
                    </a:lnTo>
                    <a:lnTo>
                      <a:pt x="1439" y="6554"/>
                    </a:lnTo>
                    <a:lnTo>
                      <a:pt x="1450" y="6557"/>
                    </a:lnTo>
                    <a:lnTo>
                      <a:pt x="1457" y="6561"/>
                    </a:lnTo>
                    <a:lnTo>
                      <a:pt x="1471" y="6564"/>
                    </a:lnTo>
                    <a:lnTo>
                      <a:pt x="1478" y="6568"/>
                    </a:lnTo>
                    <a:lnTo>
                      <a:pt x="1492" y="6578"/>
                    </a:lnTo>
                    <a:lnTo>
                      <a:pt x="1495" y="6582"/>
                    </a:lnTo>
                    <a:lnTo>
                      <a:pt x="1513" y="6592"/>
                    </a:lnTo>
                    <a:lnTo>
                      <a:pt x="1534" y="6606"/>
                    </a:lnTo>
                    <a:lnTo>
                      <a:pt x="1537" y="6610"/>
                    </a:lnTo>
                    <a:lnTo>
                      <a:pt x="1558" y="6627"/>
                    </a:lnTo>
                    <a:cubicBezTo>
                      <a:pt x="1649" y="6708"/>
                      <a:pt x="1737" y="6799"/>
                      <a:pt x="1821" y="6890"/>
                    </a:cubicBezTo>
                    <a:lnTo>
                      <a:pt x="1835" y="6886"/>
                    </a:lnTo>
                    <a:lnTo>
                      <a:pt x="1870" y="6883"/>
                    </a:lnTo>
                    <a:lnTo>
                      <a:pt x="1901" y="6876"/>
                    </a:lnTo>
                    <a:lnTo>
                      <a:pt x="1929" y="6872"/>
                    </a:lnTo>
                    <a:lnTo>
                      <a:pt x="1957" y="6865"/>
                    </a:lnTo>
                    <a:lnTo>
                      <a:pt x="1985" y="6862"/>
                    </a:lnTo>
                    <a:lnTo>
                      <a:pt x="2010" y="6858"/>
                    </a:lnTo>
                    <a:lnTo>
                      <a:pt x="2230" y="6858"/>
                    </a:lnTo>
                    <a:lnTo>
                      <a:pt x="2241" y="6862"/>
                    </a:lnTo>
                    <a:lnTo>
                      <a:pt x="2248" y="6862"/>
                    </a:lnTo>
                    <a:lnTo>
                      <a:pt x="2258" y="6865"/>
                    </a:lnTo>
                    <a:lnTo>
                      <a:pt x="2265" y="6865"/>
                    </a:lnTo>
                    <a:lnTo>
                      <a:pt x="2272" y="6869"/>
                    </a:lnTo>
                    <a:lnTo>
                      <a:pt x="2276" y="6869"/>
                    </a:lnTo>
                    <a:lnTo>
                      <a:pt x="2283" y="6872"/>
                    </a:lnTo>
                    <a:lnTo>
                      <a:pt x="2286" y="6872"/>
                    </a:lnTo>
                    <a:lnTo>
                      <a:pt x="2293" y="6876"/>
                    </a:lnTo>
                    <a:lnTo>
                      <a:pt x="2300" y="6879"/>
                    </a:lnTo>
                    <a:cubicBezTo>
                      <a:pt x="2388" y="6932"/>
                      <a:pt x="2423" y="7033"/>
                      <a:pt x="2454" y="7131"/>
                    </a:cubicBezTo>
                    <a:cubicBezTo>
                      <a:pt x="2500" y="7261"/>
                      <a:pt x="2528" y="7320"/>
                      <a:pt x="2594" y="7327"/>
                    </a:cubicBezTo>
                    <a:cubicBezTo>
                      <a:pt x="2724" y="7341"/>
                      <a:pt x="2843" y="7408"/>
                      <a:pt x="2920" y="7513"/>
                    </a:cubicBezTo>
                    <a:cubicBezTo>
                      <a:pt x="2976" y="7576"/>
                      <a:pt x="3004" y="7660"/>
                      <a:pt x="2997" y="7744"/>
                    </a:cubicBezTo>
                    <a:cubicBezTo>
                      <a:pt x="2994" y="7761"/>
                      <a:pt x="3036" y="7796"/>
                      <a:pt x="3064" y="7821"/>
                    </a:cubicBezTo>
                    <a:cubicBezTo>
                      <a:pt x="3130" y="7877"/>
                      <a:pt x="3221" y="7957"/>
                      <a:pt x="3207" y="8084"/>
                    </a:cubicBezTo>
                    <a:cubicBezTo>
                      <a:pt x="3207" y="8084"/>
                      <a:pt x="3214" y="8098"/>
                      <a:pt x="3256" y="8112"/>
                    </a:cubicBezTo>
                    <a:cubicBezTo>
                      <a:pt x="3311" y="8128"/>
                      <a:pt x="3384" y="8135"/>
                      <a:pt x="3457" y="8135"/>
                    </a:cubicBezTo>
                    <a:cubicBezTo>
                      <a:pt x="3580" y="8135"/>
                      <a:pt x="3704" y="8116"/>
                      <a:pt x="3732" y="8101"/>
                    </a:cubicBezTo>
                    <a:cubicBezTo>
                      <a:pt x="3793" y="8053"/>
                      <a:pt x="3886" y="8021"/>
                      <a:pt x="3975" y="8021"/>
                    </a:cubicBezTo>
                    <a:cubicBezTo>
                      <a:pt x="4029" y="8021"/>
                      <a:pt x="4081" y="8033"/>
                      <a:pt x="4124" y="8059"/>
                    </a:cubicBezTo>
                    <a:cubicBezTo>
                      <a:pt x="4133" y="8063"/>
                      <a:pt x="4143" y="8065"/>
                      <a:pt x="4156" y="8065"/>
                    </a:cubicBezTo>
                    <a:cubicBezTo>
                      <a:pt x="4187" y="8065"/>
                      <a:pt x="4229" y="8055"/>
                      <a:pt x="4271" y="8045"/>
                    </a:cubicBezTo>
                    <a:lnTo>
                      <a:pt x="4303" y="8038"/>
                    </a:lnTo>
                    <a:lnTo>
                      <a:pt x="4306" y="8038"/>
                    </a:lnTo>
                    <a:lnTo>
                      <a:pt x="4334" y="8031"/>
                    </a:lnTo>
                    <a:lnTo>
                      <a:pt x="4341" y="8031"/>
                    </a:lnTo>
                    <a:cubicBezTo>
                      <a:pt x="4362" y="8028"/>
                      <a:pt x="4383" y="8024"/>
                      <a:pt x="4404" y="8024"/>
                    </a:cubicBezTo>
                    <a:lnTo>
                      <a:pt x="4408" y="8024"/>
                    </a:lnTo>
                    <a:cubicBezTo>
                      <a:pt x="4418" y="8024"/>
                      <a:pt x="4429" y="8024"/>
                      <a:pt x="4439" y="8028"/>
                    </a:cubicBezTo>
                    <a:lnTo>
                      <a:pt x="4446" y="8028"/>
                    </a:lnTo>
                    <a:cubicBezTo>
                      <a:pt x="4457" y="8028"/>
                      <a:pt x="4467" y="8031"/>
                      <a:pt x="4474" y="8035"/>
                    </a:cubicBezTo>
                    <a:cubicBezTo>
                      <a:pt x="4604" y="8080"/>
                      <a:pt x="4726" y="8147"/>
                      <a:pt x="4835" y="8227"/>
                    </a:cubicBezTo>
                    <a:cubicBezTo>
                      <a:pt x="4873" y="8255"/>
                      <a:pt x="4901" y="8294"/>
                      <a:pt x="4919" y="8336"/>
                    </a:cubicBezTo>
                    <a:cubicBezTo>
                      <a:pt x="4933" y="8374"/>
                      <a:pt x="4929" y="8416"/>
                      <a:pt x="4908" y="8451"/>
                    </a:cubicBezTo>
                    <a:cubicBezTo>
                      <a:pt x="4870" y="8511"/>
                      <a:pt x="4824" y="8567"/>
                      <a:pt x="4779" y="8619"/>
                    </a:cubicBezTo>
                    <a:cubicBezTo>
                      <a:pt x="4726" y="8675"/>
                      <a:pt x="4607" y="8812"/>
                      <a:pt x="4625" y="8847"/>
                    </a:cubicBezTo>
                    <a:cubicBezTo>
                      <a:pt x="4639" y="8875"/>
                      <a:pt x="4695" y="8910"/>
                      <a:pt x="4747" y="8941"/>
                    </a:cubicBezTo>
                    <a:lnTo>
                      <a:pt x="4786" y="8962"/>
                    </a:lnTo>
                    <a:lnTo>
                      <a:pt x="4793" y="8969"/>
                    </a:lnTo>
                    <a:lnTo>
                      <a:pt x="4831" y="8994"/>
                    </a:lnTo>
                    <a:lnTo>
                      <a:pt x="4838" y="9001"/>
                    </a:lnTo>
                    <a:cubicBezTo>
                      <a:pt x="4852" y="9008"/>
                      <a:pt x="4863" y="9018"/>
                      <a:pt x="4873" y="9025"/>
                    </a:cubicBezTo>
                    <a:lnTo>
                      <a:pt x="4877" y="9029"/>
                    </a:lnTo>
                    <a:cubicBezTo>
                      <a:pt x="4887" y="9039"/>
                      <a:pt x="4901" y="9050"/>
                      <a:pt x="4912" y="9060"/>
                    </a:cubicBezTo>
                    <a:lnTo>
                      <a:pt x="4915" y="9064"/>
                    </a:lnTo>
                    <a:lnTo>
                      <a:pt x="4919" y="9060"/>
                    </a:lnTo>
                    <a:cubicBezTo>
                      <a:pt x="4922" y="9057"/>
                      <a:pt x="4926" y="9050"/>
                      <a:pt x="4929" y="9046"/>
                    </a:cubicBezTo>
                    <a:lnTo>
                      <a:pt x="4933" y="9043"/>
                    </a:lnTo>
                    <a:cubicBezTo>
                      <a:pt x="4936" y="9036"/>
                      <a:pt x="4940" y="9029"/>
                      <a:pt x="4943" y="9022"/>
                    </a:cubicBezTo>
                    <a:lnTo>
                      <a:pt x="4947" y="9015"/>
                    </a:lnTo>
                    <a:cubicBezTo>
                      <a:pt x="4950" y="9011"/>
                      <a:pt x="4954" y="9001"/>
                      <a:pt x="4954" y="8994"/>
                    </a:cubicBezTo>
                    <a:lnTo>
                      <a:pt x="4957" y="8983"/>
                    </a:lnTo>
                    <a:cubicBezTo>
                      <a:pt x="4961" y="8976"/>
                      <a:pt x="4965" y="8969"/>
                      <a:pt x="4968" y="8959"/>
                    </a:cubicBezTo>
                    <a:lnTo>
                      <a:pt x="4972" y="8948"/>
                    </a:lnTo>
                    <a:cubicBezTo>
                      <a:pt x="4975" y="8938"/>
                      <a:pt x="4979" y="8927"/>
                      <a:pt x="4982" y="8917"/>
                    </a:cubicBezTo>
                    <a:lnTo>
                      <a:pt x="4986" y="8903"/>
                    </a:lnTo>
                    <a:cubicBezTo>
                      <a:pt x="4989" y="8892"/>
                      <a:pt x="4993" y="8885"/>
                      <a:pt x="4993" y="8875"/>
                    </a:cubicBezTo>
                    <a:lnTo>
                      <a:pt x="5000" y="8857"/>
                    </a:lnTo>
                    <a:cubicBezTo>
                      <a:pt x="5000" y="8847"/>
                      <a:pt x="5003" y="8836"/>
                      <a:pt x="5007" y="8826"/>
                    </a:cubicBezTo>
                    <a:lnTo>
                      <a:pt x="5010" y="8808"/>
                    </a:lnTo>
                    <a:cubicBezTo>
                      <a:pt x="5014" y="8798"/>
                      <a:pt x="5014" y="8787"/>
                      <a:pt x="5017" y="8777"/>
                    </a:cubicBezTo>
                    <a:lnTo>
                      <a:pt x="5021" y="8756"/>
                    </a:lnTo>
                    <a:cubicBezTo>
                      <a:pt x="5021" y="8745"/>
                      <a:pt x="5024" y="8735"/>
                      <a:pt x="5028" y="8724"/>
                    </a:cubicBezTo>
                    <a:lnTo>
                      <a:pt x="5031" y="8703"/>
                    </a:lnTo>
                    <a:cubicBezTo>
                      <a:pt x="5031" y="8693"/>
                      <a:pt x="5035" y="8682"/>
                      <a:pt x="5035" y="8672"/>
                    </a:cubicBezTo>
                    <a:cubicBezTo>
                      <a:pt x="5038" y="8658"/>
                      <a:pt x="5038" y="8654"/>
                      <a:pt x="5038" y="8647"/>
                    </a:cubicBezTo>
                    <a:cubicBezTo>
                      <a:pt x="5042" y="8640"/>
                      <a:pt x="5042" y="8626"/>
                      <a:pt x="5045" y="8616"/>
                    </a:cubicBezTo>
                    <a:lnTo>
                      <a:pt x="5045" y="8595"/>
                    </a:lnTo>
                    <a:cubicBezTo>
                      <a:pt x="5045" y="8584"/>
                      <a:pt x="5049" y="8574"/>
                      <a:pt x="5049" y="8563"/>
                    </a:cubicBezTo>
                    <a:cubicBezTo>
                      <a:pt x="5052" y="8553"/>
                      <a:pt x="5049" y="8549"/>
                      <a:pt x="5052" y="8542"/>
                    </a:cubicBezTo>
                    <a:cubicBezTo>
                      <a:pt x="5056" y="8535"/>
                      <a:pt x="5052" y="8518"/>
                      <a:pt x="5056" y="8507"/>
                    </a:cubicBezTo>
                    <a:cubicBezTo>
                      <a:pt x="5059" y="8497"/>
                      <a:pt x="5056" y="8497"/>
                      <a:pt x="5056" y="8490"/>
                    </a:cubicBezTo>
                    <a:lnTo>
                      <a:pt x="5056" y="8455"/>
                    </a:lnTo>
                    <a:lnTo>
                      <a:pt x="5056" y="8441"/>
                    </a:lnTo>
                    <a:lnTo>
                      <a:pt x="5056" y="8392"/>
                    </a:lnTo>
                    <a:cubicBezTo>
                      <a:pt x="5070" y="8136"/>
                      <a:pt x="5108" y="7880"/>
                      <a:pt x="5171" y="7628"/>
                    </a:cubicBezTo>
                    <a:cubicBezTo>
                      <a:pt x="5210" y="7488"/>
                      <a:pt x="5122" y="7366"/>
                      <a:pt x="5021" y="7226"/>
                    </a:cubicBezTo>
                    <a:cubicBezTo>
                      <a:pt x="4933" y="7100"/>
                      <a:pt x="4831" y="6963"/>
                      <a:pt x="4817" y="6795"/>
                    </a:cubicBezTo>
                    <a:lnTo>
                      <a:pt x="4817" y="6760"/>
                    </a:lnTo>
                    <a:cubicBezTo>
                      <a:pt x="4817" y="6505"/>
                      <a:pt x="4915" y="6477"/>
                      <a:pt x="5045" y="6466"/>
                    </a:cubicBezTo>
                    <a:cubicBezTo>
                      <a:pt x="5108" y="6463"/>
                      <a:pt x="5168" y="6445"/>
                      <a:pt x="5217" y="6414"/>
                    </a:cubicBezTo>
                    <a:cubicBezTo>
                      <a:pt x="5241" y="6400"/>
                      <a:pt x="5259" y="6382"/>
                      <a:pt x="5273" y="6361"/>
                    </a:cubicBezTo>
                    <a:cubicBezTo>
                      <a:pt x="5266" y="6354"/>
                      <a:pt x="5234" y="6330"/>
                      <a:pt x="5133" y="6305"/>
                    </a:cubicBezTo>
                    <a:cubicBezTo>
                      <a:pt x="5119" y="6302"/>
                      <a:pt x="5101" y="6298"/>
                      <a:pt x="5087" y="6291"/>
                    </a:cubicBezTo>
                    <a:cubicBezTo>
                      <a:pt x="5045" y="6263"/>
                      <a:pt x="5007" y="6228"/>
                      <a:pt x="4982" y="6183"/>
                    </a:cubicBezTo>
                    <a:cubicBezTo>
                      <a:pt x="4947" y="6120"/>
                      <a:pt x="4929" y="6050"/>
                      <a:pt x="4929" y="5980"/>
                    </a:cubicBezTo>
                    <a:cubicBezTo>
                      <a:pt x="4929" y="5962"/>
                      <a:pt x="4933" y="5941"/>
                      <a:pt x="4940" y="5920"/>
                    </a:cubicBezTo>
                    <a:cubicBezTo>
                      <a:pt x="4967" y="5833"/>
                      <a:pt x="5102" y="5805"/>
                      <a:pt x="5391" y="5805"/>
                    </a:cubicBezTo>
                    <a:cubicBezTo>
                      <a:pt x="5475" y="5805"/>
                      <a:pt x="5571" y="5808"/>
                      <a:pt x="5682" y="5811"/>
                    </a:cubicBezTo>
                    <a:cubicBezTo>
                      <a:pt x="5742" y="5811"/>
                      <a:pt x="5794" y="5815"/>
                      <a:pt x="5829" y="5815"/>
                    </a:cubicBezTo>
                    <a:lnTo>
                      <a:pt x="5885" y="5815"/>
                    </a:lnTo>
                    <a:cubicBezTo>
                      <a:pt x="5952" y="5804"/>
                      <a:pt x="6015" y="5787"/>
                      <a:pt x="6078" y="5769"/>
                    </a:cubicBezTo>
                    <a:lnTo>
                      <a:pt x="6081" y="5769"/>
                    </a:lnTo>
                    <a:lnTo>
                      <a:pt x="6106" y="5759"/>
                    </a:lnTo>
                    <a:lnTo>
                      <a:pt x="6134" y="5752"/>
                    </a:lnTo>
                    <a:lnTo>
                      <a:pt x="6137" y="5752"/>
                    </a:lnTo>
                    <a:cubicBezTo>
                      <a:pt x="6193" y="5731"/>
                      <a:pt x="6242" y="5713"/>
                      <a:pt x="6284" y="5696"/>
                    </a:cubicBezTo>
                    <a:lnTo>
                      <a:pt x="6337" y="5671"/>
                    </a:lnTo>
                    <a:lnTo>
                      <a:pt x="6344" y="5668"/>
                    </a:lnTo>
                    <a:cubicBezTo>
                      <a:pt x="6365" y="5657"/>
                      <a:pt x="6375" y="5654"/>
                      <a:pt x="6382" y="5647"/>
                    </a:cubicBezTo>
                    <a:lnTo>
                      <a:pt x="6382" y="5640"/>
                    </a:lnTo>
                    <a:lnTo>
                      <a:pt x="6382" y="5633"/>
                    </a:lnTo>
                    <a:lnTo>
                      <a:pt x="6382" y="5619"/>
                    </a:lnTo>
                    <a:lnTo>
                      <a:pt x="6382" y="5612"/>
                    </a:lnTo>
                    <a:lnTo>
                      <a:pt x="6382" y="5598"/>
                    </a:lnTo>
                    <a:lnTo>
                      <a:pt x="6382" y="5591"/>
                    </a:lnTo>
                    <a:cubicBezTo>
                      <a:pt x="6382" y="5587"/>
                      <a:pt x="6382" y="5580"/>
                      <a:pt x="6379" y="5573"/>
                    </a:cubicBezTo>
                    <a:cubicBezTo>
                      <a:pt x="6379" y="5570"/>
                      <a:pt x="6379" y="5570"/>
                      <a:pt x="6379" y="5566"/>
                    </a:cubicBezTo>
                    <a:cubicBezTo>
                      <a:pt x="6379" y="5563"/>
                      <a:pt x="6375" y="5556"/>
                      <a:pt x="6375" y="5549"/>
                    </a:cubicBezTo>
                    <a:cubicBezTo>
                      <a:pt x="6372" y="5545"/>
                      <a:pt x="6372" y="5542"/>
                      <a:pt x="6372" y="5538"/>
                    </a:cubicBezTo>
                    <a:cubicBezTo>
                      <a:pt x="6368" y="5535"/>
                      <a:pt x="6365" y="5528"/>
                      <a:pt x="6361" y="5524"/>
                    </a:cubicBezTo>
                    <a:cubicBezTo>
                      <a:pt x="6358" y="5517"/>
                      <a:pt x="6358" y="5517"/>
                      <a:pt x="6354" y="5514"/>
                    </a:cubicBezTo>
                    <a:cubicBezTo>
                      <a:pt x="6351" y="5507"/>
                      <a:pt x="6347" y="5500"/>
                      <a:pt x="6340" y="5496"/>
                    </a:cubicBezTo>
                    <a:cubicBezTo>
                      <a:pt x="6337" y="5493"/>
                      <a:pt x="6337" y="5489"/>
                      <a:pt x="6333" y="5486"/>
                    </a:cubicBezTo>
                    <a:cubicBezTo>
                      <a:pt x="6323" y="5475"/>
                      <a:pt x="6312" y="5465"/>
                      <a:pt x="6302" y="5458"/>
                    </a:cubicBezTo>
                    <a:cubicBezTo>
                      <a:pt x="6239" y="5412"/>
                      <a:pt x="6197" y="5342"/>
                      <a:pt x="6190" y="5262"/>
                    </a:cubicBezTo>
                    <a:cubicBezTo>
                      <a:pt x="6176" y="5139"/>
                      <a:pt x="6253" y="5027"/>
                      <a:pt x="6316" y="4954"/>
                    </a:cubicBezTo>
                    <a:cubicBezTo>
                      <a:pt x="6358" y="4901"/>
                      <a:pt x="6326" y="4849"/>
                      <a:pt x="6186" y="4709"/>
                    </a:cubicBezTo>
                    <a:cubicBezTo>
                      <a:pt x="6158" y="4681"/>
                      <a:pt x="6130" y="4649"/>
                      <a:pt x="6102" y="4621"/>
                    </a:cubicBezTo>
                    <a:cubicBezTo>
                      <a:pt x="5931" y="4429"/>
                      <a:pt x="6057" y="3819"/>
                      <a:pt x="6225" y="3543"/>
                    </a:cubicBezTo>
                    <a:cubicBezTo>
                      <a:pt x="6246" y="3508"/>
                      <a:pt x="6253" y="3483"/>
                      <a:pt x="6246" y="3476"/>
                    </a:cubicBezTo>
                    <a:cubicBezTo>
                      <a:pt x="6228" y="3448"/>
                      <a:pt x="6154" y="3438"/>
                      <a:pt x="6062" y="3438"/>
                    </a:cubicBezTo>
                    <a:cubicBezTo>
                      <a:pt x="5919" y="3438"/>
                      <a:pt x="5734" y="3461"/>
                      <a:pt x="5651" y="3469"/>
                    </a:cubicBezTo>
                    <a:cubicBezTo>
                      <a:pt x="5609" y="3475"/>
                      <a:pt x="5568" y="3477"/>
                      <a:pt x="5528" y="3477"/>
                    </a:cubicBezTo>
                    <a:cubicBezTo>
                      <a:pt x="5253" y="3477"/>
                      <a:pt x="5014" y="3353"/>
                      <a:pt x="4824" y="3112"/>
                    </a:cubicBezTo>
                    <a:cubicBezTo>
                      <a:pt x="4757" y="3025"/>
                      <a:pt x="4684" y="2996"/>
                      <a:pt x="4574" y="2996"/>
                    </a:cubicBezTo>
                    <a:cubicBezTo>
                      <a:pt x="4507" y="2996"/>
                      <a:pt x="4428" y="3007"/>
                      <a:pt x="4327" y="3021"/>
                    </a:cubicBezTo>
                    <a:cubicBezTo>
                      <a:pt x="4201" y="3039"/>
                      <a:pt x="4072" y="3049"/>
                      <a:pt x="3942" y="3056"/>
                    </a:cubicBezTo>
                    <a:lnTo>
                      <a:pt x="3890" y="3056"/>
                    </a:lnTo>
                    <a:cubicBezTo>
                      <a:pt x="3788" y="3053"/>
                      <a:pt x="3687" y="3011"/>
                      <a:pt x="3617" y="2937"/>
                    </a:cubicBezTo>
                    <a:cubicBezTo>
                      <a:pt x="3463" y="2766"/>
                      <a:pt x="3494" y="2475"/>
                      <a:pt x="3515" y="2300"/>
                    </a:cubicBezTo>
                    <a:lnTo>
                      <a:pt x="3519" y="2262"/>
                    </a:lnTo>
                    <a:cubicBezTo>
                      <a:pt x="3529" y="2188"/>
                      <a:pt x="3484" y="2150"/>
                      <a:pt x="3410" y="2097"/>
                    </a:cubicBezTo>
                    <a:cubicBezTo>
                      <a:pt x="3347" y="2052"/>
                      <a:pt x="3277" y="1999"/>
                      <a:pt x="3277" y="1908"/>
                    </a:cubicBezTo>
                    <a:cubicBezTo>
                      <a:pt x="3277" y="1880"/>
                      <a:pt x="3270" y="1873"/>
                      <a:pt x="3267" y="1870"/>
                    </a:cubicBezTo>
                    <a:cubicBezTo>
                      <a:pt x="3237" y="1855"/>
                      <a:pt x="3206" y="1848"/>
                      <a:pt x="3174" y="1848"/>
                    </a:cubicBezTo>
                    <a:cubicBezTo>
                      <a:pt x="3167" y="1848"/>
                      <a:pt x="3161" y="1848"/>
                      <a:pt x="3155" y="1849"/>
                    </a:cubicBezTo>
                    <a:cubicBezTo>
                      <a:pt x="3130" y="1849"/>
                      <a:pt x="3106" y="1852"/>
                      <a:pt x="3092" y="1852"/>
                    </a:cubicBezTo>
                    <a:cubicBezTo>
                      <a:pt x="3084" y="1854"/>
                      <a:pt x="3077" y="1855"/>
                      <a:pt x="3070" y="1855"/>
                    </a:cubicBezTo>
                    <a:cubicBezTo>
                      <a:pt x="3034" y="1855"/>
                      <a:pt x="3000" y="1835"/>
                      <a:pt x="2983" y="1803"/>
                    </a:cubicBezTo>
                    <a:cubicBezTo>
                      <a:pt x="2945" y="1733"/>
                      <a:pt x="2997" y="1645"/>
                      <a:pt x="3120" y="1498"/>
                    </a:cubicBezTo>
                    <a:cubicBezTo>
                      <a:pt x="3179" y="1418"/>
                      <a:pt x="3179" y="1358"/>
                      <a:pt x="3186" y="1183"/>
                    </a:cubicBezTo>
                    <a:lnTo>
                      <a:pt x="3186" y="1131"/>
                    </a:lnTo>
                    <a:cubicBezTo>
                      <a:pt x="3190" y="963"/>
                      <a:pt x="3337" y="823"/>
                      <a:pt x="3480" y="686"/>
                    </a:cubicBezTo>
                    <a:cubicBezTo>
                      <a:pt x="3554" y="620"/>
                      <a:pt x="3620" y="550"/>
                      <a:pt x="3680" y="476"/>
                    </a:cubicBezTo>
                    <a:cubicBezTo>
                      <a:pt x="3690" y="462"/>
                      <a:pt x="3701" y="448"/>
                      <a:pt x="3715" y="438"/>
                    </a:cubicBezTo>
                    <a:cubicBezTo>
                      <a:pt x="3718" y="434"/>
                      <a:pt x="3722" y="431"/>
                      <a:pt x="3729" y="424"/>
                    </a:cubicBezTo>
                    <a:cubicBezTo>
                      <a:pt x="3739" y="417"/>
                      <a:pt x="3746" y="410"/>
                      <a:pt x="3757" y="403"/>
                    </a:cubicBezTo>
                    <a:cubicBezTo>
                      <a:pt x="3764" y="399"/>
                      <a:pt x="3771" y="396"/>
                      <a:pt x="3778" y="392"/>
                    </a:cubicBezTo>
                    <a:cubicBezTo>
                      <a:pt x="3781" y="389"/>
                      <a:pt x="3795" y="378"/>
                      <a:pt x="3809" y="375"/>
                    </a:cubicBezTo>
                    <a:lnTo>
                      <a:pt x="3830" y="364"/>
                    </a:lnTo>
                    <a:cubicBezTo>
                      <a:pt x="3837" y="361"/>
                      <a:pt x="3844" y="357"/>
                      <a:pt x="3848" y="357"/>
                    </a:cubicBezTo>
                    <a:cubicBezTo>
                      <a:pt x="3883" y="294"/>
                      <a:pt x="3946" y="249"/>
                      <a:pt x="4016" y="238"/>
                    </a:cubicBezTo>
                    <a:cubicBezTo>
                      <a:pt x="4142" y="214"/>
                      <a:pt x="4215" y="161"/>
                      <a:pt x="4219" y="123"/>
                    </a:cubicBezTo>
                    <a:cubicBezTo>
                      <a:pt x="4226" y="95"/>
                      <a:pt x="4191" y="56"/>
                      <a:pt x="4131" y="21"/>
                    </a:cubicBezTo>
                    <a:cubicBezTo>
                      <a:pt x="4109" y="8"/>
                      <a:pt x="4088" y="1"/>
                      <a:pt x="4068" y="1"/>
                    </a:cubicBezTo>
                    <a:close/>
                  </a:path>
                </a:pathLst>
              </a:custGeom>
              <a:grpFill/>
              <a:ln w="6350"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F44"/>
                  </a:solidFill>
                  <a:effectLst/>
                  <a:uLnTx/>
                  <a:uFillTx/>
                  <a:latin typeface="+mj-lt"/>
                  <a:ea typeface="+mn-ea"/>
                  <a:cs typeface="+mn-cs"/>
                </a:endParaRPr>
              </a:p>
            </p:txBody>
          </p:sp>
        </p:grpSp>
        <p:sp>
          <p:nvSpPr>
            <p:cNvPr id="1555" name="Oval 1554">
              <a:extLst>
                <a:ext uri="{FF2B5EF4-FFF2-40B4-BE49-F238E27FC236}">
                  <a16:creationId xmlns:a16="http://schemas.microsoft.com/office/drawing/2014/main" id="{5C6C3C9C-2903-45EB-2D6E-689EC6FDEF0F}"/>
                </a:ext>
              </a:extLst>
            </p:cNvPr>
            <p:cNvSpPr/>
            <p:nvPr/>
          </p:nvSpPr>
          <p:spPr>
            <a:xfrm>
              <a:off x="2321417" y="3599404"/>
              <a:ext cx="79094" cy="7909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en-US" sz="1200" noProof="0" dirty="0">
                <a:solidFill>
                  <a:schemeClr val="tx1"/>
                </a:solidFill>
                <a:latin typeface="+mj-lt"/>
                <a:ea typeface="Source Serif Pro" panose="02040603050405020204" pitchFamily="18" charset="0"/>
              </a:endParaRPr>
            </a:p>
          </p:txBody>
        </p:sp>
        <p:sp>
          <p:nvSpPr>
            <p:cNvPr id="1558" name="Oval 1557">
              <a:extLst>
                <a:ext uri="{FF2B5EF4-FFF2-40B4-BE49-F238E27FC236}">
                  <a16:creationId xmlns:a16="http://schemas.microsoft.com/office/drawing/2014/main" id="{E4293838-0FA0-230B-D871-FE54996897C8}"/>
                </a:ext>
              </a:extLst>
            </p:cNvPr>
            <p:cNvSpPr/>
            <p:nvPr/>
          </p:nvSpPr>
          <p:spPr>
            <a:xfrm>
              <a:off x="2104926" y="3160260"/>
              <a:ext cx="77707" cy="7770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en-US" sz="1200" noProof="0" dirty="0">
                <a:solidFill>
                  <a:schemeClr val="tx1"/>
                </a:solidFill>
                <a:latin typeface="+mj-lt"/>
                <a:ea typeface="Source Serif Pro" panose="02040603050405020204" pitchFamily="18" charset="0"/>
              </a:endParaRPr>
            </a:p>
          </p:txBody>
        </p:sp>
        <p:sp>
          <p:nvSpPr>
            <p:cNvPr id="12" name="Oval 11">
              <a:extLst>
                <a:ext uri="{FF2B5EF4-FFF2-40B4-BE49-F238E27FC236}">
                  <a16:creationId xmlns:a16="http://schemas.microsoft.com/office/drawing/2014/main" id="{E23CD809-B9D8-FBDC-6F95-F904FE415899}"/>
                </a:ext>
              </a:extLst>
            </p:cNvPr>
            <p:cNvSpPr/>
            <p:nvPr/>
          </p:nvSpPr>
          <p:spPr>
            <a:xfrm>
              <a:off x="847715" y="2836129"/>
              <a:ext cx="77707" cy="77707"/>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en-US" sz="1200" noProof="0" dirty="0">
                <a:solidFill>
                  <a:schemeClr val="tx1"/>
                </a:solidFill>
                <a:latin typeface="+mj-lt"/>
                <a:ea typeface="Source Serif Pro" panose="02040603050405020204" pitchFamily="18" charset="0"/>
              </a:endParaRPr>
            </a:p>
          </p:txBody>
        </p:sp>
      </p:grpSp>
      <p:sp>
        <p:nvSpPr>
          <p:cNvPr id="30" name="Rectángulo: esquinas redondeadas 6">
            <a:extLst>
              <a:ext uri="{FF2B5EF4-FFF2-40B4-BE49-F238E27FC236}">
                <a16:creationId xmlns:a16="http://schemas.microsoft.com/office/drawing/2014/main" id="{6A2B91D6-2BB1-F7D5-CCF0-72CBE1FAF175}"/>
              </a:ext>
            </a:extLst>
          </p:cNvPr>
          <p:cNvSpPr/>
          <p:nvPr/>
        </p:nvSpPr>
        <p:spPr>
          <a:xfrm rot="5400000" flipV="1">
            <a:off x="260463" y="5405519"/>
            <a:ext cx="1008000" cy="45719"/>
          </a:xfrm>
          <a:prstGeom prst="roundRect">
            <a:avLst>
              <a:gd name="adj" fmla="val 3011"/>
            </a:avLst>
          </a:prstGeom>
          <a:solidFill>
            <a:srgbClr val="EE53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grpSp>
        <p:nvGrpSpPr>
          <p:cNvPr id="33" name="Group 32">
            <a:extLst>
              <a:ext uri="{FF2B5EF4-FFF2-40B4-BE49-F238E27FC236}">
                <a16:creationId xmlns:a16="http://schemas.microsoft.com/office/drawing/2014/main" id="{1AD29667-8F89-F032-0E1B-1B6D222A01B7}"/>
              </a:ext>
            </a:extLst>
          </p:cNvPr>
          <p:cNvGrpSpPr/>
          <p:nvPr/>
        </p:nvGrpSpPr>
        <p:grpSpPr>
          <a:xfrm>
            <a:off x="731837" y="3961685"/>
            <a:ext cx="589264" cy="234295"/>
            <a:chOff x="731837" y="3903935"/>
            <a:chExt cx="589264" cy="234295"/>
          </a:xfrm>
        </p:grpSpPr>
        <p:sp>
          <p:nvSpPr>
            <p:cNvPr id="448" name="Oval 447">
              <a:extLst>
                <a:ext uri="{FF2B5EF4-FFF2-40B4-BE49-F238E27FC236}">
                  <a16:creationId xmlns:a16="http://schemas.microsoft.com/office/drawing/2014/main" id="{A6C30BC4-A882-DAD6-E630-E0219F53170E}"/>
                </a:ext>
              </a:extLst>
            </p:cNvPr>
            <p:cNvSpPr/>
            <p:nvPr/>
          </p:nvSpPr>
          <p:spPr>
            <a:xfrm>
              <a:off x="731837" y="3922452"/>
              <a:ext cx="78770" cy="7876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lstStyle/>
            <a:p>
              <a:pPr algn="ctr">
                <a:lnSpc>
                  <a:spcPct val="112000"/>
                </a:lnSpc>
                <a:spcAft>
                  <a:spcPts val="800"/>
                </a:spcAft>
              </a:pPr>
              <a:endParaRPr lang="en-US" sz="700" noProof="0" dirty="0">
                <a:solidFill>
                  <a:schemeClr val="tx1"/>
                </a:solidFill>
                <a:latin typeface="+mj-lt"/>
                <a:ea typeface="Source Serif Pro" panose="02040603050405020204" pitchFamily="18" charset="0"/>
              </a:endParaRPr>
            </a:p>
          </p:txBody>
        </p:sp>
        <p:sp>
          <p:nvSpPr>
            <p:cNvPr id="453" name="Content Placeholder 6">
              <a:extLst>
                <a:ext uri="{FF2B5EF4-FFF2-40B4-BE49-F238E27FC236}">
                  <a16:creationId xmlns:a16="http://schemas.microsoft.com/office/drawing/2014/main" id="{2ABBA1A2-7243-2F64-5E13-CB33A861253B}"/>
                </a:ext>
              </a:extLst>
            </p:cNvPr>
            <p:cNvSpPr txBox="1">
              <a:spLocks/>
            </p:cNvSpPr>
            <p:nvPr/>
          </p:nvSpPr>
          <p:spPr>
            <a:xfrm>
              <a:off x="841065" y="3903935"/>
              <a:ext cx="480036" cy="234295"/>
            </a:xfrm>
            <a:prstGeom prst="rect">
              <a:avLst/>
            </a:prstGeom>
          </p:spPr>
          <p:txBody>
            <a:bodyPr vert="horz" wrap="square" lIns="0" tIns="0" rIns="0" bIns="0" rtlCol="0" anchor="t">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700" noProof="0" dirty="0">
                  <a:latin typeface="+mj-lt"/>
                </a:rPr>
                <a:t>Envigado HQ</a:t>
              </a:r>
            </a:p>
          </p:txBody>
        </p:sp>
      </p:grpSp>
      <p:grpSp>
        <p:nvGrpSpPr>
          <p:cNvPr id="34" name="Group 33">
            <a:extLst>
              <a:ext uri="{FF2B5EF4-FFF2-40B4-BE49-F238E27FC236}">
                <a16:creationId xmlns:a16="http://schemas.microsoft.com/office/drawing/2014/main" id="{C4D51F61-9CDA-90E7-0E20-DB07D2028B14}"/>
              </a:ext>
            </a:extLst>
          </p:cNvPr>
          <p:cNvGrpSpPr/>
          <p:nvPr/>
        </p:nvGrpSpPr>
        <p:grpSpPr>
          <a:xfrm>
            <a:off x="731837" y="3631563"/>
            <a:ext cx="633804" cy="234295"/>
            <a:chOff x="731837" y="3591733"/>
            <a:chExt cx="633804" cy="234295"/>
          </a:xfrm>
        </p:grpSpPr>
        <p:sp>
          <p:nvSpPr>
            <p:cNvPr id="451" name="Oval 450">
              <a:extLst>
                <a:ext uri="{FF2B5EF4-FFF2-40B4-BE49-F238E27FC236}">
                  <a16:creationId xmlns:a16="http://schemas.microsoft.com/office/drawing/2014/main" id="{A921F5C7-818E-3519-4904-E69BF90A8B97}"/>
                </a:ext>
              </a:extLst>
            </p:cNvPr>
            <p:cNvSpPr/>
            <p:nvPr/>
          </p:nvSpPr>
          <p:spPr>
            <a:xfrm>
              <a:off x="731837" y="3610940"/>
              <a:ext cx="77388" cy="7738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lstStyle/>
            <a:p>
              <a:pPr algn="ctr">
                <a:lnSpc>
                  <a:spcPct val="112000"/>
                </a:lnSpc>
                <a:spcAft>
                  <a:spcPts val="800"/>
                </a:spcAft>
              </a:pPr>
              <a:endParaRPr lang="en-US" sz="700" noProof="0" dirty="0">
                <a:solidFill>
                  <a:schemeClr val="tx1"/>
                </a:solidFill>
                <a:latin typeface="+mj-lt"/>
                <a:ea typeface="Source Serif Pro" panose="02040603050405020204" pitchFamily="18" charset="0"/>
              </a:endParaRPr>
            </a:p>
          </p:txBody>
        </p:sp>
        <p:sp>
          <p:nvSpPr>
            <p:cNvPr id="5" name="Content Placeholder 6">
              <a:extLst>
                <a:ext uri="{FF2B5EF4-FFF2-40B4-BE49-F238E27FC236}">
                  <a16:creationId xmlns:a16="http://schemas.microsoft.com/office/drawing/2014/main" id="{FF5E2815-9821-43F2-24C5-A5ACB33301FE}"/>
                </a:ext>
              </a:extLst>
            </p:cNvPr>
            <p:cNvSpPr txBox="1">
              <a:spLocks/>
            </p:cNvSpPr>
            <p:nvPr/>
          </p:nvSpPr>
          <p:spPr>
            <a:xfrm>
              <a:off x="841065" y="3591733"/>
              <a:ext cx="524576" cy="234295"/>
            </a:xfrm>
            <a:prstGeom prst="rect">
              <a:avLst/>
            </a:prstGeom>
          </p:spPr>
          <p:txBody>
            <a:bodyPr vert="horz" wrap="square" lIns="0" tIns="0" rIns="0" bIns="0" rtlCol="0" anchor="t">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700" noProof="0" dirty="0">
                  <a:latin typeface="+mj-lt"/>
                </a:rPr>
                <a:t>Cota Warehouse</a:t>
              </a:r>
            </a:p>
          </p:txBody>
        </p:sp>
      </p:grpSp>
      <p:grpSp>
        <p:nvGrpSpPr>
          <p:cNvPr id="31" name="Group 30">
            <a:extLst>
              <a:ext uri="{FF2B5EF4-FFF2-40B4-BE49-F238E27FC236}">
                <a16:creationId xmlns:a16="http://schemas.microsoft.com/office/drawing/2014/main" id="{E08339F9-A577-67DA-8E10-76FBF8C13A3C}"/>
              </a:ext>
            </a:extLst>
          </p:cNvPr>
          <p:cNvGrpSpPr/>
          <p:nvPr/>
        </p:nvGrpSpPr>
        <p:grpSpPr>
          <a:xfrm>
            <a:off x="731837" y="4291808"/>
            <a:ext cx="589264" cy="234295"/>
            <a:chOff x="731837" y="4223717"/>
            <a:chExt cx="589264" cy="234295"/>
          </a:xfrm>
        </p:grpSpPr>
        <p:sp>
          <p:nvSpPr>
            <p:cNvPr id="1561" name="Content Placeholder 6">
              <a:extLst>
                <a:ext uri="{FF2B5EF4-FFF2-40B4-BE49-F238E27FC236}">
                  <a16:creationId xmlns:a16="http://schemas.microsoft.com/office/drawing/2014/main" id="{67B46B07-D360-B55A-DD89-E62D49F2C7DB}"/>
                </a:ext>
              </a:extLst>
            </p:cNvPr>
            <p:cNvSpPr txBox="1">
              <a:spLocks/>
            </p:cNvSpPr>
            <p:nvPr/>
          </p:nvSpPr>
          <p:spPr>
            <a:xfrm>
              <a:off x="841065" y="4223717"/>
              <a:ext cx="480036" cy="234295"/>
            </a:xfrm>
            <a:prstGeom prst="rect">
              <a:avLst/>
            </a:prstGeom>
          </p:spPr>
          <p:txBody>
            <a:bodyPr vert="horz" wrap="square" lIns="0" tIns="0" rIns="0" bIns="0" rtlCol="0" anchor="t">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700" noProof="0" dirty="0">
                  <a:latin typeface="+mj-lt"/>
                </a:rPr>
                <a:t>Costa Rica Office</a:t>
              </a:r>
            </a:p>
          </p:txBody>
        </p:sp>
        <p:sp>
          <p:nvSpPr>
            <p:cNvPr id="17" name="Oval 16">
              <a:extLst>
                <a:ext uri="{FF2B5EF4-FFF2-40B4-BE49-F238E27FC236}">
                  <a16:creationId xmlns:a16="http://schemas.microsoft.com/office/drawing/2014/main" id="{629BDD67-6FE9-6879-712F-60FFDCE390B9}"/>
                </a:ext>
              </a:extLst>
            </p:cNvPr>
            <p:cNvSpPr/>
            <p:nvPr/>
          </p:nvSpPr>
          <p:spPr>
            <a:xfrm>
              <a:off x="731837" y="4242740"/>
              <a:ext cx="78770" cy="78767"/>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lstStyle/>
            <a:p>
              <a:pPr algn="ctr">
                <a:lnSpc>
                  <a:spcPct val="112000"/>
                </a:lnSpc>
                <a:spcAft>
                  <a:spcPts val="800"/>
                </a:spcAft>
              </a:pPr>
              <a:endParaRPr lang="en-US" sz="700" noProof="0" dirty="0">
                <a:solidFill>
                  <a:schemeClr val="tx1"/>
                </a:solidFill>
                <a:latin typeface="+mj-lt"/>
                <a:ea typeface="Source Serif Pro" panose="02040603050405020204" pitchFamily="18" charset="0"/>
              </a:endParaRPr>
            </a:p>
          </p:txBody>
        </p:sp>
      </p:grpSp>
    </p:spTree>
    <p:extLst>
      <p:ext uri="{BB962C8B-B14F-4D97-AF65-F5344CB8AC3E}">
        <p14:creationId xmlns:p14="http://schemas.microsoft.com/office/powerpoint/2010/main" val="830585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2DE28-6C57-A443-6BA3-CFF525BE25CD}"/>
            </a:ext>
          </a:extLst>
        </p:cNvPr>
        <p:cNvGrpSpPr/>
        <p:nvPr/>
      </p:nvGrpSpPr>
      <p:grpSpPr>
        <a:xfrm>
          <a:off x="0" y="0"/>
          <a:ext cx="0" cy="0"/>
          <a:chOff x="0" y="0"/>
          <a:chExt cx="0" cy="0"/>
        </a:xfrm>
      </p:grpSpPr>
      <p:sp>
        <p:nvSpPr>
          <p:cNvPr id="41" name="Google Shape;234;p23">
            <a:extLst>
              <a:ext uri="{FF2B5EF4-FFF2-40B4-BE49-F238E27FC236}">
                <a16:creationId xmlns:a16="http://schemas.microsoft.com/office/drawing/2014/main" id="{13FAAEA6-F617-D5F7-59D7-E90999955A51}"/>
              </a:ext>
            </a:extLst>
          </p:cNvPr>
          <p:cNvSpPr>
            <a:spLocks noChangeAspect="1"/>
          </p:cNvSpPr>
          <p:nvPr/>
        </p:nvSpPr>
        <p:spPr>
          <a:xfrm rot="5400000">
            <a:off x="317447" y="1459554"/>
            <a:ext cx="2540065" cy="2533861"/>
          </a:xfrm>
          <a:prstGeom prst="teardrop">
            <a:avLst>
              <a:gd name="adj" fmla="val 100000"/>
            </a:avLst>
          </a:prstGeom>
          <a:solidFill>
            <a:srgbClr val="ABC7CA"/>
          </a:solidFill>
          <a:ln>
            <a:noFill/>
          </a:ln>
          <a:effectLst>
            <a:outerShdw blurRad="381000" dist="177800" dir="8400000" algn="bl" rotWithShape="0">
              <a:srgbClr val="2E4D58">
                <a:alpha val="25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s-CO" dirty="0"/>
              <a:t> </a:t>
            </a:r>
          </a:p>
        </p:txBody>
      </p:sp>
      <p:sp>
        <p:nvSpPr>
          <p:cNvPr id="450" name="Rectangle 449">
            <a:extLst>
              <a:ext uri="{FF2B5EF4-FFF2-40B4-BE49-F238E27FC236}">
                <a16:creationId xmlns:a16="http://schemas.microsoft.com/office/drawing/2014/main" id="{B16DE261-5482-D594-781F-7482B138F334}"/>
              </a:ext>
            </a:extLst>
          </p:cNvPr>
          <p:cNvSpPr/>
          <p:nvPr/>
        </p:nvSpPr>
        <p:spPr>
          <a:xfrm>
            <a:off x="852507" y="1981763"/>
            <a:ext cx="1773093" cy="1231106"/>
          </a:xfrm>
          <a:prstGeom prst="rect">
            <a:avLst/>
          </a:prstGeom>
          <a:noFill/>
        </p:spPr>
        <p:txBody>
          <a:bodyPr wrap="square" lIns="0" tIns="0" rIns="0" bIns="0" rtlCol="0">
            <a:spAutoFit/>
          </a:bodyPr>
          <a:lstStyle/>
          <a:p>
            <a:r>
              <a:rPr lang="es-CO" sz="1600" dirty="0" err="1">
                <a:solidFill>
                  <a:schemeClr val="tx2"/>
                </a:solidFill>
                <a:latin typeface="Poppins SemiBold" panose="00000700000000000000" pitchFamily="2" charset="0"/>
                <a:ea typeface="Source Serif Pro SemiBold" panose="02040703050405020204" pitchFamily="18" charset="0"/>
                <a:cs typeface="Poppins SemiBold" panose="00000700000000000000" pitchFamily="2" charset="0"/>
              </a:rPr>
              <a:t>Almatia</a:t>
            </a:r>
            <a:r>
              <a:rPr lang="es-CO" sz="1600" dirty="0">
                <a:solidFill>
                  <a:schemeClr val="tx2"/>
                </a:solidFill>
                <a:latin typeface="Poppins SemiBold" panose="00000700000000000000" pitchFamily="2" charset="0"/>
                <a:ea typeface="Source Serif Pro SemiBold" panose="02040703050405020204" pitchFamily="18" charset="0"/>
                <a:cs typeface="Poppins SemiBold" panose="00000700000000000000" pitchFamily="2" charset="0"/>
              </a:rPr>
              <a:t> has      </a:t>
            </a:r>
            <a:r>
              <a:rPr lang="es-CO" sz="1600" dirty="0" err="1">
                <a:solidFill>
                  <a:schemeClr val="tx2"/>
                </a:solidFill>
                <a:latin typeface="Poppins SemiBold" panose="00000700000000000000" pitchFamily="2" charset="0"/>
                <a:ea typeface="Source Serif Pro SemiBold" panose="02040703050405020204" pitchFamily="18" charset="0"/>
                <a:cs typeface="Poppins SemiBold" panose="00000700000000000000" pitchFamily="2" charset="0"/>
              </a:rPr>
              <a:t>an</a:t>
            </a:r>
            <a:r>
              <a:rPr lang="es-CO" sz="1600" dirty="0">
                <a:solidFill>
                  <a:schemeClr val="tx2"/>
                </a:solidFill>
                <a:latin typeface="Poppins SemiBold" panose="00000700000000000000" pitchFamily="2" charset="0"/>
                <a:ea typeface="Source Serif Pro SemiBold" panose="02040703050405020204" pitchFamily="18" charset="0"/>
                <a:cs typeface="Poppins SemiBold" panose="00000700000000000000" pitchFamily="2" charset="0"/>
              </a:rPr>
              <a:t> extensive </a:t>
            </a:r>
            <a:r>
              <a:rPr lang="es-CO" sz="1600" dirty="0" err="1">
                <a:solidFill>
                  <a:schemeClr val="tx2"/>
                </a:solidFill>
                <a:latin typeface="Poppins SemiBold" panose="00000700000000000000" pitchFamily="2" charset="0"/>
                <a:ea typeface="Source Serif Pro SemiBold" panose="02040703050405020204" pitchFamily="18" charset="0"/>
                <a:cs typeface="Poppins SemiBold" panose="00000700000000000000" pitchFamily="2" charset="0"/>
              </a:rPr>
              <a:t>presence</a:t>
            </a:r>
            <a:r>
              <a:rPr lang="es-CO" sz="1600" dirty="0">
                <a:solidFill>
                  <a:schemeClr val="tx2"/>
                </a:solidFill>
                <a:latin typeface="Poppins SemiBold" panose="00000700000000000000" pitchFamily="2" charset="0"/>
                <a:ea typeface="Source Serif Pro SemiBold" panose="02040703050405020204" pitchFamily="18" charset="0"/>
                <a:cs typeface="Poppins SemiBold" panose="00000700000000000000" pitchFamily="2" charset="0"/>
              </a:rPr>
              <a:t> </a:t>
            </a:r>
            <a:r>
              <a:rPr lang="es-CO" sz="1600" dirty="0" err="1">
                <a:solidFill>
                  <a:schemeClr val="tx2"/>
                </a:solidFill>
                <a:latin typeface="Poppins SemiBold" panose="00000700000000000000" pitchFamily="2" charset="0"/>
                <a:ea typeface="Source Serif Pro SemiBold" panose="02040703050405020204" pitchFamily="18" charset="0"/>
                <a:cs typeface="Poppins SemiBold" panose="00000700000000000000" pitchFamily="2" charset="0"/>
              </a:rPr>
              <a:t>across</a:t>
            </a:r>
            <a:r>
              <a:rPr lang="es-CO" sz="1600" dirty="0">
                <a:solidFill>
                  <a:schemeClr val="tx2"/>
                </a:solidFill>
                <a:latin typeface="Poppins SemiBold" panose="00000700000000000000" pitchFamily="2" charset="0"/>
                <a:ea typeface="Source Serif Pro SemiBold" panose="02040703050405020204" pitchFamily="18" charset="0"/>
                <a:cs typeface="Poppins SemiBold" panose="00000700000000000000" pitchFamily="2" charset="0"/>
              </a:rPr>
              <a:t> </a:t>
            </a:r>
            <a:r>
              <a:rPr lang="es-CO" sz="1600" dirty="0" err="1">
                <a:solidFill>
                  <a:schemeClr val="tx2"/>
                </a:solidFill>
                <a:latin typeface="Poppins SemiBold" panose="00000700000000000000" pitchFamily="2" charset="0"/>
                <a:ea typeface="Source Serif Pro SemiBold" panose="02040703050405020204" pitchFamily="18" charset="0"/>
                <a:cs typeface="Poppins SemiBold" panose="00000700000000000000" pitchFamily="2" charset="0"/>
              </a:rPr>
              <a:t>all</a:t>
            </a:r>
            <a:r>
              <a:rPr lang="es-CO" sz="1600" dirty="0">
                <a:solidFill>
                  <a:schemeClr val="tx2"/>
                </a:solidFill>
                <a:latin typeface="Poppins SemiBold" panose="00000700000000000000" pitchFamily="2" charset="0"/>
                <a:ea typeface="Source Serif Pro SemiBold" panose="02040703050405020204" pitchFamily="18" charset="0"/>
                <a:cs typeface="Poppins SemiBold" panose="00000700000000000000" pitchFamily="2" charset="0"/>
              </a:rPr>
              <a:t> </a:t>
            </a:r>
            <a:r>
              <a:rPr lang="es-CO" sz="1600" dirty="0" err="1">
                <a:solidFill>
                  <a:schemeClr val="tx2"/>
                </a:solidFill>
                <a:latin typeface="Poppins SemiBold" panose="00000700000000000000" pitchFamily="2" charset="0"/>
                <a:ea typeface="Source Serif Pro SemiBold" panose="02040703050405020204" pitchFamily="18" charset="0"/>
                <a:cs typeface="Poppins SemiBold" panose="00000700000000000000" pitchFamily="2" charset="0"/>
              </a:rPr>
              <a:t>Colombian</a:t>
            </a:r>
            <a:r>
              <a:rPr lang="es-CO" sz="1600" dirty="0">
                <a:solidFill>
                  <a:schemeClr val="tx2"/>
                </a:solidFill>
                <a:latin typeface="Poppins SemiBold" panose="00000700000000000000" pitchFamily="2" charset="0"/>
                <a:ea typeface="Source Serif Pro SemiBold" panose="02040703050405020204" pitchFamily="18" charset="0"/>
                <a:cs typeface="Poppins SemiBold" panose="00000700000000000000" pitchFamily="2" charset="0"/>
              </a:rPr>
              <a:t> </a:t>
            </a:r>
            <a:r>
              <a:rPr lang="es-CO" sz="1600" dirty="0" err="1">
                <a:solidFill>
                  <a:schemeClr val="tx2"/>
                </a:solidFill>
                <a:latin typeface="Poppins SemiBold" panose="00000700000000000000" pitchFamily="2" charset="0"/>
                <a:ea typeface="Source Serif Pro SemiBold" panose="02040703050405020204" pitchFamily="18" charset="0"/>
                <a:cs typeface="Poppins SemiBold" panose="00000700000000000000" pitchFamily="2" charset="0"/>
              </a:rPr>
              <a:t>regions</a:t>
            </a:r>
            <a:r>
              <a:rPr lang="es-CO" sz="1600" dirty="0">
                <a:solidFill>
                  <a:schemeClr val="tx2"/>
                </a:solidFill>
                <a:latin typeface="Poppins SemiBold" panose="00000700000000000000" pitchFamily="2" charset="0"/>
                <a:ea typeface="Source Serif Pro SemiBold" panose="02040703050405020204" pitchFamily="18" charset="0"/>
                <a:cs typeface="Poppins SemiBold" panose="00000700000000000000" pitchFamily="2" charset="0"/>
              </a:rPr>
              <a:t>...</a:t>
            </a:r>
          </a:p>
        </p:txBody>
      </p:sp>
      <p:sp>
        <p:nvSpPr>
          <p:cNvPr id="452" name="Rectangle 451">
            <a:extLst>
              <a:ext uri="{FF2B5EF4-FFF2-40B4-BE49-F238E27FC236}">
                <a16:creationId xmlns:a16="http://schemas.microsoft.com/office/drawing/2014/main" id="{2DD6022F-D961-B214-B132-056AAC79B513}"/>
              </a:ext>
            </a:extLst>
          </p:cNvPr>
          <p:cNvSpPr/>
          <p:nvPr/>
        </p:nvSpPr>
        <p:spPr>
          <a:xfrm>
            <a:off x="852507" y="3278403"/>
            <a:ext cx="1773093" cy="195814"/>
          </a:xfrm>
          <a:prstGeom prst="rect">
            <a:avLst/>
          </a:prstGeom>
        </p:spPr>
        <p:txBody>
          <a:bodyPr vert="horz" wrap="square" lIns="0" tIns="72000" rIns="0" bIns="0" rtlCol="0" anchor="t">
            <a:spAutoFit/>
          </a:bodyPr>
          <a:lstStyle/>
          <a:p>
            <a:r>
              <a:rPr lang="es-CO" sz="800" dirty="0">
                <a:latin typeface="+mj-lt"/>
                <a:ea typeface="Source Serif Pro Light" panose="02040303050405020204" pitchFamily="18" charset="0"/>
                <a:cs typeface="Roboto" panose="02000000000000000000" pitchFamily="2" charset="0"/>
              </a:rPr>
              <a:t>% </a:t>
            </a:r>
            <a:r>
              <a:rPr lang="es-CO" sz="800" dirty="0" err="1">
                <a:latin typeface="+mj-lt"/>
                <a:ea typeface="Source Serif Pro Light" panose="02040303050405020204" pitchFamily="18" charset="0"/>
                <a:cs typeface="Roboto" panose="02000000000000000000" pitchFamily="2" charset="0"/>
              </a:rPr>
              <a:t>of</a:t>
            </a:r>
            <a:r>
              <a:rPr lang="es-CO" sz="800" dirty="0">
                <a:latin typeface="+mj-lt"/>
                <a:ea typeface="Source Serif Pro Light" panose="02040303050405020204" pitchFamily="18" charset="0"/>
                <a:cs typeface="Roboto" panose="02000000000000000000" pitchFamily="2" charset="0"/>
              </a:rPr>
              <a:t> Total Gross </a:t>
            </a:r>
            <a:r>
              <a:rPr lang="es-CO" sz="800" dirty="0" err="1">
                <a:latin typeface="+mj-lt"/>
                <a:ea typeface="Source Serif Pro Light" panose="02040303050405020204" pitchFamily="18" charset="0"/>
                <a:cs typeface="Roboto" panose="02000000000000000000" pitchFamily="2" charset="0"/>
              </a:rPr>
              <a:t>Revenue</a:t>
            </a:r>
            <a:r>
              <a:rPr lang="es-CO" sz="800" dirty="0">
                <a:latin typeface="+mj-lt"/>
                <a:ea typeface="Source Serif Pro Light" panose="02040303050405020204" pitchFamily="18" charset="0"/>
                <a:cs typeface="Roboto" panose="02000000000000000000" pitchFamily="2" charset="0"/>
              </a:rPr>
              <a:t>, FY24</a:t>
            </a:r>
          </a:p>
        </p:txBody>
      </p:sp>
      <p:sp>
        <p:nvSpPr>
          <p:cNvPr id="8" name="Title 7">
            <a:extLst>
              <a:ext uri="{FF2B5EF4-FFF2-40B4-BE49-F238E27FC236}">
                <a16:creationId xmlns:a16="http://schemas.microsoft.com/office/drawing/2014/main" id="{20B6DE27-24F6-F6E6-3052-5AB56E5981B9}"/>
              </a:ext>
            </a:extLst>
          </p:cNvPr>
          <p:cNvSpPr>
            <a:spLocks noGrp="1"/>
          </p:cNvSpPr>
          <p:nvPr>
            <p:ph type="title"/>
          </p:nvPr>
        </p:nvSpPr>
        <p:spPr/>
        <p:txBody>
          <a:bodyPr/>
          <a:lstStyle/>
          <a:p>
            <a:r>
              <a:rPr lang="es-CO" noProof="0" dirty="0" err="1"/>
              <a:t>Almatia</a:t>
            </a:r>
            <a:r>
              <a:rPr lang="es-CO" noProof="0" dirty="0"/>
              <a:t> has Wide </a:t>
            </a:r>
            <a:r>
              <a:rPr lang="es-CO" noProof="0" dirty="0" err="1"/>
              <a:t>Geographical</a:t>
            </a:r>
            <a:r>
              <a:rPr lang="es-CO" noProof="0" dirty="0"/>
              <a:t> </a:t>
            </a:r>
            <a:r>
              <a:rPr lang="es-CO" noProof="0" dirty="0" err="1"/>
              <a:t>Reach</a:t>
            </a:r>
            <a:r>
              <a:rPr lang="es-CO" noProof="0" dirty="0"/>
              <a:t> </a:t>
            </a:r>
            <a:r>
              <a:rPr lang="es-CO" noProof="0" dirty="0" err="1"/>
              <a:t>Within</a:t>
            </a:r>
            <a:r>
              <a:rPr lang="es-CO" noProof="0" dirty="0"/>
              <a:t> </a:t>
            </a:r>
            <a:r>
              <a:rPr lang="es-CO" noProof="0" dirty="0" err="1"/>
              <a:t>the</a:t>
            </a:r>
            <a:r>
              <a:rPr lang="es-CO" noProof="0" dirty="0"/>
              <a:t> </a:t>
            </a:r>
            <a:r>
              <a:rPr lang="es-CO" noProof="0" dirty="0" err="1"/>
              <a:t>Colombian</a:t>
            </a:r>
            <a:r>
              <a:rPr lang="es-CO" noProof="0" dirty="0"/>
              <a:t> </a:t>
            </a:r>
            <a:r>
              <a:rPr lang="es-CO" noProof="0" dirty="0" err="1"/>
              <a:t>Market</a:t>
            </a:r>
            <a:endParaRPr lang="es-CO" noProof="0" dirty="0"/>
          </a:p>
        </p:txBody>
      </p:sp>
      <p:sp>
        <p:nvSpPr>
          <p:cNvPr id="11" name="Content Placeholder 10">
            <a:extLst>
              <a:ext uri="{FF2B5EF4-FFF2-40B4-BE49-F238E27FC236}">
                <a16:creationId xmlns:a16="http://schemas.microsoft.com/office/drawing/2014/main" id="{D32EBD62-71F1-7F03-7D4E-56BA5246BF85}"/>
              </a:ext>
            </a:extLst>
          </p:cNvPr>
          <p:cNvSpPr>
            <a:spLocks noGrp="1"/>
          </p:cNvSpPr>
          <p:nvPr>
            <p:ph sz="quarter" idx="13"/>
          </p:nvPr>
        </p:nvSpPr>
        <p:spPr/>
        <p:txBody>
          <a:bodyPr vert="horz" lIns="0" tIns="36000" rIns="0" bIns="0" rtlCol="0">
            <a:spAutoFit/>
          </a:bodyPr>
          <a:lstStyle/>
          <a:p>
            <a:r>
              <a:rPr lang="pt-BR" dirty="0" err="1"/>
              <a:t>Through</a:t>
            </a:r>
            <a:r>
              <a:rPr lang="pt-BR" dirty="0"/>
              <a:t> its Warehouse network </a:t>
            </a:r>
            <a:r>
              <a:rPr lang="pt-BR" dirty="0" err="1"/>
              <a:t>and</a:t>
            </a:r>
            <a:r>
              <a:rPr lang="pt-BR" dirty="0"/>
              <a:t> </a:t>
            </a:r>
            <a:r>
              <a:rPr lang="pt-BR" dirty="0" err="1"/>
              <a:t>commerical</a:t>
            </a:r>
            <a:r>
              <a:rPr lang="pt-BR" dirty="0"/>
              <a:t> </a:t>
            </a:r>
            <a:r>
              <a:rPr lang="pt-BR" dirty="0" err="1"/>
              <a:t>presence</a:t>
            </a:r>
            <a:r>
              <a:rPr lang="pt-BR" dirty="0"/>
              <a:t>, </a:t>
            </a:r>
            <a:r>
              <a:rPr lang="pt-BR" dirty="0" err="1"/>
              <a:t>the</a:t>
            </a:r>
            <a:r>
              <a:rPr lang="pt-BR" dirty="0"/>
              <a:t> </a:t>
            </a:r>
            <a:r>
              <a:rPr lang="pt-BR" dirty="0" err="1"/>
              <a:t>company</a:t>
            </a:r>
            <a:r>
              <a:rPr lang="pt-BR" dirty="0"/>
              <a:t> serves </a:t>
            </a:r>
            <a:r>
              <a:rPr lang="pt-BR" dirty="0" err="1"/>
              <a:t>the</a:t>
            </a:r>
            <a:r>
              <a:rPr lang="pt-BR" dirty="0"/>
              <a:t> </a:t>
            </a:r>
            <a:r>
              <a:rPr lang="pt-BR" dirty="0" err="1"/>
              <a:t>most</a:t>
            </a:r>
            <a:r>
              <a:rPr lang="pt-BR" dirty="0"/>
              <a:t> importante </a:t>
            </a:r>
            <a:r>
              <a:rPr lang="pt-BR" dirty="0" err="1"/>
              <a:t>regions</a:t>
            </a:r>
            <a:r>
              <a:rPr lang="pt-BR" dirty="0"/>
              <a:t> in </a:t>
            </a:r>
            <a:r>
              <a:rPr lang="pt-BR" dirty="0" err="1"/>
              <a:t>the</a:t>
            </a:r>
            <a:r>
              <a:rPr lang="pt-BR" dirty="0"/>
              <a:t> </a:t>
            </a:r>
            <a:r>
              <a:rPr lang="pt-BR" dirty="0" err="1"/>
              <a:t>colombian</a:t>
            </a:r>
            <a:r>
              <a:rPr lang="pt-BR" dirty="0"/>
              <a:t> </a:t>
            </a:r>
            <a:r>
              <a:rPr lang="pt-BR" dirty="0" err="1"/>
              <a:t>market</a:t>
            </a:r>
            <a:endParaRPr lang="es-CO" dirty="0"/>
          </a:p>
        </p:txBody>
      </p:sp>
      <p:sp>
        <p:nvSpPr>
          <p:cNvPr id="2" name="Text Placeholder 1">
            <a:extLst>
              <a:ext uri="{FF2B5EF4-FFF2-40B4-BE49-F238E27FC236}">
                <a16:creationId xmlns:a16="http://schemas.microsoft.com/office/drawing/2014/main" id="{6919824F-DDB3-D29A-EDF7-2A16B32D2487}"/>
              </a:ext>
            </a:extLst>
          </p:cNvPr>
          <p:cNvSpPr>
            <a:spLocks noGrp="1"/>
          </p:cNvSpPr>
          <p:nvPr>
            <p:ph type="body" sz="quarter" idx="36"/>
          </p:nvPr>
        </p:nvSpPr>
        <p:spPr/>
        <p:txBody>
          <a:bodyPr/>
          <a:lstStyle/>
          <a:p>
            <a:r>
              <a:rPr lang="pt-BR"/>
              <a:t>Source: Company Information</a:t>
            </a:r>
          </a:p>
        </p:txBody>
      </p:sp>
      <p:sp>
        <p:nvSpPr>
          <p:cNvPr id="459" name="Rectangle 458">
            <a:extLst>
              <a:ext uri="{FF2B5EF4-FFF2-40B4-BE49-F238E27FC236}">
                <a16:creationId xmlns:a16="http://schemas.microsoft.com/office/drawing/2014/main" id="{C5C50A37-29E2-26D3-6949-8D699BC49FED}"/>
              </a:ext>
            </a:extLst>
          </p:cNvPr>
          <p:cNvSpPr/>
          <p:nvPr/>
        </p:nvSpPr>
        <p:spPr>
          <a:xfrm>
            <a:off x="6529077" y="1995743"/>
            <a:ext cx="5278647" cy="215444"/>
          </a:xfrm>
          <a:prstGeom prst="rect">
            <a:avLst/>
          </a:prstGeom>
          <a:noFill/>
        </p:spPr>
        <p:txBody>
          <a:bodyPr wrap="square" lIns="0" tIns="0" rIns="0" bIns="0" rtlCol="0">
            <a:spAutoFit/>
          </a:bodyPr>
          <a:lstStyle/>
          <a:p>
            <a:r>
              <a:rPr lang="es-CO" sz="1400" dirty="0">
                <a:solidFill>
                  <a:schemeClr val="tx2"/>
                </a:solidFill>
                <a:latin typeface="Poppins SemiBold" panose="00000700000000000000" pitchFamily="2" charset="0"/>
                <a:ea typeface="Source Serif Pro SemiBold" panose="02040703050405020204" pitchFamily="18" charset="0"/>
                <a:cs typeface="Poppins SemiBold" panose="00000700000000000000" pitchFamily="2" charset="0"/>
              </a:rPr>
              <a:t>...and </a:t>
            </a:r>
            <a:r>
              <a:rPr lang="es-CO" sz="1400" dirty="0" err="1">
                <a:solidFill>
                  <a:schemeClr val="tx2"/>
                </a:solidFill>
                <a:latin typeface="Poppins SemiBold" panose="00000700000000000000" pitchFamily="2" charset="0"/>
                <a:ea typeface="Source Serif Pro SemiBold" panose="02040703050405020204" pitchFamily="18" charset="0"/>
                <a:cs typeface="Poppins SemiBold" panose="00000700000000000000" pitchFamily="2" charset="0"/>
              </a:rPr>
              <a:t>is</a:t>
            </a:r>
            <a:r>
              <a:rPr lang="es-CO" sz="1400" dirty="0">
                <a:solidFill>
                  <a:schemeClr val="tx2"/>
                </a:solidFill>
                <a:latin typeface="Poppins SemiBold" panose="00000700000000000000" pitchFamily="2" charset="0"/>
                <a:ea typeface="Source Serif Pro SemiBold" panose="02040703050405020204" pitchFamily="18" charset="0"/>
                <a:cs typeface="Poppins SemiBold" panose="00000700000000000000" pitchFamily="2" charset="0"/>
              </a:rPr>
              <a:t> </a:t>
            </a:r>
            <a:r>
              <a:rPr lang="es-CO" sz="1400" dirty="0" err="1">
                <a:solidFill>
                  <a:schemeClr val="tx2"/>
                </a:solidFill>
                <a:latin typeface="Poppins SemiBold" panose="00000700000000000000" pitchFamily="2" charset="0"/>
                <a:ea typeface="Source Serif Pro SemiBold" panose="02040703050405020204" pitchFamily="18" charset="0"/>
                <a:cs typeface="Poppins SemiBold" panose="00000700000000000000" pitchFamily="2" charset="0"/>
              </a:rPr>
              <a:t>steadily</a:t>
            </a:r>
            <a:r>
              <a:rPr lang="es-CO" sz="1400" dirty="0">
                <a:solidFill>
                  <a:schemeClr val="tx2"/>
                </a:solidFill>
                <a:latin typeface="Poppins SemiBold" panose="00000700000000000000" pitchFamily="2" charset="0"/>
                <a:ea typeface="Source Serif Pro SemiBold" panose="02040703050405020204" pitchFamily="18" charset="0"/>
                <a:cs typeface="Poppins SemiBold" panose="00000700000000000000" pitchFamily="2" charset="0"/>
              </a:rPr>
              <a:t> </a:t>
            </a:r>
            <a:r>
              <a:rPr lang="es-CO" sz="1400" dirty="0" err="1">
                <a:solidFill>
                  <a:schemeClr val="tx2"/>
                </a:solidFill>
                <a:latin typeface="Poppins SemiBold" panose="00000700000000000000" pitchFamily="2" charset="0"/>
                <a:ea typeface="Source Serif Pro SemiBold" panose="02040703050405020204" pitchFamily="18" charset="0"/>
                <a:cs typeface="Poppins SemiBold" panose="00000700000000000000" pitchFamily="2" charset="0"/>
              </a:rPr>
              <a:t>penetrating</a:t>
            </a:r>
            <a:r>
              <a:rPr lang="es-CO" sz="1400" dirty="0">
                <a:solidFill>
                  <a:schemeClr val="tx2"/>
                </a:solidFill>
                <a:latin typeface="Poppins SemiBold" panose="00000700000000000000" pitchFamily="2" charset="0"/>
                <a:ea typeface="Source Serif Pro SemiBold" panose="02040703050405020204" pitchFamily="18" charset="0"/>
                <a:cs typeface="Poppins SemiBold" panose="00000700000000000000" pitchFamily="2" charset="0"/>
              </a:rPr>
              <a:t> </a:t>
            </a:r>
            <a:r>
              <a:rPr lang="es-CO" sz="1400" dirty="0" err="1">
                <a:solidFill>
                  <a:schemeClr val="tx2"/>
                </a:solidFill>
                <a:latin typeface="Poppins SemiBold" panose="00000700000000000000" pitchFamily="2" charset="0"/>
                <a:ea typeface="Source Serif Pro SemiBold" panose="02040703050405020204" pitchFamily="18" charset="0"/>
                <a:cs typeface="Poppins SemiBold" panose="00000700000000000000" pitchFamily="2" charset="0"/>
              </a:rPr>
              <a:t>all</a:t>
            </a:r>
            <a:r>
              <a:rPr lang="es-CO" sz="1400" dirty="0">
                <a:solidFill>
                  <a:schemeClr val="tx2"/>
                </a:solidFill>
                <a:latin typeface="Poppins SemiBold" panose="00000700000000000000" pitchFamily="2" charset="0"/>
                <a:ea typeface="Source Serif Pro SemiBold" panose="02040703050405020204" pitchFamily="18" charset="0"/>
                <a:cs typeface="Poppins SemiBold" panose="00000700000000000000" pitchFamily="2" charset="0"/>
              </a:rPr>
              <a:t> </a:t>
            </a:r>
            <a:r>
              <a:rPr lang="es-CO" sz="1400" dirty="0" err="1">
                <a:solidFill>
                  <a:schemeClr val="tx2"/>
                </a:solidFill>
                <a:latin typeface="Poppins SemiBold" panose="00000700000000000000" pitchFamily="2" charset="0"/>
                <a:ea typeface="Source Serif Pro SemiBold" panose="02040703050405020204" pitchFamily="18" charset="0"/>
                <a:cs typeface="Poppins SemiBold" panose="00000700000000000000" pitchFamily="2" charset="0"/>
              </a:rPr>
              <a:t>regions</a:t>
            </a:r>
            <a:r>
              <a:rPr lang="es-CO" sz="1400" dirty="0">
                <a:solidFill>
                  <a:schemeClr val="tx2"/>
                </a:solidFill>
                <a:latin typeface="Poppins SemiBold" panose="00000700000000000000" pitchFamily="2" charset="0"/>
                <a:ea typeface="Source Serif Pro SemiBold" panose="02040703050405020204" pitchFamily="18" charset="0"/>
                <a:cs typeface="Poppins SemiBold" panose="00000700000000000000" pitchFamily="2" charset="0"/>
              </a:rPr>
              <a:t> in </a:t>
            </a:r>
            <a:r>
              <a:rPr lang="es-CO" sz="1400" dirty="0" err="1">
                <a:solidFill>
                  <a:schemeClr val="tx2"/>
                </a:solidFill>
                <a:latin typeface="Poppins SemiBold" panose="00000700000000000000" pitchFamily="2" charset="0"/>
                <a:ea typeface="Source Serif Pro SemiBold" panose="02040703050405020204" pitchFamily="18" charset="0"/>
                <a:cs typeface="Poppins SemiBold" panose="00000700000000000000" pitchFamily="2" charset="0"/>
              </a:rPr>
              <a:t>the</a:t>
            </a:r>
            <a:r>
              <a:rPr lang="es-CO" sz="1400" dirty="0">
                <a:solidFill>
                  <a:schemeClr val="tx2"/>
                </a:solidFill>
                <a:latin typeface="Poppins SemiBold" panose="00000700000000000000" pitchFamily="2" charset="0"/>
                <a:ea typeface="Source Serif Pro SemiBold" panose="02040703050405020204" pitchFamily="18" charset="0"/>
                <a:cs typeface="Poppins SemiBold" panose="00000700000000000000" pitchFamily="2" charset="0"/>
              </a:rPr>
              <a:t> country...</a:t>
            </a:r>
          </a:p>
        </p:txBody>
      </p:sp>
      <p:sp>
        <p:nvSpPr>
          <p:cNvPr id="460" name="Rectangle 459">
            <a:extLst>
              <a:ext uri="{FF2B5EF4-FFF2-40B4-BE49-F238E27FC236}">
                <a16:creationId xmlns:a16="http://schemas.microsoft.com/office/drawing/2014/main" id="{9811AAB1-F2B2-DABB-41BE-7BFD85309129}"/>
              </a:ext>
            </a:extLst>
          </p:cNvPr>
          <p:cNvSpPr/>
          <p:nvPr/>
        </p:nvSpPr>
        <p:spPr>
          <a:xfrm>
            <a:off x="6537014" y="2222838"/>
            <a:ext cx="2944173" cy="195814"/>
          </a:xfrm>
          <a:prstGeom prst="rect">
            <a:avLst/>
          </a:prstGeom>
        </p:spPr>
        <p:txBody>
          <a:bodyPr vert="horz" wrap="square" lIns="0" tIns="72000" rIns="0" bIns="0" rtlCol="0" anchor="t">
            <a:spAutoFit/>
          </a:bodyPr>
          <a:lstStyle/>
          <a:p>
            <a:r>
              <a:rPr lang="es-CO" sz="800" dirty="0">
                <a:latin typeface="+mj-lt"/>
                <a:ea typeface="Source Serif Pro Light" panose="02040303050405020204" pitchFamily="18" charset="0"/>
                <a:cs typeface="Roboto" panose="02000000000000000000" pitchFamily="2" charset="0"/>
              </a:rPr>
              <a:t>% </a:t>
            </a:r>
            <a:r>
              <a:rPr lang="es-CO" sz="800" dirty="0" err="1">
                <a:latin typeface="+mj-lt"/>
                <a:ea typeface="Source Serif Pro Light" panose="02040303050405020204" pitchFamily="18" charset="0"/>
                <a:cs typeface="Roboto" panose="02000000000000000000" pitchFamily="2" charset="0"/>
              </a:rPr>
              <a:t>of</a:t>
            </a:r>
            <a:r>
              <a:rPr lang="es-CO" sz="800" dirty="0">
                <a:latin typeface="+mj-lt"/>
                <a:ea typeface="Source Serif Pro Light" panose="02040303050405020204" pitchFamily="18" charset="0"/>
                <a:cs typeface="Roboto" panose="02000000000000000000" pitchFamily="2" charset="0"/>
              </a:rPr>
              <a:t> Total Gross </a:t>
            </a:r>
            <a:r>
              <a:rPr lang="es-CO" sz="800" dirty="0" err="1">
                <a:latin typeface="+mj-lt"/>
                <a:ea typeface="Source Serif Pro Light" panose="02040303050405020204" pitchFamily="18" charset="0"/>
                <a:cs typeface="Roboto" panose="02000000000000000000" pitchFamily="2" charset="0"/>
              </a:rPr>
              <a:t>Revenue</a:t>
            </a:r>
            <a:endParaRPr lang="es-CO" sz="800" dirty="0">
              <a:latin typeface="+mj-lt"/>
              <a:ea typeface="Source Serif Pro Light" panose="02040303050405020204" pitchFamily="18" charset="0"/>
              <a:cs typeface="Roboto" panose="02000000000000000000" pitchFamily="2" charset="0"/>
            </a:endParaRPr>
          </a:p>
        </p:txBody>
      </p:sp>
      <p:grpSp>
        <p:nvGrpSpPr>
          <p:cNvPr id="4" name="Group 3">
            <a:extLst>
              <a:ext uri="{FF2B5EF4-FFF2-40B4-BE49-F238E27FC236}">
                <a16:creationId xmlns:a16="http://schemas.microsoft.com/office/drawing/2014/main" id="{58655488-8F6D-2FE5-C76B-538EC8C7435D}"/>
              </a:ext>
            </a:extLst>
          </p:cNvPr>
          <p:cNvGrpSpPr/>
          <p:nvPr/>
        </p:nvGrpSpPr>
        <p:grpSpPr>
          <a:xfrm>
            <a:off x="747899" y="4339211"/>
            <a:ext cx="1729852" cy="265714"/>
            <a:chOff x="4655996" y="2520479"/>
            <a:chExt cx="1729852" cy="265714"/>
          </a:xfrm>
        </p:grpSpPr>
        <p:sp>
          <p:nvSpPr>
            <p:cNvPr id="350" name="Oval 349">
              <a:extLst>
                <a:ext uri="{FF2B5EF4-FFF2-40B4-BE49-F238E27FC236}">
                  <a16:creationId xmlns:a16="http://schemas.microsoft.com/office/drawing/2014/main" id="{9859D82B-2762-6E75-3466-1E046E8C0D91}"/>
                </a:ext>
              </a:extLst>
            </p:cNvPr>
            <p:cNvSpPr/>
            <p:nvPr/>
          </p:nvSpPr>
          <p:spPr>
            <a:xfrm>
              <a:off x="4655996" y="2549204"/>
              <a:ext cx="208266" cy="208264"/>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s-CO" sz="900" b="1" dirty="0">
                  <a:solidFill>
                    <a:schemeClr val="bg1"/>
                  </a:solidFill>
                  <a:latin typeface="+mj-lt"/>
                  <a:ea typeface="Source Serif Pro" panose="02040603050405020204" pitchFamily="18" charset="0"/>
                </a:rPr>
                <a:t>1</a:t>
              </a:r>
            </a:p>
          </p:txBody>
        </p:sp>
        <p:sp>
          <p:nvSpPr>
            <p:cNvPr id="356" name="TextBox 355">
              <a:extLst>
                <a:ext uri="{FF2B5EF4-FFF2-40B4-BE49-F238E27FC236}">
                  <a16:creationId xmlns:a16="http://schemas.microsoft.com/office/drawing/2014/main" id="{B574655A-1199-1779-6E70-4120B2A1F9B4}"/>
                </a:ext>
              </a:extLst>
            </p:cNvPr>
            <p:cNvSpPr txBox="1"/>
            <p:nvPr/>
          </p:nvSpPr>
          <p:spPr>
            <a:xfrm>
              <a:off x="4952138" y="2520479"/>
              <a:ext cx="1433710" cy="265714"/>
            </a:xfrm>
            <a:prstGeom prst="rect">
              <a:avLst/>
            </a:prstGeom>
            <a:noFill/>
          </p:spPr>
          <p:txBody>
            <a:bodyPr wrap="square" lIns="0" tIns="0" rIns="0" bIns="0" rtlCol="0">
              <a:spAutoFit/>
            </a:bodyPr>
            <a:lstStyle/>
            <a:p>
              <a:pPr algn="l">
                <a:lnSpc>
                  <a:spcPct val="110000"/>
                </a:lnSpc>
                <a:spcAft>
                  <a:spcPts val="800"/>
                </a:spcAft>
              </a:pPr>
              <a:r>
                <a:rPr lang="en-US" sz="800" noProof="0" dirty="0">
                  <a:latin typeface="+mj-lt"/>
                  <a:ea typeface="Source Serif Pro" panose="02040603050405020204" pitchFamily="18" charset="0"/>
                </a:rPr>
                <a:t>Cundinamarca &amp; surrounding departments</a:t>
              </a:r>
            </a:p>
          </p:txBody>
        </p:sp>
      </p:grpSp>
      <p:grpSp>
        <p:nvGrpSpPr>
          <p:cNvPr id="5" name="Group 4">
            <a:extLst>
              <a:ext uri="{FF2B5EF4-FFF2-40B4-BE49-F238E27FC236}">
                <a16:creationId xmlns:a16="http://schemas.microsoft.com/office/drawing/2014/main" id="{1DBAF0B8-F06A-7168-E32B-5D74796D4A16}"/>
              </a:ext>
            </a:extLst>
          </p:cNvPr>
          <p:cNvGrpSpPr/>
          <p:nvPr/>
        </p:nvGrpSpPr>
        <p:grpSpPr>
          <a:xfrm>
            <a:off x="747899" y="4683970"/>
            <a:ext cx="879670" cy="208264"/>
            <a:chOff x="4655996" y="2955013"/>
            <a:chExt cx="879670" cy="208264"/>
          </a:xfrm>
        </p:grpSpPr>
        <p:sp>
          <p:nvSpPr>
            <p:cNvPr id="351" name="Oval 350">
              <a:extLst>
                <a:ext uri="{FF2B5EF4-FFF2-40B4-BE49-F238E27FC236}">
                  <a16:creationId xmlns:a16="http://schemas.microsoft.com/office/drawing/2014/main" id="{90843D2F-5681-FDF0-0BBB-EF684AAE455E}"/>
                </a:ext>
              </a:extLst>
            </p:cNvPr>
            <p:cNvSpPr/>
            <p:nvPr/>
          </p:nvSpPr>
          <p:spPr>
            <a:xfrm>
              <a:off x="4655996" y="2955013"/>
              <a:ext cx="208266" cy="208264"/>
            </a:xfrm>
            <a:prstGeom prst="ellips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s-CO" sz="900" b="1" dirty="0">
                  <a:solidFill>
                    <a:schemeClr val="bg1"/>
                  </a:solidFill>
                  <a:latin typeface="+mj-lt"/>
                  <a:ea typeface="Source Serif Pro" panose="02040603050405020204" pitchFamily="18" charset="0"/>
                </a:rPr>
                <a:t>2</a:t>
              </a:r>
            </a:p>
          </p:txBody>
        </p:sp>
        <p:sp>
          <p:nvSpPr>
            <p:cNvPr id="357" name="TextBox 356">
              <a:extLst>
                <a:ext uri="{FF2B5EF4-FFF2-40B4-BE49-F238E27FC236}">
                  <a16:creationId xmlns:a16="http://schemas.microsoft.com/office/drawing/2014/main" id="{BB672605-0E68-3992-CACF-72155CE86CB4}"/>
                </a:ext>
              </a:extLst>
            </p:cNvPr>
            <p:cNvSpPr txBox="1"/>
            <p:nvPr/>
          </p:nvSpPr>
          <p:spPr>
            <a:xfrm>
              <a:off x="4952138" y="2993999"/>
              <a:ext cx="583528" cy="130292"/>
            </a:xfrm>
            <a:prstGeom prst="rect">
              <a:avLst/>
            </a:prstGeom>
            <a:noFill/>
          </p:spPr>
          <p:txBody>
            <a:bodyPr wrap="square" lIns="0" tIns="0" rIns="0" bIns="0" rtlCol="0">
              <a:spAutoFit/>
            </a:bodyPr>
            <a:lstStyle/>
            <a:p>
              <a:pPr algn="l">
                <a:lnSpc>
                  <a:spcPct val="110000"/>
                </a:lnSpc>
                <a:spcAft>
                  <a:spcPts val="800"/>
                </a:spcAft>
              </a:pPr>
              <a:r>
                <a:rPr lang="en-US" sz="800" noProof="0" dirty="0">
                  <a:latin typeface="+mj-lt"/>
                  <a:ea typeface="Source Serif Pro" panose="02040603050405020204" pitchFamily="18" charset="0"/>
                </a:rPr>
                <a:t>Antioquia</a:t>
              </a:r>
            </a:p>
          </p:txBody>
        </p:sp>
      </p:grpSp>
      <p:grpSp>
        <p:nvGrpSpPr>
          <p:cNvPr id="7" name="Group 6">
            <a:extLst>
              <a:ext uri="{FF2B5EF4-FFF2-40B4-BE49-F238E27FC236}">
                <a16:creationId xmlns:a16="http://schemas.microsoft.com/office/drawing/2014/main" id="{FC33F5DD-B41B-C92C-EAF5-8D2C7B10EEC0}"/>
              </a:ext>
            </a:extLst>
          </p:cNvPr>
          <p:cNvGrpSpPr/>
          <p:nvPr/>
        </p:nvGrpSpPr>
        <p:grpSpPr>
          <a:xfrm>
            <a:off x="747899" y="4971279"/>
            <a:ext cx="1083918" cy="208264"/>
            <a:chOff x="4655996" y="3605073"/>
            <a:chExt cx="1083918" cy="208264"/>
          </a:xfrm>
        </p:grpSpPr>
        <p:sp>
          <p:nvSpPr>
            <p:cNvPr id="352" name="Oval 351">
              <a:extLst>
                <a:ext uri="{FF2B5EF4-FFF2-40B4-BE49-F238E27FC236}">
                  <a16:creationId xmlns:a16="http://schemas.microsoft.com/office/drawing/2014/main" id="{7161F0B7-0D82-78B7-4D1C-2968BBC7B7B0}"/>
                </a:ext>
              </a:extLst>
            </p:cNvPr>
            <p:cNvSpPr/>
            <p:nvPr/>
          </p:nvSpPr>
          <p:spPr>
            <a:xfrm>
              <a:off x="4655996" y="3605073"/>
              <a:ext cx="208266" cy="20826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s-CO" sz="900" b="1" dirty="0">
                  <a:solidFill>
                    <a:schemeClr val="bg1"/>
                  </a:solidFill>
                  <a:latin typeface="+mj-lt"/>
                  <a:ea typeface="Source Serif Pro" panose="02040603050405020204" pitchFamily="18" charset="0"/>
                </a:rPr>
                <a:t>3</a:t>
              </a:r>
            </a:p>
          </p:txBody>
        </p:sp>
        <p:sp>
          <p:nvSpPr>
            <p:cNvPr id="358" name="TextBox 357">
              <a:extLst>
                <a:ext uri="{FF2B5EF4-FFF2-40B4-BE49-F238E27FC236}">
                  <a16:creationId xmlns:a16="http://schemas.microsoft.com/office/drawing/2014/main" id="{45522E26-CF88-CD4F-C843-410E2FFB3826}"/>
                </a:ext>
              </a:extLst>
            </p:cNvPr>
            <p:cNvSpPr txBox="1"/>
            <p:nvPr/>
          </p:nvSpPr>
          <p:spPr>
            <a:xfrm>
              <a:off x="4952137" y="3644059"/>
              <a:ext cx="787777" cy="130292"/>
            </a:xfrm>
            <a:prstGeom prst="rect">
              <a:avLst/>
            </a:prstGeom>
            <a:noFill/>
          </p:spPr>
          <p:txBody>
            <a:bodyPr wrap="square" lIns="0" tIns="0" rIns="0" bIns="0" rtlCol="0">
              <a:spAutoFit/>
            </a:bodyPr>
            <a:lstStyle/>
            <a:p>
              <a:pPr algn="l">
                <a:lnSpc>
                  <a:spcPct val="110000"/>
                </a:lnSpc>
                <a:spcAft>
                  <a:spcPts val="800"/>
                </a:spcAft>
              </a:pPr>
              <a:r>
                <a:rPr lang="en-US" sz="800" noProof="0" dirty="0">
                  <a:latin typeface="+mj-lt"/>
                  <a:ea typeface="Source Serif Pro" panose="02040603050405020204" pitchFamily="18" charset="0"/>
                </a:rPr>
                <a:t>Atlantic Coast</a:t>
              </a:r>
            </a:p>
          </p:txBody>
        </p:sp>
      </p:grpSp>
      <p:grpSp>
        <p:nvGrpSpPr>
          <p:cNvPr id="9" name="Group 8">
            <a:extLst>
              <a:ext uri="{FF2B5EF4-FFF2-40B4-BE49-F238E27FC236}">
                <a16:creationId xmlns:a16="http://schemas.microsoft.com/office/drawing/2014/main" id="{780048A4-3051-87D4-EF72-1AA8BEDC8FB8}"/>
              </a:ext>
            </a:extLst>
          </p:cNvPr>
          <p:cNvGrpSpPr/>
          <p:nvPr/>
        </p:nvGrpSpPr>
        <p:grpSpPr>
          <a:xfrm>
            <a:off x="747899" y="5258588"/>
            <a:ext cx="947198" cy="208264"/>
            <a:chOff x="4655996" y="4255133"/>
            <a:chExt cx="947198" cy="208264"/>
          </a:xfrm>
        </p:grpSpPr>
        <p:sp>
          <p:nvSpPr>
            <p:cNvPr id="353" name="Oval 352">
              <a:extLst>
                <a:ext uri="{FF2B5EF4-FFF2-40B4-BE49-F238E27FC236}">
                  <a16:creationId xmlns:a16="http://schemas.microsoft.com/office/drawing/2014/main" id="{BD041D2B-5C38-7662-E691-25ECB3D48B09}"/>
                </a:ext>
              </a:extLst>
            </p:cNvPr>
            <p:cNvSpPr/>
            <p:nvPr/>
          </p:nvSpPr>
          <p:spPr>
            <a:xfrm>
              <a:off x="4655996" y="4255133"/>
              <a:ext cx="208266" cy="20826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s-CO" sz="900" b="1" dirty="0">
                  <a:solidFill>
                    <a:schemeClr val="bg1"/>
                  </a:solidFill>
                  <a:latin typeface="+mj-lt"/>
                  <a:ea typeface="Source Serif Pro" panose="02040603050405020204" pitchFamily="18" charset="0"/>
                </a:rPr>
                <a:t>4</a:t>
              </a:r>
            </a:p>
          </p:txBody>
        </p:sp>
        <p:sp>
          <p:nvSpPr>
            <p:cNvPr id="359" name="TextBox 358">
              <a:extLst>
                <a:ext uri="{FF2B5EF4-FFF2-40B4-BE49-F238E27FC236}">
                  <a16:creationId xmlns:a16="http://schemas.microsoft.com/office/drawing/2014/main" id="{A4F80A22-4125-5DA5-DCEC-377B86939948}"/>
                </a:ext>
              </a:extLst>
            </p:cNvPr>
            <p:cNvSpPr txBox="1"/>
            <p:nvPr/>
          </p:nvSpPr>
          <p:spPr>
            <a:xfrm>
              <a:off x="4952138" y="4294119"/>
              <a:ext cx="651056" cy="130292"/>
            </a:xfrm>
            <a:prstGeom prst="rect">
              <a:avLst/>
            </a:prstGeom>
            <a:noFill/>
          </p:spPr>
          <p:txBody>
            <a:bodyPr wrap="square" lIns="0" tIns="0" rIns="0" bIns="0" rtlCol="0">
              <a:spAutoFit/>
            </a:bodyPr>
            <a:lstStyle/>
            <a:p>
              <a:pPr algn="l">
                <a:lnSpc>
                  <a:spcPct val="110000"/>
                </a:lnSpc>
                <a:spcAft>
                  <a:spcPts val="800"/>
                </a:spcAft>
              </a:pPr>
              <a:r>
                <a:rPr lang="en-US" sz="800" noProof="0" dirty="0">
                  <a:latin typeface="+mj-lt"/>
                  <a:ea typeface="Source Serif Pro" panose="02040603050405020204" pitchFamily="18" charset="0"/>
                </a:rPr>
                <a:t>Coffee Axis</a:t>
              </a:r>
            </a:p>
          </p:txBody>
        </p:sp>
      </p:grpSp>
      <p:grpSp>
        <p:nvGrpSpPr>
          <p:cNvPr id="10" name="Group 9">
            <a:extLst>
              <a:ext uri="{FF2B5EF4-FFF2-40B4-BE49-F238E27FC236}">
                <a16:creationId xmlns:a16="http://schemas.microsoft.com/office/drawing/2014/main" id="{A8CA7014-9F7D-EF5B-BF1D-5A261A1554D9}"/>
              </a:ext>
            </a:extLst>
          </p:cNvPr>
          <p:cNvGrpSpPr/>
          <p:nvPr/>
        </p:nvGrpSpPr>
        <p:grpSpPr>
          <a:xfrm>
            <a:off x="747899" y="5545897"/>
            <a:ext cx="773381" cy="208264"/>
            <a:chOff x="4655996" y="4905193"/>
            <a:chExt cx="773381" cy="208264"/>
          </a:xfrm>
        </p:grpSpPr>
        <p:sp>
          <p:nvSpPr>
            <p:cNvPr id="354" name="Oval 353">
              <a:extLst>
                <a:ext uri="{FF2B5EF4-FFF2-40B4-BE49-F238E27FC236}">
                  <a16:creationId xmlns:a16="http://schemas.microsoft.com/office/drawing/2014/main" id="{3E48127B-A450-0555-0A2F-14ACD01A8471}"/>
                </a:ext>
              </a:extLst>
            </p:cNvPr>
            <p:cNvSpPr/>
            <p:nvPr/>
          </p:nvSpPr>
          <p:spPr>
            <a:xfrm>
              <a:off x="4655996" y="4905193"/>
              <a:ext cx="208266" cy="208264"/>
            </a:xfrm>
            <a:prstGeom prst="ellipse">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s-CO" sz="900" b="1" dirty="0">
                  <a:solidFill>
                    <a:schemeClr val="bg1"/>
                  </a:solidFill>
                  <a:latin typeface="+mj-lt"/>
                  <a:ea typeface="Source Serif Pro" panose="02040603050405020204" pitchFamily="18" charset="0"/>
                </a:rPr>
                <a:t>5</a:t>
              </a:r>
            </a:p>
          </p:txBody>
        </p:sp>
        <p:sp>
          <p:nvSpPr>
            <p:cNvPr id="360" name="TextBox 359">
              <a:extLst>
                <a:ext uri="{FF2B5EF4-FFF2-40B4-BE49-F238E27FC236}">
                  <a16:creationId xmlns:a16="http://schemas.microsoft.com/office/drawing/2014/main" id="{769EA88F-496E-2560-6DCD-EEBE4AF3748D}"/>
                </a:ext>
              </a:extLst>
            </p:cNvPr>
            <p:cNvSpPr txBox="1"/>
            <p:nvPr/>
          </p:nvSpPr>
          <p:spPr>
            <a:xfrm>
              <a:off x="4952138" y="4944179"/>
              <a:ext cx="477239" cy="130292"/>
            </a:xfrm>
            <a:prstGeom prst="rect">
              <a:avLst/>
            </a:prstGeom>
            <a:noFill/>
          </p:spPr>
          <p:txBody>
            <a:bodyPr wrap="square" lIns="0" tIns="0" rIns="0" bIns="0" rtlCol="0">
              <a:spAutoFit/>
            </a:bodyPr>
            <a:lstStyle/>
            <a:p>
              <a:pPr algn="l">
                <a:lnSpc>
                  <a:spcPct val="110000"/>
                </a:lnSpc>
                <a:spcAft>
                  <a:spcPts val="800"/>
                </a:spcAft>
              </a:pPr>
              <a:r>
                <a:rPr lang="en-US" sz="800" noProof="0" dirty="0">
                  <a:latin typeface="+mj-lt"/>
                  <a:ea typeface="Source Serif Pro" panose="02040603050405020204" pitchFamily="18" charset="0"/>
                </a:rPr>
                <a:t>Pacific</a:t>
              </a:r>
            </a:p>
          </p:txBody>
        </p:sp>
      </p:grpSp>
      <p:grpSp>
        <p:nvGrpSpPr>
          <p:cNvPr id="12" name="Group 11">
            <a:extLst>
              <a:ext uri="{FF2B5EF4-FFF2-40B4-BE49-F238E27FC236}">
                <a16:creationId xmlns:a16="http://schemas.microsoft.com/office/drawing/2014/main" id="{742218A5-A473-CB4F-4FBA-E19B673855A6}"/>
              </a:ext>
            </a:extLst>
          </p:cNvPr>
          <p:cNvGrpSpPr/>
          <p:nvPr/>
        </p:nvGrpSpPr>
        <p:grpSpPr>
          <a:xfrm>
            <a:off x="747899" y="5833204"/>
            <a:ext cx="947198" cy="208264"/>
            <a:chOff x="4655996" y="5555253"/>
            <a:chExt cx="947198" cy="208264"/>
          </a:xfrm>
        </p:grpSpPr>
        <p:sp>
          <p:nvSpPr>
            <p:cNvPr id="355" name="Oval 354">
              <a:extLst>
                <a:ext uri="{FF2B5EF4-FFF2-40B4-BE49-F238E27FC236}">
                  <a16:creationId xmlns:a16="http://schemas.microsoft.com/office/drawing/2014/main" id="{45B7A188-0605-5239-D475-26021ADA8AA2}"/>
                </a:ext>
              </a:extLst>
            </p:cNvPr>
            <p:cNvSpPr/>
            <p:nvPr/>
          </p:nvSpPr>
          <p:spPr>
            <a:xfrm>
              <a:off x="4655996" y="5555253"/>
              <a:ext cx="208266" cy="20826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s-CO" sz="900" b="1" dirty="0">
                  <a:solidFill>
                    <a:schemeClr val="bg2"/>
                  </a:solidFill>
                  <a:latin typeface="+mj-lt"/>
                  <a:ea typeface="Source Serif Pro" panose="02040603050405020204" pitchFamily="18" charset="0"/>
                </a:rPr>
                <a:t>6</a:t>
              </a:r>
            </a:p>
          </p:txBody>
        </p:sp>
        <p:sp>
          <p:nvSpPr>
            <p:cNvPr id="361" name="TextBox 360">
              <a:extLst>
                <a:ext uri="{FF2B5EF4-FFF2-40B4-BE49-F238E27FC236}">
                  <a16:creationId xmlns:a16="http://schemas.microsoft.com/office/drawing/2014/main" id="{22412B01-8FAA-8F22-6F5D-20BED7FFE337}"/>
                </a:ext>
              </a:extLst>
            </p:cNvPr>
            <p:cNvSpPr txBox="1"/>
            <p:nvPr/>
          </p:nvSpPr>
          <p:spPr>
            <a:xfrm>
              <a:off x="4952138" y="5594239"/>
              <a:ext cx="651056" cy="130292"/>
            </a:xfrm>
            <a:prstGeom prst="rect">
              <a:avLst/>
            </a:prstGeom>
            <a:noFill/>
          </p:spPr>
          <p:txBody>
            <a:bodyPr wrap="square" lIns="0" tIns="0" rIns="0" bIns="0" rtlCol="0">
              <a:spAutoFit/>
            </a:bodyPr>
            <a:lstStyle/>
            <a:p>
              <a:pPr algn="l">
                <a:lnSpc>
                  <a:spcPct val="110000"/>
                </a:lnSpc>
                <a:spcAft>
                  <a:spcPts val="800"/>
                </a:spcAft>
              </a:pPr>
              <a:r>
                <a:rPr lang="en-US" sz="800" noProof="0" dirty="0" err="1">
                  <a:latin typeface="+mj-lt"/>
                  <a:ea typeface="Source Serif Pro" panose="02040603050405020204" pitchFamily="18" charset="0"/>
                </a:rPr>
                <a:t>Santanders</a:t>
              </a:r>
              <a:endParaRPr lang="en-US" sz="800" noProof="0" dirty="0">
                <a:latin typeface="+mj-lt"/>
                <a:ea typeface="Source Serif Pro" panose="02040603050405020204" pitchFamily="18" charset="0"/>
              </a:endParaRPr>
            </a:p>
          </p:txBody>
        </p:sp>
      </p:grpSp>
      <p:grpSp>
        <p:nvGrpSpPr>
          <p:cNvPr id="47" name="Group 46">
            <a:extLst>
              <a:ext uri="{FF2B5EF4-FFF2-40B4-BE49-F238E27FC236}">
                <a16:creationId xmlns:a16="http://schemas.microsoft.com/office/drawing/2014/main" id="{E83CEC20-CF70-DF31-36CF-3359CEA6AB99}"/>
              </a:ext>
            </a:extLst>
          </p:cNvPr>
          <p:cNvGrpSpPr/>
          <p:nvPr/>
        </p:nvGrpSpPr>
        <p:grpSpPr>
          <a:xfrm>
            <a:off x="8774322" y="3016129"/>
            <a:ext cx="3091458" cy="3035816"/>
            <a:chOff x="8774322" y="3016129"/>
            <a:chExt cx="3091458" cy="3035816"/>
          </a:xfrm>
        </p:grpSpPr>
        <p:sp>
          <p:nvSpPr>
            <p:cNvPr id="1035" name="Rectangle 1034">
              <a:extLst>
                <a:ext uri="{FF2B5EF4-FFF2-40B4-BE49-F238E27FC236}">
                  <a16:creationId xmlns:a16="http://schemas.microsoft.com/office/drawing/2014/main" id="{280B650F-DC33-5931-DF88-B207B81650B1}"/>
                </a:ext>
              </a:extLst>
            </p:cNvPr>
            <p:cNvSpPr/>
            <p:nvPr/>
          </p:nvSpPr>
          <p:spPr>
            <a:xfrm>
              <a:off x="10104944" y="3016129"/>
              <a:ext cx="392112" cy="279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12000"/>
                </a:lnSpc>
                <a:spcBef>
                  <a:spcPts val="0"/>
                </a:spcBef>
                <a:spcAft>
                  <a:spcPts val="800"/>
                </a:spcAft>
                <a:buClrTx/>
                <a:buSzTx/>
                <a:buFontTx/>
                <a:buNone/>
                <a:tabLst/>
                <a:defRPr/>
              </a:pPr>
              <a:r>
                <a:rPr lang="es-CO" sz="900" dirty="0">
                  <a:solidFill>
                    <a:schemeClr val="tx2"/>
                  </a:solidFill>
                  <a:latin typeface="Poppins SemiBold" panose="00000700000000000000" pitchFamily="2" charset="0"/>
                  <a:ea typeface="Source Serif Pro SemiBold" panose="02040703050405020204" pitchFamily="18" charset="0"/>
                  <a:cs typeface="Poppins SemiBold" panose="00000700000000000000" pitchFamily="2" charset="0"/>
                </a:rPr>
                <a:t>2024</a:t>
              </a:r>
              <a:endParaRPr kumimoji="0" lang="es-CO" sz="900" i="0" u="none" strike="noStrike" kern="1200" cap="none" spc="0" normalizeH="0" baseline="0" noProof="0" dirty="0">
                <a:ln>
                  <a:noFill/>
                </a:ln>
                <a:solidFill>
                  <a:schemeClr val="tx2"/>
                </a:solidFill>
                <a:effectLst/>
                <a:uLnTx/>
                <a:uFillTx/>
                <a:latin typeface="Poppins SemiBold" panose="00000700000000000000" pitchFamily="2" charset="0"/>
                <a:ea typeface="Source Serif Pro SemiBold" panose="02040703050405020204" pitchFamily="18" charset="0"/>
                <a:cs typeface="Poppins SemiBold" panose="00000700000000000000" pitchFamily="2" charset="0"/>
              </a:endParaRPr>
            </a:p>
          </p:txBody>
        </p:sp>
        <p:graphicFrame>
          <p:nvGraphicFramePr>
            <p:cNvPr id="16" name="Chart 15">
              <a:extLst>
                <a:ext uri="{FF2B5EF4-FFF2-40B4-BE49-F238E27FC236}">
                  <a16:creationId xmlns:a16="http://schemas.microsoft.com/office/drawing/2014/main" id="{B3480428-2FDD-2503-0415-8790806788A6}"/>
                </a:ext>
              </a:extLst>
            </p:cNvPr>
            <p:cNvGraphicFramePr/>
            <p:nvPr>
              <p:extLst>
                <p:ext uri="{D42A27DB-BD31-4B8C-83A1-F6EECF244321}">
                  <p14:modId xmlns:p14="http://schemas.microsoft.com/office/powerpoint/2010/main" val="4189878595"/>
                </p:ext>
              </p:extLst>
            </p:nvPr>
          </p:nvGraphicFramePr>
          <p:xfrm>
            <a:off x="8774322" y="3422369"/>
            <a:ext cx="3091458" cy="2629576"/>
          </p:xfrm>
          <a:graphic>
            <a:graphicData uri="http://schemas.openxmlformats.org/drawingml/2006/chart">
              <c:chart xmlns:c="http://schemas.openxmlformats.org/drawingml/2006/chart" xmlns:r="http://schemas.openxmlformats.org/officeDocument/2006/relationships" r:id="rId3"/>
            </a:graphicData>
          </a:graphic>
        </p:graphicFrame>
      </p:grpSp>
      <p:grpSp>
        <p:nvGrpSpPr>
          <p:cNvPr id="46" name="Group 45">
            <a:extLst>
              <a:ext uri="{FF2B5EF4-FFF2-40B4-BE49-F238E27FC236}">
                <a16:creationId xmlns:a16="http://schemas.microsoft.com/office/drawing/2014/main" id="{B8619E8E-4AF9-9EE8-CC00-1EA9DEE87E04}"/>
              </a:ext>
            </a:extLst>
          </p:cNvPr>
          <p:cNvGrpSpPr/>
          <p:nvPr/>
        </p:nvGrpSpPr>
        <p:grpSpPr>
          <a:xfrm>
            <a:off x="6131245" y="3016129"/>
            <a:ext cx="3091458" cy="3035816"/>
            <a:chOff x="6131245" y="3016129"/>
            <a:chExt cx="3091458" cy="3035816"/>
          </a:xfrm>
        </p:grpSpPr>
        <p:sp>
          <p:nvSpPr>
            <p:cNvPr id="1034" name="Rectangle 1033">
              <a:extLst>
                <a:ext uri="{FF2B5EF4-FFF2-40B4-BE49-F238E27FC236}">
                  <a16:creationId xmlns:a16="http://schemas.microsoft.com/office/drawing/2014/main" id="{51CE1232-60C3-DBBA-F836-300FB39778A1}"/>
                </a:ext>
              </a:extLst>
            </p:cNvPr>
            <p:cNvSpPr/>
            <p:nvPr/>
          </p:nvSpPr>
          <p:spPr>
            <a:xfrm>
              <a:off x="7480918" y="3016129"/>
              <a:ext cx="392112" cy="279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12000"/>
                </a:lnSpc>
                <a:spcBef>
                  <a:spcPts val="0"/>
                </a:spcBef>
                <a:spcAft>
                  <a:spcPts val="800"/>
                </a:spcAft>
                <a:buClrTx/>
                <a:buSzTx/>
                <a:buFontTx/>
                <a:buNone/>
                <a:tabLst/>
                <a:defRPr/>
              </a:pPr>
              <a:r>
                <a:rPr lang="es-CO" sz="900" dirty="0">
                  <a:solidFill>
                    <a:schemeClr val="tx2"/>
                  </a:solidFill>
                  <a:latin typeface="Poppins SemiBold" panose="00000700000000000000" pitchFamily="2" charset="0"/>
                  <a:ea typeface="Source Serif Pro SemiBold" panose="02040703050405020204" pitchFamily="18" charset="0"/>
                  <a:cs typeface="Poppins SemiBold" panose="00000700000000000000" pitchFamily="2" charset="0"/>
                </a:rPr>
                <a:t>2019</a:t>
              </a:r>
              <a:endParaRPr kumimoji="0" lang="es-CO" sz="900" i="0" u="none" strike="noStrike" kern="1200" cap="none" spc="0" normalizeH="0" baseline="0" noProof="0" dirty="0">
                <a:ln>
                  <a:noFill/>
                </a:ln>
                <a:solidFill>
                  <a:schemeClr val="tx2"/>
                </a:solidFill>
                <a:effectLst/>
                <a:uLnTx/>
                <a:uFillTx/>
                <a:latin typeface="Poppins SemiBold" panose="00000700000000000000" pitchFamily="2" charset="0"/>
                <a:ea typeface="Source Serif Pro SemiBold" panose="02040703050405020204" pitchFamily="18" charset="0"/>
                <a:cs typeface="Poppins SemiBold" panose="00000700000000000000" pitchFamily="2" charset="0"/>
              </a:endParaRPr>
            </a:p>
          </p:txBody>
        </p:sp>
        <p:graphicFrame>
          <p:nvGraphicFramePr>
            <p:cNvPr id="17" name="Chart 16">
              <a:extLst>
                <a:ext uri="{FF2B5EF4-FFF2-40B4-BE49-F238E27FC236}">
                  <a16:creationId xmlns:a16="http://schemas.microsoft.com/office/drawing/2014/main" id="{88929625-EB1F-447A-008B-2605F99A7A45}"/>
                </a:ext>
              </a:extLst>
            </p:cNvPr>
            <p:cNvGraphicFramePr/>
            <p:nvPr>
              <p:extLst>
                <p:ext uri="{D42A27DB-BD31-4B8C-83A1-F6EECF244321}">
                  <p14:modId xmlns:p14="http://schemas.microsoft.com/office/powerpoint/2010/main" val="3337499722"/>
                </p:ext>
              </p:extLst>
            </p:nvPr>
          </p:nvGraphicFramePr>
          <p:xfrm>
            <a:off x="6131245" y="3422369"/>
            <a:ext cx="3091458" cy="2629576"/>
          </p:xfrm>
          <a:graphic>
            <a:graphicData uri="http://schemas.openxmlformats.org/drawingml/2006/chart">
              <c:chart xmlns:c="http://schemas.openxmlformats.org/drawingml/2006/chart" xmlns:r="http://schemas.openxmlformats.org/officeDocument/2006/relationships" r:id="rId4"/>
            </a:graphicData>
          </a:graphic>
        </p:graphicFrame>
      </p:grpSp>
      <p:grpSp>
        <p:nvGrpSpPr>
          <p:cNvPr id="48" name="Group 47">
            <a:extLst>
              <a:ext uri="{FF2B5EF4-FFF2-40B4-BE49-F238E27FC236}">
                <a16:creationId xmlns:a16="http://schemas.microsoft.com/office/drawing/2014/main" id="{9275E7DE-A1AE-C4E0-2E8B-21FCA3349EF2}"/>
              </a:ext>
            </a:extLst>
          </p:cNvPr>
          <p:cNvGrpSpPr/>
          <p:nvPr/>
        </p:nvGrpSpPr>
        <p:grpSpPr>
          <a:xfrm>
            <a:off x="6537014" y="2655130"/>
            <a:ext cx="4917540" cy="114006"/>
            <a:chOff x="6537014" y="2563051"/>
            <a:chExt cx="4917540" cy="114006"/>
          </a:xfrm>
        </p:grpSpPr>
        <p:grpSp>
          <p:nvGrpSpPr>
            <p:cNvPr id="22" name="Group 21">
              <a:extLst>
                <a:ext uri="{FF2B5EF4-FFF2-40B4-BE49-F238E27FC236}">
                  <a16:creationId xmlns:a16="http://schemas.microsoft.com/office/drawing/2014/main" id="{E7F31360-7157-CB6D-F64E-E21DBED8FDA2}"/>
                </a:ext>
              </a:extLst>
            </p:cNvPr>
            <p:cNvGrpSpPr/>
            <p:nvPr/>
          </p:nvGrpSpPr>
          <p:grpSpPr>
            <a:xfrm>
              <a:off x="6537014" y="2563051"/>
              <a:ext cx="575443" cy="114006"/>
              <a:chOff x="731837" y="3591733"/>
              <a:chExt cx="575443" cy="114006"/>
            </a:xfrm>
          </p:grpSpPr>
          <p:sp>
            <p:nvSpPr>
              <p:cNvPr id="23" name="Oval 22">
                <a:extLst>
                  <a:ext uri="{FF2B5EF4-FFF2-40B4-BE49-F238E27FC236}">
                    <a16:creationId xmlns:a16="http://schemas.microsoft.com/office/drawing/2014/main" id="{241A687C-82B1-4652-5214-CB01E4BEAA43}"/>
                  </a:ext>
                </a:extLst>
              </p:cNvPr>
              <p:cNvSpPr/>
              <p:nvPr/>
            </p:nvSpPr>
            <p:spPr>
              <a:xfrm>
                <a:off x="731837" y="3610940"/>
                <a:ext cx="77388" cy="77386"/>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lstStyle/>
              <a:p>
                <a:pPr algn="ctr">
                  <a:lnSpc>
                    <a:spcPct val="112000"/>
                  </a:lnSpc>
                  <a:spcAft>
                    <a:spcPts val="800"/>
                  </a:spcAft>
                </a:pPr>
                <a:endParaRPr lang="en-US" sz="700" noProof="0" dirty="0">
                  <a:solidFill>
                    <a:schemeClr val="tx1"/>
                  </a:solidFill>
                  <a:latin typeface="+mj-lt"/>
                  <a:ea typeface="Source Serif Pro" panose="02040603050405020204" pitchFamily="18" charset="0"/>
                </a:endParaRPr>
              </a:p>
            </p:txBody>
          </p:sp>
          <p:sp>
            <p:nvSpPr>
              <p:cNvPr id="24" name="Content Placeholder 6">
                <a:extLst>
                  <a:ext uri="{FF2B5EF4-FFF2-40B4-BE49-F238E27FC236}">
                    <a16:creationId xmlns:a16="http://schemas.microsoft.com/office/drawing/2014/main" id="{389067E7-46CF-CF40-DA26-6D56BC9B478B}"/>
                  </a:ext>
                </a:extLst>
              </p:cNvPr>
              <p:cNvSpPr txBox="1">
                <a:spLocks/>
              </p:cNvSpPr>
              <p:nvPr/>
            </p:nvSpPr>
            <p:spPr>
              <a:xfrm>
                <a:off x="841065" y="3591733"/>
                <a:ext cx="466215" cy="114006"/>
              </a:xfrm>
              <a:prstGeom prst="rect">
                <a:avLst/>
              </a:prstGeom>
            </p:spPr>
            <p:txBody>
              <a:bodyPr vert="horz" wrap="square" lIns="0" tIns="0" rIns="0" bIns="0" rtlCol="0" anchor="t">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700" noProof="0" dirty="0">
                    <a:latin typeface="+mj-lt"/>
                  </a:rPr>
                  <a:t>Southeast</a:t>
                </a:r>
              </a:p>
            </p:txBody>
          </p:sp>
        </p:grpSp>
        <p:grpSp>
          <p:nvGrpSpPr>
            <p:cNvPr id="25" name="Group 24">
              <a:extLst>
                <a:ext uri="{FF2B5EF4-FFF2-40B4-BE49-F238E27FC236}">
                  <a16:creationId xmlns:a16="http://schemas.microsoft.com/office/drawing/2014/main" id="{7B37CCB7-D311-F33B-A6DE-E9C8F9EE1428}"/>
                </a:ext>
              </a:extLst>
            </p:cNvPr>
            <p:cNvGrpSpPr/>
            <p:nvPr/>
          </p:nvGrpSpPr>
          <p:grpSpPr>
            <a:xfrm>
              <a:off x="7509798" y="2563051"/>
              <a:ext cx="378320" cy="114006"/>
              <a:chOff x="731837" y="3591733"/>
              <a:chExt cx="378320" cy="114006"/>
            </a:xfrm>
          </p:grpSpPr>
          <p:sp>
            <p:nvSpPr>
              <p:cNvPr id="26" name="Oval 25">
                <a:extLst>
                  <a:ext uri="{FF2B5EF4-FFF2-40B4-BE49-F238E27FC236}">
                    <a16:creationId xmlns:a16="http://schemas.microsoft.com/office/drawing/2014/main" id="{FFB38808-E8B9-45EF-27F9-CE577CC03115}"/>
                  </a:ext>
                </a:extLst>
              </p:cNvPr>
              <p:cNvSpPr/>
              <p:nvPr/>
            </p:nvSpPr>
            <p:spPr>
              <a:xfrm>
                <a:off x="731837" y="3610940"/>
                <a:ext cx="77388" cy="7738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lstStyle/>
              <a:p>
                <a:pPr algn="ctr">
                  <a:lnSpc>
                    <a:spcPct val="112000"/>
                  </a:lnSpc>
                  <a:spcAft>
                    <a:spcPts val="800"/>
                  </a:spcAft>
                </a:pPr>
                <a:endParaRPr lang="en-US" sz="700" noProof="0" dirty="0">
                  <a:solidFill>
                    <a:schemeClr val="tx1"/>
                  </a:solidFill>
                  <a:latin typeface="+mj-lt"/>
                  <a:ea typeface="Source Serif Pro" panose="02040603050405020204" pitchFamily="18" charset="0"/>
                </a:endParaRPr>
              </a:p>
            </p:txBody>
          </p:sp>
          <p:sp>
            <p:nvSpPr>
              <p:cNvPr id="27" name="Content Placeholder 6">
                <a:extLst>
                  <a:ext uri="{FF2B5EF4-FFF2-40B4-BE49-F238E27FC236}">
                    <a16:creationId xmlns:a16="http://schemas.microsoft.com/office/drawing/2014/main" id="{D1B25D95-BC65-4503-60D6-4CEDDC8FA449}"/>
                  </a:ext>
                </a:extLst>
              </p:cNvPr>
              <p:cNvSpPr txBox="1">
                <a:spLocks/>
              </p:cNvSpPr>
              <p:nvPr/>
            </p:nvSpPr>
            <p:spPr>
              <a:xfrm>
                <a:off x="841065" y="3591733"/>
                <a:ext cx="269092" cy="114006"/>
              </a:xfrm>
              <a:prstGeom prst="rect">
                <a:avLst/>
              </a:prstGeom>
            </p:spPr>
            <p:txBody>
              <a:bodyPr vert="horz" wrap="square" lIns="0" tIns="0" rIns="0" bIns="0" rtlCol="0" anchor="t">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700" noProof="0" dirty="0">
                    <a:latin typeface="+mj-lt"/>
                  </a:rPr>
                  <a:t>South</a:t>
                </a:r>
              </a:p>
            </p:txBody>
          </p:sp>
        </p:grpSp>
        <p:grpSp>
          <p:nvGrpSpPr>
            <p:cNvPr id="28" name="Group 27">
              <a:extLst>
                <a:ext uri="{FF2B5EF4-FFF2-40B4-BE49-F238E27FC236}">
                  <a16:creationId xmlns:a16="http://schemas.microsoft.com/office/drawing/2014/main" id="{D67C16D2-F2E7-4527-B881-9C79EAD08847}"/>
                </a:ext>
              </a:extLst>
            </p:cNvPr>
            <p:cNvGrpSpPr/>
            <p:nvPr/>
          </p:nvGrpSpPr>
          <p:grpSpPr>
            <a:xfrm>
              <a:off x="8285459" y="2563051"/>
              <a:ext cx="575443" cy="114006"/>
              <a:chOff x="731837" y="3591733"/>
              <a:chExt cx="575443" cy="114006"/>
            </a:xfrm>
          </p:grpSpPr>
          <p:sp>
            <p:nvSpPr>
              <p:cNvPr id="29" name="Oval 28">
                <a:extLst>
                  <a:ext uri="{FF2B5EF4-FFF2-40B4-BE49-F238E27FC236}">
                    <a16:creationId xmlns:a16="http://schemas.microsoft.com/office/drawing/2014/main" id="{D82DEAD0-34A4-5712-6D2E-896D9B23698C}"/>
                  </a:ext>
                </a:extLst>
              </p:cNvPr>
              <p:cNvSpPr/>
              <p:nvPr/>
            </p:nvSpPr>
            <p:spPr>
              <a:xfrm>
                <a:off x="731837" y="3610940"/>
                <a:ext cx="77388" cy="7738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lstStyle/>
              <a:p>
                <a:pPr algn="ctr">
                  <a:lnSpc>
                    <a:spcPct val="112000"/>
                  </a:lnSpc>
                  <a:spcAft>
                    <a:spcPts val="800"/>
                  </a:spcAft>
                </a:pPr>
                <a:endParaRPr lang="en-US" sz="700" noProof="0" dirty="0">
                  <a:solidFill>
                    <a:schemeClr val="tx1"/>
                  </a:solidFill>
                  <a:latin typeface="+mj-lt"/>
                  <a:ea typeface="Source Serif Pro" panose="02040603050405020204" pitchFamily="18" charset="0"/>
                </a:endParaRPr>
              </a:p>
            </p:txBody>
          </p:sp>
          <p:sp>
            <p:nvSpPr>
              <p:cNvPr id="30" name="Content Placeholder 6">
                <a:extLst>
                  <a:ext uri="{FF2B5EF4-FFF2-40B4-BE49-F238E27FC236}">
                    <a16:creationId xmlns:a16="http://schemas.microsoft.com/office/drawing/2014/main" id="{64E7A4C3-D5F4-6BD8-E388-8409754141E3}"/>
                  </a:ext>
                </a:extLst>
              </p:cNvPr>
              <p:cNvSpPr txBox="1">
                <a:spLocks/>
              </p:cNvSpPr>
              <p:nvPr/>
            </p:nvSpPr>
            <p:spPr>
              <a:xfrm>
                <a:off x="841065" y="3591733"/>
                <a:ext cx="466215" cy="114006"/>
              </a:xfrm>
              <a:prstGeom prst="rect">
                <a:avLst/>
              </a:prstGeom>
            </p:spPr>
            <p:txBody>
              <a:bodyPr vert="horz" wrap="square" lIns="0" tIns="0" rIns="0" bIns="0" rtlCol="0" anchor="t">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700" noProof="0" dirty="0">
                    <a:latin typeface="+mj-lt"/>
                  </a:rPr>
                  <a:t>Mid-West</a:t>
                </a:r>
              </a:p>
            </p:txBody>
          </p:sp>
        </p:grpSp>
        <p:grpSp>
          <p:nvGrpSpPr>
            <p:cNvPr id="31" name="Group 30">
              <a:extLst>
                <a:ext uri="{FF2B5EF4-FFF2-40B4-BE49-F238E27FC236}">
                  <a16:creationId xmlns:a16="http://schemas.microsoft.com/office/drawing/2014/main" id="{AFBDD94B-752A-55E1-12E6-371C464DC700}"/>
                </a:ext>
              </a:extLst>
            </p:cNvPr>
            <p:cNvGrpSpPr/>
            <p:nvPr/>
          </p:nvGrpSpPr>
          <p:grpSpPr>
            <a:xfrm>
              <a:off x="9258243" y="2563051"/>
              <a:ext cx="575204" cy="114006"/>
              <a:chOff x="731837" y="3591733"/>
              <a:chExt cx="575204" cy="114006"/>
            </a:xfrm>
          </p:grpSpPr>
          <p:sp>
            <p:nvSpPr>
              <p:cNvPr id="32" name="Oval 31">
                <a:extLst>
                  <a:ext uri="{FF2B5EF4-FFF2-40B4-BE49-F238E27FC236}">
                    <a16:creationId xmlns:a16="http://schemas.microsoft.com/office/drawing/2014/main" id="{2E87F734-1B31-2675-5973-B8772CF61B35}"/>
                  </a:ext>
                </a:extLst>
              </p:cNvPr>
              <p:cNvSpPr/>
              <p:nvPr/>
            </p:nvSpPr>
            <p:spPr>
              <a:xfrm>
                <a:off x="731837" y="3610940"/>
                <a:ext cx="77388" cy="77386"/>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lstStyle/>
              <a:p>
                <a:pPr algn="ctr">
                  <a:lnSpc>
                    <a:spcPct val="112000"/>
                  </a:lnSpc>
                  <a:spcAft>
                    <a:spcPts val="800"/>
                  </a:spcAft>
                </a:pPr>
                <a:endParaRPr lang="en-US" sz="700" noProof="0" dirty="0">
                  <a:solidFill>
                    <a:schemeClr val="tx1"/>
                  </a:solidFill>
                  <a:latin typeface="+mj-lt"/>
                  <a:ea typeface="Source Serif Pro" panose="02040603050405020204" pitchFamily="18" charset="0"/>
                </a:endParaRPr>
              </a:p>
            </p:txBody>
          </p:sp>
          <p:sp>
            <p:nvSpPr>
              <p:cNvPr id="33" name="Content Placeholder 6">
                <a:extLst>
                  <a:ext uri="{FF2B5EF4-FFF2-40B4-BE49-F238E27FC236}">
                    <a16:creationId xmlns:a16="http://schemas.microsoft.com/office/drawing/2014/main" id="{5F3A5819-DBFE-D5F0-7336-FBA17F6C2FD0}"/>
                  </a:ext>
                </a:extLst>
              </p:cNvPr>
              <p:cNvSpPr txBox="1">
                <a:spLocks/>
              </p:cNvSpPr>
              <p:nvPr/>
            </p:nvSpPr>
            <p:spPr>
              <a:xfrm>
                <a:off x="841065" y="3591733"/>
                <a:ext cx="465976" cy="114006"/>
              </a:xfrm>
              <a:prstGeom prst="rect">
                <a:avLst/>
              </a:prstGeom>
            </p:spPr>
            <p:txBody>
              <a:bodyPr vert="horz" wrap="square" lIns="0" tIns="0" rIns="0" bIns="0" rtlCol="0" anchor="t">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700" noProof="0" dirty="0">
                    <a:latin typeface="+mj-lt"/>
                  </a:rPr>
                  <a:t>Northeast</a:t>
                </a:r>
              </a:p>
            </p:txBody>
          </p:sp>
        </p:grpSp>
        <p:grpSp>
          <p:nvGrpSpPr>
            <p:cNvPr id="34" name="Group 33">
              <a:extLst>
                <a:ext uri="{FF2B5EF4-FFF2-40B4-BE49-F238E27FC236}">
                  <a16:creationId xmlns:a16="http://schemas.microsoft.com/office/drawing/2014/main" id="{1607D63F-3F32-6F6E-A647-4C38E748F4B6}"/>
                </a:ext>
              </a:extLst>
            </p:cNvPr>
            <p:cNvGrpSpPr/>
            <p:nvPr/>
          </p:nvGrpSpPr>
          <p:grpSpPr>
            <a:xfrm>
              <a:off x="10230788" y="2563051"/>
              <a:ext cx="378559" cy="114006"/>
              <a:chOff x="731837" y="3591733"/>
              <a:chExt cx="378559" cy="114006"/>
            </a:xfrm>
          </p:grpSpPr>
          <p:sp>
            <p:nvSpPr>
              <p:cNvPr id="35" name="Oval 34">
                <a:extLst>
                  <a:ext uri="{FF2B5EF4-FFF2-40B4-BE49-F238E27FC236}">
                    <a16:creationId xmlns:a16="http://schemas.microsoft.com/office/drawing/2014/main" id="{A83DBA41-AFB0-357B-A1BD-362E8DBEED38}"/>
                  </a:ext>
                </a:extLst>
              </p:cNvPr>
              <p:cNvSpPr/>
              <p:nvPr/>
            </p:nvSpPr>
            <p:spPr>
              <a:xfrm>
                <a:off x="731837" y="3610940"/>
                <a:ext cx="77388" cy="7738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lstStyle/>
              <a:p>
                <a:pPr algn="ctr">
                  <a:lnSpc>
                    <a:spcPct val="112000"/>
                  </a:lnSpc>
                  <a:spcAft>
                    <a:spcPts val="800"/>
                  </a:spcAft>
                </a:pPr>
                <a:endParaRPr lang="en-US" sz="700" noProof="0" dirty="0">
                  <a:solidFill>
                    <a:schemeClr val="tx1"/>
                  </a:solidFill>
                  <a:latin typeface="+mj-lt"/>
                  <a:ea typeface="Source Serif Pro" panose="02040603050405020204" pitchFamily="18" charset="0"/>
                </a:endParaRPr>
              </a:p>
            </p:txBody>
          </p:sp>
          <p:sp>
            <p:nvSpPr>
              <p:cNvPr id="36" name="Content Placeholder 6">
                <a:extLst>
                  <a:ext uri="{FF2B5EF4-FFF2-40B4-BE49-F238E27FC236}">
                    <a16:creationId xmlns:a16="http://schemas.microsoft.com/office/drawing/2014/main" id="{5240E976-88D3-1E3E-854A-8EADF4FC053D}"/>
                  </a:ext>
                </a:extLst>
              </p:cNvPr>
              <p:cNvSpPr txBox="1">
                <a:spLocks/>
              </p:cNvSpPr>
              <p:nvPr/>
            </p:nvSpPr>
            <p:spPr>
              <a:xfrm>
                <a:off x="841065" y="3591733"/>
                <a:ext cx="269331" cy="114006"/>
              </a:xfrm>
              <a:prstGeom prst="rect">
                <a:avLst/>
              </a:prstGeom>
            </p:spPr>
            <p:txBody>
              <a:bodyPr vert="horz" wrap="square" lIns="0" tIns="0" rIns="0" bIns="0" rtlCol="0" anchor="t">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700" noProof="0" dirty="0">
                    <a:latin typeface="+mj-lt"/>
                  </a:rPr>
                  <a:t>North</a:t>
                </a:r>
              </a:p>
            </p:txBody>
          </p:sp>
        </p:grpSp>
        <p:grpSp>
          <p:nvGrpSpPr>
            <p:cNvPr id="37" name="Group 36">
              <a:extLst>
                <a:ext uri="{FF2B5EF4-FFF2-40B4-BE49-F238E27FC236}">
                  <a16:creationId xmlns:a16="http://schemas.microsoft.com/office/drawing/2014/main" id="{68D15A4D-6BF0-B65E-D1BC-1E4804F94C86}"/>
                </a:ext>
              </a:extLst>
            </p:cNvPr>
            <p:cNvGrpSpPr/>
            <p:nvPr/>
          </p:nvGrpSpPr>
          <p:grpSpPr>
            <a:xfrm>
              <a:off x="11006686" y="2563051"/>
              <a:ext cx="447868" cy="114006"/>
              <a:chOff x="731837" y="3591733"/>
              <a:chExt cx="447868" cy="114006"/>
            </a:xfrm>
          </p:grpSpPr>
          <p:sp>
            <p:nvSpPr>
              <p:cNvPr id="38" name="Oval 37">
                <a:extLst>
                  <a:ext uri="{FF2B5EF4-FFF2-40B4-BE49-F238E27FC236}">
                    <a16:creationId xmlns:a16="http://schemas.microsoft.com/office/drawing/2014/main" id="{5621A17C-0B1D-B70E-47BD-9E2148BB4D47}"/>
                  </a:ext>
                </a:extLst>
              </p:cNvPr>
              <p:cNvSpPr/>
              <p:nvPr/>
            </p:nvSpPr>
            <p:spPr>
              <a:xfrm>
                <a:off x="731837" y="3610940"/>
                <a:ext cx="77388" cy="77386"/>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lstStyle/>
              <a:p>
                <a:pPr algn="ctr">
                  <a:lnSpc>
                    <a:spcPct val="112000"/>
                  </a:lnSpc>
                  <a:spcAft>
                    <a:spcPts val="800"/>
                  </a:spcAft>
                </a:pPr>
                <a:endParaRPr lang="en-US" sz="700" noProof="0" dirty="0">
                  <a:solidFill>
                    <a:schemeClr val="tx1"/>
                  </a:solidFill>
                  <a:latin typeface="+mj-lt"/>
                  <a:ea typeface="Source Serif Pro" panose="02040603050405020204" pitchFamily="18" charset="0"/>
                </a:endParaRPr>
              </a:p>
            </p:txBody>
          </p:sp>
          <p:sp>
            <p:nvSpPr>
              <p:cNvPr id="39" name="Content Placeholder 6">
                <a:extLst>
                  <a:ext uri="{FF2B5EF4-FFF2-40B4-BE49-F238E27FC236}">
                    <a16:creationId xmlns:a16="http://schemas.microsoft.com/office/drawing/2014/main" id="{64DD7BEE-C20B-04E6-0BC4-0C4B80390235}"/>
                  </a:ext>
                </a:extLst>
              </p:cNvPr>
              <p:cNvSpPr txBox="1">
                <a:spLocks/>
              </p:cNvSpPr>
              <p:nvPr/>
            </p:nvSpPr>
            <p:spPr>
              <a:xfrm>
                <a:off x="841065" y="3591733"/>
                <a:ext cx="338640" cy="114006"/>
              </a:xfrm>
              <a:prstGeom prst="rect">
                <a:avLst/>
              </a:prstGeom>
            </p:spPr>
            <p:txBody>
              <a:bodyPr vert="horz" wrap="square" lIns="0" tIns="0" rIns="0" bIns="0" rtlCol="0" anchor="t">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700" noProof="0" dirty="0">
                    <a:latin typeface="+mj-lt"/>
                  </a:rPr>
                  <a:t>Abroad</a:t>
                </a:r>
              </a:p>
            </p:txBody>
          </p:sp>
        </p:grpSp>
      </p:grpSp>
      <p:grpSp>
        <p:nvGrpSpPr>
          <p:cNvPr id="42" name="Group 41">
            <a:extLst>
              <a:ext uri="{FF2B5EF4-FFF2-40B4-BE49-F238E27FC236}">
                <a16:creationId xmlns:a16="http://schemas.microsoft.com/office/drawing/2014/main" id="{189966A5-AB4F-9AFA-AD20-6D3CBE419BCF}"/>
              </a:ext>
            </a:extLst>
          </p:cNvPr>
          <p:cNvGrpSpPr/>
          <p:nvPr/>
        </p:nvGrpSpPr>
        <p:grpSpPr>
          <a:xfrm>
            <a:off x="2950503" y="1621152"/>
            <a:ext cx="2982072" cy="4454937"/>
            <a:chOff x="2669485" y="1454390"/>
            <a:chExt cx="3093700" cy="4621699"/>
          </a:xfrm>
        </p:grpSpPr>
        <p:grpSp>
          <p:nvGrpSpPr>
            <p:cNvPr id="1045" name="Group 1044">
              <a:extLst>
                <a:ext uri="{FF2B5EF4-FFF2-40B4-BE49-F238E27FC236}">
                  <a16:creationId xmlns:a16="http://schemas.microsoft.com/office/drawing/2014/main" id="{69410B21-0C03-3E9C-42D1-6F37D07841A4}"/>
                </a:ext>
              </a:extLst>
            </p:cNvPr>
            <p:cNvGrpSpPr/>
            <p:nvPr/>
          </p:nvGrpSpPr>
          <p:grpSpPr>
            <a:xfrm>
              <a:off x="2669485" y="1454390"/>
              <a:ext cx="3093700" cy="4621699"/>
              <a:chOff x="2603768" y="1293180"/>
              <a:chExt cx="3932237" cy="5340348"/>
            </a:xfrm>
            <a:solidFill>
              <a:schemeClr val="tx1"/>
            </a:solidFill>
          </p:grpSpPr>
          <p:sp>
            <p:nvSpPr>
              <p:cNvPr id="1046" name="Freeform 43">
                <a:extLst>
                  <a:ext uri="{FF2B5EF4-FFF2-40B4-BE49-F238E27FC236}">
                    <a16:creationId xmlns:a16="http://schemas.microsoft.com/office/drawing/2014/main" id="{0D2E4ADD-6F5D-B07B-C8C1-92C8B647AF8C}"/>
                  </a:ext>
                </a:extLst>
              </p:cNvPr>
              <p:cNvSpPr>
                <a:spLocks/>
              </p:cNvSpPr>
              <p:nvPr/>
            </p:nvSpPr>
            <p:spPr bwMode="auto">
              <a:xfrm>
                <a:off x="2603768" y="4444366"/>
                <a:ext cx="719139" cy="730250"/>
              </a:xfrm>
              <a:custGeom>
                <a:avLst/>
                <a:gdLst/>
                <a:ahLst/>
                <a:cxnLst>
                  <a:cxn ang="0">
                    <a:pos x="0" y="945"/>
                  </a:cxn>
                  <a:cxn ang="0">
                    <a:pos x="150" y="985"/>
                  </a:cxn>
                  <a:cxn ang="0">
                    <a:pos x="221" y="1105"/>
                  </a:cxn>
                  <a:cxn ang="0">
                    <a:pos x="544" y="1400"/>
                  </a:cxn>
                  <a:cxn ang="0">
                    <a:pos x="965" y="1620"/>
                  </a:cxn>
                  <a:cxn ang="0">
                    <a:pos x="1261" y="1690"/>
                  </a:cxn>
                  <a:cxn ang="0">
                    <a:pos x="1318" y="1835"/>
                  </a:cxn>
                  <a:cxn ang="0">
                    <a:pos x="1477" y="1895"/>
                  </a:cxn>
                  <a:cxn ang="0">
                    <a:pos x="1533" y="2081"/>
                  </a:cxn>
                  <a:cxn ang="0">
                    <a:pos x="1591" y="2134"/>
                  </a:cxn>
                  <a:cxn ang="0">
                    <a:pos x="1725" y="2178"/>
                  </a:cxn>
                  <a:cxn ang="0">
                    <a:pos x="1845" y="2108"/>
                  </a:cxn>
                  <a:cxn ang="0">
                    <a:pos x="1839" y="1939"/>
                  </a:cxn>
                  <a:cxn ang="0">
                    <a:pos x="1914" y="1795"/>
                  </a:cxn>
                  <a:cxn ang="0">
                    <a:pos x="1864" y="1636"/>
                  </a:cxn>
                  <a:cxn ang="0">
                    <a:pos x="1839" y="1424"/>
                  </a:cxn>
                  <a:cxn ang="0">
                    <a:pos x="1924" y="1295"/>
                  </a:cxn>
                  <a:cxn ang="0">
                    <a:pos x="2123" y="1209"/>
                  </a:cxn>
                  <a:cxn ang="0">
                    <a:pos x="2099" y="1093"/>
                  </a:cxn>
                  <a:cxn ang="0">
                    <a:pos x="2123" y="985"/>
                  </a:cxn>
                  <a:cxn ang="0">
                    <a:pos x="1922" y="874"/>
                  </a:cxn>
                  <a:cxn ang="0">
                    <a:pos x="1713" y="850"/>
                  </a:cxn>
                  <a:cxn ang="0">
                    <a:pos x="1745" y="626"/>
                  </a:cxn>
                  <a:cxn ang="0">
                    <a:pos x="1674" y="491"/>
                  </a:cxn>
                  <a:cxn ang="0">
                    <a:pos x="1548" y="395"/>
                  </a:cxn>
                  <a:cxn ang="0">
                    <a:pos x="1383" y="399"/>
                  </a:cxn>
                  <a:cxn ang="0">
                    <a:pos x="1260" y="327"/>
                  </a:cxn>
                  <a:cxn ang="0">
                    <a:pos x="1166" y="219"/>
                  </a:cxn>
                  <a:cxn ang="0">
                    <a:pos x="989" y="0"/>
                  </a:cxn>
                  <a:cxn ang="0">
                    <a:pos x="859" y="64"/>
                  </a:cxn>
                  <a:cxn ang="0">
                    <a:pos x="756" y="16"/>
                  </a:cxn>
                  <a:cxn ang="0">
                    <a:pos x="662" y="120"/>
                  </a:cxn>
                  <a:cxn ang="0">
                    <a:pos x="591" y="52"/>
                  </a:cxn>
                  <a:cxn ang="0">
                    <a:pos x="433" y="132"/>
                  </a:cxn>
                  <a:cxn ang="0">
                    <a:pos x="339" y="255"/>
                  </a:cxn>
                  <a:cxn ang="0">
                    <a:pos x="331" y="375"/>
                  </a:cxn>
                  <a:cxn ang="0">
                    <a:pos x="433" y="554"/>
                  </a:cxn>
                  <a:cxn ang="0">
                    <a:pos x="433" y="754"/>
                  </a:cxn>
                  <a:cxn ang="0">
                    <a:pos x="272" y="754"/>
                  </a:cxn>
                  <a:cxn ang="0">
                    <a:pos x="130" y="742"/>
                  </a:cxn>
                  <a:cxn ang="0">
                    <a:pos x="32" y="818"/>
                  </a:cxn>
                  <a:cxn ang="0">
                    <a:pos x="0" y="945"/>
                  </a:cxn>
                </a:cxnLst>
                <a:rect l="0" t="0" r="r" b="b"/>
                <a:pathLst>
                  <a:path w="2123" h="2178">
                    <a:moveTo>
                      <a:pt x="0" y="945"/>
                    </a:moveTo>
                    <a:lnTo>
                      <a:pt x="150" y="985"/>
                    </a:lnTo>
                    <a:lnTo>
                      <a:pt x="221" y="1105"/>
                    </a:lnTo>
                    <a:lnTo>
                      <a:pt x="544" y="1400"/>
                    </a:lnTo>
                    <a:lnTo>
                      <a:pt x="965" y="1620"/>
                    </a:lnTo>
                    <a:lnTo>
                      <a:pt x="1261" y="1690"/>
                    </a:lnTo>
                    <a:lnTo>
                      <a:pt x="1318" y="1835"/>
                    </a:lnTo>
                    <a:lnTo>
                      <a:pt x="1477" y="1895"/>
                    </a:lnTo>
                    <a:lnTo>
                      <a:pt x="1533" y="2081"/>
                    </a:lnTo>
                    <a:lnTo>
                      <a:pt x="1591" y="2134"/>
                    </a:lnTo>
                    <a:lnTo>
                      <a:pt x="1725" y="2178"/>
                    </a:lnTo>
                    <a:lnTo>
                      <a:pt x="1845" y="2108"/>
                    </a:lnTo>
                    <a:lnTo>
                      <a:pt x="1839" y="1939"/>
                    </a:lnTo>
                    <a:lnTo>
                      <a:pt x="1914" y="1795"/>
                    </a:lnTo>
                    <a:lnTo>
                      <a:pt x="1864" y="1636"/>
                    </a:lnTo>
                    <a:lnTo>
                      <a:pt x="1839" y="1424"/>
                    </a:lnTo>
                    <a:lnTo>
                      <a:pt x="1924" y="1295"/>
                    </a:lnTo>
                    <a:lnTo>
                      <a:pt x="2123" y="1209"/>
                    </a:lnTo>
                    <a:lnTo>
                      <a:pt x="2099" y="1093"/>
                    </a:lnTo>
                    <a:lnTo>
                      <a:pt x="2123" y="985"/>
                    </a:lnTo>
                    <a:lnTo>
                      <a:pt x="1922" y="874"/>
                    </a:lnTo>
                    <a:lnTo>
                      <a:pt x="1713" y="850"/>
                    </a:lnTo>
                    <a:lnTo>
                      <a:pt x="1745" y="626"/>
                    </a:lnTo>
                    <a:lnTo>
                      <a:pt x="1674" y="491"/>
                    </a:lnTo>
                    <a:lnTo>
                      <a:pt x="1548" y="395"/>
                    </a:lnTo>
                    <a:lnTo>
                      <a:pt x="1383" y="399"/>
                    </a:lnTo>
                    <a:lnTo>
                      <a:pt x="1260" y="327"/>
                    </a:lnTo>
                    <a:lnTo>
                      <a:pt x="1166" y="219"/>
                    </a:lnTo>
                    <a:lnTo>
                      <a:pt x="989" y="0"/>
                    </a:lnTo>
                    <a:lnTo>
                      <a:pt x="859" y="64"/>
                    </a:lnTo>
                    <a:lnTo>
                      <a:pt x="756" y="16"/>
                    </a:lnTo>
                    <a:lnTo>
                      <a:pt x="662" y="120"/>
                    </a:lnTo>
                    <a:lnTo>
                      <a:pt x="591" y="52"/>
                    </a:lnTo>
                    <a:lnTo>
                      <a:pt x="433" y="132"/>
                    </a:lnTo>
                    <a:lnTo>
                      <a:pt x="339" y="255"/>
                    </a:lnTo>
                    <a:lnTo>
                      <a:pt x="331" y="375"/>
                    </a:lnTo>
                    <a:lnTo>
                      <a:pt x="433" y="554"/>
                    </a:lnTo>
                    <a:lnTo>
                      <a:pt x="433" y="754"/>
                    </a:lnTo>
                    <a:lnTo>
                      <a:pt x="272" y="754"/>
                    </a:lnTo>
                    <a:lnTo>
                      <a:pt x="130" y="742"/>
                    </a:lnTo>
                    <a:lnTo>
                      <a:pt x="32" y="818"/>
                    </a:lnTo>
                    <a:lnTo>
                      <a:pt x="0" y="945"/>
                    </a:lnTo>
                    <a:close/>
                  </a:path>
                </a:pathLst>
              </a:custGeom>
              <a:solidFill>
                <a:schemeClr val="bg2">
                  <a:lumMod val="60000"/>
                  <a:lumOff val="40000"/>
                </a:schemeClr>
              </a:solidFill>
              <a:ln w="19050" cmpd="sng">
                <a:solidFill>
                  <a:schemeClr val="bg2">
                    <a:lumMod val="60000"/>
                    <a:lumOff val="40000"/>
                  </a:schemeClr>
                </a:solidFill>
                <a:prstDash val="solid"/>
                <a:round/>
                <a:headEnd/>
                <a:tailEnd/>
              </a:ln>
              <a:effectLst/>
            </p:spPr>
            <p:txBody>
              <a:bodyPr/>
              <a:lstStyle/>
              <a:p>
                <a:endParaRPr lang="es-CO" kern="0" noProof="0" dirty="0">
                  <a:solidFill>
                    <a:sysClr val="windowText" lastClr="000000"/>
                  </a:solidFill>
                </a:endParaRPr>
              </a:p>
            </p:txBody>
          </p:sp>
          <p:sp>
            <p:nvSpPr>
              <p:cNvPr id="1047" name="Freeform 44">
                <a:extLst>
                  <a:ext uri="{FF2B5EF4-FFF2-40B4-BE49-F238E27FC236}">
                    <a16:creationId xmlns:a16="http://schemas.microsoft.com/office/drawing/2014/main" id="{C72D5A2D-1EE3-11B8-08B2-C7877D1CF10D}"/>
                  </a:ext>
                </a:extLst>
              </p:cNvPr>
              <p:cNvSpPr>
                <a:spLocks/>
              </p:cNvSpPr>
              <p:nvPr/>
            </p:nvSpPr>
            <p:spPr bwMode="auto">
              <a:xfrm>
                <a:off x="3224481" y="4826954"/>
                <a:ext cx="1027113" cy="628650"/>
              </a:xfrm>
              <a:custGeom>
                <a:avLst/>
                <a:gdLst/>
                <a:ahLst/>
                <a:cxnLst>
                  <a:cxn ang="0">
                    <a:pos x="3261" y="2349"/>
                  </a:cxn>
                  <a:cxn ang="0">
                    <a:pos x="3531" y="2289"/>
                  </a:cxn>
                  <a:cxn ang="0">
                    <a:pos x="3783" y="2165"/>
                  </a:cxn>
                  <a:cxn ang="0">
                    <a:pos x="3654" y="2020"/>
                  </a:cxn>
                  <a:cxn ang="0">
                    <a:pos x="3206" y="1825"/>
                  </a:cxn>
                  <a:cxn ang="0">
                    <a:pos x="2941" y="1805"/>
                  </a:cxn>
                  <a:cxn ang="0">
                    <a:pos x="2852" y="1481"/>
                  </a:cxn>
                  <a:cxn ang="0">
                    <a:pos x="2548" y="1361"/>
                  </a:cxn>
                  <a:cxn ang="0">
                    <a:pos x="2454" y="1118"/>
                  </a:cxn>
                  <a:cxn ang="0">
                    <a:pos x="2281" y="1108"/>
                  </a:cxn>
                  <a:cxn ang="0">
                    <a:pos x="2193" y="968"/>
                  </a:cxn>
                  <a:cxn ang="0">
                    <a:pos x="2163" y="763"/>
                  </a:cxn>
                  <a:cxn ang="0">
                    <a:pos x="1937" y="758"/>
                  </a:cxn>
                  <a:cxn ang="0">
                    <a:pos x="1583" y="639"/>
                  </a:cxn>
                  <a:cxn ang="0">
                    <a:pos x="1228" y="419"/>
                  </a:cxn>
                  <a:cxn ang="0">
                    <a:pos x="1086" y="494"/>
                  </a:cxn>
                  <a:cxn ang="0">
                    <a:pos x="954" y="509"/>
                  </a:cxn>
                  <a:cxn ang="0">
                    <a:pos x="771" y="464"/>
                  </a:cxn>
                  <a:cxn ang="0">
                    <a:pos x="659" y="354"/>
                  </a:cxn>
                  <a:cxn ang="0">
                    <a:pos x="718" y="195"/>
                  </a:cxn>
                  <a:cxn ang="0">
                    <a:pos x="659" y="40"/>
                  </a:cxn>
                  <a:cxn ang="0">
                    <a:pos x="511" y="0"/>
                  </a:cxn>
                  <a:cxn ang="0">
                    <a:pos x="358" y="85"/>
                  </a:cxn>
                  <a:cxn ang="0">
                    <a:pos x="108" y="195"/>
                  </a:cxn>
                  <a:cxn ang="0">
                    <a:pos x="3" y="355"/>
                  </a:cxn>
                  <a:cxn ang="0">
                    <a:pos x="36" y="620"/>
                  </a:cxn>
                  <a:cxn ang="0">
                    <a:pos x="98" y="818"/>
                  </a:cxn>
                  <a:cxn ang="0">
                    <a:pos x="0" y="1002"/>
                  </a:cxn>
                  <a:cxn ang="0">
                    <a:pos x="10" y="1210"/>
                  </a:cxn>
                  <a:cxn ang="0">
                    <a:pos x="245" y="1371"/>
                  </a:cxn>
                  <a:cxn ang="0">
                    <a:pos x="496" y="1361"/>
                  </a:cxn>
                  <a:cxn ang="0">
                    <a:pos x="728" y="1446"/>
                  </a:cxn>
                  <a:cxn ang="0">
                    <a:pos x="845" y="1376"/>
                  </a:cxn>
                  <a:cxn ang="0">
                    <a:pos x="850" y="1271"/>
                  </a:cxn>
                  <a:cxn ang="0">
                    <a:pos x="984" y="1206"/>
                  </a:cxn>
                  <a:cxn ang="0">
                    <a:pos x="1185" y="1241"/>
                  </a:cxn>
                  <a:cxn ang="0">
                    <a:pos x="1406" y="1481"/>
                  </a:cxn>
                  <a:cxn ang="0">
                    <a:pos x="1612" y="1644"/>
                  </a:cxn>
                  <a:cxn ang="0">
                    <a:pos x="1797" y="1646"/>
                  </a:cxn>
                  <a:cxn ang="0">
                    <a:pos x="2129" y="1823"/>
                  </a:cxn>
                  <a:cxn ang="0">
                    <a:pos x="2243" y="1744"/>
                  </a:cxn>
                  <a:cxn ang="0">
                    <a:pos x="2399" y="1735"/>
                  </a:cxn>
                  <a:cxn ang="0">
                    <a:pos x="2546" y="1886"/>
                  </a:cxn>
                  <a:cxn ang="0">
                    <a:pos x="2779" y="1961"/>
                  </a:cxn>
                  <a:cxn ang="0">
                    <a:pos x="2999" y="2198"/>
                  </a:cxn>
                  <a:cxn ang="0">
                    <a:pos x="3261" y="2349"/>
                  </a:cxn>
                </a:cxnLst>
                <a:rect l="0" t="0" r="r" b="b"/>
                <a:pathLst>
                  <a:path w="3783" h="2349">
                    <a:moveTo>
                      <a:pt x="3261" y="2349"/>
                    </a:moveTo>
                    <a:lnTo>
                      <a:pt x="3531" y="2289"/>
                    </a:lnTo>
                    <a:lnTo>
                      <a:pt x="3783" y="2165"/>
                    </a:lnTo>
                    <a:lnTo>
                      <a:pt x="3654" y="2020"/>
                    </a:lnTo>
                    <a:lnTo>
                      <a:pt x="3206" y="1825"/>
                    </a:lnTo>
                    <a:lnTo>
                      <a:pt x="2941" y="1805"/>
                    </a:lnTo>
                    <a:lnTo>
                      <a:pt x="2852" y="1481"/>
                    </a:lnTo>
                    <a:lnTo>
                      <a:pt x="2548" y="1361"/>
                    </a:lnTo>
                    <a:lnTo>
                      <a:pt x="2454" y="1118"/>
                    </a:lnTo>
                    <a:lnTo>
                      <a:pt x="2281" y="1108"/>
                    </a:lnTo>
                    <a:lnTo>
                      <a:pt x="2193" y="968"/>
                    </a:lnTo>
                    <a:lnTo>
                      <a:pt x="2163" y="763"/>
                    </a:lnTo>
                    <a:lnTo>
                      <a:pt x="1937" y="758"/>
                    </a:lnTo>
                    <a:lnTo>
                      <a:pt x="1583" y="639"/>
                    </a:lnTo>
                    <a:lnTo>
                      <a:pt x="1228" y="419"/>
                    </a:lnTo>
                    <a:lnTo>
                      <a:pt x="1086" y="494"/>
                    </a:lnTo>
                    <a:lnTo>
                      <a:pt x="954" y="509"/>
                    </a:lnTo>
                    <a:lnTo>
                      <a:pt x="771" y="464"/>
                    </a:lnTo>
                    <a:lnTo>
                      <a:pt x="659" y="354"/>
                    </a:lnTo>
                    <a:lnTo>
                      <a:pt x="718" y="195"/>
                    </a:lnTo>
                    <a:lnTo>
                      <a:pt x="659" y="40"/>
                    </a:lnTo>
                    <a:lnTo>
                      <a:pt x="511" y="0"/>
                    </a:lnTo>
                    <a:lnTo>
                      <a:pt x="358" y="85"/>
                    </a:lnTo>
                    <a:lnTo>
                      <a:pt x="108" y="195"/>
                    </a:lnTo>
                    <a:lnTo>
                      <a:pt x="3" y="355"/>
                    </a:lnTo>
                    <a:lnTo>
                      <a:pt x="36" y="620"/>
                    </a:lnTo>
                    <a:lnTo>
                      <a:pt x="98" y="818"/>
                    </a:lnTo>
                    <a:lnTo>
                      <a:pt x="0" y="1002"/>
                    </a:lnTo>
                    <a:lnTo>
                      <a:pt x="10" y="1210"/>
                    </a:lnTo>
                    <a:lnTo>
                      <a:pt x="245" y="1371"/>
                    </a:lnTo>
                    <a:lnTo>
                      <a:pt x="496" y="1361"/>
                    </a:lnTo>
                    <a:lnTo>
                      <a:pt x="728" y="1446"/>
                    </a:lnTo>
                    <a:lnTo>
                      <a:pt x="845" y="1376"/>
                    </a:lnTo>
                    <a:lnTo>
                      <a:pt x="850" y="1271"/>
                    </a:lnTo>
                    <a:lnTo>
                      <a:pt x="984" y="1206"/>
                    </a:lnTo>
                    <a:lnTo>
                      <a:pt x="1185" y="1241"/>
                    </a:lnTo>
                    <a:lnTo>
                      <a:pt x="1406" y="1481"/>
                    </a:lnTo>
                    <a:lnTo>
                      <a:pt x="1612" y="1644"/>
                    </a:lnTo>
                    <a:lnTo>
                      <a:pt x="1797" y="1646"/>
                    </a:lnTo>
                    <a:lnTo>
                      <a:pt x="2129" y="1823"/>
                    </a:lnTo>
                    <a:lnTo>
                      <a:pt x="2243" y="1744"/>
                    </a:lnTo>
                    <a:lnTo>
                      <a:pt x="2399" y="1735"/>
                    </a:lnTo>
                    <a:lnTo>
                      <a:pt x="2546" y="1886"/>
                    </a:lnTo>
                    <a:lnTo>
                      <a:pt x="2779" y="1961"/>
                    </a:lnTo>
                    <a:lnTo>
                      <a:pt x="2999" y="2198"/>
                    </a:lnTo>
                    <a:lnTo>
                      <a:pt x="3261" y="2349"/>
                    </a:lnTo>
                    <a:close/>
                  </a:path>
                </a:pathLst>
              </a:custGeom>
              <a:solidFill>
                <a:schemeClr val="bg1">
                  <a:lumMod val="95000"/>
                </a:schemeClr>
              </a:solidFill>
              <a:ln w="19050" cmpd="sng">
                <a:solidFill>
                  <a:schemeClr val="bg1">
                    <a:lumMod val="95000"/>
                  </a:schemeClr>
                </a:solidFill>
                <a:prstDash val="solid"/>
                <a:round/>
                <a:headEnd/>
                <a:tailEnd/>
              </a:ln>
              <a:effectLst/>
            </p:spPr>
            <p:txBody>
              <a:bodyPr/>
              <a:lstStyle/>
              <a:p>
                <a:endParaRPr lang="es-CO" kern="0" noProof="0" dirty="0">
                  <a:solidFill>
                    <a:sysClr val="windowText" lastClr="000000"/>
                  </a:solidFill>
                </a:endParaRPr>
              </a:p>
            </p:txBody>
          </p:sp>
          <p:sp>
            <p:nvSpPr>
              <p:cNvPr id="1048" name="Freeform 45">
                <a:extLst>
                  <a:ext uri="{FF2B5EF4-FFF2-40B4-BE49-F238E27FC236}">
                    <a16:creationId xmlns:a16="http://schemas.microsoft.com/office/drawing/2014/main" id="{426723AB-E181-7C31-CB2A-0F1791A18896}"/>
                  </a:ext>
                </a:extLst>
              </p:cNvPr>
              <p:cNvSpPr>
                <a:spLocks/>
              </p:cNvSpPr>
              <p:nvPr/>
            </p:nvSpPr>
            <p:spPr bwMode="auto">
              <a:xfrm>
                <a:off x="2938731" y="4193542"/>
                <a:ext cx="720726" cy="769938"/>
              </a:xfrm>
              <a:custGeom>
                <a:avLst/>
                <a:gdLst/>
                <a:ahLst/>
                <a:cxnLst>
                  <a:cxn ang="0">
                    <a:pos x="655" y="0"/>
                  </a:cxn>
                  <a:cxn ang="0">
                    <a:pos x="536" y="150"/>
                  </a:cxn>
                  <a:cxn ang="0">
                    <a:pos x="478" y="354"/>
                  </a:cxn>
                  <a:cxn ang="0">
                    <a:pos x="345" y="404"/>
                  </a:cxn>
                  <a:cxn ang="0">
                    <a:pos x="429" y="549"/>
                  </a:cxn>
                  <a:cxn ang="0">
                    <a:pos x="256" y="718"/>
                  </a:cxn>
                  <a:cxn ang="0">
                    <a:pos x="256" y="908"/>
                  </a:cxn>
                  <a:cxn ang="0">
                    <a:pos x="0" y="938"/>
                  </a:cxn>
                  <a:cxn ang="0">
                    <a:pos x="215" y="1202"/>
                  </a:cxn>
                  <a:cxn ang="0">
                    <a:pos x="343" y="1348"/>
                  </a:cxn>
                  <a:cxn ang="0">
                    <a:pos x="493" y="1437"/>
                  </a:cxn>
                  <a:cxn ang="0">
                    <a:pos x="699" y="1432"/>
                  </a:cxn>
                  <a:cxn ang="0">
                    <a:pos x="854" y="1552"/>
                  </a:cxn>
                  <a:cxn ang="0">
                    <a:pos x="946" y="1719"/>
                  </a:cxn>
                  <a:cxn ang="0">
                    <a:pos x="906" y="2001"/>
                  </a:cxn>
                  <a:cxn ang="0">
                    <a:pos x="1166" y="2031"/>
                  </a:cxn>
                  <a:cxn ang="0">
                    <a:pos x="1416" y="2169"/>
                  </a:cxn>
                  <a:cxn ang="0">
                    <a:pos x="1387" y="2314"/>
                  </a:cxn>
                  <a:cxn ang="0">
                    <a:pos x="1417" y="2449"/>
                  </a:cxn>
                  <a:cxn ang="0">
                    <a:pos x="1565" y="2364"/>
                  </a:cxn>
                  <a:cxn ang="0">
                    <a:pos x="1717" y="2404"/>
                  </a:cxn>
                  <a:cxn ang="0">
                    <a:pos x="1776" y="2553"/>
                  </a:cxn>
                  <a:cxn ang="0">
                    <a:pos x="1719" y="2721"/>
                  </a:cxn>
                  <a:cxn ang="0">
                    <a:pos x="1832" y="2831"/>
                  </a:cxn>
                  <a:cxn ang="0">
                    <a:pos x="2011" y="2872"/>
                  </a:cxn>
                  <a:cxn ang="0">
                    <a:pos x="2151" y="2856"/>
                  </a:cxn>
                  <a:cxn ang="0">
                    <a:pos x="2286" y="2781"/>
                  </a:cxn>
                  <a:cxn ang="0">
                    <a:pos x="2168" y="2662"/>
                  </a:cxn>
                  <a:cxn ang="0">
                    <a:pos x="2068" y="2557"/>
                  </a:cxn>
                  <a:cxn ang="0">
                    <a:pos x="2072" y="2437"/>
                  </a:cxn>
                  <a:cxn ang="0">
                    <a:pos x="2142" y="2347"/>
                  </a:cxn>
                  <a:cxn ang="0">
                    <a:pos x="2160" y="2199"/>
                  </a:cxn>
                  <a:cxn ang="0">
                    <a:pos x="2007" y="2151"/>
                  </a:cxn>
                  <a:cxn ang="0">
                    <a:pos x="1890" y="2051"/>
                  </a:cxn>
                  <a:cxn ang="0">
                    <a:pos x="1821" y="1895"/>
                  </a:cxn>
                  <a:cxn ang="0">
                    <a:pos x="1669" y="1795"/>
                  </a:cxn>
                  <a:cxn ang="0">
                    <a:pos x="1629" y="1657"/>
                  </a:cxn>
                  <a:cxn ang="0">
                    <a:pos x="1609" y="1512"/>
                  </a:cxn>
                  <a:cxn ang="0">
                    <a:pos x="1786" y="1467"/>
                  </a:cxn>
                  <a:cxn ang="0">
                    <a:pos x="1865" y="1582"/>
                  </a:cxn>
                  <a:cxn ang="0">
                    <a:pos x="1983" y="1542"/>
                  </a:cxn>
                  <a:cxn ang="0">
                    <a:pos x="1948" y="1317"/>
                  </a:cxn>
                  <a:cxn ang="0">
                    <a:pos x="2126" y="1153"/>
                  </a:cxn>
                  <a:cxn ang="0">
                    <a:pos x="2263" y="1123"/>
                  </a:cxn>
                  <a:cxn ang="0">
                    <a:pos x="2411" y="1018"/>
                  </a:cxn>
                  <a:cxn ang="0">
                    <a:pos x="2553" y="1133"/>
                  </a:cxn>
                  <a:cxn ang="0">
                    <a:pos x="2657" y="1093"/>
                  </a:cxn>
                  <a:cxn ang="0">
                    <a:pos x="2495" y="823"/>
                  </a:cxn>
                  <a:cxn ang="0">
                    <a:pos x="2263" y="314"/>
                  </a:cxn>
                  <a:cxn ang="0">
                    <a:pos x="2273" y="165"/>
                  </a:cxn>
                  <a:cxn ang="0">
                    <a:pos x="2116" y="115"/>
                  </a:cxn>
                  <a:cxn ang="0">
                    <a:pos x="1933" y="40"/>
                  </a:cxn>
                  <a:cxn ang="0">
                    <a:pos x="1801" y="100"/>
                  </a:cxn>
                  <a:cxn ang="0">
                    <a:pos x="1831" y="190"/>
                  </a:cxn>
                  <a:cxn ang="0">
                    <a:pos x="1585" y="309"/>
                  </a:cxn>
                  <a:cxn ang="0">
                    <a:pos x="1417" y="459"/>
                  </a:cxn>
                  <a:cxn ang="0">
                    <a:pos x="1260" y="389"/>
                  </a:cxn>
                  <a:cxn ang="0">
                    <a:pos x="1009" y="359"/>
                  </a:cxn>
                  <a:cxn ang="0">
                    <a:pos x="841" y="284"/>
                  </a:cxn>
                  <a:cxn ang="0">
                    <a:pos x="744" y="165"/>
                  </a:cxn>
                  <a:cxn ang="0">
                    <a:pos x="655" y="0"/>
                  </a:cxn>
                </a:cxnLst>
                <a:rect l="0" t="0" r="r" b="b"/>
                <a:pathLst>
                  <a:path w="2657" h="2872">
                    <a:moveTo>
                      <a:pt x="655" y="0"/>
                    </a:moveTo>
                    <a:lnTo>
                      <a:pt x="536" y="150"/>
                    </a:lnTo>
                    <a:lnTo>
                      <a:pt x="478" y="354"/>
                    </a:lnTo>
                    <a:lnTo>
                      <a:pt x="345" y="404"/>
                    </a:lnTo>
                    <a:lnTo>
                      <a:pt x="429" y="549"/>
                    </a:lnTo>
                    <a:lnTo>
                      <a:pt x="256" y="718"/>
                    </a:lnTo>
                    <a:lnTo>
                      <a:pt x="256" y="908"/>
                    </a:lnTo>
                    <a:lnTo>
                      <a:pt x="0" y="938"/>
                    </a:lnTo>
                    <a:lnTo>
                      <a:pt x="215" y="1202"/>
                    </a:lnTo>
                    <a:lnTo>
                      <a:pt x="343" y="1348"/>
                    </a:lnTo>
                    <a:lnTo>
                      <a:pt x="493" y="1437"/>
                    </a:lnTo>
                    <a:lnTo>
                      <a:pt x="699" y="1432"/>
                    </a:lnTo>
                    <a:lnTo>
                      <a:pt x="854" y="1552"/>
                    </a:lnTo>
                    <a:lnTo>
                      <a:pt x="946" y="1719"/>
                    </a:lnTo>
                    <a:lnTo>
                      <a:pt x="906" y="2001"/>
                    </a:lnTo>
                    <a:lnTo>
                      <a:pt x="1166" y="2031"/>
                    </a:lnTo>
                    <a:lnTo>
                      <a:pt x="1416" y="2169"/>
                    </a:lnTo>
                    <a:lnTo>
                      <a:pt x="1387" y="2314"/>
                    </a:lnTo>
                    <a:lnTo>
                      <a:pt x="1417" y="2449"/>
                    </a:lnTo>
                    <a:lnTo>
                      <a:pt x="1565" y="2364"/>
                    </a:lnTo>
                    <a:lnTo>
                      <a:pt x="1717" y="2404"/>
                    </a:lnTo>
                    <a:lnTo>
                      <a:pt x="1776" y="2553"/>
                    </a:lnTo>
                    <a:lnTo>
                      <a:pt x="1719" y="2721"/>
                    </a:lnTo>
                    <a:lnTo>
                      <a:pt x="1832" y="2831"/>
                    </a:lnTo>
                    <a:lnTo>
                      <a:pt x="2011" y="2872"/>
                    </a:lnTo>
                    <a:lnTo>
                      <a:pt x="2151" y="2856"/>
                    </a:lnTo>
                    <a:lnTo>
                      <a:pt x="2286" y="2781"/>
                    </a:lnTo>
                    <a:lnTo>
                      <a:pt x="2168" y="2662"/>
                    </a:lnTo>
                    <a:lnTo>
                      <a:pt x="2068" y="2557"/>
                    </a:lnTo>
                    <a:lnTo>
                      <a:pt x="2072" y="2437"/>
                    </a:lnTo>
                    <a:lnTo>
                      <a:pt x="2142" y="2347"/>
                    </a:lnTo>
                    <a:lnTo>
                      <a:pt x="2160" y="2199"/>
                    </a:lnTo>
                    <a:lnTo>
                      <a:pt x="2007" y="2151"/>
                    </a:lnTo>
                    <a:lnTo>
                      <a:pt x="1890" y="2051"/>
                    </a:lnTo>
                    <a:lnTo>
                      <a:pt x="1821" y="1895"/>
                    </a:lnTo>
                    <a:lnTo>
                      <a:pt x="1669" y="1795"/>
                    </a:lnTo>
                    <a:lnTo>
                      <a:pt x="1629" y="1657"/>
                    </a:lnTo>
                    <a:lnTo>
                      <a:pt x="1609" y="1512"/>
                    </a:lnTo>
                    <a:lnTo>
                      <a:pt x="1786" y="1467"/>
                    </a:lnTo>
                    <a:lnTo>
                      <a:pt x="1865" y="1582"/>
                    </a:lnTo>
                    <a:lnTo>
                      <a:pt x="1983" y="1542"/>
                    </a:lnTo>
                    <a:lnTo>
                      <a:pt x="1948" y="1317"/>
                    </a:lnTo>
                    <a:lnTo>
                      <a:pt x="2126" y="1153"/>
                    </a:lnTo>
                    <a:lnTo>
                      <a:pt x="2263" y="1123"/>
                    </a:lnTo>
                    <a:lnTo>
                      <a:pt x="2411" y="1018"/>
                    </a:lnTo>
                    <a:lnTo>
                      <a:pt x="2553" y="1133"/>
                    </a:lnTo>
                    <a:lnTo>
                      <a:pt x="2657" y="1093"/>
                    </a:lnTo>
                    <a:lnTo>
                      <a:pt x="2495" y="823"/>
                    </a:lnTo>
                    <a:lnTo>
                      <a:pt x="2263" y="314"/>
                    </a:lnTo>
                    <a:lnTo>
                      <a:pt x="2273" y="165"/>
                    </a:lnTo>
                    <a:lnTo>
                      <a:pt x="2116" y="115"/>
                    </a:lnTo>
                    <a:lnTo>
                      <a:pt x="1933" y="40"/>
                    </a:lnTo>
                    <a:lnTo>
                      <a:pt x="1801" y="100"/>
                    </a:lnTo>
                    <a:lnTo>
                      <a:pt x="1831" y="190"/>
                    </a:lnTo>
                    <a:lnTo>
                      <a:pt x="1585" y="309"/>
                    </a:lnTo>
                    <a:lnTo>
                      <a:pt x="1417" y="459"/>
                    </a:lnTo>
                    <a:lnTo>
                      <a:pt x="1260" y="389"/>
                    </a:lnTo>
                    <a:lnTo>
                      <a:pt x="1009" y="359"/>
                    </a:lnTo>
                    <a:lnTo>
                      <a:pt x="841" y="284"/>
                    </a:lnTo>
                    <a:lnTo>
                      <a:pt x="744" y="165"/>
                    </a:lnTo>
                    <a:lnTo>
                      <a:pt x="655" y="0"/>
                    </a:lnTo>
                    <a:close/>
                  </a:path>
                </a:pathLst>
              </a:custGeom>
              <a:solidFill>
                <a:schemeClr val="bg2">
                  <a:lumMod val="60000"/>
                  <a:lumOff val="40000"/>
                </a:schemeClr>
              </a:solidFill>
              <a:ln w="19050" cmpd="sng">
                <a:solidFill>
                  <a:schemeClr val="bg2">
                    <a:lumMod val="60000"/>
                    <a:lumOff val="40000"/>
                  </a:schemeClr>
                </a:solidFill>
                <a:prstDash val="solid"/>
                <a:round/>
                <a:headEnd/>
                <a:tailEnd/>
              </a:ln>
              <a:effectLst/>
            </p:spPr>
            <p:txBody>
              <a:bodyPr/>
              <a:lstStyle/>
              <a:p>
                <a:endParaRPr lang="es-CO" kern="0" noProof="0" dirty="0">
                  <a:solidFill>
                    <a:sysClr val="windowText" lastClr="000000"/>
                  </a:solidFill>
                </a:endParaRPr>
              </a:p>
            </p:txBody>
          </p:sp>
          <p:sp>
            <p:nvSpPr>
              <p:cNvPr id="1049" name="Freeform 46">
                <a:extLst>
                  <a:ext uri="{FF2B5EF4-FFF2-40B4-BE49-F238E27FC236}">
                    <a16:creationId xmlns:a16="http://schemas.microsoft.com/office/drawing/2014/main" id="{798A7100-2229-0CB4-DC68-6021CAF6F3EC}"/>
                  </a:ext>
                </a:extLst>
              </p:cNvPr>
              <p:cNvSpPr>
                <a:spLocks/>
              </p:cNvSpPr>
              <p:nvPr/>
            </p:nvSpPr>
            <p:spPr bwMode="auto">
              <a:xfrm>
                <a:off x="3375292" y="4025267"/>
                <a:ext cx="709614" cy="757238"/>
              </a:xfrm>
              <a:custGeom>
                <a:avLst/>
                <a:gdLst/>
                <a:ahLst/>
                <a:cxnLst>
                  <a:cxn ang="0">
                    <a:pos x="578" y="874"/>
                  </a:cxn>
                  <a:cxn ang="0">
                    <a:pos x="1002" y="666"/>
                  </a:cxn>
                  <a:cxn ang="0">
                    <a:pos x="1112" y="539"/>
                  </a:cxn>
                  <a:cxn ang="0">
                    <a:pos x="1250" y="467"/>
                  </a:cxn>
                  <a:cxn ang="0">
                    <a:pos x="1396" y="443"/>
                  </a:cxn>
                  <a:cxn ang="0">
                    <a:pos x="1546" y="455"/>
                  </a:cxn>
                  <a:cxn ang="0">
                    <a:pos x="1581" y="594"/>
                  </a:cxn>
                  <a:cxn ang="0">
                    <a:pos x="1735" y="451"/>
                  </a:cxn>
                  <a:cxn ang="0">
                    <a:pos x="1865" y="152"/>
                  </a:cxn>
                  <a:cxn ang="0">
                    <a:pos x="1995" y="24"/>
                  </a:cxn>
                  <a:cxn ang="0">
                    <a:pos x="2093" y="0"/>
                  </a:cxn>
                  <a:cxn ang="0">
                    <a:pos x="2093" y="152"/>
                  </a:cxn>
                  <a:cxn ang="0">
                    <a:pos x="1947" y="407"/>
                  </a:cxn>
                  <a:cxn ang="0">
                    <a:pos x="1939" y="634"/>
                  </a:cxn>
                  <a:cxn ang="0">
                    <a:pos x="1735" y="778"/>
                  </a:cxn>
                  <a:cxn ang="0">
                    <a:pos x="1628" y="922"/>
                  </a:cxn>
                  <a:cxn ang="0">
                    <a:pos x="1534" y="1013"/>
                  </a:cxn>
                  <a:cxn ang="0">
                    <a:pos x="1573" y="1161"/>
                  </a:cxn>
                  <a:cxn ang="0">
                    <a:pos x="1443" y="1281"/>
                  </a:cxn>
                  <a:cxn ang="0">
                    <a:pos x="1349" y="1289"/>
                  </a:cxn>
                  <a:cxn ang="0">
                    <a:pos x="1274" y="1376"/>
                  </a:cxn>
                  <a:cxn ang="0">
                    <a:pos x="971" y="1851"/>
                  </a:cxn>
                  <a:cxn ang="0">
                    <a:pos x="782" y="1995"/>
                  </a:cxn>
                  <a:cxn ang="0">
                    <a:pos x="624" y="2250"/>
                  </a:cxn>
                  <a:cxn ang="0">
                    <a:pos x="439" y="2262"/>
                  </a:cxn>
                  <a:cxn ang="0">
                    <a:pos x="317" y="2223"/>
                  </a:cxn>
                  <a:cxn ang="0">
                    <a:pos x="222" y="2142"/>
                  </a:cxn>
                  <a:cxn ang="0">
                    <a:pos x="170" y="2022"/>
                  </a:cxn>
                  <a:cxn ang="0">
                    <a:pos x="45" y="1939"/>
                  </a:cxn>
                  <a:cxn ang="0">
                    <a:pos x="14" y="1827"/>
                  </a:cxn>
                  <a:cxn ang="0">
                    <a:pos x="0" y="1710"/>
                  </a:cxn>
                  <a:cxn ang="0">
                    <a:pos x="140" y="1676"/>
                  </a:cxn>
                  <a:cxn ang="0">
                    <a:pos x="204" y="1768"/>
                  </a:cxn>
                  <a:cxn ang="0">
                    <a:pos x="296" y="1735"/>
                  </a:cxn>
                  <a:cxn ang="0">
                    <a:pos x="270" y="1556"/>
                  </a:cxn>
                  <a:cxn ang="0">
                    <a:pos x="413" y="1423"/>
                  </a:cxn>
                  <a:cxn ang="0">
                    <a:pos x="518" y="1402"/>
                  </a:cxn>
                  <a:cxn ang="0">
                    <a:pos x="639" y="1317"/>
                  </a:cxn>
                  <a:cxn ang="0">
                    <a:pos x="755" y="1408"/>
                  </a:cxn>
                  <a:cxn ang="0">
                    <a:pos x="837" y="1378"/>
                  </a:cxn>
                  <a:cxn ang="0">
                    <a:pos x="705" y="1158"/>
                  </a:cxn>
                  <a:cxn ang="0">
                    <a:pos x="578" y="874"/>
                  </a:cxn>
                </a:cxnLst>
                <a:rect l="0" t="0" r="r" b="b"/>
                <a:pathLst>
                  <a:path w="2093" h="2262">
                    <a:moveTo>
                      <a:pt x="578" y="874"/>
                    </a:moveTo>
                    <a:lnTo>
                      <a:pt x="1002" y="666"/>
                    </a:lnTo>
                    <a:lnTo>
                      <a:pt x="1112" y="539"/>
                    </a:lnTo>
                    <a:lnTo>
                      <a:pt x="1250" y="467"/>
                    </a:lnTo>
                    <a:lnTo>
                      <a:pt x="1396" y="443"/>
                    </a:lnTo>
                    <a:lnTo>
                      <a:pt x="1546" y="455"/>
                    </a:lnTo>
                    <a:lnTo>
                      <a:pt x="1581" y="594"/>
                    </a:lnTo>
                    <a:lnTo>
                      <a:pt x="1735" y="451"/>
                    </a:lnTo>
                    <a:lnTo>
                      <a:pt x="1865" y="152"/>
                    </a:lnTo>
                    <a:lnTo>
                      <a:pt x="1995" y="24"/>
                    </a:lnTo>
                    <a:lnTo>
                      <a:pt x="2093" y="0"/>
                    </a:lnTo>
                    <a:lnTo>
                      <a:pt x="2093" y="152"/>
                    </a:lnTo>
                    <a:lnTo>
                      <a:pt x="1947" y="407"/>
                    </a:lnTo>
                    <a:lnTo>
                      <a:pt x="1939" y="634"/>
                    </a:lnTo>
                    <a:lnTo>
                      <a:pt x="1735" y="778"/>
                    </a:lnTo>
                    <a:lnTo>
                      <a:pt x="1628" y="922"/>
                    </a:lnTo>
                    <a:lnTo>
                      <a:pt x="1534" y="1013"/>
                    </a:lnTo>
                    <a:lnTo>
                      <a:pt x="1573" y="1161"/>
                    </a:lnTo>
                    <a:lnTo>
                      <a:pt x="1443" y="1281"/>
                    </a:lnTo>
                    <a:lnTo>
                      <a:pt x="1349" y="1289"/>
                    </a:lnTo>
                    <a:lnTo>
                      <a:pt x="1274" y="1376"/>
                    </a:lnTo>
                    <a:lnTo>
                      <a:pt x="971" y="1851"/>
                    </a:lnTo>
                    <a:lnTo>
                      <a:pt x="782" y="1995"/>
                    </a:lnTo>
                    <a:lnTo>
                      <a:pt x="624" y="2250"/>
                    </a:lnTo>
                    <a:lnTo>
                      <a:pt x="439" y="2262"/>
                    </a:lnTo>
                    <a:lnTo>
                      <a:pt x="317" y="2223"/>
                    </a:lnTo>
                    <a:lnTo>
                      <a:pt x="222" y="2142"/>
                    </a:lnTo>
                    <a:lnTo>
                      <a:pt x="170" y="2022"/>
                    </a:lnTo>
                    <a:lnTo>
                      <a:pt x="45" y="1939"/>
                    </a:lnTo>
                    <a:lnTo>
                      <a:pt x="14" y="1827"/>
                    </a:lnTo>
                    <a:lnTo>
                      <a:pt x="0" y="1710"/>
                    </a:lnTo>
                    <a:lnTo>
                      <a:pt x="140" y="1676"/>
                    </a:lnTo>
                    <a:lnTo>
                      <a:pt x="204" y="1768"/>
                    </a:lnTo>
                    <a:lnTo>
                      <a:pt x="296" y="1735"/>
                    </a:lnTo>
                    <a:lnTo>
                      <a:pt x="270" y="1556"/>
                    </a:lnTo>
                    <a:lnTo>
                      <a:pt x="413" y="1423"/>
                    </a:lnTo>
                    <a:lnTo>
                      <a:pt x="518" y="1402"/>
                    </a:lnTo>
                    <a:lnTo>
                      <a:pt x="639" y="1317"/>
                    </a:lnTo>
                    <a:lnTo>
                      <a:pt x="755" y="1408"/>
                    </a:lnTo>
                    <a:lnTo>
                      <a:pt x="837" y="1378"/>
                    </a:lnTo>
                    <a:lnTo>
                      <a:pt x="705" y="1158"/>
                    </a:lnTo>
                    <a:lnTo>
                      <a:pt x="578" y="874"/>
                    </a:lnTo>
                    <a:close/>
                  </a:path>
                </a:pathLst>
              </a:custGeom>
              <a:solidFill>
                <a:schemeClr val="accent2">
                  <a:lumMod val="60000"/>
                  <a:lumOff val="40000"/>
                </a:schemeClr>
              </a:solidFill>
              <a:ln w="19050" cmpd="sng">
                <a:solidFill>
                  <a:schemeClr val="accent2">
                    <a:lumMod val="60000"/>
                    <a:lumOff val="40000"/>
                  </a:schemeClr>
                </a:solidFill>
                <a:prstDash val="solid"/>
                <a:round/>
                <a:headEnd/>
                <a:tailEnd/>
              </a:ln>
              <a:effectLst/>
            </p:spPr>
            <p:txBody>
              <a:bodyPr/>
              <a:lstStyle/>
              <a:p>
                <a:endParaRPr lang="es-CO" kern="0" noProof="0" dirty="0">
                  <a:solidFill>
                    <a:sysClr val="windowText" lastClr="000000"/>
                  </a:solidFill>
                </a:endParaRPr>
              </a:p>
            </p:txBody>
          </p:sp>
          <p:sp>
            <p:nvSpPr>
              <p:cNvPr id="1050" name="Freeform 47">
                <a:extLst>
                  <a:ext uri="{FF2B5EF4-FFF2-40B4-BE49-F238E27FC236}">
                    <a16:creationId xmlns:a16="http://schemas.microsoft.com/office/drawing/2014/main" id="{56138841-3F5E-A28C-3F6B-58989465A380}"/>
                  </a:ext>
                </a:extLst>
              </p:cNvPr>
              <p:cNvSpPr>
                <a:spLocks/>
              </p:cNvSpPr>
              <p:nvPr/>
            </p:nvSpPr>
            <p:spPr bwMode="auto">
              <a:xfrm>
                <a:off x="3499119" y="4328479"/>
                <a:ext cx="1547814" cy="1171575"/>
              </a:xfrm>
              <a:custGeom>
                <a:avLst/>
                <a:gdLst/>
                <a:ahLst/>
                <a:cxnLst>
                  <a:cxn ang="0">
                    <a:pos x="4347" y="2853"/>
                  </a:cxn>
                  <a:cxn ang="0">
                    <a:pos x="4055" y="3116"/>
                  </a:cxn>
                  <a:cxn ang="0">
                    <a:pos x="3831" y="3307"/>
                  </a:cxn>
                  <a:cxn ang="0">
                    <a:pos x="3630" y="3399"/>
                  </a:cxn>
                  <a:cxn ang="0">
                    <a:pos x="3343" y="3375"/>
                  </a:cxn>
                  <a:cxn ang="0">
                    <a:pos x="3071" y="3343"/>
                  </a:cxn>
                  <a:cxn ang="0">
                    <a:pos x="2815" y="3355"/>
                  </a:cxn>
                  <a:cxn ang="0">
                    <a:pos x="2366" y="3224"/>
                  </a:cxn>
                  <a:cxn ang="0">
                    <a:pos x="2116" y="3102"/>
                  </a:cxn>
                  <a:cxn ang="0">
                    <a:pos x="1548" y="2931"/>
                  </a:cxn>
                  <a:cxn ang="0">
                    <a:pos x="1231" y="2578"/>
                  </a:cxn>
                  <a:cxn ang="0">
                    <a:pos x="1021" y="2373"/>
                  </a:cxn>
                  <a:cxn ang="0">
                    <a:pos x="925" y="2098"/>
                  </a:cxn>
                  <a:cxn ang="0">
                    <a:pos x="462" y="1999"/>
                  </a:cxn>
                  <a:cxn ang="0">
                    <a:pos x="0" y="1644"/>
                  </a:cxn>
                  <a:cxn ang="0">
                    <a:pos x="59" y="1476"/>
                  </a:cxn>
                  <a:cxn ang="0">
                    <a:pos x="259" y="1342"/>
                  </a:cxn>
                  <a:cxn ang="0">
                    <a:pos x="606" y="945"/>
                  </a:cxn>
                  <a:cxn ang="0">
                    <a:pos x="982" y="382"/>
                  </a:cxn>
                  <a:cxn ang="0">
                    <a:pos x="1207" y="255"/>
                  </a:cxn>
                  <a:cxn ang="0">
                    <a:pos x="1276" y="0"/>
                  </a:cxn>
                  <a:cxn ang="0">
                    <a:pos x="1563" y="192"/>
                  </a:cxn>
                  <a:cxn ang="0">
                    <a:pos x="1512" y="459"/>
                  </a:cxn>
                  <a:cxn ang="0">
                    <a:pos x="1575" y="922"/>
                  </a:cxn>
                  <a:cxn ang="0">
                    <a:pos x="1902" y="1125"/>
                  </a:cxn>
                  <a:cxn ang="0">
                    <a:pos x="2461" y="1261"/>
                  </a:cxn>
                  <a:cxn ang="0">
                    <a:pos x="2709" y="1728"/>
                  </a:cxn>
                  <a:cxn ang="0">
                    <a:pos x="3110" y="1915"/>
                  </a:cxn>
                  <a:cxn ang="0">
                    <a:pos x="3252" y="1712"/>
                  </a:cxn>
                  <a:cxn ang="0">
                    <a:pos x="3630" y="1847"/>
                  </a:cxn>
                  <a:cxn ang="0">
                    <a:pos x="4006" y="2218"/>
                  </a:cxn>
                  <a:cxn ang="0">
                    <a:pos x="4386" y="2645"/>
                  </a:cxn>
                </a:cxnLst>
                <a:rect l="0" t="0" r="r" b="b"/>
                <a:pathLst>
                  <a:path w="4569" h="3499">
                    <a:moveTo>
                      <a:pt x="4569" y="2701"/>
                    </a:moveTo>
                    <a:lnTo>
                      <a:pt x="4347" y="2853"/>
                    </a:lnTo>
                    <a:lnTo>
                      <a:pt x="4193" y="3124"/>
                    </a:lnTo>
                    <a:lnTo>
                      <a:pt x="4055" y="3116"/>
                    </a:lnTo>
                    <a:lnTo>
                      <a:pt x="3937" y="3196"/>
                    </a:lnTo>
                    <a:lnTo>
                      <a:pt x="3831" y="3307"/>
                    </a:lnTo>
                    <a:lnTo>
                      <a:pt x="3795" y="3447"/>
                    </a:lnTo>
                    <a:lnTo>
                      <a:pt x="3630" y="3399"/>
                    </a:lnTo>
                    <a:lnTo>
                      <a:pt x="3484" y="3499"/>
                    </a:lnTo>
                    <a:lnTo>
                      <a:pt x="3343" y="3375"/>
                    </a:lnTo>
                    <a:lnTo>
                      <a:pt x="3193" y="3391"/>
                    </a:lnTo>
                    <a:lnTo>
                      <a:pt x="3071" y="3343"/>
                    </a:lnTo>
                    <a:lnTo>
                      <a:pt x="2941" y="3447"/>
                    </a:lnTo>
                    <a:lnTo>
                      <a:pt x="2815" y="3355"/>
                    </a:lnTo>
                    <a:lnTo>
                      <a:pt x="2587" y="3355"/>
                    </a:lnTo>
                    <a:lnTo>
                      <a:pt x="2366" y="3224"/>
                    </a:lnTo>
                    <a:lnTo>
                      <a:pt x="2220" y="3222"/>
                    </a:lnTo>
                    <a:lnTo>
                      <a:pt x="2116" y="3102"/>
                    </a:lnTo>
                    <a:lnTo>
                      <a:pt x="1762" y="2950"/>
                    </a:lnTo>
                    <a:lnTo>
                      <a:pt x="1548" y="2931"/>
                    </a:lnTo>
                    <a:lnTo>
                      <a:pt x="1477" y="2674"/>
                    </a:lnTo>
                    <a:lnTo>
                      <a:pt x="1231" y="2578"/>
                    </a:lnTo>
                    <a:lnTo>
                      <a:pt x="1158" y="2383"/>
                    </a:lnTo>
                    <a:lnTo>
                      <a:pt x="1021" y="2373"/>
                    </a:lnTo>
                    <a:lnTo>
                      <a:pt x="946" y="2257"/>
                    </a:lnTo>
                    <a:lnTo>
                      <a:pt x="925" y="2098"/>
                    </a:lnTo>
                    <a:lnTo>
                      <a:pt x="742" y="2095"/>
                    </a:lnTo>
                    <a:lnTo>
                      <a:pt x="462" y="1999"/>
                    </a:lnTo>
                    <a:lnTo>
                      <a:pt x="180" y="1824"/>
                    </a:lnTo>
                    <a:lnTo>
                      <a:pt x="0" y="1644"/>
                    </a:lnTo>
                    <a:lnTo>
                      <a:pt x="4" y="1544"/>
                    </a:lnTo>
                    <a:lnTo>
                      <a:pt x="59" y="1476"/>
                    </a:lnTo>
                    <a:lnTo>
                      <a:pt x="75" y="1357"/>
                    </a:lnTo>
                    <a:lnTo>
                      <a:pt x="259" y="1342"/>
                    </a:lnTo>
                    <a:lnTo>
                      <a:pt x="414" y="1092"/>
                    </a:lnTo>
                    <a:lnTo>
                      <a:pt x="606" y="945"/>
                    </a:lnTo>
                    <a:lnTo>
                      <a:pt x="909" y="472"/>
                    </a:lnTo>
                    <a:lnTo>
                      <a:pt x="982" y="382"/>
                    </a:lnTo>
                    <a:lnTo>
                      <a:pt x="1077" y="375"/>
                    </a:lnTo>
                    <a:lnTo>
                      <a:pt x="1207" y="255"/>
                    </a:lnTo>
                    <a:lnTo>
                      <a:pt x="1170" y="103"/>
                    </a:lnTo>
                    <a:lnTo>
                      <a:pt x="1276" y="0"/>
                    </a:lnTo>
                    <a:lnTo>
                      <a:pt x="1409" y="64"/>
                    </a:lnTo>
                    <a:lnTo>
                      <a:pt x="1563" y="192"/>
                    </a:lnTo>
                    <a:lnTo>
                      <a:pt x="1575" y="327"/>
                    </a:lnTo>
                    <a:lnTo>
                      <a:pt x="1512" y="459"/>
                    </a:lnTo>
                    <a:lnTo>
                      <a:pt x="1535" y="694"/>
                    </a:lnTo>
                    <a:lnTo>
                      <a:pt x="1575" y="922"/>
                    </a:lnTo>
                    <a:lnTo>
                      <a:pt x="1665" y="1081"/>
                    </a:lnTo>
                    <a:lnTo>
                      <a:pt x="1902" y="1125"/>
                    </a:lnTo>
                    <a:lnTo>
                      <a:pt x="2165" y="1341"/>
                    </a:lnTo>
                    <a:lnTo>
                      <a:pt x="2461" y="1261"/>
                    </a:lnTo>
                    <a:lnTo>
                      <a:pt x="2661" y="1580"/>
                    </a:lnTo>
                    <a:lnTo>
                      <a:pt x="2709" y="1728"/>
                    </a:lnTo>
                    <a:lnTo>
                      <a:pt x="2957" y="1955"/>
                    </a:lnTo>
                    <a:lnTo>
                      <a:pt x="3110" y="1915"/>
                    </a:lnTo>
                    <a:lnTo>
                      <a:pt x="3213" y="1811"/>
                    </a:lnTo>
                    <a:lnTo>
                      <a:pt x="3252" y="1712"/>
                    </a:lnTo>
                    <a:lnTo>
                      <a:pt x="3437" y="1700"/>
                    </a:lnTo>
                    <a:lnTo>
                      <a:pt x="3630" y="1847"/>
                    </a:lnTo>
                    <a:lnTo>
                      <a:pt x="3784" y="2087"/>
                    </a:lnTo>
                    <a:lnTo>
                      <a:pt x="4006" y="2218"/>
                    </a:lnTo>
                    <a:lnTo>
                      <a:pt x="4185" y="2458"/>
                    </a:lnTo>
                    <a:lnTo>
                      <a:pt x="4386" y="2645"/>
                    </a:lnTo>
                    <a:lnTo>
                      <a:pt x="4569" y="2701"/>
                    </a:lnTo>
                    <a:close/>
                  </a:path>
                </a:pathLst>
              </a:custGeom>
              <a:solidFill>
                <a:schemeClr val="bg1">
                  <a:lumMod val="95000"/>
                </a:schemeClr>
              </a:solidFill>
              <a:ln w="19050" cmpd="sng">
                <a:solidFill>
                  <a:schemeClr val="bg1">
                    <a:lumMod val="95000"/>
                  </a:schemeClr>
                </a:solidFill>
                <a:prstDash val="solid"/>
                <a:round/>
                <a:headEnd/>
                <a:tailEnd/>
              </a:ln>
              <a:effectLst/>
            </p:spPr>
            <p:txBody>
              <a:bodyPr/>
              <a:lstStyle/>
              <a:p>
                <a:endParaRPr lang="es-CO" kern="0" noProof="0" dirty="0">
                  <a:solidFill>
                    <a:sysClr val="windowText" lastClr="000000"/>
                  </a:solidFill>
                </a:endParaRPr>
              </a:p>
            </p:txBody>
          </p:sp>
          <p:sp>
            <p:nvSpPr>
              <p:cNvPr id="1051" name="Freeform 48">
                <a:extLst>
                  <a:ext uri="{FF2B5EF4-FFF2-40B4-BE49-F238E27FC236}">
                    <a16:creationId xmlns:a16="http://schemas.microsoft.com/office/drawing/2014/main" id="{009CA9A0-F3A1-72C5-31DD-547CAE303A6F}"/>
                  </a:ext>
                </a:extLst>
              </p:cNvPr>
              <p:cNvSpPr>
                <a:spLocks/>
              </p:cNvSpPr>
              <p:nvPr/>
            </p:nvSpPr>
            <p:spPr bwMode="auto">
              <a:xfrm>
                <a:off x="3114943" y="3677605"/>
                <a:ext cx="561975" cy="639763"/>
              </a:xfrm>
              <a:custGeom>
                <a:avLst/>
                <a:gdLst/>
                <a:ahLst/>
                <a:cxnLst>
                  <a:cxn ang="0">
                    <a:pos x="1206" y="11"/>
                  </a:cxn>
                  <a:cxn ang="0">
                    <a:pos x="1119" y="188"/>
                  </a:cxn>
                  <a:cxn ang="0">
                    <a:pos x="981" y="323"/>
                  </a:cxn>
                  <a:cxn ang="0">
                    <a:pos x="886" y="527"/>
                  </a:cxn>
                  <a:cxn ang="0">
                    <a:pos x="870" y="810"/>
                  </a:cxn>
                  <a:cxn ang="0">
                    <a:pos x="658" y="934"/>
                  </a:cxn>
                  <a:cxn ang="0">
                    <a:pos x="504" y="838"/>
                  </a:cxn>
                  <a:cxn ang="0">
                    <a:pos x="386" y="834"/>
                  </a:cxn>
                  <a:cxn ang="0">
                    <a:pos x="315" y="750"/>
                  </a:cxn>
                  <a:cxn ang="0">
                    <a:pos x="209" y="754"/>
                  </a:cxn>
                  <a:cxn ang="0">
                    <a:pos x="67" y="762"/>
                  </a:cxn>
                  <a:cxn ang="0">
                    <a:pos x="12" y="850"/>
                  </a:cxn>
                  <a:cxn ang="0">
                    <a:pos x="24" y="946"/>
                  </a:cxn>
                  <a:cxn ang="0">
                    <a:pos x="138" y="970"/>
                  </a:cxn>
                  <a:cxn ang="0">
                    <a:pos x="189" y="1050"/>
                  </a:cxn>
                  <a:cxn ang="0">
                    <a:pos x="327" y="1062"/>
                  </a:cxn>
                  <a:cxn ang="0">
                    <a:pos x="252" y="1154"/>
                  </a:cxn>
                  <a:cxn ang="0">
                    <a:pos x="256" y="1265"/>
                  </a:cxn>
                  <a:cxn ang="0">
                    <a:pos x="173" y="1337"/>
                  </a:cxn>
                  <a:cxn ang="0">
                    <a:pos x="106" y="1469"/>
                  </a:cxn>
                  <a:cxn ang="0">
                    <a:pos x="0" y="1545"/>
                  </a:cxn>
                  <a:cxn ang="0">
                    <a:pos x="69" y="1673"/>
                  </a:cxn>
                  <a:cxn ang="0">
                    <a:pos x="153" y="1774"/>
                  </a:cxn>
                  <a:cxn ang="0">
                    <a:pos x="284" y="1832"/>
                  </a:cxn>
                  <a:cxn ang="0">
                    <a:pos x="486" y="1858"/>
                  </a:cxn>
                  <a:cxn ang="0">
                    <a:pos x="610" y="1912"/>
                  </a:cxn>
                  <a:cxn ang="0">
                    <a:pos x="744" y="1793"/>
                  </a:cxn>
                  <a:cxn ang="0">
                    <a:pos x="943" y="1697"/>
                  </a:cxn>
                  <a:cxn ang="0">
                    <a:pos x="918" y="1625"/>
                  </a:cxn>
                  <a:cxn ang="0">
                    <a:pos x="1023" y="1577"/>
                  </a:cxn>
                  <a:cxn ang="0">
                    <a:pos x="1179" y="1640"/>
                  </a:cxn>
                  <a:cxn ang="0">
                    <a:pos x="1296" y="1677"/>
                  </a:cxn>
                  <a:cxn ang="0">
                    <a:pos x="1418" y="1245"/>
                  </a:cxn>
                  <a:cxn ang="0">
                    <a:pos x="1544" y="1002"/>
                  </a:cxn>
                  <a:cxn ang="0">
                    <a:pos x="1654" y="918"/>
                  </a:cxn>
                  <a:cxn ang="0">
                    <a:pos x="1656" y="786"/>
                  </a:cxn>
                  <a:cxn ang="0">
                    <a:pos x="1595" y="703"/>
                  </a:cxn>
                  <a:cxn ang="0">
                    <a:pos x="1548" y="511"/>
                  </a:cxn>
                  <a:cxn ang="0">
                    <a:pos x="1619" y="283"/>
                  </a:cxn>
                  <a:cxn ang="0">
                    <a:pos x="1556" y="236"/>
                  </a:cxn>
                  <a:cxn ang="0">
                    <a:pos x="1401" y="130"/>
                  </a:cxn>
                  <a:cxn ang="0">
                    <a:pos x="1300" y="0"/>
                  </a:cxn>
                  <a:cxn ang="0">
                    <a:pos x="1206" y="11"/>
                  </a:cxn>
                </a:cxnLst>
                <a:rect l="0" t="0" r="r" b="b"/>
                <a:pathLst>
                  <a:path w="1656" h="1912">
                    <a:moveTo>
                      <a:pt x="1206" y="11"/>
                    </a:moveTo>
                    <a:lnTo>
                      <a:pt x="1119" y="188"/>
                    </a:lnTo>
                    <a:lnTo>
                      <a:pt x="981" y="323"/>
                    </a:lnTo>
                    <a:lnTo>
                      <a:pt x="886" y="527"/>
                    </a:lnTo>
                    <a:lnTo>
                      <a:pt x="870" y="810"/>
                    </a:lnTo>
                    <a:lnTo>
                      <a:pt x="658" y="934"/>
                    </a:lnTo>
                    <a:lnTo>
                      <a:pt x="504" y="838"/>
                    </a:lnTo>
                    <a:lnTo>
                      <a:pt x="386" y="834"/>
                    </a:lnTo>
                    <a:lnTo>
                      <a:pt x="315" y="750"/>
                    </a:lnTo>
                    <a:lnTo>
                      <a:pt x="209" y="754"/>
                    </a:lnTo>
                    <a:lnTo>
                      <a:pt x="67" y="762"/>
                    </a:lnTo>
                    <a:lnTo>
                      <a:pt x="12" y="850"/>
                    </a:lnTo>
                    <a:lnTo>
                      <a:pt x="24" y="946"/>
                    </a:lnTo>
                    <a:lnTo>
                      <a:pt x="138" y="970"/>
                    </a:lnTo>
                    <a:lnTo>
                      <a:pt x="189" y="1050"/>
                    </a:lnTo>
                    <a:lnTo>
                      <a:pt x="327" y="1062"/>
                    </a:lnTo>
                    <a:lnTo>
                      <a:pt x="252" y="1154"/>
                    </a:lnTo>
                    <a:lnTo>
                      <a:pt x="256" y="1265"/>
                    </a:lnTo>
                    <a:lnTo>
                      <a:pt x="173" y="1337"/>
                    </a:lnTo>
                    <a:lnTo>
                      <a:pt x="106" y="1469"/>
                    </a:lnTo>
                    <a:lnTo>
                      <a:pt x="0" y="1545"/>
                    </a:lnTo>
                    <a:lnTo>
                      <a:pt x="69" y="1673"/>
                    </a:lnTo>
                    <a:lnTo>
                      <a:pt x="153" y="1774"/>
                    </a:lnTo>
                    <a:lnTo>
                      <a:pt x="284" y="1832"/>
                    </a:lnTo>
                    <a:lnTo>
                      <a:pt x="486" y="1858"/>
                    </a:lnTo>
                    <a:lnTo>
                      <a:pt x="610" y="1912"/>
                    </a:lnTo>
                    <a:lnTo>
                      <a:pt x="744" y="1793"/>
                    </a:lnTo>
                    <a:lnTo>
                      <a:pt x="943" y="1697"/>
                    </a:lnTo>
                    <a:lnTo>
                      <a:pt x="918" y="1625"/>
                    </a:lnTo>
                    <a:lnTo>
                      <a:pt x="1023" y="1577"/>
                    </a:lnTo>
                    <a:lnTo>
                      <a:pt x="1179" y="1640"/>
                    </a:lnTo>
                    <a:lnTo>
                      <a:pt x="1296" y="1677"/>
                    </a:lnTo>
                    <a:lnTo>
                      <a:pt x="1418" y="1245"/>
                    </a:lnTo>
                    <a:lnTo>
                      <a:pt x="1544" y="1002"/>
                    </a:lnTo>
                    <a:lnTo>
                      <a:pt x="1654" y="918"/>
                    </a:lnTo>
                    <a:lnTo>
                      <a:pt x="1656" y="786"/>
                    </a:lnTo>
                    <a:lnTo>
                      <a:pt x="1595" y="703"/>
                    </a:lnTo>
                    <a:lnTo>
                      <a:pt x="1548" y="511"/>
                    </a:lnTo>
                    <a:lnTo>
                      <a:pt x="1619" y="283"/>
                    </a:lnTo>
                    <a:lnTo>
                      <a:pt x="1556" y="236"/>
                    </a:lnTo>
                    <a:lnTo>
                      <a:pt x="1401" y="130"/>
                    </a:lnTo>
                    <a:lnTo>
                      <a:pt x="1300" y="0"/>
                    </a:lnTo>
                    <a:lnTo>
                      <a:pt x="1206" y="11"/>
                    </a:lnTo>
                    <a:close/>
                  </a:path>
                </a:pathLst>
              </a:custGeom>
              <a:solidFill>
                <a:schemeClr val="bg2">
                  <a:lumMod val="60000"/>
                  <a:lumOff val="40000"/>
                </a:schemeClr>
              </a:solidFill>
              <a:ln w="19050" cmpd="sng">
                <a:solidFill>
                  <a:schemeClr val="bg2">
                    <a:lumMod val="60000"/>
                    <a:lumOff val="40000"/>
                  </a:schemeClr>
                </a:solidFill>
                <a:prstDash val="solid"/>
                <a:round/>
                <a:headEnd/>
                <a:tailEnd/>
              </a:ln>
              <a:effectLst/>
            </p:spPr>
            <p:txBody>
              <a:bodyPr/>
              <a:lstStyle/>
              <a:p>
                <a:pPr fontAlgn="base">
                  <a:spcBef>
                    <a:spcPct val="0"/>
                  </a:spcBef>
                  <a:spcAft>
                    <a:spcPct val="0"/>
                  </a:spcAft>
                </a:pPr>
                <a:endParaRPr lang="es-CO" b="1" kern="0" noProof="0" dirty="0">
                  <a:solidFill>
                    <a:srgbClr val="000000"/>
                  </a:solidFill>
                  <a:latin typeface="Arial" charset="0"/>
                </a:endParaRPr>
              </a:p>
            </p:txBody>
          </p:sp>
          <p:sp>
            <p:nvSpPr>
              <p:cNvPr id="1052" name="Freeform 49">
                <a:extLst>
                  <a:ext uri="{FF2B5EF4-FFF2-40B4-BE49-F238E27FC236}">
                    <a16:creationId xmlns:a16="http://schemas.microsoft.com/office/drawing/2014/main" id="{07D18DB1-54EE-E691-E8B2-14B44FBABB12}"/>
                  </a:ext>
                </a:extLst>
              </p:cNvPr>
              <p:cNvSpPr>
                <a:spLocks/>
              </p:cNvSpPr>
              <p:nvPr/>
            </p:nvSpPr>
            <p:spPr bwMode="auto">
              <a:xfrm>
                <a:off x="2981591" y="2496505"/>
                <a:ext cx="596900" cy="1493838"/>
              </a:xfrm>
              <a:custGeom>
                <a:avLst/>
                <a:gdLst/>
                <a:ahLst/>
                <a:cxnLst>
                  <a:cxn ang="0">
                    <a:pos x="176" y="1345"/>
                  </a:cxn>
                  <a:cxn ang="0">
                    <a:pos x="383" y="1281"/>
                  </a:cxn>
                  <a:cxn ang="0">
                    <a:pos x="638" y="1009"/>
                  </a:cxn>
                  <a:cxn ang="0">
                    <a:pos x="885" y="832"/>
                  </a:cxn>
                  <a:cxn ang="0">
                    <a:pos x="650" y="420"/>
                  </a:cxn>
                  <a:cxn ang="0">
                    <a:pos x="488" y="195"/>
                  </a:cxn>
                  <a:cxn ang="0">
                    <a:pos x="651" y="0"/>
                  </a:cxn>
                  <a:cxn ang="0">
                    <a:pos x="1240" y="629"/>
                  </a:cxn>
                  <a:cxn ang="0">
                    <a:pos x="1078" y="854"/>
                  </a:cxn>
                  <a:cxn ang="0">
                    <a:pos x="1658" y="1704"/>
                  </a:cxn>
                  <a:cxn ang="0">
                    <a:pos x="1376" y="1955"/>
                  </a:cxn>
                  <a:cxn ang="0">
                    <a:pos x="1288" y="2154"/>
                  </a:cxn>
                  <a:cxn ang="0">
                    <a:pos x="1126" y="2316"/>
                  </a:cxn>
                  <a:cxn ang="0">
                    <a:pos x="1286" y="2682"/>
                  </a:cxn>
                  <a:cxn ang="0">
                    <a:pos x="1406" y="2935"/>
                  </a:cxn>
                  <a:cxn ang="0">
                    <a:pos x="1920" y="2912"/>
                  </a:cxn>
                  <a:cxn ang="0">
                    <a:pos x="2115" y="3426"/>
                  </a:cxn>
                  <a:cxn ang="0">
                    <a:pos x="2200" y="3825"/>
                  </a:cxn>
                  <a:cxn ang="0">
                    <a:pos x="1846" y="4035"/>
                  </a:cxn>
                  <a:cxn ang="0">
                    <a:pos x="1920" y="4324"/>
                  </a:cxn>
                  <a:cxn ang="0">
                    <a:pos x="1890" y="4649"/>
                  </a:cxn>
                  <a:cxn ang="0">
                    <a:pos x="1599" y="5069"/>
                  </a:cxn>
                  <a:cxn ang="0">
                    <a:pos x="1314" y="5581"/>
                  </a:cxn>
                  <a:cxn ang="0">
                    <a:pos x="971" y="5454"/>
                  </a:cxn>
                  <a:cxn ang="0">
                    <a:pos x="738" y="5356"/>
                  </a:cxn>
                  <a:cxn ang="0">
                    <a:pos x="625" y="5267"/>
                  </a:cxn>
                  <a:cxn ang="0">
                    <a:pos x="684" y="4699"/>
                  </a:cxn>
                  <a:cxn ang="0">
                    <a:pos x="566" y="3810"/>
                  </a:cxn>
                  <a:cxn ang="0">
                    <a:pos x="458" y="3621"/>
                  </a:cxn>
                  <a:cxn ang="0">
                    <a:pos x="758" y="3411"/>
                  </a:cxn>
                  <a:cxn ang="0">
                    <a:pos x="458" y="2897"/>
                  </a:cxn>
                  <a:cxn ang="0">
                    <a:pos x="610" y="2872"/>
                  </a:cxn>
                  <a:cxn ang="0">
                    <a:pos x="581" y="2364"/>
                  </a:cxn>
                  <a:cxn ang="0">
                    <a:pos x="429" y="2245"/>
                  </a:cxn>
                  <a:cxn ang="0">
                    <a:pos x="256" y="2170"/>
                  </a:cxn>
                  <a:cxn ang="0">
                    <a:pos x="280" y="1910"/>
                  </a:cxn>
                </a:cxnLst>
                <a:rect l="0" t="0" r="r" b="b"/>
                <a:pathLst>
                  <a:path w="2200" h="5581">
                    <a:moveTo>
                      <a:pt x="0" y="1641"/>
                    </a:moveTo>
                    <a:lnTo>
                      <a:pt x="176" y="1345"/>
                    </a:lnTo>
                    <a:lnTo>
                      <a:pt x="221" y="1132"/>
                    </a:lnTo>
                    <a:lnTo>
                      <a:pt x="383" y="1281"/>
                    </a:lnTo>
                    <a:lnTo>
                      <a:pt x="603" y="1192"/>
                    </a:lnTo>
                    <a:lnTo>
                      <a:pt x="638" y="1009"/>
                    </a:lnTo>
                    <a:lnTo>
                      <a:pt x="707" y="877"/>
                    </a:lnTo>
                    <a:lnTo>
                      <a:pt x="885" y="832"/>
                    </a:lnTo>
                    <a:lnTo>
                      <a:pt x="818" y="599"/>
                    </a:lnTo>
                    <a:lnTo>
                      <a:pt x="650" y="420"/>
                    </a:lnTo>
                    <a:lnTo>
                      <a:pt x="636" y="219"/>
                    </a:lnTo>
                    <a:lnTo>
                      <a:pt x="488" y="195"/>
                    </a:lnTo>
                    <a:lnTo>
                      <a:pt x="531" y="75"/>
                    </a:lnTo>
                    <a:lnTo>
                      <a:pt x="651" y="0"/>
                    </a:lnTo>
                    <a:lnTo>
                      <a:pt x="930" y="324"/>
                    </a:lnTo>
                    <a:lnTo>
                      <a:pt x="1240" y="629"/>
                    </a:lnTo>
                    <a:lnTo>
                      <a:pt x="1093" y="729"/>
                    </a:lnTo>
                    <a:lnTo>
                      <a:pt x="1078" y="854"/>
                    </a:lnTo>
                    <a:lnTo>
                      <a:pt x="935" y="972"/>
                    </a:lnTo>
                    <a:lnTo>
                      <a:pt x="1658" y="1704"/>
                    </a:lnTo>
                    <a:lnTo>
                      <a:pt x="1625" y="2020"/>
                    </a:lnTo>
                    <a:lnTo>
                      <a:pt x="1376" y="1955"/>
                    </a:lnTo>
                    <a:lnTo>
                      <a:pt x="1290" y="2045"/>
                    </a:lnTo>
                    <a:lnTo>
                      <a:pt x="1288" y="2154"/>
                    </a:lnTo>
                    <a:lnTo>
                      <a:pt x="1123" y="2195"/>
                    </a:lnTo>
                    <a:lnTo>
                      <a:pt x="1126" y="2316"/>
                    </a:lnTo>
                    <a:lnTo>
                      <a:pt x="1186" y="2449"/>
                    </a:lnTo>
                    <a:lnTo>
                      <a:pt x="1286" y="2682"/>
                    </a:lnTo>
                    <a:lnTo>
                      <a:pt x="1305" y="2829"/>
                    </a:lnTo>
                    <a:lnTo>
                      <a:pt x="1406" y="2935"/>
                    </a:lnTo>
                    <a:lnTo>
                      <a:pt x="1639" y="2962"/>
                    </a:lnTo>
                    <a:lnTo>
                      <a:pt x="1920" y="2912"/>
                    </a:lnTo>
                    <a:lnTo>
                      <a:pt x="2044" y="3201"/>
                    </a:lnTo>
                    <a:lnTo>
                      <a:pt x="2115" y="3426"/>
                    </a:lnTo>
                    <a:lnTo>
                      <a:pt x="2096" y="3651"/>
                    </a:lnTo>
                    <a:lnTo>
                      <a:pt x="2200" y="3825"/>
                    </a:lnTo>
                    <a:lnTo>
                      <a:pt x="1994" y="3920"/>
                    </a:lnTo>
                    <a:lnTo>
                      <a:pt x="1846" y="4035"/>
                    </a:lnTo>
                    <a:lnTo>
                      <a:pt x="1850" y="4185"/>
                    </a:lnTo>
                    <a:lnTo>
                      <a:pt x="1920" y="4324"/>
                    </a:lnTo>
                    <a:lnTo>
                      <a:pt x="1999" y="4424"/>
                    </a:lnTo>
                    <a:lnTo>
                      <a:pt x="1890" y="4649"/>
                    </a:lnTo>
                    <a:lnTo>
                      <a:pt x="1715" y="4819"/>
                    </a:lnTo>
                    <a:lnTo>
                      <a:pt x="1599" y="5069"/>
                    </a:lnTo>
                    <a:lnTo>
                      <a:pt x="1580" y="5426"/>
                    </a:lnTo>
                    <a:lnTo>
                      <a:pt x="1314" y="5581"/>
                    </a:lnTo>
                    <a:lnTo>
                      <a:pt x="1123" y="5461"/>
                    </a:lnTo>
                    <a:lnTo>
                      <a:pt x="971" y="5454"/>
                    </a:lnTo>
                    <a:lnTo>
                      <a:pt x="886" y="5349"/>
                    </a:lnTo>
                    <a:lnTo>
                      <a:pt x="738" y="5356"/>
                    </a:lnTo>
                    <a:lnTo>
                      <a:pt x="729" y="5277"/>
                    </a:lnTo>
                    <a:lnTo>
                      <a:pt x="625" y="5267"/>
                    </a:lnTo>
                    <a:lnTo>
                      <a:pt x="595" y="5082"/>
                    </a:lnTo>
                    <a:lnTo>
                      <a:pt x="684" y="4699"/>
                    </a:lnTo>
                    <a:lnTo>
                      <a:pt x="595" y="4439"/>
                    </a:lnTo>
                    <a:lnTo>
                      <a:pt x="566" y="3810"/>
                    </a:lnTo>
                    <a:lnTo>
                      <a:pt x="399" y="3726"/>
                    </a:lnTo>
                    <a:lnTo>
                      <a:pt x="458" y="3621"/>
                    </a:lnTo>
                    <a:lnTo>
                      <a:pt x="709" y="3546"/>
                    </a:lnTo>
                    <a:lnTo>
                      <a:pt x="758" y="3411"/>
                    </a:lnTo>
                    <a:lnTo>
                      <a:pt x="503" y="2992"/>
                    </a:lnTo>
                    <a:lnTo>
                      <a:pt x="458" y="2897"/>
                    </a:lnTo>
                    <a:lnTo>
                      <a:pt x="488" y="2837"/>
                    </a:lnTo>
                    <a:lnTo>
                      <a:pt x="610" y="2872"/>
                    </a:lnTo>
                    <a:lnTo>
                      <a:pt x="650" y="2604"/>
                    </a:lnTo>
                    <a:lnTo>
                      <a:pt x="581" y="2364"/>
                    </a:lnTo>
                    <a:lnTo>
                      <a:pt x="448" y="2364"/>
                    </a:lnTo>
                    <a:lnTo>
                      <a:pt x="429" y="2245"/>
                    </a:lnTo>
                    <a:lnTo>
                      <a:pt x="354" y="2170"/>
                    </a:lnTo>
                    <a:lnTo>
                      <a:pt x="256" y="2170"/>
                    </a:lnTo>
                    <a:lnTo>
                      <a:pt x="221" y="2075"/>
                    </a:lnTo>
                    <a:lnTo>
                      <a:pt x="280" y="1910"/>
                    </a:lnTo>
                    <a:lnTo>
                      <a:pt x="0" y="1641"/>
                    </a:lnTo>
                    <a:close/>
                  </a:path>
                </a:pathLst>
              </a:custGeom>
              <a:solidFill>
                <a:schemeClr val="bg2">
                  <a:lumMod val="60000"/>
                  <a:lumOff val="40000"/>
                </a:schemeClr>
              </a:solidFill>
              <a:ln w="19050" cmpd="sng">
                <a:solidFill>
                  <a:schemeClr val="bg2">
                    <a:lumMod val="60000"/>
                    <a:lumOff val="40000"/>
                  </a:schemeClr>
                </a:solidFill>
                <a:prstDash val="solid"/>
                <a:round/>
                <a:headEnd/>
                <a:tailEnd/>
              </a:ln>
              <a:effectLst/>
            </p:spPr>
            <p:txBody>
              <a:bodyPr/>
              <a:lstStyle/>
              <a:p>
                <a:endParaRPr lang="es-CO" kern="0" noProof="0" dirty="0">
                  <a:solidFill>
                    <a:sysClr val="windowText" lastClr="000000"/>
                  </a:solidFill>
                </a:endParaRPr>
              </a:p>
            </p:txBody>
          </p:sp>
          <p:sp>
            <p:nvSpPr>
              <p:cNvPr id="1053" name="Freeform 50">
                <a:extLst>
                  <a:ext uri="{FF2B5EF4-FFF2-40B4-BE49-F238E27FC236}">
                    <a16:creationId xmlns:a16="http://schemas.microsoft.com/office/drawing/2014/main" id="{093499F1-7EA3-B3BB-96C8-E78AC6F796C3}"/>
                  </a:ext>
                </a:extLst>
              </p:cNvPr>
              <p:cNvSpPr>
                <a:spLocks/>
              </p:cNvSpPr>
              <p:nvPr/>
            </p:nvSpPr>
            <p:spPr bwMode="auto">
              <a:xfrm>
                <a:off x="3640405" y="3769678"/>
                <a:ext cx="134938" cy="171449"/>
              </a:xfrm>
              <a:custGeom>
                <a:avLst/>
                <a:gdLst/>
                <a:ahLst/>
                <a:cxnLst>
                  <a:cxn ang="0">
                    <a:pos x="499" y="15"/>
                  </a:cxn>
                  <a:cxn ang="0">
                    <a:pos x="248" y="0"/>
                  </a:cxn>
                  <a:cxn ang="0">
                    <a:pos x="89" y="7"/>
                  </a:cxn>
                  <a:cxn ang="0">
                    <a:pos x="0" y="294"/>
                  </a:cxn>
                  <a:cxn ang="0">
                    <a:pos x="61" y="537"/>
                  </a:cxn>
                  <a:cxn ang="0">
                    <a:pos x="134" y="636"/>
                  </a:cxn>
                  <a:cxn ang="0">
                    <a:pos x="240" y="523"/>
                  </a:cxn>
                  <a:cxn ang="0">
                    <a:pos x="312" y="402"/>
                  </a:cxn>
                  <a:cxn ang="0">
                    <a:pos x="359" y="222"/>
                  </a:cxn>
                  <a:cxn ang="0">
                    <a:pos x="499" y="115"/>
                  </a:cxn>
                  <a:cxn ang="0">
                    <a:pos x="499" y="15"/>
                  </a:cxn>
                </a:cxnLst>
                <a:rect l="0" t="0" r="r" b="b"/>
                <a:pathLst>
                  <a:path w="499" h="636">
                    <a:moveTo>
                      <a:pt x="499" y="15"/>
                    </a:moveTo>
                    <a:lnTo>
                      <a:pt x="248" y="0"/>
                    </a:lnTo>
                    <a:lnTo>
                      <a:pt x="89" y="7"/>
                    </a:lnTo>
                    <a:lnTo>
                      <a:pt x="0" y="294"/>
                    </a:lnTo>
                    <a:lnTo>
                      <a:pt x="61" y="537"/>
                    </a:lnTo>
                    <a:lnTo>
                      <a:pt x="134" y="636"/>
                    </a:lnTo>
                    <a:lnTo>
                      <a:pt x="240" y="523"/>
                    </a:lnTo>
                    <a:lnTo>
                      <a:pt x="312" y="402"/>
                    </a:lnTo>
                    <a:lnTo>
                      <a:pt x="359" y="222"/>
                    </a:lnTo>
                    <a:lnTo>
                      <a:pt x="499" y="115"/>
                    </a:lnTo>
                    <a:lnTo>
                      <a:pt x="499" y="15"/>
                    </a:lnTo>
                    <a:close/>
                  </a:path>
                </a:pathLst>
              </a:custGeom>
              <a:solidFill>
                <a:schemeClr val="accent2"/>
              </a:solidFill>
              <a:ln w="19050" cmpd="sng">
                <a:solidFill>
                  <a:schemeClr val="accent2"/>
                </a:solidFill>
                <a:prstDash val="solid"/>
                <a:round/>
                <a:headEnd/>
                <a:tailEnd/>
              </a:ln>
              <a:effectLst/>
            </p:spPr>
            <p:txBody>
              <a:bodyPr/>
              <a:lstStyle/>
              <a:p>
                <a:endParaRPr lang="es-CO" kern="0" noProof="0" dirty="0">
                  <a:solidFill>
                    <a:sysClr val="windowText" lastClr="000000"/>
                  </a:solidFill>
                </a:endParaRPr>
              </a:p>
            </p:txBody>
          </p:sp>
          <p:sp>
            <p:nvSpPr>
              <p:cNvPr id="1054" name="Freeform 51">
                <a:extLst>
                  <a:ext uri="{FF2B5EF4-FFF2-40B4-BE49-F238E27FC236}">
                    <a16:creationId xmlns:a16="http://schemas.microsoft.com/office/drawing/2014/main" id="{8CA2414C-A740-4981-7D9D-FA915A23A493}"/>
                  </a:ext>
                </a:extLst>
              </p:cNvPr>
              <p:cNvSpPr>
                <a:spLocks/>
              </p:cNvSpPr>
              <p:nvPr/>
            </p:nvSpPr>
            <p:spPr bwMode="auto">
              <a:xfrm>
                <a:off x="3483241" y="3517267"/>
                <a:ext cx="301625" cy="255588"/>
              </a:xfrm>
              <a:custGeom>
                <a:avLst/>
                <a:gdLst/>
                <a:ahLst/>
                <a:cxnLst>
                  <a:cxn ang="0">
                    <a:pos x="355" y="11"/>
                  </a:cxn>
                  <a:cxn ang="0">
                    <a:pos x="525" y="0"/>
                  </a:cxn>
                  <a:cxn ang="0">
                    <a:pos x="560" y="130"/>
                  </a:cxn>
                  <a:cxn ang="0">
                    <a:pos x="743" y="120"/>
                  </a:cxn>
                  <a:cxn ang="0">
                    <a:pos x="856" y="165"/>
                  </a:cxn>
                  <a:cxn ang="0">
                    <a:pos x="802" y="269"/>
                  </a:cxn>
                  <a:cxn ang="0">
                    <a:pos x="619" y="324"/>
                  </a:cxn>
                  <a:cxn ang="0">
                    <a:pos x="595" y="459"/>
                  </a:cxn>
                  <a:cxn ang="0">
                    <a:pos x="487" y="459"/>
                  </a:cxn>
                  <a:cxn ang="0">
                    <a:pos x="433" y="549"/>
                  </a:cxn>
                  <a:cxn ang="0">
                    <a:pos x="520" y="684"/>
                  </a:cxn>
                  <a:cxn ang="0">
                    <a:pos x="669" y="629"/>
                  </a:cxn>
                  <a:cxn ang="0">
                    <a:pos x="871" y="704"/>
                  </a:cxn>
                  <a:cxn ang="0">
                    <a:pos x="1063" y="748"/>
                  </a:cxn>
                  <a:cxn ang="0">
                    <a:pos x="1112" y="853"/>
                  </a:cxn>
                  <a:cxn ang="0">
                    <a:pos x="1077" y="958"/>
                  </a:cxn>
                  <a:cxn ang="0">
                    <a:pos x="841" y="943"/>
                  </a:cxn>
                  <a:cxn ang="0">
                    <a:pos x="665" y="948"/>
                  </a:cxn>
                  <a:cxn ang="0">
                    <a:pos x="392" y="761"/>
                  </a:cxn>
                  <a:cxn ang="0">
                    <a:pos x="270" y="599"/>
                  </a:cxn>
                  <a:cxn ang="0">
                    <a:pos x="154" y="610"/>
                  </a:cxn>
                  <a:cxn ang="0">
                    <a:pos x="74" y="510"/>
                  </a:cxn>
                  <a:cxn ang="0">
                    <a:pos x="4" y="371"/>
                  </a:cxn>
                  <a:cxn ang="0">
                    <a:pos x="0" y="218"/>
                  </a:cxn>
                  <a:cxn ang="0">
                    <a:pos x="149" y="104"/>
                  </a:cxn>
                  <a:cxn ang="0">
                    <a:pos x="355" y="11"/>
                  </a:cxn>
                </a:cxnLst>
                <a:rect l="0" t="0" r="r" b="b"/>
                <a:pathLst>
                  <a:path w="1112" h="958">
                    <a:moveTo>
                      <a:pt x="355" y="11"/>
                    </a:moveTo>
                    <a:lnTo>
                      <a:pt x="525" y="0"/>
                    </a:lnTo>
                    <a:lnTo>
                      <a:pt x="560" y="130"/>
                    </a:lnTo>
                    <a:lnTo>
                      <a:pt x="743" y="120"/>
                    </a:lnTo>
                    <a:lnTo>
                      <a:pt x="856" y="165"/>
                    </a:lnTo>
                    <a:lnTo>
                      <a:pt x="802" y="269"/>
                    </a:lnTo>
                    <a:lnTo>
                      <a:pt x="619" y="324"/>
                    </a:lnTo>
                    <a:lnTo>
                      <a:pt x="595" y="459"/>
                    </a:lnTo>
                    <a:lnTo>
                      <a:pt x="487" y="459"/>
                    </a:lnTo>
                    <a:lnTo>
                      <a:pt x="433" y="549"/>
                    </a:lnTo>
                    <a:lnTo>
                      <a:pt x="520" y="684"/>
                    </a:lnTo>
                    <a:lnTo>
                      <a:pt x="669" y="629"/>
                    </a:lnTo>
                    <a:lnTo>
                      <a:pt x="871" y="704"/>
                    </a:lnTo>
                    <a:lnTo>
                      <a:pt x="1063" y="748"/>
                    </a:lnTo>
                    <a:lnTo>
                      <a:pt x="1112" y="853"/>
                    </a:lnTo>
                    <a:lnTo>
                      <a:pt x="1077" y="958"/>
                    </a:lnTo>
                    <a:lnTo>
                      <a:pt x="841" y="943"/>
                    </a:lnTo>
                    <a:lnTo>
                      <a:pt x="665" y="948"/>
                    </a:lnTo>
                    <a:lnTo>
                      <a:pt x="392" y="761"/>
                    </a:lnTo>
                    <a:lnTo>
                      <a:pt x="270" y="599"/>
                    </a:lnTo>
                    <a:lnTo>
                      <a:pt x="154" y="610"/>
                    </a:lnTo>
                    <a:lnTo>
                      <a:pt x="74" y="510"/>
                    </a:lnTo>
                    <a:lnTo>
                      <a:pt x="4" y="371"/>
                    </a:lnTo>
                    <a:lnTo>
                      <a:pt x="0" y="218"/>
                    </a:lnTo>
                    <a:lnTo>
                      <a:pt x="149" y="104"/>
                    </a:lnTo>
                    <a:lnTo>
                      <a:pt x="355" y="11"/>
                    </a:lnTo>
                    <a:close/>
                  </a:path>
                </a:pathLst>
              </a:custGeom>
              <a:solidFill>
                <a:schemeClr val="accent2"/>
              </a:solidFill>
              <a:ln w="19050" cmpd="sng">
                <a:solidFill>
                  <a:schemeClr val="accent2"/>
                </a:solidFill>
                <a:prstDash val="solid"/>
                <a:round/>
                <a:headEnd/>
                <a:tailEnd/>
              </a:ln>
              <a:effectLst/>
            </p:spPr>
            <p:txBody>
              <a:bodyPr/>
              <a:lstStyle/>
              <a:p>
                <a:endParaRPr lang="es-CO" kern="0" noProof="0" dirty="0">
                  <a:solidFill>
                    <a:sysClr val="windowText" lastClr="000000"/>
                  </a:solidFill>
                </a:endParaRPr>
              </a:p>
            </p:txBody>
          </p:sp>
          <p:sp>
            <p:nvSpPr>
              <p:cNvPr id="1055" name="Freeform 52">
                <a:extLst>
                  <a:ext uri="{FF2B5EF4-FFF2-40B4-BE49-F238E27FC236}">
                    <a16:creationId xmlns:a16="http://schemas.microsoft.com/office/drawing/2014/main" id="{25A24B9E-4A89-1670-FEFF-6BE701A1A927}"/>
                  </a:ext>
                </a:extLst>
              </p:cNvPr>
              <p:cNvSpPr>
                <a:spLocks/>
              </p:cNvSpPr>
              <p:nvPr/>
            </p:nvSpPr>
            <p:spPr bwMode="auto">
              <a:xfrm>
                <a:off x="3600717" y="3433129"/>
                <a:ext cx="436563" cy="284163"/>
              </a:xfrm>
              <a:custGeom>
                <a:avLst/>
                <a:gdLst/>
                <a:ahLst/>
                <a:cxnLst>
                  <a:cxn ang="0">
                    <a:pos x="1180" y="20"/>
                  </a:cxn>
                  <a:cxn ang="0">
                    <a:pos x="1285" y="0"/>
                  </a:cxn>
                  <a:cxn ang="0">
                    <a:pos x="1254" y="153"/>
                  </a:cxn>
                  <a:cxn ang="0">
                    <a:pos x="1239" y="312"/>
                  </a:cxn>
                  <a:cxn ang="0">
                    <a:pos x="1134" y="383"/>
                  </a:cxn>
                  <a:cxn ang="0">
                    <a:pos x="861" y="475"/>
                  </a:cxn>
                  <a:cxn ang="0">
                    <a:pos x="621" y="623"/>
                  </a:cxn>
                  <a:cxn ang="0">
                    <a:pos x="588" y="834"/>
                  </a:cxn>
                  <a:cxn ang="0">
                    <a:pos x="507" y="851"/>
                  </a:cxn>
                  <a:cxn ang="0">
                    <a:pos x="330" y="809"/>
                  </a:cxn>
                  <a:cxn ang="0">
                    <a:pos x="189" y="756"/>
                  </a:cxn>
                  <a:cxn ang="0">
                    <a:pos x="70" y="800"/>
                  </a:cxn>
                  <a:cxn ang="0">
                    <a:pos x="0" y="692"/>
                  </a:cxn>
                  <a:cxn ang="0">
                    <a:pos x="42" y="619"/>
                  </a:cxn>
                  <a:cxn ang="0">
                    <a:pos x="129" y="617"/>
                  </a:cxn>
                  <a:cxn ang="0">
                    <a:pos x="150" y="512"/>
                  </a:cxn>
                  <a:cxn ang="0">
                    <a:pos x="292" y="470"/>
                  </a:cxn>
                  <a:cxn ang="0">
                    <a:pos x="337" y="384"/>
                  </a:cxn>
                  <a:cxn ang="0">
                    <a:pos x="249" y="348"/>
                  </a:cxn>
                  <a:cxn ang="0">
                    <a:pos x="99" y="356"/>
                  </a:cxn>
                  <a:cxn ang="0">
                    <a:pos x="74" y="251"/>
                  </a:cxn>
                  <a:cxn ang="0">
                    <a:pos x="314" y="176"/>
                  </a:cxn>
                  <a:cxn ang="0">
                    <a:pos x="338" y="68"/>
                  </a:cxn>
                  <a:cxn ang="0">
                    <a:pos x="424" y="36"/>
                  </a:cxn>
                  <a:cxn ang="0">
                    <a:pos x="554" y="104"/>
                  </a:cxn>
                  <a:cxn ang="0">
                    <a:pos x="656" y="84"/>
                  </a:cxn>
                  <a:cxn ang="0">
                    <a:pos x="755" y="188"/>
                  </a:cxn>
                  <a:cxn ang="0">
                    <a:pos x="944" y="36"/>
                  </a:cxn>
                  <a:cxn ang="0">
                    <a:pos x="1093" y="36"/>
                  </a:cxn>
                  <a:cxn ang="0">
                    <a:pos x="1180" y="20"/>
                  </a:cxn>
                </a:cxnLst>
                <a:rect l="0" t="0" r="r" b="b"/>
                <a:pathLst>
                  <a:path w="1285" h="851">
                    <a:moveTo>
                      <a:pt x="1180" y="20"/>
                    </a:moveTo>
                    <a:lnTo>
                      <a:pt x="1285" y="0"/>
                    </a:lnTo>
                    <a:lnTo>
                      <a:pt x="1254" y="153"/>
                    </a:lnTo>
                    <a:lnTo>
                      <a:pt x="1239" y="312"/>
                    </a:lnTo>
                    <a:lnTo>
                      <a:pt x="1134" y="383"/>
                    </a:lnTo>
                    <a:lnTo>
                      <a:pt x="861" y="475"/>
                    </a:lnTo>
                    <a:lnTo>
                      <a:pt x="621" y="623"/>
                    </a:lnTo>
                    <a:lnTo>
                      <a:pt x="588" y="834"/>
                    </a:lnTo>
                    <a:lnTo>
                      <a:pt x="507" y="851"/>
                    </a:lnTo>
                    <a:lnTo>
                      <a:pt x="330" y="809"/>
                    </a:lnTo>
                    <a:lnTo>
                      <a:pt x="189" y="756"/>
                    </a:lnTo>
                    <a:lnTo>
                      <a:pt x="70" y="800"/>
                    </a:lnTo>
                    <a:lnTo>
                      <a:pt x="0" y="692"/>
                    </a:lnTo>
                    <a:lnTo>
                      <a:pt x="42" y="619"/>
                    </a:lnTo>
                    <a:lnTo>
                      <a:pt x="129" y="617"/>
                    </a:lnTo>
                    <a:lnTo>
                      <a:pt x="150" y="512"/>
                    </a:lnTo>
                    <a:lnTo>
                      <a:pt x="292" y="470"/>
                    </a:lnTo>
                    <a:lnTo>
                      <a:pt x="337" y="384"/>
                    </a:lnTo>
                    <a:lnTo>
                      <a:pt x="249" y="348"/>
                    </a:lnTo>
                    <a:lnTo>
                      <a:pt x="99" y="356"/>
                    </a:lnTo>
                    <a:lnTo>
                      <a:pt x="74" y="251"/>
                    </a:lnTo>
                    <a:lnTo>
                      <a:pt x="314" y="176"/>
                    </a:lnTo>
                    <a:lnTo>
                      <a:pt x="338" y="68"/>
                    </a:lnTo>
                    <a:lnTo>
                      <a:pt x="424" y="36"/>
                    </a:lnTo>
                    <a:lnTo>
                      <a:pt x="554" y="104"/>
                    </a:lnTo>
                    <a:lnTo>
                      <a:pt x="656" y="84"/>
                    </a:lnTo>
                    <a:lnTo>
                      <a:pt x="755" y="188"/>
                    </a:lnTo>
                    <a:lnTo>
                      <a:pt x="944" y="36"/>
                    </a:lnTo>
                    <a:lnTo>
                      <a:pt x="1093" y="36"/>
                    </a:lnTo>
                    <a:lnTo>
                      <a:pt x="1180" y="20"/>
                    </a:lnTo>
                    <a:close/>
                  </a:path>
                </a:pathLst>
              </a:custGeom>
              <a:solidFill>
                <a:schemeClr val="accent2"/>
              </a:solidFill>
              <a:ln w="19050" cmpd="sng">
                <a:solidFill>
                  <a:schemeClr val="accent2"/>
                </a:solidFill>
                <a:prstDash val="solid"/>
                <a:round/>
                <a:headEnd/>
                <a:tailEnd/>
              </a:ln>
              <a:effectLst/>
            </p:spPr>
            <p:txBody>
              <a:bodyPr/>
              <a:lstStyle/>
              <a:p>
                <a:endParaRPr lang="es-CO" kern="0" noProof="0" dirty="0">
                  <a:solidFill>
                    <a:sysClr val="windowText" lastClr="000000"/>
                  </a:solidFill>
                </a:endParaRPr>
              </a:p>
            </p:txBody>
          </p:sp>
          <p:sp>
            <p:nvSpPr>
              <p:cNvPr id="1056" name="Freeform 53">
                <a:extLst>
                  <a:ext uri="{FF2B5EF4-FFF2-40B4-BE49-F238E27FC236}">
                    <a16:creationId xmlns:a16="http://schemas.microsoft.com/office/drawing/2014/main" id="{4F6FDB56-2AF2-C5E5-51D7-3EAC34D8178D}"/>
                  </a:ext>
                </a:extLst>
              </p:cNvPr>
              <p:cNvSpPr>
                <a:spLocks/>
              </p:cNvSpPr>
              <p:nvPr/>
            </p:nvSpPr>
            <p:spPr bwMode="auto">
              <a:xfrm>
                <a:off x="3551505" y="3561717"/>
                <a:ext cx="520701" cy="757238"/>
              </a:xfrm>
              <a:custGeom>
                <a:avLst/>
                <a:gdLst/>
                <a:ahLst/>
                <a:cxnLst>
                  <a:cxn ang="0">
                    <a:pos x="1594" y="0"/>
                  </a:cxn>
                  <a:cxn ang="0">
                    <a:pos x="1252" y="116"/>
                  </a:cxn>
                  <a:cxn ang="0">
                    <a:pos x="955" y="299"/>
                  </a:cxn>
                  <a:cxn ang="0">
                    <a:pos x="911" y="563"/>
                  </a:cxn>
                  <a:cxn ang="0">
                    <a:pos x="808" y="583"/>
                  </a:cxn>
                  <a:cxn ang="0">
                    <a:pos x="856" y="688"/>
                  </a:cxn>
                  <a:cxn ang="0">
                    <a:pos x="823" y="793"/>
                  </a:cxn>
                  <a:cxn ang="0">
                    <a:pos x="820" y="893"/>
                  </a:cxn>
                  <a:cxn ang="0">
                    <a:pos x="680" y="1001"/>
                  </a:cxn>
                  <a:cxn ang="0">
                    <a:pos x="636" y="1178"/>
                  </a:cxn>
                  <a:cxn ang="0">
                    <a:pos x="563" y="1298"/>
                  </a:cxn>
                  <a:cxn ang="0">
                    <a:pos x="458" y="1413"/>
                  </a:cxn>
                  <a:cxn ang="0">
                    <a:pos x="458" y="1580"/>
                  </a:cxn>
                  <a:cxn ang="0">
                    <a:pos x="320" y="1684"/>
                  </a:cxn>
                  <a:cxn ang="0">
                    <a:pos x="159" y="1994"/>
                  </a:cxn>
                  <a:cxn ang="0">
                    <a:pos x="11" y="2528"/>
                  </a:cxn>
                  <a:cxn ang="0">
                    <a:pos x="0" y="2677"/>
                  </a:cxn>
                  <a:cxn ang="0">
                    <a:pos x="70" y="2827"/>
                  </a:cxn>
                  <a:cxn ang="0">
                    <a:pos x="601" y="2567"/>
                  </a:cxn>
                  <a:cxn ang="0">
                    <a:pos x="724" y="2419"/>
                  </a:cxn>
                  <a:cxn ang="0">
                    <a:pos x="900" y="2320"/>
                  </a:cxn>
                  <a:cxn ang="0">
                    <a:pos x="1094" y="2290"/>
                  </a:cxn>
                  <a:cxn ang="0">
                    <a:pos x="1278" y="2301"/>
                  </a:cxn>
                  <a:cxn ang="0">
                    <a:pos x="1326" y="2477"/>
                  </a:cxn>
                  <a:cxn ang="0">
                    <a:pos x="1517" y="2299"/>
                  </a:cxn>
                  <a:cxn ang="0">
                    <a:pos x="1678" y="1923"/>
                  </a:cxn>
                  <a:cxn ang="0">
                    <a:pos x="1844" y="1761"/>
                  </a:cxn>
                  <a:cxn ang="0">
                    <a:pos x="1855" y="1630"/>
                  </a:cxn>
                  <a:cxn ang="0">
                    <a:pos x="1914" y="1475"/>
                  </a:cxn>
                  <a:cxn ang="0">
                    <a:pos x="1693" y="1420"/>
                  </a:cxn>
                  <a:cxn ang="0">
                    <a:pos x="1475" y="1293"/>
                  </a:cxn>
                  <a:cxn ang="0">
                    <a:pos x="1460" y="1106"/>
                  </a:cxn>
                  <a:cxn ang="0">
                    <a:pos x="1531" y="942"/>
                  </a:cxn>
                  <a:cxn ang="0">
                    <a:pos x="1534" y="726"/>
                  </a:cxn>
                  <a:cxn ang="0">
                    <a:pos x="1619" y="458"/>
                  </a:cxn>
                  <a:cxn ang="0">
                    <a:pos x="1594" y="0"/>
                  </a:cxn>
                </a:cxnLst>
                <a:rect l="0" t="0" r="r" b="b"/>
                <a:pathLst>
                  <a:path w="1914" h="2827">
                    <a:moveTo>
                      <a:pt x="1594" y="0"/>
                    </a:moveTo>
                    <a:lnTo>
                      <a:pt x="1252" y="116"/>
                    </a:lnTo>
                    <a:lnTo>
                      <a:pt x="955" y="299"/>
                    </a:lnTo>
                    <a:lnTo>
                      <a:pt x="911" y="563"/>
                    </a:lnTo>
                    <a:lnTo>
                      <a:pt x="808" y="583"/>
                    </a:lnTo>
                    <a:lnTo>
                      <a:pt x="856" y="688"/>
                    </a:lnTo>
                    <a:lnTo>
                      <a:pt x="823" y="793"/>
                    </a:lnTo>
                    <a:lnTo>
                      <a:pt x="820" y="893"/>
                    </a:lnTo>
                    <a:lnTo>
                      <a:pt x="680" y="1001"/>
                    </a:lnTo>
                    <a:lnTo>
                      <a:pt x="636" y="1178"/>
                    </a:lnTo>
                    <a:lnTo>
                      <a:pt x="563" y="1298"/>
                    </a:lnTo>
                    <a:lnTo>
                      <a:pt x="458" y="1413"/>
                    </a:lnTo>
                    <a:lnTo>
                      <a:pt x="458" y="1580"/>
                    </a:lnTo>
                    <a:lnTo>
                      <a:pt x="320" y="1684"/>
                    </a:lnTo>
                    <a:lnTo>
                      <a:pt x="159" y="1994"/>
                    </a:lnTo>
                    <a:lnTo>
                      <a:pt x="11" y="2528"/>
                    </a:lnTo>
                    <a:lnTo>
                      <a:pt x="0" y="2677"/>
                    </a:lnTo>
                    <a:lnTo>
                      <a:pt x="70" y="2827"/>
                    </a:lnTo>
                    <a:lnTo>
                      <a:pt x="601" y="2567"/>
                    </a:lnTo>
                    <a:lnTo>
                      <a:pt x="724" y="2419"/>
                    </a:lnTo>
                    <a:lnTo>
                      <a:pt x="900" y="2320"/>
                    </a:lnTo>
                    <a:lnTo>
                      <a:pt x="1094" y="2290"/>
                    </a:lnTo>
                    <a:lnTo>
                      <a:pt x="1278" y="2301"/>
                    </a:lnTo>
                    <a:lnTo>
                      <a:pt x="1326" y="2477"/>
                    </a:lnTo>
                    <a:lnTo>
                      <a:pt x="1517" y="2299"/>
                    </a:lnTo>
                    <a:lnTo>
                      <a:pt x="1678" y="1923"/>
                    </a:lnTo>
                    <a:lnTo>
                      <a:pt x="1844" y="1761"/>
                    </a:lnTo>
                    <a:lnTo>
                      <a:pt x="1855" y="1630"/>
                    </a:lnTo>
                    <a:lnTo>
                      <a:pt x="1914" y="1475"/>
                    </a:lnTo>
                    <a:lnTo>
                      <a:pt x="1693" y="1420"/>
                    </a:lnTo>
                    <a:lnTo>
                      <a:pt x="1475" y="1293"/>
                    </a:lnTo>
                    <a:lnTo>
                      <a:pt x="1460" y="1106"/>
                    </a:lnTo>
                    <a:lnTo>
                      <a:pt x="1531" y="942"/>
                    </a:lnTo>
                    <a:lnTo>
                      <a:pt x="1534" y="726"/>
                    </a:lnTo>
                    <a:lnTo>
                      <a:pt x="1619" y="458"/>
                    </a:lnTo>
                    <a:lnTo>
                      <a:pt x="1594" y="0"/>
                    </a:lnTo>
                    <a:close/>
                  </a:path>
                </a:pathLst>
              </a:custGeom>
              <a:solidFill>
                <a:schemeClr val="accent2">
                  <a:lumMod val="60000"/>
                  <a:lumOff val="40000"/>
                </a:schemeClr>
              </a:solidFill>
              <a:ln w="19050" cmpd="sng">
                <a:solidFill>
                  <a:schemeClr val="accent2">
                    <a:lumMod val="60000"/>
                    <a:lumOff val="40000"/>
                  </a:schemeClr>
                </a:solidFill>
                <a:prstDash val="solid"/>
                <a:round/>
                <a:headEnd/>
                <a:tailEnd/>
              </a:ln>
              <a:effectLst/>
            </p:spPr>
            <p:txBody>
              <a:bodyPr/>
              <a:lstStyle/>
              <a:p>
                <a:endParaRPr lang="es-CO" kern="0" noProof="0" dirty="0">
                  <a:solidFill>
                    <a:sysClr val="windowText" lastClr="000000"/>
                  </a:solidFill>
                </a:endParaRPr>
              </a:p>
            </p:txBody>
          </p:sp>
          <p:sp>
            <p:nvSpPr>
              <p:cNvPr id="1057" name="Freeform 54">
                <a:extLst>
                  <a:ext uri="{FF2B5EF4-FFF2-40B4-BE49-F238E27FC236}">
                    <a16:creationId xmlns:a16="http://schemas.microsoft.com/office/drawing/2014/main" id="{C4E0717C-40AA-E8E1-BA40-52F27BB13EAC}"/>
                  </a:ext>
                </a:extLst>
              </p:cNvPr>
              <p:cNvSpPr>
                <a:spLocks/>
              </p:cNvSpPr>
              <p:nvPr/>
            </p:nvSpPr>
            <p:spPr bwMode="auto">
              <a:xfrm>
                <a:off x="3235591" y="2428242"/>
                <a:ext cx="1038226" cy="1092199"/>
              </a:xfrm>
              <a:custGeom>
                <a:avLst/>
                <a:gdLst/>
                <a:ahLst/>
                <a:cxnLst>
                  <a:cxn ang="0">
                    <a:pos x="340" y="1163"/>
                  </a:cxn>
                  <a:cxn ang="0">
                    <a:pos x="246" y="1003"/>
                  </a:cxn>
                  <a:cxn ang="0">
                    <a:pos x="158" y="983"/>
                  </a:cxn>
                  <a:cxn ang="0">
                    <a:pos x="0" y="1228"/>
                  </a:cxn>
                  <a:cxn ang="0">
                    <a:pos x="689" y="2275"/>
                  </a:cxn>
                  <a:cxn ang="0">
                    <a:pos x="354" y="2304"/>
                  </a:cxn>
                  <a:cxn ang="0">
                    <a:pos x="188" y="2449"/>
                  </a:cxn>
                  <a:cxn ang="0">
                    <a:pos x="350" y="2933"/>
                  </a:cxn>
                  <a:cxn ang="0">
                    <a:pos x="472" y="3190"/>
                  </a:cxn>
                  <a:cxn ang="0">
                    <a:pos x="984" y="3168"/>
                  </a:cxn>
                  <a:cxn ang="0">
                    <a:pos x="1181" y="3681"/>
                  </a:cxn>
                  <a:cxn ang="0">
                    <a:pos x="1265" y="4080"/>
                  </a:cxn>
                  <a:cxn ang="0">
                    <a:pos x="1738" y="3975"/>
                  </a:cxn>
                  <a:cxn ang="0">
                    <a:pos x="1875" y="3801"/>
                  </a:cxn>
                  <a:cxn ang="0">
                    <a:pos x="2166" y="3860"/>
                  </a:cxn>
                  <a:cxn ang="0">
                    <a:pos x="2526" y="3800"/>
                  </a:cxn>
                  <a:cxn ang="0">
                    <a:pos x="2889" y="3766"/>
                  </a:cxn>
                  <a:cxn ang="0">
                    <a:pos x="2983" y="3321"/>
                  </a:cxn>
                  <a:cxn ang="0">
                    <a:pos x="3155" y="3008"/>
                  </a:cxn>
                  <a:cxn ang="0">
                    <a:pos x="3824" y="2255"/>
                  </a:cxn>
                  <a:cxn ang="0">
                    <a:pos x="3780" y="1925"/>
                  </a:cxn>
                  <a:cxn ang="0">
                    <a:pos x="3539" y="2185"/>
                  </a:cxn>
                  <a:cxn ang="0">
                    <a:pos x="3258" y="2050"/>
                  </a:cxn>
                  <a:cxn ang="0">
                    <a:pos x="3234" y="1661"/>
                  </a:cxn>
                  <a:cxn ang="0">
                    <a:pos x="2998" y="1676"/>
                  </a:cxn>
                  <a:cxn ang="0">
                    <a:pos x="3140" y="1436"/>
                  </a:cxn>
                  <a:cxn ang="0">
                    <a:pos x="2731" y="868"/>
                  </a:cxn>
                  <a:cxn ang="0">
                    <a:pos x="2421" y="1013"/>
                  </a:cxn>
                  <a:cxn ang="0">
                    <a:pos x="1944" y="1391"/>
                  </a:cxn>
                  <a:cxn ang="0">
                    <a:pos x="1669" y="1551"/>
                  </a:cxn>
                  <a:cxn ang="0">
                    <a:pos x="1344" y="1825"/>
                  </a:cxn>
                  <a:cxn ang="0">
                    <a:pos x="910" y="1810"/>
                  </a:cxn>
                  <a:cxn ang="0">
                    <a:pos x="704" y="1421"/>
                  </a:cxn>
                  <a:cxn ang="0">
                    <a:pos x="1131" y="564"/>
                  </a:cxn>
                  <a:cxn ang="0">
                    <a:pos x="940" y="225"/>
                  </a:cxn>
                  <a:cxn ang="0">
                    <a:pos x="488" y="235"/>
                  </a:cxn>
                  <a:cxn ang="0">
                    <a:pos x="251" y="374"/>
                  </a:cxn>
                  <a:cxn ang="0">
                    <a:pos x="458" y="778"/>
                  </a:cxn>
                </a:cxnLst>
                <a:rect l="0" t="0" r="r" b="b"/>
                <a:pathLst>
                  <a:path w="3824" h="4080">
                    <a:moveTo>
                      <a:pt x="488" y="1078"/>
                    </a:moveTo>
                    <a:lnTo>
                      <a:pt x="340" y="1163"/>
                    </a:lnTo>
                    <a:lnTo>
                      <a:pt x="246" y="1093"/>
                    </a:lnTo>
                    <a:lnTo>
                      <a:pt x="246" y="1003"/>
                    </a:lnTo>
                    <a:lnTo>
                      <a:pt x="305" y="883"/>
                    </a:lnTo>
                    <a:lnTo>
                      <a:pt x="158" y="983"/>
                    </a:lnTo>
                    <a:lnTo>
                      <a:pt x="143" y="1108"/>
                    </a:lnTo>
                    <a:lnTo>
                      <a:pt x="0" y="1228"/>
                    </a:lnTo>
                    <a:lnTo>
                      <a:pt x="724" y="1960"/>
                    </a:lnTo>
                    <a:lnTo>
                      <a:pt x="689" y="2275"/>
                    </a:lnTo>
                    <a:lnTo>
                      <a:pt x="438" y="2210"/>
                    </a:lnTo>
                    <a:lnTo>
                      <a:pt x="354" y="2304"/>
                    </a:lnTo>
                    <a:lnTo>
                      <a:pt x="354" y="2409"/>
                    </a:lnTo>
                    <a:lnTo>
                      <a:pt x="188" y="2449"/>
                    </a:lnTo>
                    <a:lnTo>
                      <a:pt x="193" y="2569"/>
                    </a:lnTo>
                    <a:lnTo>
                      <a:pt x="350" y="2933"/>
                    </a:lnTo>
                    <a:lnTo>
                      <a:pt x="369" y="3083"/>
                    </a:lnTo>
                    <a:lnTo>
                      <a:pt x="472" y="3190"/>
                    </a:lnTo>
                    <a:lnTo>
                      <a:pt x="709" y="3218"/>
                    </a:lnTo>
                    <a:lnTo>
                      <a:pt x="984" y="3168"/>
                    </a:lnTo>
                    <a:lnTo>
                      <a:pt x="1108" y="3456"/>
                    </a:lnTo>
                    <a:lnTo>
                      <a:pt x="1181" y="3681"/>
                    </a:lnTo>
                    <a:lnTo>
                      <a:pt x="1161" y="3905"/>
                    </a:lnTo>
                    <a:lnTo>
                      <a:pt x="1265" y="4080"/>
                    </a:lnTo>
                    <a:lnTo>
                      <a:pt x="1443" y="4070"/>
                    </a:lnTo>
                    <a:lnTo>
                      <a:pt x="1738" y="3975"/>
                    </a:lnTo>
                    <a:lnTo>
                      <a:pt x="1766" y="3840"/>
                    </a:lnTo>
                    <a:lnTo>
                      <a:pt x="1875" y="3801"/>
                    </a:lnTo>
                    <a:lnTo>
                      <a:pt x="2036" y="3885"/>
                    </a:lnTo>
                    <a:lnTo>
                      <a:pt x="2166" y="3860"/>
                    </a:lnTo>
                    <a:lnTo>
                      <a:pt x="2288" y="3991"/>
                    </a:lnTo>
                    <a:lnTo>
                      <a:pt x="2526" y="3800"/>
                    </a:lnTo>
                    <a:lnTo>
                      <a:pt x="2726" y="3800"/>
                    </a:lnTo>
                    <a:lnTo>
                      <a:pt x="2889" y="3766"/>
                    </a:lnTo>
                    <a:lnTo>
                      <a:pt x="2924" y="3531"/>
                    </a:lnTo>
                    <a:lnTo>
                      <a:pt x="2983" y="3321"/>
                    </a:lnTo>
                    <a:lnTo>
                      <a:pt x="3049" y="3189"/>
                    </a:lnTo>
                    <a:lnTo>
                      <a:pt x="3155" y="3008"/>
                    </a:lnTo>
                    <a:lnTo>
                      <a:pt x="3219" y="2769"/>
                    </a:lnTo>
                    <a:lnTo>
                      <a:pt x="3824" y="2255"/>
                    </a:lnTo>
                    <a:lnTo>
                      <a:pt x="3760" y="2080"/>
                    </a:lnTo>
                    <a:lnTo>
                      <a:pt x="3780" y="1925"/>
                    </a:lnTo>
                    <a:lnTo>
                      <a:pt x="3613" y="2000"/>
                    </a:lnTo>
                    <a:lnTo>
                      <a:pt x="3539" y="2185"/>
                    </a:lnTo>
                    <a:lnTo>
                      <a:pt x="3351" y="2258"/>
                    </a:lnTo>
                    <a:lnTo>
                      <a:pt x="3258" y="2050"/>
                    </a:lnTo>
                    <a:lnTo>
                      <a:pt x="3316" y="1795"/>
                    </a:lnTo>
                    <a:lnTo>
                      <a:pt x="3234" y="1661"/>
                    </a:lnTo>
                    <a:lnTo>
                      <a:pt x="3066" y="1870"/>
                    </a:lnTo>
                    <a:lnTo>
                      <a:pt x="2998" y="1676"/>
                    </a:lnTo>
                    <a:lnTo>
                      <a:pt x="3081" y="1521"/>
                    </a:lnTo>
                    <a:lnTo>
                      <a:pt x="3140" y="1436"/>
                    </a:lnTo>
                    <a:lnTo>
                      <a:pt x="2998" y="1058"/>
                    </a:lnTo>
                    <a:lnTo>
                      <a:pt x="2731" y="868"/>
                    </a:lnTo>
                    <a:lnTo>
                      <a:pt x="2594" y="968"/>
                    </a:lnTo>
                    <a:lnTo>
                      <a:pt x="2421" y="1013"/>
                    </a:lnTo>
                    <a:lnTo>
                      <a:pt x="2239" y="1028"/>
                    </a:lnTo>
                    <a:lnTo>
                      <a:pt x="1944" y="1391"/>
                    </a:lnTo>
                    <a:lnTo>
                      <a:pt x="1743" y="1341"/>
                    </a:lnTo>
                    <a:lnTo>
                      <a:pt x="1669" y="1551"/>
                    </a:lnTo>
                    <a:lnTo>
                      <a:pt x="1550" y="1746"/>
                    </a:lnTo>
                    <a:lnTo>
                      <a:pt x="1344" y="1825"/>
                    </a:lnTo>
                    <a:lnTo>
                      <a:pt x="1131" y="1820"/>
                    </a:lnTo>
                    <a:lnTo>
                      <a:pt x="910" y="1810"/>
                    </a:lnTo>
                    <a:lnTo>
                      <a:pt x="768" y="1616"/>
                    </a:lnTo>
                    <a:lnTo>
                      <a:pt x="704" y="1421"/>
                    </a:lnTo>
                    <a:lnTo>
                      <a:pt x="945" y="704"/>
                    </a:lnTo>
                    <a:lnTo>
                      <a:pt x="1131" y="564"/>
                    </a:lnTo>
                    <a:lnTo>
                      <a:pt x="1118" y="369"/>
                    </a:lnTo>
                    <a:lnTo>
                      <a:pt x="940" y="225"/>
                    </a:lnTo>
                    <a:lnTo>
                      <a:pt x="871" y="0"/>
                    </a:lnTo>
                    <a:lnTo>
                      <a:pt x="488" y="235"/>
                    </a:lnTo>
                    <a:lnTo>
                      <a:pt x="310" y="269"/>
                    </a:lnTo>
                    <a:lnTo>
                      <a:pt x="251" y="374"/>
                    </a:lnTo>
                    <a:lnTo>
                      <a:pt x="424" y="474"/>
                    </a:lnTo>
                    <a:lnTo>
                      <a:pt x="458" y="778"/>
                    </a:lnTo>
                    <a:lnTo>
                      <a:pt x="488" y="1078"/>
                    </a:lnTo>
                    <a:close/>
                  </a:path>
                </a:pathLst>
              </a:custGeom>
              <a:solidFill>
                <a:schemeClr val="bg2">
                  <a:lumMod val="50000"/>
                </a:schemeClr>
              </a:solidFill>
              <a:ln w="19050" cmpd="sng">
                <a:noFill/>
                <a:prstDash val="solid"/>
                <a:round/>
                <a:headEnd/>
                <a:tailEnd/>
              </a:ln>
              <a:effectLst/>
            </p:spPr>
            <p:txBody>
              <a:bodyPr/>
              <a:lstStyle/>
              <a:p>
                <a:endParaRPr lang="es-CO" kern="0" noProof="0" dirty="0">
                  <a:solidFill>
                    <a:sysClr val="windowText" lastClr="000000"/>
                  </a:solidFill>
                </a:endParaRPr>
              </a:p>
            </p:txBody>
          </p:sp>
          <p:sp>
            <p:nvSpPr>
              <p:cNvPr id="1058" name="Freeform 55">
                <a:extLst>
                  <a:ext uri="{FF2B5EF4-FFF2-40B4-BE49-F238E27FC236}">
                    <a16:creationId xmlns:a16="http://schemas.microsoft.com/office/drawing/2014/main" id="{F0292241-F3B9-A808-74AA-4B99D6339EC5}"/>
                  </a:ext>
                </a:extLst>
              </p:cNvPr>
              <p:cNvSpPr>
                <a:spLocks/>
              </p:cNvSpPr>
              <p:nvPr/>
            </p:nvSpPr>
            <p:spPr bwMode="auto">
              <a:xfrm>
                <a:off x="4110304" y="5233353"/>
                <a:ext cx="1620840" cy="1400175"/>
              </a:xfrm>
              <a:custGeom>
                <a:avLst/>
                <a:gdLst/>
                <a:ahLst/>
                <a:cxnLst>
                  <a:cxn ang="0">
                    <a:pos x="49" y="1074"/>
                  </a:cxn>
                  <a:cxn ang="0">
                    <a:pos x="276" y="1475"/>
                  </a:cxn>
                  <a:cxn ang="0">
                    <a:pos x="544" y="1564"/>
                  </a:cxn>
                  <a:cxn ang="0">
                    <a:pos x="833" y="1711"/>
                  </a:cxn>
                  <a:cxn ang="0">
                    <a:pos x="1103" y="2077"/>
                  </a:cxn>
                  <a:cxn ang="0">
                    <a:pos x="1163" y="2431"/>
                  </a:cxn>
                  <a:cxn ang="0">
                    <a:pos x="1510" y="2506"/>
                  </a:cxn>
                  <a:cxn ang="0">
                    <a:pos x="1450" y="2956"/>
                  </a:cxn>
                  <a:cxn ang="0">
                    <a:pos x="1815" y="3147"/>
                  </a:cxn>
                  <a:cxn ang="0">
                    <a:pos x="2596" y="3138"/>
                  </a:cxn>
                  <a:cxn ang="0">
                    <a:pos x="2987" y="2983"/>
                  </a:cxn>
                  <a:cxn ang="0">
                    <a:pos x="3331" y="2820"/>
                  </a:cxn>
                  <a:cxn ang="0">
                    <a:pos x="3980" y="2937"/>
                  </a:cxn>
                  <a:cxn ang="0">
                    <a:pos x="4242" y="2853"/>
                  </a:cxn>
                  <a:cxn ang="0">
                    <a:pos x="4861" y="3176"/>
                  </a:cxn>
                  <a:cxn ang="0">
                    <a:pos x="4338" y="4707"/>
                  </a:cxn>
                  <a:cxn ang="0">
                    <a:pos x="4940" y="4901"/>
                  </a:cxn>
                  <a:cxn ang="0">
                    <a:pos x="5251" y="5232"/>
                  </a:cxn>
                  <a:cxn ang="0">
                    <a:pos x="5827" y="2056"/>
                  </a:cxn>
                  <a:cxn ang="0">
                    <a:pos x="5926" y="1567"/>
                  </a:cxn>
                  <a:cxn ang="0">
                    <a:pos x="5782" y="1502"/>
                  </a:cxn>
                  <a:cxn ang="0">
                    <a:pos x="5635" y="1517"/>
                  </a:cxn>
                  <a:cxn ang="0">
                    <a:pos x="5325" y="1412"/>
                  </a:cxn>
                  <a:cxn ang="0">
                    <a:pos x="5010" y="1322"/>
                  </a:cxn>
                  <a:cxn ang="0">
                    <a:pos x="4809" y="1337"/>
                  </a:cxn>
                  <a:cxn ang="0">
                    <a:pos x="4847" y="844"/>
                  </a:cxn>
                  <a:cxn ang="0">
                    <a:pos x="4882" y="655"/>
                  </a:cxn>
                  <a:cxn ang="0">
                    <a:pos x="4435" y="550"/>
                  </a:cxn>
                  <a:cxn ang="0">
                    <a:pos x="4247" y="610"/>
                  </a:cxn>
                  <a:cxn ang="0">
                    <a:pos x="3991" y="156"/>
                  </a:cxn>
                  <a:cxn ang="0">
                    <a:pos x="3179" y="191"/>
                  </a:cxn>
                  <a:cxn ang="0">
                    <a:pos x="2817" y="517"/>
                  </a:cxn>
                  <a:cxn ang="0">
                    <a:pos x="2532" y="757"/>
                  </a:cxn>
                  <a:cxn ang="0">
                    <a:pos x="2278" y="874"/>
                  </a:cxn>
                  <a:cxn ang="0">
                    <a:pos x="1924" y="842"/>
                  </a:cxn>
                  <a:cxn ang="0">
                    <a:pos x="1587" y="800"/>
                  </a:cxn>
                  <a:cxn ang="0">
                    <a:pos x="1264" y="820"/>
                  </a:cxn>
                  <a:cxn ang="0">
                    <a:pos x="699" y="652"/>
                  </a:cxn>
                  <a:cxn ang="0">
                    <a:pos x="270" y="772"/>
                  </a:cxn>
                </a:cxnLst>
                <a:rect l="0" t="0" r="r" b="b"/>
                <a:pathLst>
                  <a:path w="5975" h="5232">
                    <a:moveTo>
                      <a:pt x="0" y="834"/>
                    </a:moveTo>
                    <a:lnTo>
                      <a:pt x="49" y="1074"/>
                    </a:lnTo>
                    <a:lnTo>
                      <a:pt x="108" y="1354"/>
                    </a:lnTo>
                    <a:lnTo>
                      <a:pt x="276" y="1475"/>
                    </a:lnTo>
                    <a:lnTo>
                      <a:pt x="428" y="1462"/>
                    </a:lnTo>
                    <a:lnTo>
                      <a:pt x="544" y="1564"/>
                    </a:lnTo>
                    <a:lnTo>
                      <a:pt x="609" y="1701"/>
                    </a:lnTo>
                    <a:lnTo>
                      <a:pt x="833" y="1711"/>
                    </a:lnTo>
                    <a:lnTo>
                      <a:pt x="970" y="1925"/>
                    </a:lnTo>
                    <a:lnTo>
                      <a:pt x="1103" y="2077"/>
                    </a:lnTo>
                    <a:lnTo>
                      <a:pt x="1028" y="2280"/>
                    </a:lnTo>
                    <a:lnTo>
                      <a:pt x="1163" y="2431"/>
                    </a:lnTo>
                    <a:lnTo>
                      <a:pt x="1394" y="2385"/>
                    </a:lnTo>
                    <a:lnTo>
                      <a:pt x="1510" y="2506"/>
                    </a:lnTo>
                    <a:lnTo>
                      <a:pt x="1515" y="2758"/>
                    </a:lnTo>
                    <a:lnTo>
                      <a:pt x="1450" y="2956"/>
                    </a:lnTo>
                    <a:lnTo>
                      <a:pt x="1567" y="3057"/>
                    </a:lnTo>
                    <a:lnTo>
                      <a:pt x="1815" y="3147"/>
                    </a:lnTo>
                    <a:lnTo>
                      <a:pt x="2009" y="3091"/>
                    </a:lnTo>
                    <a:lnTo>
                      <a:pt x="2596" y="3138"/>
                    </a:lnTo>
                    <a:lnTo>
                      <a:pt x="2736" y="3043"/>
                    </a:lnTo>
                    <a:lnTo>
                      <a:pt x="2987" y="2983"/>
                    </a:lnTo>
                    <a:lnTo>
                      <a:pt x="3061" y="2808"/>
                    </a:lnTo>
                    <a:lnTo>
                      <a:pt x="3331" y="2820"/>
                    </a:lnTo>
                    <a:lnTo>
                      <a:pt x="3548" y="3012"/>
                    </a:lnTo>
                    <a:lnTo>
                      <a:pt x="3980" y="2937"/>
                    </a:lnTo>
                    <a:lnTo>
                      <a:pt x="4053" y="2850"/>
                    </a:lnTo>
                    <a:lnTo>
                      <a:pt x="4242" y="2853"/>
                    </a:lnTo>
                    <a:lnTo>
                      <a:pt x="4390" y="3063"/>
                    </a:lnTo>
                    <a:lnTo>
                      <a:pt x="4861" y="3176"/>
                    </a:lnTo>
                    <a:lnTo>
                      <a:pt x="5120" y="3466"/>
                    </a:lnTo>
                    <a:lnTo>
                      <a:pt x="4338" y="4707"/>
                    </a:lnTo>
                    <a:lnTo>
                      <a:pt x="4760" y="4792"/>
                    </a:lnTo>
                    <a:lnTo>
                      <a:pt x="4940" y="4901"/>
                    </a:lnTo>
                    <a:lnTo>
                      <a:pt x="4995" y="5041"/>
                    </a:lnTo>
                    <a:lnTo>
                      <a:pt x="5251" y="5232"/>
                    </a:lnTo>
                    <a:lnTo>
                      <a:pt x="5360" y="4545"/>
                    </a:lnTo>
                    <a:lnTo>
                      <a:pt x="5827" y="2056"/>
                    </a:lnTo>
                    <a:lnTo>
                      <a:pt x="5975" y="1741"/>
                    </a:lnTo>
                    <a:lnTo>
                      <a:pt x="5926" y="1567"/>
                    </a:lnTo>
                    <a:lnTo>
                      <a:pt x="5866" y="1402"/>
                    </a:lnTo>
                    <a:lnTo>
                      <a:pt x="5782" y="1502"/>
                    </a:lnTo>
                    <a:lnTo>
                      <a:pt x="5764" y="1582"/>
                    </a:lnTo>
                    <a:lnTo>
                      <a:pt x="5635" y="1517"/>
                    </a:lnTo>
                    <a:lnTo>
                      <a:pt x="5502" y="1357"/>
                    </a:lnTo>
                    <a:lnTo>
                      <a:pt x="5325" y="1412"/>
                    </a:lnTo>
                    <a:lnTo>
                      <a:pt x="5310" y="1262"/>
                    </a:lnTo>
                    <a:lnTo>
                      <a:pt x="5010" y="1322"/>
                    </a:lnTo>
                    <a:lnTo>
                      <a:pt x="4986" y="1462"/>
                    </a:lnTo>
                    <a:lnTo>
                      <a:pt x="4809" y="1337"/>
                    </a:lnTo>
                    <a:lnTo>
                      <a:pt x="4882" y="1262"/>
                    </a:lnTo>
                    <a:lnTo>
                      <a:pt x="4847" y="844"/>
                    </a:lnTo>
                    <a:lnTo>
                      <a:pt x="4941" y="744"/>
                    </a:lnTo>
                    <a:lnTo>
                      <a:pt x="4882" y="655"/>
                    </a:lnTo>
                    <a:lnTo>
                      <a:pt x="4730" y="739"/>
                    </a:lnTo>
                    <a:lnTo>
                      <a:pt x="4435" y="550"/>
                    </a:lnTo>
                    <a:lnTo>
                      <a:pt x="4316" y="515"/>
                    </a:lnTo>
                    <a:lnTo>
                      <a:pt x="4247" y="610"/>
                    </a:lnTo>
                    <a:lnTo>
                      <a:pt x="4085" y="370"/>
                    </a:lnTo>
                    <a:lnTo>
                      <a:pt x="3991" y="156"/>
                    </a:lnTo>
                    <a:lnTo>
                      <a:pt x="3457" y="0"/>
                    </a:lnTo>
                    <a:lnTo>
                      <a:pt x="3179" y="191"/>
                    </a:lnTo>
                    <a:lnTo>
                      <a:pt x="2984" y="530"/>
                    </a:lnTo>
                    <a:lnTo>
                      <a:pt x="2817" y="517"/>
                    </a:lnTo>
                    <a:lnTo>
                      <a:pt x="2667" y="620"/>
                    </a:lnTo>
                    <a:lnTo>
                      <a:pt x="2532" y="757"/>
                    </a:lnTo>
                    <a:lnTo>
                      <a:pt x="2492" y="935"/>
                    </a:lnTo>
                    <a:lnTo>
                      <a:pt x="2278" y="874"/>
                    </a:lnTo>
                    <a:lnTo>
                      <a:pt x="2097" y="1000"/>
                    </a:lnTo>
                    <a:lnTo>
                      <a:pt x="1924" y="842"/>
                    </a:lnTo>
                    <a:lnTo>
                      <a:pt x="1739" y="862"/>
                    </a:lnTo>
                    <a:lnTo>
                      <a:pt x="1587" y="800"/>
                    </a:lnTo>
                    <a:lnTo>
                      <a:pt x="1422" y="934"/>
                    </a:lnTo>
                    <a:lnTo>
                      <a:pt x="1264" y="820"/>
                    </a:lnTo>
                    <a:lnTo>
                      <a:pt x="979" y="817"/>
                    </a:lnTo>
                    <a:lnTo>
                      <a:pt x="699" y="652"/>
                    </a:lnTo>
                    <a:lnTo>
                      <a:pt x="520" y="652"/>
                    </a:lnTo>
                    <a:lnTo>
                      <a:pt x="270" y="772"/>
                    </a:lnTo>
                    <a:lnTo>
                      <a:pt x="0" y="834"/>
                    </a:lnTo>
                    <a:close/>
                  </a:path>
                </a:pathLst>
              </a:custGeom>
              <a:solidFill>
                <a:schemeClr val="bg1">
                  <a:lumMod val="95000"/>
                </a:schemeClr>
              </a:solidFill>
              <a:ln w="19050" cmpd="sng">
                <a:solidFill>
                  <a:schemeClr val="bg1">
                    <a:lumMod val="95000"/>
                  </a:schemeClr>
                </a:solidFill>
                <a:prstDash val="solid"/>
                <a:round/>
                <a:headEnd/>
                <a:tailEnd/>
              </a:ln>
              <a:effectLst/>
            </p:spPr>
            <p:txBody>
              <a:bodyPr/>
              <a:lstStyle/>
              <a:p>
                <a:endParaRPr lang="es-CO" kern="0" noProof="0" dirty="0">
                  <a:solidFill>
                    <a:sysClr val="windowText" lastClr="000000"/>
                  </a:solidFill>
                </a:endParaRPr>
              </a:p>
            </p:txBody>
          </p:sp>
          <p:sp>
            <p:nvSpPr>
              <p:cNvPr id="1059" name="Freeform 56">
                <a:extLst>
                  <a:ext uri="{FF2B5EF4-FFF2-40B4-BE49-F238E27FC236}">
                    <a16:creationId xmlns:a16="http://schemas.microsoft.com/office/drawing/2014/main" id="{FAFDDF12-40F7-E8C9-8F5A-8DC5F9D0C133}"/>
                  </a:ext>
                </a:extLst>
              </p:cNvPr>
              <p:cNvSpPr>
                <a:spLocks/>
              </p:cNvSpPr>
              <p:nvPr/>
            </p:nvSpPr>
            <p:spPr bwMode="auto">
              <a:xfrm>
                <a:off x="4856430" y="4618992"/>
                <a:ext cx="938214" cy="1036637"/>
              </a:xfrm>
              <a:custGeom>
                <a:avLst/>
                <a:gdLst/>
                <a:ahLst/>
                <a:cxnLst>
                  <a:cxn ang="0">
                    <a:pos x="2603" y="461"/>
                  </a:cxn>
                  <a:cxn ang="0">
                    <a:pos x="2436" y="396"/>
                  </a:cxn>
                  <a:cxn ang="0">
                    <a:pos x="2293" y="336"/>
                  </a:cxn>
                  <a:cxn ang="0">
                    <a:pos x="2218" y="0"/>
                  </a:cxn>
                  <a:cxn ang="0">
                    <a:pos x="1343" y="208"/>
                  </a:cxn>
                  <a:cxn ang="0">
                    <a:pos x="1048" y="366"/>
                  </a:cxn>
                  <a:cxn ang="0">
                    <a:pos x="698" y="716"/>
                  </a:cxn>
                  <a:cxn ang="0">
                    <a:pos x="609" y="865"/>
                  </a:cxn>
                  <a:cxn ang="0">
                    <a:pos x="604" y="1085"/>
                  </a:cxn>
                  <a:cxn ang="0">
                    <a:pos x="0" y="1689"/>
                  </a:cxn>
                  <a:cxn ang="0">
                    <a:pos x="221" y="1988"/>
                  </a:cxn>
                  <a:cxn ang="0">
                    <a:pos x="474" y="2222"/>
                  </a:cxn>
                  <a:cxn ang="0">
                    <a:pos x="709" y="2293"/>
                  </a:cxn>
                  <a:cxn ang="0">
                    <a:pos x="1238" y="2447"/>
                  </a:cxn>
                  <a:cxn ang="0">
                    <a:pos x="1339" y="2675"/>
                  </a:cxn>
                  <a:cxn ang="0">
                    <a:pos x="1497" y="2901"/>
                  </a:cxn>
                  <a:cxn ang="0">
                    <a:pos x="1564" y="2806"/>
                  </a:cxn>
                  <a:cxn ang="0">
                    <a:pos x="1693" y="2847"/>
                  </a:cxn>
                  <a:cxn ang="0">
                    <a:pos x="1978" y="3031"/>
                  </a:cxn>
                  <a:cxn ang="0">
                    <a:pos x="2131" y="2947"/>
                  </a:cxn>
                  <a:cxn ang="0">
                    <a:pos x="2191" y="3036"/>
                  </a:cxn>
                  <a:cxn ang="0">
                    <a:pos x="2097" y="3134"/>
                  </a:cxn>
                  <a:cxn ang="0">
                    <a:pos x="2131" y="3554"/>
                  </a:cxn>
                  <a:cxn ang="0">
                    <a:pos x="2057" y="3631"/>
                  </a:cxn>
                  <a:cxn ang="0">
                    <a:pos x="2233" y="3756"/>
                  </a:cxn>
                  <a:cxn ang="0">
                    <a:pos x="2260" y="3614"/>
                  </a:cxn>
                  <a:cxn ang="0">
                    <a:pos x="2558" y="3557"/>
                  </a:cxn>
                  <a:cxn ang="0">
                    <a:pos x="2573" y="3705"/>
                  </a:cxn>
                  <a:cxn ang="0">
                    <a:pos x="2750" y="3650"/>
                  </a:cxn>
                  <a:cxn ang="0">
                    <a:pos x="2879" y="3807"/>
                  </a:cxn>
                  <a:cxn ang="0">
                    <a:pos x="3012" y="3875"/>
                  </a:cxn>
                  <a:cxn ang="0">
                    <a:pos x="3031" y="3797"/>
                  </a:cxn>
                  <a:cxn ang="0">
                    <a:pos x="3118" y="3696"/>
                  </a:cxn>
                  <a:cxn ang="0">
                    <a:pos x="2900" y="3391"/>
                  </a:cxn>
                  <a:cxn ang="0">
                    <a:pos x="2929" y="3301"/>
                  </a:cxn>
                  <a:cxn ang="0">
                    <a:pos x="2926" y="3092"/>
                  </a:cxn>
                  <a:cxn ang="0">
                    <a:pos x="2687" y="2962"/>
                  </a:cxn>
                  <a:cxn ang="0">
                    <a:pos x="2485" y="2797"/>
                  </a:cxn>
                  <a:cxn ang="0">
                    <a:pos x="2367" y="2642"/>
                  </a:cxn>
                  <a:cxn ang="0">
                    <a:pos x="2382" y="1774"/>
                  </a:cxn>
                  <a:cxn ang="0">
                    <a:pos x="2855" y="1719"/>
                  </a:cxn>
                  <a:cxn ang="0">
                    <a:pos x="3135" y="1599"/>
                  </a:cxn>
                  <a:cxn ang="0">
                    <a:pos x="3351" y="1749"/>
                  </a:cxn>
                  <a:cxn ang="0">
                    <a:pos x="3460" y="1629"/>
                  </a:cxn>
                  <a:cxn ang="0">
                    <a:pos x="3401" y="1315"/>
                  </a:cxn>
                  <a:cxn ang="0">
                    <a:pos x="3277" y="1220"/>
                  </a:cxn>
                  <a:cxn ang="0">
                    <a:pos x="2628" y="1190"/>
                  </a:cxn>
                  <a:cxn ang="0">
                    <a:pos x="2603" y="461"/>
                  </a:cxn>
                </a:cxnLst>
                <a:rect l="0" t="0" r="r" b="b"/>
                <a:pathLst>
                  <a:path w="3460" h="3875">
                    <a:moveTo>
                      <a:pt x="2603" y="461"/>
                    </a:moveTo>
                    <a:lnTo>
                      <a:pt x="2436" y="396"/>
                    </a:lnTo>
                    <a:lnTo>
                      <a:pt x="2293" y="336"/>
                    </a:lnTo>
                    <a:lnTo>
                      <a:pt x="2218" y="0"/>
                    </a:lnTo>
                    <a:lnTo>
                      <a:pt x="1343" y="208"/>
                    </a:lnTo>
                    <a:lnTo>
                      <a:pt x="1048" y="366"/>
                    </a:lnTo>
                    <a:lnTo>
                      <a:pt x="698" y="716"/>
                    </a:lnTo>
                    <a:lnTo>
                      <a:pt x="609" y="865"/>
                    </a:lnTo>
                    <a:lnTo>
                      <a:pt x="604" y="1085"/>
                    </a:lnTo>
                    <a:lnTo>
                      <a:pt x="0" y="1689"/>
                    </a:lnTo>
                    <a:lnTo>
                      <a:pt x="221" y="1988"/>
                    </a:lnTo>
                    <a:lnTo>
                      <a:pt x="474" y="2222"/>
                    </a:lnTo>
                    <a:lnTo>
                      <a:pt x="709" y="2293"/>
                    </a:lnTo>
                    <a:lnTo>
                      <a:pt x="1238" y="2447"/>
                    </a:lnTo>
                    <a:lnTo>
                      <a:pt x="1339" y="2675"/>
                    </a:lnTo>
                    <a:lnTo>
                      <a:pt x="1497" y="2901"/>
                    </a:lnTo>
                    <a:lnTo>
                      <a:pt x="1564" y="2806"/>
                    </a:lnTo>
                    <a:lnTo>
                      <a:pt x="1693" y="2847"/>
                    </a:lnTo>
                    <a:lnTo>
                      <a:pt x="1978" y="3031"/>
                    </a:lnTo>
                    <a:lnTo>
                      <a:pt x="2131" y="2947"/>
                    </a:lnTo>
                    <a:lnTo>
                      <a:pt x="2191" y="3036"/>
                    </a:lnTo>
                    <a:lnTo>
                      <a:pt x="2097" y="3134"/>
                    </a:lnTo>
                    <a:lnTo>
                      <a:pt x="2131" y="3554"/>
                    </a:lnTo>
                    <a:lnTo>
                      <a:pt x="2057" y="3631"/>
                    </a:lnTo>
                    <a:lnTo>
                      <a:pt x="2233" y="3756"/>
                    </a:lnTo>
                    <a:lnTo>
                      <a:pt x="2260" y="3614"/>
                    </a:lnTo>
                    <a:lnTo>
                      <a:pt x="2558" y="3557"/>
                    </a:lnTo>
                    <a:lnTo>
                      <a:pt x="2573" y="3705"/>
                    </a:lnTo>
                    <a:lnTo>
                      <a:pt x="2750" y="3650"/>
                    </a:lnTo>
                    <a:lnTo>
                      <a:pt x="2879" y="3807"/>
                    </a:lnTo>
                    <a:lnTo>
                      <a:pt x="3012" y="3875"/>
                    </a:lnTo>
                    <a:lnTo>
                      <a:pt x="3031" y="3797"/>
                    </a:lnTo>
                    <a:lnTo>
                      <a:pt x="3118" y="3696"/>
                    </a:lnTo>
                    <a:lnTo>
                      <a:pt x="2900" y="3391"/>
                    </a:lnTo>
                    <a:lnTo>
                      <a:pt x="2929" y="3301"/>
                    </a:lnTo>
                    <a:lnTo>
                      <a:pt x="2926" y="3092"/>
                    </a:lnTo>
                    <a:lnTo>
                      <a:pt x="2687" y="2962"/>
                    </a:lnTo>
                    <a:lnTo>
                      <a:pt x="2485" y="2797"/>
                    </a:lnTo>
                    <a:lnTo>
                      <a:pt x="2367" y="2642"/>
                    </a:lnTo>
                    <a:lnTo>
                      <a:pt x="2382" y="1774"/>
                    </a:lnTo>
                    <a:lnTo>
                      <a:pt x="2855" y="1719"/>
                    </a:lnTo>
                    <a:lnTo>
                      <a:pt x="3135" y="1599"/>
                    </a:lnTo>
                    <a:lnTo>
                      <a:pt x="3351" y="1749"/>
                    </a:lnTo>
                    <a:lnTo>
                      <a:pt x="3460" y="1629"/>
                    </a:lnTo>
                    <a:lnTo>
                      <a:pt x="3401" y="1315"/>
                    </a:lnTo>
                    <a:lnTo>
                      <a:pt x="3277" y="1220"/>
                    </a:lnTo>
                    <a:lnTo>
                      <a:pt x="2628" y="1190"/>
                    </a:lnTo>
                    <a:lnTo>
                      <a:pt x="2603" y="461"/>
                    </a:lnTo>
                    <a:close/>
                  </a:path>
                </a:pathLst>
              </a:custGeom>
              <a:solidFill>
                <a:schemeClr val="bg1">
                  <a:lumMod val="95000"/>
                </a:schemeClr>
              </a:solidFill>
              <a:ln w="19050" cmpd="sng">
                <a:solidFill>
                  <a:schemeClr val="bg1">
                    <a:lumMod val="95000"/>
                  </a:schemeClr>
                </a:solidFill>
                <a:prstDash val="solid"/>
                <a:round/>
                <a:headEnd/>
                <a:tailEnd/>
              </a:ln>
              <a:effectLst/>
            </p:spPr>
            <p:txBody>
              <a:bodyPr/>
              <a:lstStyle/>
              <a:p>
                <a:endParaRPr lang="es-CO" kern="0" noProof="0" dirty="0">
                  <a:solidFill>
                    <a:sysClr val="windowText" lastClr="000000"/>
                  </a:solidFill>
                </a:endParaRPr>
              </a:p>
            </p:txBody>
          </p:sp>
          <p:sp>
            <p:nvSpPr>
              <p:cNvPr id="1060" name="Freeform 57">
                <a:extLst>
                  <a:ext uri="{FF2B5EF4-FFF2-40B4-BE49-F238E27FC236}">
                    <a16:creationId xmlns:a16="http://schemas.microsoft.com/office/drawing/2014/main" id="{2A28C280-20B4-9514-1BF7-34B4DBF21205}"/>
                  </a:ext>
                </a:extLst>
              </p:cNvPr>
              <p:cNvSpPr>
                <a:spLocks/>
              </p:cNvSpPr>
              <p:nvPr/>
            </p:nvSpPr>
            <p:spPr bwMode="auto">
              <a:xfrm>
                <a:off x="4332554" y="4342767"/>
                <a:ext cx="1185864" cy="728663"/>
              </a:xfrm>
              <a:custGeom>
                <a:avLst/>
                <a:gdLst/>
                <a:ahLst/>
                <a:cxnLst>
                  <a:cxn ang="0">
                    <a:pos x="28" y="598"/>
                  </a:cxn>
                  <a:cxn ang="0">
                    <a:pos x="0" y="1217"/>
                  </a:cxn>
                  <a:cxn ang="0">
                    <a:pos x="205" y="1540"/>
                  </a:cxn>
                  <a:cxn ang="0">
                    <a:pos x="252" y="1687"/>
                  </a:cxn>
                  <a:cxn ang="0">
                    <a:pos x="500" y="1912"/>
                  </a:cxn>
                  <a:cxn ang="0">
                    <a:pos x="654" y="1875"/>
                  </a:cxn>
                  <a:cxn ang="0">
                    <a:pos x="756" y="1767"/>
                  </a:cxn>
                  <a:cxn ang="0">
                    <a:pos x="796" y="1672"/>
                  </a:cxn>
                  <a:cxn ang="0">
                    <a:pos x="984" y="1660"/>
                  </a:cxn>
                  <a:cxn ang="0">
                    <a:pos x="1173" y="1807"/>
                  </a:cxn>
                  <a:cxn ang="0">
                    <a:pos x="1323" y="2042"/>
                  </a:cxn>
                  <a:cxn ang="0">
                    <a:pos x="1547" y="2178"/>
                  </a:cxn>
                  <a:cxn ang="0">
                    <a:pos x="2032" y="1694"/>
                  </a:cxn>
                  <a:cxn ang="0">
                    <a:pos x="2034" y="1517"/>
                  </a:cxn>
                  <a:cxn ang="0">
                    <a:pos x="2106" y="1401"/>
                  </a:cxn>
                  <a:cxn ang="0">
                    <a:pos x="2380" y="1125"/>
                  </a:cxn>
                  <a:cxn ang="0">
                    <a:pos x="2623" y="992"/>
                  </a:cxn>
                  <a:cxn ang="0">
                    <a:pos x="3323" y="826"/>
                  </a:cxn>
                  <a:cxn ang="0">
                    <a:pos x="3499" y="680"/>
                  </a:cxn>
                  <a:cxn ang="0">
                    <a:pos x="3429" y="618"/>
                  </a:cxn>
                  <a:cxn ang="0">
                    <a:pos x="3252" y="634"/>
                  </a:cxn>
                  <a:cxn ang="0">
                    <a:pos x="2956" y="657"/>
                  </a:cxn>
                  <a:cxn ang="0">
                    <a:pos x="2856" y="554"/>
                  </a:cxn>
                  <a:cxn ang="0">
                    <a:pos x="2757" y="369"/>
                  </a:cxn>
                  <a:cxn ang="0">
                    <a:pos x="2821" y="254"/>
                  </a:cxn>
                  <a:cxn ang="0">
                    <a:pos x="3033" y="120"/>
                  </a:cxn>
                  <a:cxn ang="0">
                    <a:pos x="2862" y="72"/>
                  </a:cxn>
                  <a:cxn ang="0">
                    <a:pos x="2769" y="155"/>
                  </a:cxn>
                  <a:cxn ang="0">
                    <a:pos x="2665" y="107"/>
                  </a:cxn>
                  <a:cxn ang="0">
                    <a:pos x="2543" y="108"/>
                  </a:cxn>
                  <a:cxn ang="0">
                    <a:pos x="2446" y="35"/>
                  </a:cxn>
                  <a:cxn ang="0">
                    <a:pos x="2283" y="44"/>
                  </a:cxn>
                  <a:cxn ang="0">
                    <a:pos x="2197" y="0"/>
                  </a:cxn>
                  <a:cxn ang="0">
                    <a:pos x="2035" y="68"/>
                  </a:cxn>
                  <a:cxn ang="0">
                    <a:pos x="1799" y="60"/>
                  </a:cxn>
                  <a:cxn ang="0">
                    <a:pos x="1622" y="104"/>
                  </a:cxn>
                  <a:cxn ang="0">
                    <a:pos x="1445" y="48"/>
                  </a:cxn>
                  <a:cxn ang="0">
                    <a:pos x="1362" y="60"/>
                  </a:cxn>
                  <a:cxn ang="0">
                    <a:pos x="1398" y="140"/>
                  </a:cxn>
                  <a:cxn ang="0">
                    <a:pos x="1232" y="140"/>
                  </a:cxn>
                  <a:cxn ang="0">
                    <a:pos x="1055" y="239"/>
                  </a:cxn>
                  <a:cxn ang="0">
                    <a:pos x="760" y="311"/>
                  </a:cxn>
                  <a:cxn ang="0">
                    <a:pos x="618" y="455"/>
                  </a:cxn>
                  <a:cxn ang="0">
                    <a:pos x="382" y="546"/>
                  </a:cxn>
                  <a:cxn ang="0">
                    <a:pos x="98" y="511"/>
                  </a:cxn>
                  <a:cxn ang="0">
                    <a:pos x="28" y="598"/>
                  </a:cxn>
                </a:cxnLst>
                <a:rect l="0" t="0" r="r" b="b"/>
                <a:pathLst>
                  <a:path w="3499" h="2178">
                    <a:moveTo>
                      <a:pt x="28" y="598"/>
                    </a:moveTo>
                    <a:lnTo>
                      <a:pt x="0" y="1217"/>
                    </a:lnTo>
                    <a:lnTo>
                      <a:pt x="205" y="1540"/>
                    </a:lnTo>
                    <a:lnTo>
                      <a:pt x="252" y="1687"/>
                    </a:lnTo>
                    <a:lnTo>
                      <a:pt x="500" y="1912"/>
                    </a:lnTo>
                    <a:lnTo>
                      <a:pt x="654" y="1875"/>
                    </a:lnTo>
                    <a:lnTo>
                      <a:pt x="756" y="1767"/>
                    </a:lnTo>
                    <a:lnTo>
                      <a:pt x="796" y="1672"/>
                    </a:lnTo>
                    <a:lnTo>
                      <a:pt x="984" y="1660"/>
                    </a:lnTo>
                    <a:lnTo>
                      <a:pt x="1173" y="1807"/>
                    </a:lnTo>
                    <a:lnTo>
                      <a:pt x="1323" y="2042"/>
                    </a:lnTo>
                    <a:lnTo>
                      <a:pt x="1547" y="2178"/>
                    </a:lnTo>
                    <a:lnTo>
                      <a:pt x="2032" y="1694"/>
                    </a:lnTo>
                    <a:lnTo>
                      <a:pt x="2034" y="1517"/>
                    </a:lnTo>
                    <a:lnTo>
                      <a:pt x="2106" y="1401"/>
                    </a:lnTo>
                    <a:lnTo>
                      <a:pt x="2380" y="1125"/>
                    </a:lnTo>
                    <a:lnTo>
                      <a:pt x="2623" y="992"/>
                    </a:lnTo>
                    <a:lnTo>
                      <a:pt x="3323" y="826"/>
                    </a:lnTo>
                    <a:lnTo>
                      <a:pt x="3499" y="680"/>
                    </a:lnTo>
                    <a:lnTo>
                      <a:pt x="3429" y="618"/>
                    </a:lnTo>
                    <a:lnTo>
                      <a:pt x="3252" y="634"/>
                    </a:lnTo>
                    <a:lnTo>
                      <a:pt x="2956" y="657"/>
                    </a:lnTo>
                    <a:lnTo>
                      <a:pt x="2856" y="554"/>
                    </a:lnTo>
                    <a:lnTo>
                      <a:pt x="2757" y="369"/>
                    </a:lnTo>
                    <a:lnTo>
                      <a:pt x="2821" y="254"/>
                    </a:lnTo>
                    <a:lnTo>
                      <a:pt x="3033" y="120"/>
                    </a:lnTo>
                    <a:lnTo>
                      <a:pt x="2862" y="72"/>
                    </a:lnTo>
                    <a:lnTo>
                      <a:pt x="2769" y="155"/>
                    </a:lnTo>
                    <a:lnTo>
                      <a:pt x="2665" y="107"/>
                    </a:lnTo>
                    <a:lnTo>
                      <a:pt x="2543" y="108"/>
                    </a:lnTo>
                    <a:lnTo>
                      <a:pt x="2446" y="35"/>
                    </a:lnTo>
                    <a:lnTo>
                      <a:pt x="2283" y="44"/>
                    </a:lnTo>
                    <a:lnTo>
                      <a:pt x="2197" y="0"/>
                    </a:lnTo>
                    <a:lnTo>
                      <a:pt x="2035" y="68"/>
                    </a:lnTo>
                    <a:lnTo>
                      <a:pt x="1799" y="60"/>
                    </a:lnTo>
                    <a:lnTo>
                      <a:pt x="1622" y="104"/>
                    </a:lnTo>
                    <a:lnTo>
                      <a:pt x="1445" y="48"/>
                    </a:lnTo>
                    <a:lnTo>
                      <a:pt x="1362" y="60"/>
                    </a:lnTo>
                    <a:lnTo>
                      <a:pt x="1398" y="140"/>
                    </a:lnTo>
                    <a:lnTo>
                      <a:pt x="1232" y="140"/>
                    </a:lnTo>
                    <a:lnTo>
                      <a:pt x="1055" y="239"/>
                    </a:lnTo>
                    <a:lnTo>
                      <a:pt x="760" y="311"/>
                    </a:lnTo>
                    <a:lnTo>
                      <a:pt x="618" y="455"/>
                    </a:lnTo>
                    <a:lnTo>
                      <a:pt x="382" y="546"/>
                    </a:lnTo>
                    <a:lnTo>
                      <a:pt x="98" y="511"/>
                    </a:lnTo>
                    <a:lnTo>
                      <a:pt x="28" y="598"/>
                    </a:lnTo>
                    <a:close/>
                  </a:path>
                </a:pathLst>
              </a:custGeom>
              <a:solidFill>
                <a:schemeClr val="bg1">
                  <a:lumMod val="95000"/>
                </a:schemeClr>
              </a:solidFill>
              <a:ln w="19050" cmpd="sng">
                <a:solidFill>
                  <a:schemeClr val="bg1">
                    <a:lumMod val="95000"/>
                  </a:schemeClr>
                </a:solidFill>
                <a:prstDash val="solid"/>
                <a:round/>
                <a:headEnd/>
                <a:tailEnd/>
              </a:ln>
              <a:effectLst/>
            </p:spPr>
            <p:txBody>
              <a:bodyPr/>
              <a:lstStyle/>
              <a:p>
                <a:endParaRPr lang="es-CO" kern="0" noProof="0" dirty="0">
                  <a:solidFill>
                    <a:sysClr val="windowText" lastClr="000000"/>
                  </a:solidFill>
                </a:endParaRPr>
              </a:p>
            </p:txBody>
          </p:sp>
          <p:sp>
            <p:nvSpPr>
              <p:cNvPr id="1061" name="Freeform 58">
                <a:extLst>
                  <a:ext uri="{FF2B5EF4-FFF2-40B4-BE49-F238E27FC236}">
                    <a16:creationId xmlns:a16="http://schemas.microsoft.com/office/drawing/2014/main" id="{0243C8B1-B5AB-3C8B-288E-49A6294DA99A}"/>
                  </a:ext>
                </a:extLst>
              </p:cNvPr>
              <p:cNvSpPr>
                <a:spLocks/>
              </p:cNvSpPr>
              <p:nvPr/>
            </p:nvSpPr>
            <p:spPr bwMode="auto">
              <a:xfrm>
                <a:off x="3930916" y="3712530"/>
                <a:ext cx="1233488" cy="1065212"/>
              </a:xfrm>
              <a:custGeom>
                <a:avLst/>
                <a:gdLst/>
                <a:ahLst/>
                <a:cxnLst>
                  <a:cxn ang="0">
                    <a:pos x="453" y="1091"/>
                  </a:cxn>
                  <a:cxn ang="0">
                    <a:pos x="606" y="958"/>
                  </a:cxn>
                  <a:cxn ang="0">
                    <a:pos x="770" y="812"/>
                  </a:cxn>
                  <a:cxn ang="0">
                    <a:pos x="980" y="722"/>
                  </a:cxn>
                  <a:cxn ang="0">
                    <a:pos x="1110" y="602"/>
                  </a:cxn>
                  <a:cxn ang="0">
                    <a:pos x="1090" y="483"/>
                  </a:cxn>
                  <a:cxn ang="0">
                    <a:pos x="1043" y="395"/>
                  </a:cxn>
                  <a:cxn ang="0">
                    <a:pos x="1196" y="323"/>
                  </a:cxn>
                  <a:cxn ang="0">
                    <a:pos x="1232" y="435"/>
                  </a:cxn>
                  <a:cxn ang="0">
                    <a:pos x="1334" y="531"/>
                  </a:cxn>
                  <a:cxn ang="0">
                    <a:pos x="1571" y="610"/>
                  </a:cxn>
                  <a:cxn ang="0">
                    <a:pos x="1681" y="575"/>
                  </a:cxn>
                  <a:cxn ang="0">
                    <a:pos x="1785" y="195"/>
                  </a:cxn>
                  <a:cxn ang="0">
                    <a:pos x="2006" y="429"/>
                  </a:cxn>
                  <a:cxn ang="0">
                    <a:pos x="2114" y="543"/>
                  </a:cxn>
                  <a:cxn ang="0">
                    <a:pos x="2268" y="519"/>
                  </a:cxn>
                  <a:cxn ang="0">
                    <a:pos x="2421" y="543"/>
                  </a:cxn>
                  <a:cxn ang="0">
                    <a:pos x="2516" y="459"/>
                  </a:cxn>
                  <a:cxn ang="0">
                    <a:pos x="2638" y="435"/>
                  </a:cxn>
                  <a:cxn ang="0">
                    <a:pos x="2768" y="467"/>
                  </a:cxn>
                  <a:cxn ang="0">
                    <a:pos x="2976" y="311"/>
                  </a:cxn>
                  <a:cxn ang="0">
                    <a:pos x="3307" y="172"/>
                  </a:cxn>
                  <a:cxn ang="0">
                    <a:pos x="3638" y="0"/>
                  </a:cxn>
                  <a:cxn ang="0">
                    <a:pos x="3629" y="1919"/>
                  </a:cxn>
                  <a:cxn ang="0">
                    <a:pos x="3464" y="1929"/>
                  </a:cxn>
                  <a:cxn ang="0">
                    <a:pos x="3378" y="1884"/>
                  </a:cxn>
                  <a:cxn ang="0">
                    <a:pos x="3215" y="1952"/>
                  </a:cxn>
                  <a:cxn ang="0">
                    <a:pos x="2976" y="1944"/>
                  </a:cxn>
                  <a:cxn ang="0">
                    <a:pos x="2802" y="1988"/>
                  </a:cxn>
                  <a:cxn ang="0">
                    <a:pos x="2625" y="1931"/>
                  </a:cxn>
                  <a:cxn ang="0">
                    <a:pos x="2544" y="1944"/>
                  </a:cxn>
                  <a:cxn ang="0">
                    <a:pos x="2579" y="2024"/>
                  </a:cxn>
                  <a:cxn ang="0">
                    <a:pos x="2412" y="2025"/>
                  </a:cxn>
                  <a:cxn ang="0">
                    <a:pos x="2237" y="2124"/>
                  </a:cxn>
                  <a:cxn ang="0">
                    <a:pos x="1941" y="2196"/>
                  </a:cxn>
                  <a:cxn ang="0">
                    <a:pos x="1807" y="2334"/>
                  </a:cxn>
                  <a:cxn ang="0">
                    <a:pos x="1563" y="2430"/>
                  </a:cxn>
                  <a:cxn ang="0">
                    <a:pos x="1278" y="2396"/>
                  </a:cxn>
                  <a:cxn ang="0">
                    <a:pos x="1208" y="2482"/>
                  </a:cxn>
                  <a:cxn ang="0">
                    <a:pos x="1183" y="3104"/>
                  </a:cxn>
                  <a:cxn ang="0">
                    <a:pos x="889" y="3184"/>
                  </a:cxn>
                  <a:cxn ang="0">
                    <a:pos x="623" y="2968"/>
                  </a:cxn>
                  <a:cxn ang="0">
                    <a:pos x="387" y="2926"/>
                  </a:cxn>
                  <a:cxn ang="0">
                    <a:pos x="299" y="2769"/>
                  </a:cxn>
                  <a:cxn ang="0">
                    <a:pos x="260" y="2538"/>
                  </a:cxn>
                  <a:cxn ang="0">
                    <a:pos x="236" y="2301"/>
                  </a:cxn>
                  <a:cxn ang="0">
                    <a:pos x="299" y="2171"/>
                  </a:cxn>
                  <a:cxn ang="0">
                    <a:pos x="287" y="2035"/>
                  </a:cxn>
                  <a:cxn ang="0">
                    <a:pos x="134" y="1910"/>
                  </a:cxn>
                  <a:cxn ang="0">
                    <a:pos x="0" y="1842"/>
                  </a:cxn>
                  <a:cxn ang="0">
                    <a:pos x="90" y="1719"/>
                  </a:cxn>
                  <a:cxn ang="0">
                    <a:pos x="300" y="1572"/>
                  </a:cxn>
                  <a:cxn ang="0">
                    <a:pos x="306" y="1345"/>
                  </a:cxn>
                  <a:cxn ang="0">
                    <a:pos x="453" y="1091"/>
                  </a:cxn>
                </a:cxnLst>
                <a:rect l="0" t="0" r="r" b="b"/>
                <a:pathLst>
                  <a:path w="3638" h="3184">
                    <a:moveTo>
                      <a:pt x="453" y="1091"/>
                    </a:moveTo>
                    <a:lnTo>
                      <a:pt x="606" y="958"/>
                    </a:lnTo>
                    <a:lnTo>
                      <a:pt x="770" y="812"/>
                    </a:lnTo>
                    <a:lnTo>
                      <a:pt x="980" y="722"/>
                    </a:lnTo>
                    <a:lnTo>
                      <a:pt x="1110" y="602"/>
                    </a:lnTo>
                    <a:lnTo>
                      <a:pt x="1090" y="483"/>
                    </a:lnTo>
                    <a:lnTo>
                      <a:pt x="1043" y="395"/>
                    </a:lnTo>
                    <a:lnTo>
                      <a:pt x="1196" y="323"/>
                    </a:lnTo>
                    <a:lnTo>
                      <a:pt x="1232" y="435"/>
                    </a:lnTo>
                    <a:lnTo>
                      <a:pt x="1334" y="531"/>
                    </a:lnTo>
                    <a:lnTo>
                      <a:pt x="1571" y="610"/>
                    </a:lnTo>
                    <a:lnTo>
                      <a:pt x="1681" y="575"/>
                    </a:lnTo>
                    <a:lnTo>
                      <a:pt x="1785" y="195"/>
                    </a:lnTo>
                    <a:lnTo>
                      <a:pt x="2006" y="429"/>
                    </a:lnTo>
                    <a:lnTo>
                      <a:pt x="2114" y="543"/>
                    </a:lnTo>
                    <a:lnTo>
                      <a:pt x="2268" y="519"/>
                    </a:lnTo>
                    <a:lnTo>
                      <a:pt x="2421" y="543"/>
                    </a:lnTo>
                    <a:lnTo>
                      <a:pt x="2516" y="459"/>
                    </a:lnTo>
                    <a:lnTo>
                      <a:pt x="2638" y="435"/>
                    </a:lnTo>
                    <a:lnTo>
                      <a:pt x="2768" y="467"/>
                    </a:lnTo>
                    <a:lnTo>
                      <a:pt x="2976" y="311"/>
                    </a:lnTo>
                    <a:lnTo>
                      <a:pt x="3307" y="172"/>
                    </a:lnTo>
                    <a:lnTo>
                      <a:pt x="3638" y="0"/>
                    </a:lnTo>
                    <a:lnTo>
                      <a:pt x="3629" y="1919"/>
                    </a:lnTo>
                    <a:lnTo>
                      <a:pt x="3464" y="1929"/>
                    </a:lnTo>
                    <a:lnTo>
                      <a:pt x="3378" y="1884"/>
                    </a:lnTo>
                    <a:lnTo>
                      <a:pt x="3215" y="1952"/>
                    </a:lnTo>
                    <a:lnTo>
                      <a:pt x="2976" y="1944"/>
                    </a:lnTo>
                    <a:lnTo>
                      <a:pt x="2802" y="1988"/>
                    </a:lnTo>
                    <a:lnTo>
                      <a:pt x="2625" y="1931"/>
                    </a:lnTo>
                    <a:lnTo>
                      <a:pt x="2544" y="1944"/>
                    </a:lnTo>
                    <a:lnTo>
                      <a:pt x="2579" y="2024"/>
                    </a:lnTo>
                    <a:lnTo>
                      <a:pt x="2412" y="2025"/>
                    </a:lnTo>
                    <a:lnTo>
                      <a:pt x="2237" y="2124"/>
                    </a:lnTo>
                    <a:lnTo>
                      <a:pt x="1941" y="2196"/>
                    </a:lnTo>
                    <a:lnTo>
                      <a:pt x="1807" y="2334"/>
                    </a:lnTo>
                    <a:lnTo>
                      <a:pt x="1563" y="2430"/>
                    </a:lnTo>
                    <a:lnTo>
                      <a:pt x="1278" y="2396"/>
                    </a:lnTo>
                    <a:lnTo>
                      <a:pt x="1208" y="2482"/>
                    </a:lnTo>
                    <a:lnTo>
                      <a:pt x="1183" y="3104"/>
                    </a:lnTo>
                    <a:lnTo>
                      <a:pt x="889" y="3184"/>
                    </a:lnTo>
                    <a:lnTo>
                      <a:pt x="623" y="2968"/>
                    </a:lnTo>
                    <a:lnTo>
                      <a:pt x="387" y="2926"/>
                    </a:lnTo>
                    <a:lnTo>
                      <a:pt x="299" y="2769"/>
                    </a:lnTo>
                    <a:lnTo>
                      <a:pt x="260" y="2538"/>
                    </a:lnTo>
                    <a:lnTo>
                      <a:pt x="236" y="2301"/>
                    </a:lnTo>
                    <a:lnTo>
                      <a:pt x="299" y="2171"/>
                    </a:lnTo>
                    <a:lnTo>
                      <a:pt x="287" y="2035"/>
                    </a:lnTo>
                    <a:lnTo>
                      <a:pt x="134" y="1910"/>
                    </a:lnTo>
                    <a:lnTo>
                      <a:pt x="0" y="1842"/>
                    </a:lnTo>
                    <a:lnTo>
                      <a:pt x="90" y="1719"/>
                    </a:lnTo>
                    <a:lnTo>
                      <a:pt x="300" y="1572"/>
                    </a:lnTo>
                    <a:lnTo>
                      <a:pt x="306" y="1345"/>
                    </a:lnTo>
                    <a:lnTo>
                      <a:pt x="453" y="1091"/>
                    </a:lnTo>
                    <a:close/>
                  </a:path>
                </a:pathLst>
              </a:custGeom>
              <a:solidFill>
                <a:schemeClr val="bg1">
                  <a:lumMod val="95000"/>
                </a:schemeClr>
              </a:solidFill>
              <a:ln w="19050" cmpd="sng">
                <a:solidFill>
                  <a:schemeClr val="bg1">
                    <a:lumMod val="95000"/>
                  </a:schemeClr>
                </a:solidFill>
                <a:prstDash val="solid"/>
                <a:round/>
                <a:headEnd/>
                <a:tailEnd/>
              </a:ln>
              <a:effectLst/>
            </p:spPr>
            <p:txBody>
              <a:bodyPr/>
              <a:lstStyle/>
              <a:p>
                <a:endParaRPr lang="es-CO" kern="0" noProof="0" dirty="0">
                  <a:solidFill>
                    <a:sysClr val="windowText" lastClr="000000"/>
                  </a:solidFill>
                </a:endParaRPr>
              </a:p>
            </p:txBody>
          </p:sp>
          <p:sp>
            <p:nvSpPr>
              <p:cNvPr id="1062" name="Freeform 59">
                <a:extLst>
                  <a:ext uri="{FF2B5EF4-FFF2-40B4-BE49-F238E27FC236}">
                    <a16:creationId xmlns:a16="http://schemas.microsoft.com/office/drawing/2014/main" id="{2E36E7C4-D447-9038-7EB8-98EA893F3547}"/>
                  </a:ext>
                </a:extLst>
              </p:cNvPr>
              <p:cNvSpPr>
                <a:spLocks/>
              </p:cNvSpPr>
              <p:nvPr/>
            </p:nvSpPr>
            <p:spPr bwMode="auto">
              <a:xfrm>
                <a:off x="4084905" y="3723644"/>
                <a:ext cx="147638" cy="354013"/>
              </a:xfrm>
              <a:custGeom>
                <a:avLst/>
                <a:gdLst/>
                <a:ahLst/>
                <a:cxnLst>
                  <a:cxn ang="0">
                    <a:pos x="498" y="0"/>
                  </a:cxn>
                  <a:cxn ang="0">
                    <a:pos x="364" y="125"/>
                  </a:cxn>
                  <a:cxn ang="0">
                    <a:pos x="315" y="359"/>
                  </a:cxn>
                  <a:cxn ang="0">
                    <a:pos x="237" y="902"/>
                  </a:cxn>
                  <a:cxn ang="0">
                    <a:pos x="99" y="927"/>
                  </a:cxn>
                  <a:cxn ang="0">
                    <a:pos x="0" y="1125"/>
                  </a:cxn>
                  <a:cxn ang="0">
                    <a:pos x="0" y="1320"/>
                  </a:cxn>
                  <a:cxn ang="0">
                    <a:pos x="399" y="971"/>
                  </a:cxn>
                  <a:cxn ang="0">
                    <a:pos x="438" y="717"/>
                  </a:cxn>
                  <a:cxn ang="0">
                    <a:pos x="488" y="469"/>
                  </a:cxn>
                  <a:cxn ang="0">
                    <a:pos x="542" y="224"/>
                  </a:cxn>
                  <a:cxn ang="0">
                    <a:pos x="498" y="0"/>
                  </a:cxn>
                </a:cxnLst>
                <a:rect l="0" t="0" r="r" b="b"/>
                <a:pathLst>
                  <a:path w="542" h="1320">
                    <a:moveTo>
                      <a:pt x="498" y="0"/>
                    </a:moveTo>
                    <a:lnTo>
                      <a:pt x="364" y="125"/>
                    </a:lnTo>
                    <a:lnTo>
                      <a:pt x="315" y="359"/>
                    </a:lnTo>
                    <a:lnTo>
                      <a:pt x="237" y="902"/>
                    </a:lnTo>
                    <a:lnTo>
                      <a:pt x="99" y="927"/>
                    </a:lnTo>
                    <a:lnTo>
                      <a:pt x="0" y="1125"/>
                    </a:lnTo>
                    <a:lnTo>
                      <a:pt x="0" y="1320"/>
                    </a:lnTo>
                    <a:lnTo>
                      <a:pt x="399" y="971"/>
                    </a:lnTo>
                    <a:lnTo>
                      <a:pt x="438" y="717"/>
                    </a:lnTo>
                    <a:lnTo>
                      <a:pt x="488" y="469"/>
                    </a:lnTo>
                    <a:lnTo>
                      <a:pt x="542" y="224"/>
                    </a:lnTo>
                    <a:lnTo>
                      <a:pt x="498" y="0"/>
                    </a:lnTo>
                    <a:close/>
                  </a:path>
                </a:pathLst>
              </a:custGeom>
              <a:solidFill>
                <a:schemeClr val="accent2">
                  <a:lumMod val="60000"/>
                  <a:lumOff val="40000"/>
                </a:schemeClr>
              </a:solidFill>
              <a:ln w="19050" cmpd="sng">
                <a:solidFill>
                  <a:schemeClr val="accent2">
                    <a:lumMod val="60000"/>
                    <a:lumOff val="40000"/>
                  </a:schemeClr>
                </a:solidFill>
                <a:prstDash val="solid"/>
                <a:round/>
                <a:headEnd/>
                <a:tailEnd/>
              </a:ln>
              <a:effectLst/>
            </p:spPr>
            <p:txBody>
              <a:bodyPr/>
              <a:lstStyle/>
              <a:p>
                <a:endParaRPr lang="es-CO" kern="0" noProof="0" dirty="0">
                  <a:solidFill>
                    <a:sysClr val="windowText" lastClr="000000"/>
                  </a:solidFill>
                </a:endParaRPr>
              </a:p>
            </p:txBody>
          </p:sp>
          <p:sp>
            <p:nvSpPr>
              <p:cNvPr id="1063" name="Freeform 60">
                <a:extLst>
                  <a:ext uri="{FF2B5EF4-FFF2-40B4-BE49-F238E27FC236}">
                    <a16:creationId xmlns:a16="http://schemas.microsoft.com/office/drawing/2014/main" id="{E5BC3EF7-DA39-3300-F8CE-418C7DF850EF}"/>
                  </a:ext>
                </a:extLst>
              </p:cNvPr>
              <p:cNvSpPr>
                <a:spLocks/>
              </p:cNvSpPr>
              <p:nvPr/>
            </p:nvSpPr>
            <p:spPr bwMode="auto">
              <a:xfrm>
                <a:off x="3948380" y="3407729"/>
                <a:ext cx="587375" cy="625475"/>
              </a:xfrm>
              <a:custGeom>
                <a:avLst/>
                <a:gdLst/>
                <a:ahLst/>
                <a:cxnLst>
                  <a:cxn ang="0">
                    <a:pos x="325" y="95"/>
                  </a:cxn>
                  <a:cxn ang="0">
                    <a:pos x="502" y="87"/>
                  </a:cxn>
                  <a:cxn ang="0">
                    <a:pos x="635" y="0"/>
                  </a:cxn>
                  <a:cxn ang="0">
                    <a:pos x="727" y="282"/>
                  </a:cxn>
                  <a:cxn ang="0">
                    <a:pos x="837" y="464"/>
                  </a:cxn>
                  <a:cxn ang="0">
                    <a:pos x="1006" y="588"/>
                  </a:cxn>
                  <a:cxn ang="0">
                    <a:pos x="1237" y="379"/>
                  </a:cxn>
                  <a:cxn ang="0">
                    <a:pos x="1620" y="469"/>
                  </a:cxn>
                  <a:cxn ang="0">
                    <a:pos x="1546" y="706"/>
                  </a:cxn>
                  <a:cxn ang="0">
                    <a:pos x="1550" y="926"/>
                  </a:cxn>
                  <a:cxn ang="0">
                    <a:pos x="1647" y="1137"/>
                  </a:cxn>
                  <a:cxn ang="0">
                    <a:pos x="1846" y="1297"/>
                  </a:cxn>
                  <a:cxn ang="0">
                    <a:pos x="2067" y="1392"/>
                  </a:cxn>
                  <a:cxn ang="0">
                    <a:pos x="2166" y="1379"/>
                  </a:cxn>
                  <a:cxn ang="0">
                    <a:pos x="2040" y="1857"/>
                  </a:cxn>
                  <a:cxn ang="0">
                    <a:pos x="1901" y="1898"/>
                  </a:cxn>
                  <a:cxn ang="0">
                    <a:pos x="1609" y="1804"/>
                  </a:cxn>
                  <a:cxn ang="0">
                    <a:pos x="1477" y="1681"/>
                  </a:cxn>
                  <a:cxn ang="0">
                    <a:pos x="1432" y="1541"/>
                  </a:cxn>
                  <a:cxn ang="0">
                    <a:pos x="1242" y="1631"/>
                  </a:cxn>
                  <a:cxn ang="0">
                    <a:pos x="1301" y="1747"/>
                  </a:cxn>
                  <a:cxn ang="0">
                    <a:pos x="1325" y="1890"/>
                  </a:cxn>
                  <a:cxn ang="0">
                    <a:pos x="1166" y="2035"/>
                  </a:cxn>
                  <a:cxn ang="0">
                    <a:pos x="901" y="2154"/>
                  </a:cxn>
                  <a:cxn ang="0">
                    <a:pos x="945" y="1870"/>
                  </a:cxn>
                  <a:cxn ang="0">
                    <a:pos x="999" y="1619"/>
                  </a:cxn>
                  <a:cxn ang="0">
                    <a:pos x="1044" y="1407"/>
                  </a:cxn>
                  <a:cxn ang="0">
                    <a:pos x="1000" y="1182"/>
                  </a:cxn>
                  <a:cxn ang="0">
                    <a:pos x="864" y="1307"/>
                  </a:cxn>
                  <a:cxn ang="0">
                    <a:pos x="817" y="1550"/>
                  </a:cxn>
                  <a:cxn ang="0">
                    <a:pos x="736" y="2084"/>
                  </a:cxn>
                  <a:cxn ang="0">
                    <a:pos x="601" y="2112"/>
                  </a:cxn>
                  <a:cxn ang="0">
                    <a:pos x="502" y="2309"/>
                  </a:cxn>
                  <a:cxn ang="0">
                    <a:pos x="385" y="2337"/>
                  </a:cxn>
                  <a:cxn ang="0">
                    <a:pos x="394" y="2209"/>
                  </a:cxn>
                  <a:cxn ang="0">
                    <a:pos x="454" y="2048"/>
                  </a:cxn>
                  <a:cxn ang="0">
                    <a:pos x="231" y="1995"/>
                  </a:cxn>
                  <a:cxn ang="0">
                    <a:pos x="15" y="1868"/>
                  </a:cxn>
                  <a:cxn ang="0">
                    <a:pos x="0" y="1676"/>
                  </a:cxn>
                  <a:cxn ang="0">
                    <a:pos x="69" y="1511"/>
                  </a:cxn>
                  <a:cxn ang="0">
                    <a:pos x="74" y="1292"/>
                  </a:cxn>
                  <a:cxn ang="0">
                    <a:pos x="157" y="1032"/>
                  </a:cxn>
                  <a:cxn ang="0">
                    <a:pos x="132" y="579"/>
                  </a:cxn>
                  <a:cxn ang="0">
                    <a:pos x="266" y="484"/>
                  </a:cxn>
                  <a:cxn ang="0">
                    <a:pos x="281" y="299"/>
                  </a:cxn>
                  <a:cxn ang="0">
                    <a:pos x="325" y="95"/>
                  </a:cxn>
                </a:cxnLst>
                <a:rect l="0" t="0" r="r" b="b"/>
                <a:pathLst>
                  <a:path w="2166" h="2337">
                    <a:moveTo>
                      <a:pt x="325" y="95"/>
                    </a:moveTo>
                    <a:lnTo>
                      <a:pt x="502" y="87"/>
                    </a:lnTo>
                    <a:lnTo>
                      <a:pt x="635" y="0"/>
                    </a:lnTo>
                    <a:lnTo>
                      <a:pt x="727" y="282"/>
                    </a:lnTo>
                    <a:lnTo>
                      <a:pt x="837" y="464"/>
                    </a:lnTo>
                    <a:lnTo>
                      <a:pt x="1006" y="588"/>
                    </a:lnTo>
                    <a:lnTo>
                      <a:pt x="1237" y="379"/>
                    </a:lnTo>
                    <a:lnTo>
                      <a:pt x="1620" y="469"/>
                    </a:lnTo>
                    <a:lnTo>
                      <a:pt x="1546" y="706"/>
                    </a:lnTo>
                    <a:lnTo>
                      <a:pt x="1550" y="926"/>
                    </a:lnTo>
                    <a:lnTo>
                      <a:pt x="1647" y="1137"/>
                    </a:lnTo>
                    <a:lnTo>
                      <a:pt x="1846" y="1297"/>
                    </a:lnTo>
                    <a:lnTo>
                      <a:pt x="2067" y="1392"/>
                    </a:lnTo>
                    <a:lnTo>
                      <a:pt x="2166" y="1379"/>
                    </a:lnTo>
                    <a:lnTo>
                      <a:pt x="2040" y="1857"/>
                    </a:lnTo>
                    <a:lnTo>
                      <a:pt x="1901" y="1898"/>
                    </a:lnTo>
                    <a:lnTo>
                      <a:pt x="1609" y="1804"/>
                    </a:lnTo>
                    <a:lnTo>
                      <a:pt x="1477" y="1681"/>
                    </a:lnTo>
                    <a:lnTo>
                      <a:pt x="1432" y="1541"/>
                    </a:lnTo>
                    <a:lnTo>
                      <a:pt x="1242" y="1631"/>
                    </a:lnTo>
                    <a:lnTo>
                      <a:pt x="1301" y="1747"/>
                    </a:lnTo>
                    <a:lnTo>
                      <a:pt x="1325" y="1890"/>
                    </a:lnTo>
                    <a:lnTo>
                      <a:pt x="1166" y="2035"/>
                    </a:lnTo>
                    <a:lnTo>
                      <a:pt x="901" y="2154"/>
                    </a:lnTo>
                    <a:lnTo>
                      <a:pt x="945" y="1870"/>
                    </a:lnTo>
                    <a:lnTo>
                      <a:pt x="999" y="1619"/>
                    </a:lnTo>
                    <a:lnTo>
                      <a:pt x="1044" y="1407"/>
                    </a:lnTo>
                    <a:lnTo>
                      <a:pt x="1000" y="1182"/>
                    </a:lnTo>
                    <a:lnTo>
                      <a:pt x="864" y="1307"/>
                    </a:lnTo>
                    <a:lnTo>
                      <a:pt x="817" y="1550"/>
                    </a:lnTo>
                    <a:lnTo>
                      <a:pt x="736" y="2084"/>
                    </a:lnTo>
                    <a:lnTo>
                      <a:pt x="601" y="2112"/>
                    </a:lnTo>
                    <a:lnTo>
                      <a:pt x="502" y="2309"/>
                    </a:lnTo>
                    <a:lnTo>
                      <a:pt x="385" y="2337"/>
                    </a:lnTo>
                    <a:lnTo>
                      <a:pt x="394" y="2209"/>
                    </a:lnTo>
                    <a:lnTo>
                      <a:pt x="454" y="2048"/>
                    </a:lnTo>
                    <a:lnTo>
                      <a:pt x="231" y="1995"/>
                    </a:lnTo>
                    <a:lnTo>
                      <a:pt x="15" y="1868"/>
                    </a:lnTo>
                    <a:lnTo>
                      <a:pt x="0" y="1676"/>
                    </a:lnTo>
                    <a:lnTo>
                      <a:pt x="69" y="1511"/>
                    </a:lnTo>
                    <a:lnTo>
                      <a:pt x="74" y="1292"/>
                    </a:lnTo>
                    <a:lnTo>
                      <a:pt x="157" y="1032"/>
                    </a:lnTo>
                    <a:lnTo>
                      <a:pt x="132" y="579"/>
                    </a:lnTo>
                    <a:lnTo>
                      <a:pt x="266" y="484"/>
                    </a:lnTo>
                    <a:lnTo>
                      <a:pt x="281" y="299"/>
                    </a:lnTo>
                    <a:lnTo>
                      <a:pt x="325" y="95"/>
                    </a:lnTo>
                    <a:close/>
                  </a:path>
                </a:pathLst>
              </a:custGeom>
              <a:solidFill>
                <a:schemeClr val="accent2">
                  <a:lumMod val="60000"/>
                  <a:lumOff val="40000"/>
                </a:schemeClr>
              </a:solidFill>
              <a:ln w="19050" cmpd="sng">
                <a:solidFill>
                  <a:schemeClr val="accent2">
                    <a:lumMod val="60000"/>
                    <a:lumOff val="40000"/>
                  </a:schemeClr>
                </a:solidFill>
                <a:prstDash val="solid"/>
                <a:round/>
                <a:headEnd/>
                <a:tailEnd/>
              </a:ln>
              <a:effectLst/>
            </p:spPr>
            <p:txBody>
              <a:bodyPr/>
              <a:lstStyle/>
              <a:p>
                <a:pPr fontAlgn="base">
                  <a:spcBef>
                    <a:spcPct val="0"/>
                  </a:spcBef>
                  <a:spcAft>
                    <a:spcPct val="0"/>
                  </a:spcAft>
                </a:pPr>
                <a:endParaRPr lang="es-CO" b="1" kern="0" noProof="0" dirty="0">
                  <a:solidFill>
                    <a:srgbClr val="000000"/>
                  </a:solidFill>
                  <a:latin typeface="Arial" charset="0"/>
                </a:endParaRPr>
              </a:p>
            </p:txBody>
          </p:sp>
          <p:sp>
            <p:nvSpPr>
              <p:cNvPr id="1064" name="Freeform 61">
                <a:extLst>
                  <a:ext uri="{FF2B5EF4-FFF2-40B4-BE49-F238E27FC236}">
                    <a16:creationId xmlns:a16="http://schemas.microsoft.com/office/drawing/2014/main" id="{34E28D86-DEC8-9DE1-FBC8-51E295524C3E}"/>
                  </a:ext>
                </a:extLst>
              </p:cNvPr>
              <p:cNvSpPr>
                <a:spLocks/>
              </p:cNvSpPr>
              <p:nvPr/>
            </p:nvSpPr>
            <p:spPr bwMode="auto">
              <a:xfrm>
                <a:off x="4019817" y="3015618"/>
                <a:ext cx="877889" cy="765175"/>
              </a:xfrm>
              <a:custGeom>
                <a:avLst/>
                <a:gdLst/>
                <a:ahLst/>
                <a:cxnLst>
                  <a:cxn ang="0">
                    <a:pos x="127" y="798"/>
                  </a:cxn>
                  <a:cxn ang="0">
                    <a:pos x="408" y="1024"/>
                  </a:cxn>
                  <a:cxn ang="0">
                    <a:pos x="617" y="1281"/>
                  </a:cxn>
                  <a:cxn ang="0">
                    <a:pos x="972" y="1245"/>
                  </a:cxn>
                  <a:cxn ang="0">
                    <a:pos x="995" y="1094"/>
                  </a:cxn>
                  <a:cxn ang="0">
                    <a:pos x="1062" y="970"/>
                  </a:cxn>
                  <a:cxn ang="0">
                    <a:pos x="1161" y="934"/>
                  </a:cxn>
                  <a:cxn ang="0">
                    <a:pos x="1243" y="962"/>
                  </a:cxn>
                  <a:cxn ang="0">
                    <a:pos x="1196" y="1257"/>
                  </a:cxn>
                  <a:cxn ang="0">
                    <a:pos x="1326" y="1249"/>
                  </a:cxn>
                  <a:cxn ang="0">
                    <a:pos x="1338" y="1142"/>
                  </a:cxn>
                  <a:cxn ang="0">
                    <a:pos x="1487" y="1078"/>
                  </a:cxn>
                  <a:cxn ang="0">
                    <a:pos x="1582" y="1082"/>
                  </a:cxn>
                  <a:cxn ang="0">
                    <a:pos x="1787" y="794"/>
                  </a:cxn>
                  <a:cxn ang="0">
                    <a:pos x="1810" y="663"/>
                  </a:cxn>
                  <a:cxn ang="0">
                    <a:pos x="1763" y="527"/>
                  </a:cxn>
                  <a:cxn ang="0">
                    <a:pos x="1822" y="479"/>
                  </a:cxn>
                  <a:cxn ang="0">
                    <a:pos x="1964" y="591"/>
                  </a:cxn>
                  <a:cxn ang="0">
                    <a:pos x="2082" y="411"/>
                  </a:cxn>
                  <a:cxn ang="0">
                    <a:pos x="2035" y="311"/>
                  </a:cxn>
                  <a:cxn ang="0">
                    <a:pos x="2043" y="184"/>
                  </a:cxn>
                  <a:cxn ang="0">
                    <a:pos x="2326" y="28"/>
                  </a:cxn>
                  <a:cxn ang="0">
                    <a:pos x="2444" y="0"/>
                  </a:cxn>
                  <a:cxn ang="0">
                    <a:pos x="2590" y="96"/>
                  </a:cxn>
                  <a:cxn ang="0">
                    <a:pos x="2456" y="335"/>
                  </a:cxn>
                  <a:cxn ang="0">
                    <a:pos x="2421" y="495"/>
                  </a:cxn>
                  <a:cxn ang="0">
                    <a:pos x="2196" y="706"/>
                  </a:cxn>
                  <a:cxn ang="0">
                    <a:pos x="2106" y="806"/>
                  </a:cxn>
                  <a:cxn ang="0">
                    <a:pos x="2196" y="1046"/>
                  </a:cxn>
                  <a:cxn ang="0">
                    <a:pos x="2066" y="1185"/>
                  </a:cxn>
                  <a:cxn ang="0">
                    <a:pos x="2236" y="1245"/>
                  </a:cxn>
                  <a:cxn ang="0">
                    <a:pos x="2291" y="1353"/>
                  </a:cxn>
                  <a:cxn ang="0">
                    <a:pos x="2082" y="1474"/>
                  </a:cxn>
                  <a:cxn ang="0">
                    <a:pos x="1865" y="1724"/>
                  </a:cxn>
                  <a:cxn ang="0">
                    <a:pos x="1749" y="1644"/>
                  </a:cxn>
                  <a:cxn ang="0">
                    <a:pos x="1621" y="1759"/>
                  </a:cxn>
                  <a:cxn ang="0">
                    <a:pos x="1657" y="1941"/>
                  </a:cxn>
                  <a:cxn ang="0">
                    <a:pos x="1512" y="2080"/>
                  </a:cxn>
                  <a:cxn ang="0">
                    <a:pos x="1549" y="2169"/>
                  </a:cxn>
                  <a:cxn ang="0">
                    <a:pos x="1524" y="2275"/>
                  </a:cxn>
                  <a:cxn ang="0">
                    <a:pos x="1441" y="2287"/>
                  </a:cxn>
                  <a:cxn ang="0">
                    <a:pos x="1263" y="2207"/>
                  </a:cxn>
                  <a:cxn ang="0">
                    <a:pos x="1109" y="2083"/>
                  </a:cxn>
                  <a:cxn ang="0">
                    <a:pos x="1031" y="1916"/>
                  </a:cxn>
                  <a:cxn ang="0">
                    <a:pos x="1027" y="1740"/>
                  </a:cxn>
                  <a:cxn ang="0">
                    <a:pos x="1086" y="1549"/>
                  </a:cxn>
                  <a:cxn ang="0">
                    <a:pos x="779" y="1477"/>
                  </a:cxn>
                  <a:cxn ang="0">
                    <a:pos x="594" y="1644"/>
                  </a:cxn>
                  <a:cxn ang="0">
                    <a:pos x="460" y="1545"/>
                  </a:cxn>
                  <a:cxn ang="0">
                    <a:pos x="369" y="1393"/>
                  </a:cxn>
                  <a:cxn ang="0">
                    <a:pos x="298" y="1173"/>
                  </a:cxn>
                  <a:cxn ang="0">
                    <a:pos x="192" y="1245"/>
                  </a:cxn>
                  <a:cxn ang="0">
                    <a:pos x="50" y="1249"/>
                  </a:cxn>
                  <a:cxn ang="0">
                    <a:pos x="0" y="1257"/>
                  </a:cxn>
                  <a:cxn ang="0">
                    <a:pos x="24" y="1078"/>
                  </a:cxn>
                  <a:cxn ang="0">
                    <a:pos x="75" y="900"/>
                  </a:cxn>
                  <a:cxn ang="0">
                    <a:pos x="127" y="798"/>
                  </a:cxn>
                </a:cxnLst>
                <a:rect l="0" t="0" r="r" b="b"/>
                <a:pathLst>
                  <a:path w="2590" h="2287">
                    <a:moveTo>
                      <a:pt x="127" y="798"/>
                    </a:moveTo>
                    <a:lnTo>
                      <a:pt x="408" y="1024"/>
                    </a:lnTo>
                    <a:lnTo>
                      <a:pt x="617" y="1281"/>
                    </a:lnTo>
                    <a:lnTo>
                      <a:pt x="972" y="1245"/>
                    </a:lnTo>
                    <a:lnTo>
                      <a:pt x="995" y="1094"/>
                    </a:lnTo>
                    <a:lnTo>
                      <a:pt x="1062" y="970"/>
                    </a:lnTo>
                    <a:lnTo>
                      <a:pt x="1161" y="934"/>
                    </a:lnTo>
                    <a:lnTo>
                      <a:pt x="1243" y="962"/>
                    </a:lnTo>
                    <a:lnTo>
                      <a:pt x="1196" y="1257"/>
                    </a:lnTo>
                    <a:lnTo>
                      <a:pt x="1326" y="1249"/>
                    </a:lnTo>
                    <a:lnTo>
                      <a:pt x="1338" y="1142"/>
                    </a:lnTo>
                    <a:lnTo>
                      <a:pt x="1487" y="1078"/>
                    </a:lnTo>
                    <a:lnTo>
                      <a:pt x="1582" y="1082"/>
                    </a:lnTo>
                    <a:lnTo>
                      <a:pt x="1787" y="794"/>
                    </a:lnTo>
                    <a:lnTo>
                      <a:pt x="1810" y="663"/>
                    </a:lnTo>
                    <a:lnTo>
                      <a:pt x="1763" y="527"/>
                    </a:lnTo>
                    <a:lnTo>
                      <a:pt x="1822" y="479"/>
                    </a:lnTo>
                    <a:lnTo>
                      <a:pt x="1964" y="591"/>
                    </a:lnTo>
                    <a:lnTo>
                      <a:pt x="2082" y="411"/>
                    </a:lnTo>
                    <a:lnTo>
                      <a:pt x="2035" y="311"/>
                    </a:lnTo>
                    <a:lnTo>
                      <a:pt x="2043" y="184"/>
                    </a:lnTo>
                    <a:lnTo>
                      <a:pt x="2326" y="28"/>
                    </a:lnTo>
                    <a:lnTo>
                      <a:pt x="2444" y="0"/>
                    </a:lnTo>
                    <a:lnTo>
                      <a:pt x="2590" y="96"/>
                    </a:lnTo>
                    <a:lnTo>
                      <a:pt x="2456" y="335"/>
                    </a:lnTo>
                    <a:lnTo>
                      <a:pt x="2421" y="495"/>
                    </a:lnTo>
                    <a:lnTo>
                      <a:pt x="2196" y="706"/>
                    </a:lnTo>
                    <a:lnTo>
                      <a:pt x="2106" y="806"/>
                    </a:lnTo>
                    <a:lnTo>
                      <a:pt x="2196" y="1046"/>
                    </a:lnTo>
                    <a:lnTo>
                      <a:pt x="2066" y="1185"/>
                    </a:lnTo>
                    <a:lnTo>
                      <a:pt x="2236" y="1245"/>
                    </a:lnTo>
                    <a:lnTo>
                      <a:pt x="2291" y="1353"/>
                    </a:lnTo>
                    <a:lnTo>
                      <a:pt x="2082" y="1474"/>
                    </a:lnTo>
                    <a:lnTo>
                      <a:pt x="1865" y="1724"/>
                    </a:lnTo>
                    <a:lnTo>
                      <a:pt x="1749" y="1644"/>
                    </a:lnTo>
                    <a:lnTo>
                      <a:pt x="1621" y="1759"/>
                    </a:lnTo>
                    <a:lnTo>
                      <a:pt x="1657" y="1941"/>
                    </a:lnTo>
                    <a:lnTo>
                      <a:pt x="1512" y="2080"/>
                    </a:lnTo>
                    <a:lnTo>
                      <a:pt x="1549" y="2169"/>
                    </a:lnTo>
                    <a:lnTo>
                      <a:pt x="1524" y="2275"/>
                    </a:lnTo>
                    <a:lnTo>
                      <a:pt x="1441" y="2287"/>
                    </a:lnTo>
                    <a:lnTo>
                      <a:pt x="1263" y="2207"/>
                    </a:lnTo>
                    <a:lnTo>
                      <a:pt x="1109" y="2083"/>
                    </a:lnTo>
                    <a:lnTo>
                      <a:pt x="1031" y="1916"/>
                    </a:lnTo>
                    <a:lnTo>
                      <a:pt x="1027" y="1740"/>
                    </a:lnTo>
                    <a:lnTo>
                      <a:pt x="1086" y="1549"/>
                    </a:lnTo>
                    <a:lnTo>
                      <a:pt x="779" y="1477"/>
                    </a:lnTo>
                    <a:lnTo>
                      <a:pt x="594" y="1644"/>
                    </a:lnTo>
                    <a:lnTo>
                      <a:pt x="460" y="1545"/>
                    </a:lnTo>
                    <a:lnTo>
                      <a:pt x="369" y="1393"/>
                    </a:lnTo>
                    <a:lnTo>
                      <a:pt x="298" y="1173"/>
                    </a:lnTo>
                    <a:lnTo>
                      <a:pt x="192" y="1245"/>
                    </a:lnTo>
                    <a:lnTo>
                      <a:pt x="50" y="1249"/>
                    </a:lnTo>
                    <a:lnTo>
                      <a:pt x="0" y="1257"/>
                    </a:lnTo>
                    <a:lnTo>
                      <a:pt x="24" y="1078"/>
                    </a:lnTo>
                    <a:lnTo>
                      <a:pt x="75" y="900"/>
                    </a:lnTo>
                    <a:lnTo>
                      <a:pt x="127" y="798"/>
                    </a:lnTo>
                    <a:close/>
                  </a:path>
                </a:pathLst>
              </a:custGeom>
              <a:solidFill>
                <a:schemeClr val="accent2">
                  <a:lumMod val="60000"/>
                  <a:lumOff val="40000"/>
                </a:schemeClr>
              </a:solidFill>
              <a:ln w="19050" cmpd="sng">
                <a:solidFill>
                  <a:schemeClr val="accent2">
                    <a:lumMod val="60000"/>
                    <a:lumOff val="40000"/>
                  </a:schemeClr>
                </a:solidFill>
                <a:prstDash val="solid"/>
                <a:round/>
                <a:headEnd/>
                <a:tailEnd/>
              </a:ln>
              <a:effectLst/>
            </p:spPr>
            <p:txBody>
              <a:bodyPr/>
              <a:lstStyle/>
              <a:p>
                <a:endParaRPr lang="es-CO" kern="0" noProof="0" dirty="0">
                  <a:solidFill>
                    <a:sysClr val="windowText" lastClr="000000"/>
                  </a:solidFill>
                </a:endParaRPr>
              </a:p>
            </p:txBody>
          </p:sp>
          <p:sp>
            <p:nvSpPr>
              <p:cNvPr id="1065" name="Freeform 62">
                <a:extLst>
                  <a:ext uri="{FF2B5EF4-FFF2-40B4-BE49-F238E27FC236}">
                    <a16:creationId xmlns:a16="http://schemas.microsoft.com/office/drawing/2014/main" id="{7006BFF2-D3CB-4930-318E-A148E3F9E41A}"/>
                  </a:ext>
                </a:extLst>
              </p:cNvPr>
              <p:cNvSpPr>
                <a:spLocks/>
              </p:cNvSpPr>
              <p:nvPr/>
            </p:nvSpPr>
            <p:spPr bwMode="auto">
              <a:xfrm>
                <a:off x="4062679" y="2671130"/>
                <a:ext cx="663575" cy="773113"/>
              </a:xfrm>
              <a:custGeom>
                <a:avLst/>
                <a:gdLst/>
                <a:ahLst/>
                <a:cxnLst>
                  <a:cxn ang="0">
                    <a:pos x="664" y="4"/>
                  </a:cxn>
                  <a:cxn ang="0">
                    <a:pos x="653" y="215"/>
                  </a:cxn>
                  <a:cxn ang="0">
                    <a:pos x="676" y="467"/>
                  </a:cxn>
                  <a:cxn ang="0">
                    <a:pos x="594" y="634"/>
                  </a:cxn>
                  <a:cxn ang="0">
                    <a:pos x="586" y="816"/>
                  </a:cxn>
                  <a:cxn ang="0">
                    <a:pos x="570" y="938"/>
                  </a:cxn>
                  <a:cxn ang="0">
                    <a:pos x="621" y="1078"/>
                  </a:cxn>
                  <a:cxn ang="0">
                    <a:pos x="138" y="1489"/>
                  </a:cxn>
                  <a:cxn ang="0">
                    <a:pos x="86" y="1680"/>
                  </a:cxn>
                  <a:cxn ang="0">
                    <a:pos x="0" y="1827"/>
                  </a:cxn>
                  <a:cxn ang="0">
                    <a:pos x="279" y="2051"/>
                  </a:cxn>
                  <a:cxn ang="0">
                    <a:pos x="492" y="2311"/>
                  </a:cxn>
                  <a:cxn ang="0">
                    <a:pos x="846" y="2274"/>
                  </a:cxn>
                  <a:cxn ang="0">
                    <a:pos x="868" y="2125"/>
                  </a:cxn>
                  <a:cxn ang="0">
                    <a:pos x="937" y="1998"/>
                  </a:cxn>
                  <a:cxn ang="0">
                    <a:pos x="1036" y="1963"/>
                  </a:cxn>
                  <a:cxn ang="0">
                    <a:pos x="1116" y="1992"/>
                  </a:cxn>
                  <a:cxn ang="0">
                    <a:pos x="1070" y="2286"/>
                  </a:cxn>
                  <a:cxn ang="0">
                    <a:pos x="1200" y="2280"/>
                  </a:cxn>
                  <a:cxn ang="0">
                    <a:pos x="1212" y="2170"/>
                  </a:cxn>
                  <a:cxn ang="0">
                    <a:pos x="1361" y="2107"/>
                  </a:cxn>
                  <a:cxn ang="0">
                    <a:pos x="1456" y="2112"/>
                  </a:cxn>
                  <a:cxn ang="0">
                    <a:pos x="1660" y="1822"/>
                  </a:cxn>
                  <a:cxn ang="0">
                    <a:pos x="1683" y="1690"/>
                  </a:cxn>
                  <a:cxn ang="0">
                    <a:pos x="1639" y="1557"/>
                  </a:cxn>
                  <a:cxn ang="0">
                    <a:pos x="1695" y="1510"/>
                  </a:cxn>
                  <a:cxn ang="0">
                    <a:pos x="1838" y="1620"/>
                  </a:cxn>
                  <a:cxn ang="0">
                    <a:pos x="1956" y="1440"/>
                  </a:cxn>
                  <a:cxn ang="0">
                    <a:pos x="1908" y="1338"/>
                  </a:cxn>
                  <a:cxn ang="0">
                    <a:pos x="1917" y="1209"/>
                  </a:cxn>
                  <a:cxn ang="0">
                    <a:pos x="1897" y="1149"/>
                  </a:cxn>
                  <a:cxn ang="0">
                    <a:pos x="1590" y="1081"/>
                  </a:cxn>
                  <a:cxn ang="0">
                    <a:pos x="1602" y="898"/>
                  </a:cxn>
                  <a:cxn ang="0">
                    <a:pos x="1554" y="730"/>
                  </a:cxn>
                  <a:cxn ang="0">
                    <a:pos x="1515" y="614"/>
                  </a:cxn>
                  <a:cxn ang="0">
                    <a:pos x="1397" y="519"/>
                  </a:cxn>
                  <a:cxn ang="0">
                    <a:pos x="1220" y="575"/>
                  </a:cxn>
                  <a:cxn ang="0">
                    <a:pos x="999" y="519"/>
                  </a:cxn>
                  <a:cxn ang="0">
                    <a:pos x="928" y="414"/>
                  </a:cxn>
                  <a:cxn ang="0">
                    <a:pos x="783" y="335"/>
                  </a:cxn>
                  <a:cxn ang="0">
                    <a:pos x="747" y="0"/>
                  </a:cxn>
                  <a:cxn ang="0">
                    <a:pos x="664" y="4"/>
                  </a:cxn>
                </a:cxnLst>
                <a:rect l="0" t="0" r="r" b="b"/>
                <a:pathLst>
                  <a:path w="1956" h="2311">
                    <a:moveTo>
                      <a:pt x="664" y="4"/>
                    </a:moveTo>
                    <a:lnTo>
                      <a:pt x="653" y="215"/>
                    </a:lnTo>
                    <a:lnTo>
                      <a:pt x="676" y="467"/>
                    </a:lnTo>
                    <a:lnTo>
                      <a:pt x="594" y="634"/>
                    </a:lnTo>
                    <a:lnTo>
                      <a:pt x="586" y="816"/>
                    </a:lnTo>
                    <a:lnTo>
                      <a:pt x="570" y="938"/>
                    </a:lnTo>
                    <a:lnTo>
                      <a:pt x="621" y="1078"/>
                    </a:lnTo>
                    <a:lnTo>
                      <a:pt x="138" y="1489"/>
                    </a:lnTo>
                    <a:lnTo>
                      <a:pt x="86" y="1680"/>
                    </a:lnTo>
                    <a:lnTo>
                      <a:pt x="0" y="1827"/>
                    </a:lnTo>
                    <a:lnTo>
                      <a:pt x="279" y="2051"/>
                    </a:lnTo>
                    <a:lnTo>
                      <a:pt x="492" y="2311"/>
                    </a:lnTo>
                    <a:lnTo>
                      <a:pt x="846" y="2274"/>
                    </a:lnTo>
                    <a:lnTo>
                      <a:pt x="868" y="2125"/>
                    </a:lnTo>
                    <a:lnTo>
                      <a:pt x="937" y="1998"/>
                    </a:lnTo>
                    <a:lnTo>
                      <a:pt x="1036" y="1963"/>
                    </a:lnTo>
                    <a:lnTo>
                      <a:pt x="1116" y="1992"/>
                    </a:lnTo>
                    <a:lnTo>
                      <a:pt x="1070" y="2286"/>
                    </a:lnTo>
                    <a:lnTo>
                      <a:pt x="1200" y="2280"/>
                    </a:lnTo>
                    <a:lnTo>
                      <a:pt x="1212" y="2170"/>
                    </a:lnTo>
                    <a:lnTo>
                      <a:pt x="1361" y="2107"/>
                    </a:lnTo>
                    <a:lnTo>
                      <a:pt x="1456" y="2112"/>
                    </a:lnTo>
                    <a:lnTo>
                      <a:pt x="1660" y="1822"/>
                    </a:lnTo>
                    <a:lnTo>
                      <a:pt x="1683" y="1690"/>
                    </a:lnTo>
                    <a:lnTo>
                      <a:pt x="1639" y="1557"/>
                    </a:lnTo>
                    <a:lnTo>
                      <a:pt x="1695" y="1510"/>
                    </a:lnTo>
                    <a:lnTo>
                      <a:pt x="1838" y="1620"/>
                    </a:lnTo>
                    <a:lnTo>
                      <a:pt x="1956" y="1440"/>
                    </a:lnTo>
                    <a:lnTo>
                      <a:pt x="1908" y="1338"/>
                    </a:lnTo>
                    <a:lnTo>
                      <a:pt x="1917" y="1209"/>
                    </a:lnTo>
                    <a:lnTo>
                      <a:pt x="1897" y="1149"/>
                    </a:lnTo>
                    <a:lnTo>
                      <a:pt x="1590" y="1081"/>
                    </a:lnTo>
                    <a:lnTo>
                      <a:pt x="1602" y="898"/>
                    </a:lnTo>
                    <a:lnTo>
                      <a:pt x="1554" y="730"/>
                    </a:lnTo>
                    <a:lnTo>
                      <a:pt x="1515" y="614"/>
                    </a:lnTo>
                    <a:lnTo>
                      <a:pt x="1397" y="519"/>
                    </a:lnTo>
                    <a:lnTo>
                      <a:pt x="1220" y="575"/>
                    </a:lnTo>
                    <a:lnTo>
                      <a:pt x="999" y="519"/>
                    </a:lnTo>
                    <a:lnTo>
                      <a:pt x="928" y="414"/>
                    </a:lnTo>
                    <a:lnTo>
                      <a:pt x="783" y="335"/>
                    </a:lnTo>
                    <a:lnTo>
                      <a:pt x="747" y="0"/>
                    </a:lnTo>
                    <a:lnTo>
                      <a:pt x="664" y="4"/>
                    </a:lnTo>
                    <a:close/>
                  </a:path>
                </a:pathLst>
              </a:custGeom>
              <a:solidFill>
                <a:schemeClr val="accent1"/>
              </a:solidFill>
              <a:ln w="19050" cmpd="sng">
                <a:solidFill>
                  <a:schemeClr val="accent1"/>
                </a:solidFill>
                <a:prstDash val="solid"/>
                <a:round/>
                <a:headEnd/>
                <a:tailEnd/>
              </a:ln>
              <a:effectLst/>
            </p:spPr>
            <p:txBody>
              <a:bodyPr/>
              <a:lstStyle/>
              <a:p>
                <a:endParaRPr lang="es-CO" kern="0" noProof="0" dirty="0">
                  <a:solidFill>
                    <a:sysClr val="windowText" lastClr="000000"/>
                  </a:solidFill>
                </a:endParaRPr>
              </a:p>
            </p:txBody>
          </p:sp>
          <p:sp>
            <p:nvSpPr>
              <p:cNvPr id="1066" name="Freeform 63">
                <a:extLst>
                  <a:ext uri="{FF2B5EF4-FFF2-40B4-BE49-F238E27FC236}">
                    <a16:creationId xmlns:a16="http://schemas.microsoft.com/office/drawing/2014/main" id="{B9AEE119-D179-E537-75F4-D2416480F596}"/>
                  </a:ext>
                </a:extLst>
              </p:cNvPr>
              <p:cNvSpPr>
                <a:spLocks/>
              </p:cNvSpPr>
              <p:nvPr/>
            </p:nvSpPr>
            <p:spPr bwMode="auto">
              <a:xfrm>
                <a:off x="3426092" y="2239330"/>
                <a:ext cx="576263" cy="677863"/>
              </a:xfrm>
              <a:custGeom>
                <a:avLst/>
                <a:gdLst/>
                <a:ahLst/>
                <a:cxnLst>
                  <a:cxn ang="0">
                    <a:pos x="166" y="706"/>
                  </a:cxn>
                  <a:cxn ang="0">
                    <a:pos x="418" y="399"/>
                  </a:cxn>
                  <a:cxn ang="0">
                    <a:pos x="413" y="294"/>
                  </a:cxn>
                  <a:cxn ang="0">
                    <a:pos x="595" y="100"/>
                  </a:cxn>
                  <a:cxn ang="0">
                    <a:pos x="812" y="0"/>
                  </a:cxn>
                  <a:cxn ang="0">
                    <a:pos x="991" y="15"/>
                  </a:cxn>
                  <a:cxn ang="0">
                    <a:pos x="1139" y="203"/>
                  </a:cxn>
                  <a:cxn ang="0">
                    <a:pos x="1365" y="401"/>
                  </a:cxn>
                  <a:cxn ang="0">
                    <a:pos x="1489" y="464"/>
                  </a:cxn>
                  <a:cxn ang="0">
                    <a:pos x="1563" y="612"/>
                  </a:cxn>
                  <a:cxn ang="0">
                    <a:pos x="1418" y="843"/>
                  </a:cxn>
                  <a:cxn ang="0">
                    <a:pos x="1436" y="1136"/>
                  </a:cxn>
                  <a:cxn ang="0">
                    <a:pos x="1564" y="1242"/>
                  </a:cxn>
                  <a:cxn ang="0">
                    <a:pos x="1696" y="1287"/>
                  </a:cxn>
                  <a:cxn ang="0">
                    <a:pos x="1800" y="1184"/>
                  </a:cxn>
                  <a:cxn ang="0">
                    <a:pos x="1952" y="1258"/>
                  </a:cxn>
                  <a:cxn ang="0">
                    <a:pos x="2072" y="1358"/>
                  </a:cxn>
                  <a:cxn ang="0">
                    <a:pos x="2121" y="1470"/>
                  </a:cxn>
                  <a:cxn ang="0">
                    <a:pos x="2036" y="1572"/>
                  </a:cxn>
                  <a:cxn ang="0">
                    <a:pos x="1879" y="1687"/>
                  </a:cxn>
                  <a:cxn ang="0">
                    <a:pos x="1711" y="1717"/>
                  </a:cxn>
                  <a:cxn ang="0">
                    <a:pos x="1525" y="1737"/>
                  </a:cxn>
                  <a:cxn ang="0">
                    <a:pos x="1240" y="2094"/>
                  </a:cxn>
                  <a:cxn ang="0">
                    <a:pos x="1036" y="2047"/>
                  </a:cxn>
                  <a:cxn ang="0">
                    <a:pos x="968" y="2250"/>
                  </a:cxn>
                  <a:cxn ang="0">
                    <a:pos x="847" y="2453"/>
                  </a:cxn>
                  <a:cxn ang="0">
                    <a:pos x="641" y="2529"/>
                  </a:cxn>
                  <a:cxn ang="0">
                    <a:pos x="206" y="2516"/>
                  </a:cxn>
                  <a:cxn ang="0">
                    <a:pos x="67" y="2326"/>
                  </a:cxn>
                  <a:cxn ang="0">
                    <a:pos x="0" y="2130"/>
                  </a:cxn>
                  <a:cxn ang="0">
                    <a:pos x="240" y="1411"/>
                  </a:cxn>
                  <a:cxn ang="0">
                    <a:pos x="428" y="1268"/>
                  </a:cxn>
                  <a:cxn ang="0">
                    <a:pos x="413" y="1072"/>
                  </a:cxn>
                  <a:cxn ang="0">
                    <a:pos x="236" y="929"/>
                  </a:cxn>
                  <a:cxn ang="0">
                    <a:pos x="166" y="706"/>
                  </a:cxn>
                </a:cxnLst>
                <a:rect l="0" t="0" r="r" b="b"/>
                <a:pathLst>
                  <a:path w="2121" h="2529">
                    <a:moveTo>
                      <a:pt x="166" y="706"/>
                    </a:moveTo>
                    <a:lnTo>
                      <a:pt x="418" y="399"/>
                    </a:lnTo>
                    <a:lnTo>
                      <a:pt x="413" y="294"/>
                    </a:lnTo>
                    <a:lnTo>
                      <a:pt x="595" y="100"/>
                    </a:lnTo>
                    <a:lnTo>
                      <a:pt x="812" y="0"/>
                    </a:lnTo>
                    <a:lnTo>
                      <a:pt x="991" y="15"/>
                    </a:lnTo>
                    <a:lnTo>
                      <a:pt x="1139" y="203"/>
                    </a:lnTo>
                    <a:lnTo>
                      <a:pt x="1365" y="401"/>
                    </a:lnTo>
                    <a:lnTo>
                      <a:pt x="1489" y="464"/>
                    </a:lnTo>
                    <a:lnTo>
                      <a:pt x="1563" y="612"/>
                    </a:lnTo>
                    <a:lnTo>
                      <a:pt x="1418" y="843"/>
                    </a:lnTo>
                    <a:lnTo>
                      <a:pt x="1436" y="1136"/>
                    </a:lnTo>
                    <a:lnTo>
                      <a:pt x="1564" y="1242"/>
                    </a:lnTo>
                    <a:lnTo>
                      <a:pt x="1696" y="1287"/>
                    </a:lnTo>
                    <a:lnTo>
                      <a:pt x="1800" y="1184"/>
                    </a:lnTo>
                    <a:lnTo>
                      <a:pt x="1952" y="1258"/>
                    </a:lnTo>
                    <a:lnTo>
                      <a:pt x="2072" y="1358"/>
                    </a:lnTo>
                    <a:lnTo>
                      <a:pt x="2121" y="1470"/>
                    </a:lnTo>
                    <a:lnTo>
                      <a:pt x="2036" y="1572"/>
                    </a:lnTo>
                    <a:lnTo>
                      <a:pt x="1879" y="1687"/>
                    </a:lnTo>
                    <a:lnTo>
                      <a:pt x="1711" y="1717"/>
                    </a:lnTo>
                    <a:lnTo>
                      <a:pt x="1525" y="1737"/>
                    </a:lnTo>
                    <a:lnTo>
                      <a:pt x="1240" y="2094"/>
                    </a:lnTo>
                    <a:lnTo>
                      <a:pt x="1036" y="2047"/>
                    </a:lnTo>
                    <a:lnTo>
                      <a:pt x="968" y="2250"/>
                    </a:lnTo>
                    <a:lnTo>
                      <a:pt x="847" y="2453"/>
                    </a:lnTo>
                    <a:lnTo>
                      <a:pt x="641" y="2529"/>
                    </a:lnTo>
                    <a:lnTo>
                      <a:pt x="206" y="2516"/>
                    </a:lnTo>
                    <a:lnTo>
                      <a:pt x="67" y="2326"/>
                    </a:lnTo>
                    <a:lnTo>
                      <a:pt x="0" y="2130"/>
                    </a:lnTo>
                    <a:lnTo>
                      <a:pt x="240" y="1411"/>
                    </a:lnTo>
                    <a:lnTo>
                      <a:pt x="428" y="1268"/>
                    </a:lnTo>
                    <a:lnTo>
                      <a:pt x="413" y="1072"/>
                    </a:lnTo>
                    <a:lnTo>
                      <a:pt x="236" y="929"/>
                    </a:lnTo>
                    <a:lnTo>
                      <a:pt x="166" y="706"/>
                    </a:lnTo>
                    <a:close/>
                  </a:path>
                </a:pathLst>
              </a:custGeom>
              <a:solidFill>
                <a:schemeClr val="bg2"/>
              </a:solidFill>
              <a:ln w="19050" cmpd="sng">
                <a:solidFill>
                  <a:schemeClr val="bg2"/>
                </a:solidFill>
                <a:prstDash val="solid"/>
                <a:round/>
                <a:headEnd/>
                <a:tailEnd/>
              </a:ln>
              <a:effectLst/>
            </p:spPr>
            <p:txBody>
              <a:bodyPr/>
              <a:lstStyle/>
              <a:p>
                <a:endParaRPr lang="es-CO" kern="0" noProof="0" dirty="0">
                  <a:solidFill>
                    <a:sysClr val="windowText" lastClr="000000"/>
                  </a:solidFill>
                </a:endParaRPr>
              </a:p>
            </p:txBody>
          </p:sp>
          <p:sp>
            <p:nvSpPr>
              <p:cNvPr id="1067" name="Freeform 64">
                <a:extLst>
                  <a:ext uri="{FF2B5EF4-FFF2-40B4-BE49-F238E27FC236}">
                    <a16:creationId xmlns:a16="http://schemas.microsoft.com/office/drawing/2014/main" id="{B04E4468-ED09-D53D-F4C7-8B08F3B904A8}"/>
                  </a:ext>
                </a:extLst>
              </p:cNvPr>
              <p:cNvSpPr>
                <a:spLocks/>
              </p:cNvSpPr>
              <p:nvPr/>
            </p:nvSpPr>
            <p:spPr bwMode="auto">
              <a:xfrm>
                <a:off x="3694381" y="2031368"/>
                <a:ext cx="373064" cy="600075"/>
              </a:xfrm>
              <a:custGeom>
                <a:avLst/>
                <a:gdLst/>
                <a:ahLst/>
                <a:cxnLst>
                  <a:cxn ang="0">
                    <a:pos x="182" y="0"/>
                  </a:cxn>
                  <a:cxn ang="0">
                    <a:pos x="162" y="180"/>
                  </a:cxn>
                  <a:cxn ang="0">
                    <a:pos x="94" y="338"/>
                  </a:cxn>
                  <a:cxn ang="0">
                    <a:pos x="20" y="463"/>
                  </a:cxn>
                  <a:cxn ang="0">
                    <a:pos x="162" y="503"/>
                  </a:cxn>
                  <a:cxn ang="0">
                    <a:pos x="152" y="673"/>
                  </a:cxn>
                  <a:cxn ang="0">
                    <a:pos x="89" y="772"/>
                  </a:cxn>
                  <a:cxn ang="0">
                    <a:pos x="0" y="792"/>
                  </a:cxn>
                  <a:cxn ang="0">
                    <a:pos x="152" y="982"/>
                  </a:cxn>
                  <a:cxn ang="0">
                    <a:pos x="380" y="1181"/>
                  </a:cxn>
                  <a:cxn ang="0">
                    <a:pos x="500" y="1244"/>
                  </a:cxn>
                  <a:cxn ang="0">
                    <a:pos x="576" y="1390"/>
                  </a:cxn>
                  <a:cxn ang="0">
                    <a:pos x="429" y="1623"/>
                  </a:cxn>
                  <a:cxn ang="0">
                    <a:pos x="447" y="1908"/>
                  </a:cxn>
                  <a:cxn ang="0">
                    <a:pos x="576" y="2018"/>
                  </a:cxn>
                  <a:cxn ang="0">
                    <a:pos x="708" y="2062"/>
                  </a:cxn>
                  <a:cxn ang="0">
                    <a:pos x="812" y="1958"/>
                  </a:cxn>
                  <a:cxn ang="0">
                    <a:pos x="964" y="2032"/>
                  </a:cxn>
                  <a:cxn ang="0">
                    <a:pos x="1083" y="2132"/>
                  </a:cxn>
                  <a:cxn ang="0">
                    <a:pos x="1133" y="2244"/>
                  </a:cxn>
                  <a:cxn ang="0">
                    <a:pos x="1373" y="2032"/>
                  </a:cxn>
                  <a:cxn ang="0">
                    <a:pos x="1333" y="1807"/>
                  </a:cxn>
                  <a:cxn ang="0">
                    <a:pos x="1333" y="1580"/>
                  </a:cxn>
                  <a:cxn ang="0">
                    <a:pos x="1314" y="1402"/>
                  </a:cxn>
                  <a:cxn ang="0">
                    <a:pos x="1127" y="1270"/>
                  </a:cxn>
                  <a:cxn ang="0">
                    <a:pos x="964" y="1116"/>
                  </a:cxn>
                  <a:cxn ang="0">
                    <a:pos x="921" y="862"/>
                  </a:cxn>
                  <a:cxn ang="0">
                    <a:pos x="847" y="727"/>
                  </a:cxn>
                  <a:cxn ang="0">
                    <a:pos x="473" y="533"/>
                  </a:cxn>
                  <a:cxn ang="0">
                    <a:pos x="434" y="285"/>
                  </a:cxn>
                  <a:cxn ang="0">
                    <a:pos x="237" y="278"/>
                  </a:cxn>
                  <a:cxn ang="0">
                    <a:pos x="299" y="147"/>
                  </a:cxn>
                  <a:cxn ang="0">
                    <a:pos x="182" y="0"/>
                  </a:cxn>
                </a:cxnLst>
                <a:rect l="0" t="0" r="r" b="b"/>
                <a:pathLst>
                  <a:path w="1373" h="2244">
                    <a:moveTo>
                      <a:pt x="182" y="0"/>
                    </a:moveTo>
                    <a:lnTo>
                      <a:pt x="162" y="180"/>
                    </a:lnTo>
                    <a:lnTo>
                      <a:pt x="94" y="338"/>
                    </a:lnTo>
                    <a:lnTo>
                      <a:pt x="20" y="463"/>
                    </a:lnTo>
                    <a:lnTo>
                      <a:pt x="162" y="503"/>
                    </a:lnTo>
                    <a:lnTo>
                      <a:pt x="152" y="673"/>
                    </a:lnTo>
                    <a:lnTo>
                      <a:pt x="89" y="772"/>
                    </a:lnTo>
                    <a:lnTo>
                      <a:pt x="0" y="792"/>
                    </a:lnTo>
                    <a:lnTo>
                      <a:pt x="152" y="982"/>
                    </a:lnTo>
                    <a:lnTo>
                      <a:pt x="380" y="1181"/>
                    </a:lnTo>
                    <a:lnTo>
                      <a:pt x="500" y="1244"/>
                    </a:lnTo>
                    <a:lnTo>
                      <a:pt x="576" y="1390"/>
                    </a:lnTo>
                    <a:lnTo>
                      <a:pt x="429" y="1623"/>
                    </a:lnTo>
                    <a:lnTo>
                      <a:pt x="447" y="1908"/>
                    </a:lnTo>
                    <a:lnTo>
                      <a:pt x="576" y="2018"/>
                    </a:lnTo>
                    <a:lnTo>
                      <a:pt x="708" y="2062"/>
                    </a:lnTo>
                    <a:lnTo>
                      <a:pt x="812" y="1958"/>
                    </a:lnTo>
                    <a:lnTo>
                      <a:pt x="964" y="2032"/>
                    </a:lnTo>
                    <a:lnTo>
                      <a:pt x="1083" y="2132"/>
                    </a:lnTo>
                    <a:lnTo>
                      <a:pt x="1133" y="2244"/>
                    </a:lnTo>
                    <a:lnTo>
                      <a:pt x="1373" y="2032"/>
                    </a:lnTo>
                    <a:lnTo>
                      <a:pt x="1333" y="1807"/>
                    </a:lnTo>
                    <a:lnTo>
                      <a:pt x="1333" y="1580"/>
                    </a:lnTo>
                    <a:lnTo>
                      <a:pt x="1314" y="1402"/>
                    </a:lnTo>
                    <a:lnTo>
                      <a:pt x="1127" y="1270"/>
                    </a:lnTo>
                    <a:lnTo>
                      <a:pt x="964" y="1116"/>
                    </a:lnTo>
                    <a:lnTo>
                      <a:pt x="921" y="862"/>
                    </a:lnTo>
                    <a:lnTo>
                      <a:pt x="847" y="727"/>
                    </a:lnTo>
                    <a:lnTo>
                      <a:pt x="473" y="533"/>
                    </a:lnTo>
                    <a:lnTo>
                      <a:pt x="434" y="285"/>
                    </a:lnTo>
                    <a:lnTo>
                      <a:pt x="237" y="278"/>
                    </a:lnTo>
                    <a:lnTo>
                      <a:pt x="299" y="147"/>
                    </a:lnTo>
                    <a:lnTo>
                      <a:pt x="182" y="0"/>
                    </a:lnTo>
                    <a:close/>
                  </a:path>
                </a:pathLst>
              </a:custGeom>
              <a:solidFill>
                <a:schemeClr val="bg2"/>
              </a:solidFill>
              <a:ln w="19050" cmpd="sng">
                <a:solidFill>
                  <a:schemeClr val="bg2"/>
                </a:solidFill>
                <a:prstDash val="solid"/>
                <a:round/>
                <a:headEnd/>
                <a:tailEnd/>
              </a:ln>
              <a:effectLst/>
            </p:spPr>
            <p:txBody>
              <a:bodyPr/>
              <a:lstStyle/>
              <a:p>
                <a:endParaRPr lang="es-CO" kern="0" noProof="0" dirty="0">
                  <a:solidFill>
                    <a:sysClr val="windowText" lastClr="000000"/>
                  </a:solidFill>
                </a:endParaRPr>
              </a:p>
            </p:txBody>
          </p:sp>
          <p:sp>
            <p:nvSpPr>
              <p:cNvPr id="1068" name="Freeform 65">
                <a:extLst>
                  <a:ext uri="{FF2B5EF4-FFF2-40B4-BE49-F238E27FC236}">
                    <a16:creationId xmlns:a16="http://schemas.microsoft.com/office/drawing/2014/main" id="{23241EF1-BCE7-3746-8CA2-85B5317147F9}"/>
                  </a:ext>
                </a:extLst>
              </p:cNvPr>
              <p:cNvSpPr>
                <a:spLocks/>
              </p:cNvSpPr>
              <p:nvPr/>
            </p:nvSpPr>
            <p:spPr bwMode="auto">
              <a:xfrm>
                <a:off x="3703904" y="1821817"/>
                <a:ext cx="612775" cy="1211263"/>
              </a:xfrm>
              <a:custGeom>
                <a:avLst/>
                <a:gdLst/>
                <a:ahLst/>
                <a:cxnLst>
                  <a:cxn ang="0">
                    <a:pos x="379" y="0"/>
                  </a:cxn>
                  <a:cxn ang="0">
                    <a:pos x="246" y="180"/>
                  </a:cxn>
                  <a:cxn ang="0">
                    <a:pos x="128" y="469"/>
                  </a:cxn>
                  <a:cxn ang="0">
                    <a:pos x="0" y="749"/>
                  </a:cxn>
                  <a:cxn ang="0">
                    <a:pos x="193" y="644"/>
                  </a:cxn>
                  <a:cxn ang="0">
                    <a:pos x="148" y="783"/>
                  </a:cxn>
                  <a:cxn ang="0">
                    <a:pos x="264" y="932"/>
                  </a:cxn>
                  <a:cxn ang="0">
                    <a:pos x="201" y="1063"/>
                  </a:cxn>
                  <a:cxn ang="0">
                    <a:pos x="399" y="1068"/>
                  </a:cxn>
                  <a:cxn ang="0">
                    <a:pos x="438" y="1317"/>
                  </a:cxn>
                  <a:cxn ang="0">
                    <a:pos x="813" y="1512"/>
                  </a:cxn>
                  <a:cxn ang="0">
                    <a:pos x="886" y="1647"/>
                  </a:cxn>
                  <a:cxn ang="0">
                    <a:pos x="930" y="1901"/>
                  </a:cxn>
                  <a:cxn ang="0">
                    <a:pos x="1093" y="2056"/>
                  </a:cxn>
                  <a:cxn ang="0">
                    <a:pos x="1280" y="2186"/>
                  </a:cxn>
                  <a:cxn ang="0">
                    <a:pos x="1299" y="2355"/>
                  </a:cxn>
                  <a:cxn ang="0">
                    <a:pos x="1299" y="2590"/>
                  </a:cxn>
                  <a:cxn ang="0">
                    <a:pos x="1339" y="2818"/>
                  </a:cxn>
                  <a:cxn ang="0">
                    <a:pos x="1093" y="3039"/>
                  </a:cxn>
                  <a:cxn ang="0">
                    <a:pos x="1004" y="3134"/>
                  </a:cxn>
                  <a:cxn ang="0">
                    <a:pos x="1268" y="3324"/>
                  </a:cxn>
                  <a:cxn ang="0">
                    <a:pos x="1413" y="3702"/>
                  </a:cxn>
                  <a:cxn ang="0">
                    <a:pos x="1354" y="3786"/>
                  </a:cxn>
                  <a:cxn ang="0">
                    <a:pos x="1269" y="3944"/>
                  </a:cxn>
                  <a:cxn ang="0">
                    <a:pos x="1339" y="4134"/>
                  </a:cxn>
                  <a:cxn ang="0">
                    <a:pos x="1504" y="3929"/>
                  </a:cxn>
                  <a:cxn ang="0">
                    <a:pos x="1590" y="4064"/>
                  </a:cxn>
                  <a:cxn ang="0">
                    <a:pos x="1530" y="4319"/>
                  </a:cxn>
                  <a:cxn ang="0">
                    <a:pos x="1625" y="4524"/>
                  </a:cxn>
                  <a:cxn ang="0">
                    <a:pos x="1813" y="4453"/>
                  </a:cxn>
                  <a:cxn ang="0">
                    <a:pos x="1888" y="4263"/>
                  </a:cxn>
                  <a:cxn ang="0">
                    <a:pos x="2053" y="4191"/>
                  </a:cxn>
                  <a:cxn ang="0">
                    <a:pos x="2063" y="3963"/>
                  </a:cxn>
                  <a:cxn ang="0">
                    <a:pos x="2165" y="3761"/>
                  </a:cxn>
                  <a:cxn ang="0">
                    <a:pos x="2135" y="3444"/>
                  </a:cxn>
                  <a:cxn ang="0">
                    <a:pos x="2150" y="3189"/>
                  </a:cxn>
                  <a:cxn ang="0">
                    <a:pos x="2244" y="2998"/>
                  </a:cxn>
                  <a:cxn ang="0">
                    <a:pos x="2259" y="2803"/>
                  </a:cxn>
                  <a:cxn ang="0">
                    <a:pos x="2183" y="2581"/>
                  </a:cxn>
                  <a:cxn ang="0">
                    <a:pos x="2150" y="2176"/>
                  </a:cxn>
                  <a:cxn ang="0">
                    <a:pos x="1890" y="2116"/>
                  </a:cxn>
                  <a:cxn ang="0">
                    <a:pos x="1373" y="1796"/>
                  </a:cxn>
                  <a:cxn ang="0">
                    <a:pos x="1093" y="1587"/>
                  </a:cxn>
                  <a:cxn ang="0">
                    <a:pos x="1044" y="1277"/>
                  </a:cxn>
                  <a:cxn ang="0">
                    <a:pos x="945" y="1053"/>
                  </a:cxn>
                  <a:cxn ang="0">
                    <a:pos x="910" y="604"/>
                  </a:cxn>
                  <a:cxn ang="0">
                    <a:pos x="600" y="314"/>
                  </a:cxn>
                  <a:cxn ang="0">
                    <a:pos x="379" y="0"/>
                  </a:cxn>
                </a:cxnLst>
                <a:rect l="0" t="0" r="r" b="b"/>
                <a:pathLst>
                  <a:path w="2259" h="4524">
                    <a:moveTo>
                      <a:pt x="379" y="0"/>
                    </a:moveTo>
                    <a:lnTo>
                      <a:pt x="246" y="180"/>
                    </a:lnTo>
                    <a:lnTo>
                      <a:pt x="128" y="469"/>
                    </a:lnTo>
                    <a:lnTo>
                      <a:pt x="0" y="749"/>
                    </a:lnTo>
                    <a:lnTo>
                      <a:pt x="193" y="644"/>
                    </a:lnTo>
                    <a:lnTo>
                      <a:pt x="148" y="783"/>
                    </a:lnTo>
                    <a:lnTo>
                      <a:pt x="264" y="932"/>
                    </a:lnTo>
                    <a:lnTo>
                      <a:pt x="201" y="1063"/>
                    </a:lnTo>
                    <a:lnTo>
                      <a:pt x="399" y="1068"/>
                    </a:lnTo>
                    <a:lnTo>
                      <a:pt x="438" y="1317"/>
                    </a:lnTo>
                    <a:lnTo>
                      <a:pt x="813" y="1512"/>
                    </a:lnTo>
                    <a:lnTo>
                      <a:pt x="886" y="1647"/>
                    </a:lnTo>
                    <a:lnTo>
                      <a:pt x="930" y="1901"/>
                    </a:lnTo>
                    <a:lnTo>
                      <a:pt x="1093" y="2056"/>
                    </a:lnTo>
                    <a:lnTo>
                      <a:pt x="1280" y="2186"/>
                    </a:lnTo>
                    <a:lnTo>
                      <a:pt x="1299" y="2355"/>
                    </a:lnTo>
                    <a:lnTo>
                      <a:pt x="1299" y="2590"/>
                    </a:lnTo>
                    <a:lnTo>
                      <a:pt x="1339" y="2818"/>
                    </a:lnTo>
                    <a:lnTo>
                      <a:pt x="1093" y="3039"/>
                    </a:lnTo>
                    <a:lnTo>
                      <a:pt x="1004" y="3134"/>
                    </a:lnTo>
                    <a:lnTo>
                      <a:pt x="1268" y="3324"/>
                    </a:lnTo>
                    <a:lnTo>
                      <a:pt x="1413" y="3702"/>
                    </a:lnTo>
                    <a:lnTo>
                      <a:pt x="1354" y="3786"/>
                    </a:lnTo>
                    <a:lnTo>
                      <a:pt x="1269" y="3944"/>
                    </a:lnTo>
                    <a:lnTo>
                      <a:pt x="1339" y="4134"/>
                    </a:lnTo>
                    <a:lnTo>
                      <a:pt x="1504" y="3929"/>
                    </a:lnTo>
                    <a:lnTo>
                      <a:pt x="1590" y="4064"/>
                    </a:lnTo>
                    <a:lnTo>
                      <a:pt x="1530" y="4319"/>
                    </a:lnTo>
                    <a:lnTo>
                      <a:pt x="1625" y="4524"/>
                    </a:lnTo>
                    <a:lnTo>
                      <a:pt x="1813" y="4453"/>
                    </a:lnTo>
                    <a:lnTo>
                      <a:pt x="1888" y="4263"/>
                    </a:lnTo>
                    <a:lnTo>
                      <a:pt x="2053" y="4191"/>
                    </a:lnTo>
                    <a:lnTo>
                      <a:pt x="2063" y="3963"/>
                    </a:lnTo>
                    <a:lnTo>
                      <a:pt x="2165" y="3761"/>
                    </a:lnTo>
                    <a:lnTo>
                      <a:pt x="2135" y="3444"/>
                    </a:lnTo>
                    <a:lnTo>
                      <a:pt x="2150" y="3189"/>
                    </a:lnTo>
                    <a:lnTo>
                      <a:pt x="2244" y="2998"/>
                    </a:lnTo>
                    <a:lnTo>
                      <a:pt x="2259" y="2803"/>
                    </a:lnTo>
                    <a:lnTo>
                      <a:pt x="2183" y="2581"/>
                    </a:lnTo>
                    <a:lnTo>
                      <a:pt x="2150" y="2176"/>
                    </a:lnTo>
                    <a:lnTo>
                      <a:pt x="1890" y="2116"/>
                    </a:lnTo>
                    <a:lnTo>
                      <a:pt x="1373" y="1796"/>
                    </a:lnTo>
                    <a:lnTo>
                      <a:pt x="1093" y="1587"/>
                    </a:lnTo>
                    <a:lnTo>
                      <a:pt x="1044" y="1277"/>
                    </a:lnTo>
                    <a:lnTo>
                      <a:pt x="945" y="1053"/>
                    </a:lnTo>
                    <a:lnTo>
                      <a:pt x="910" y="604"/>
                    </a:lnTo>
                    <a:lnTo>
                      <a:pt x="600" y="314"/>
                    </a:lnTo>
                    <a:lnTo>
                      <a:pt x="379" y="0"/>
                    </a:lnTo>
                    <a:close/>
                  </a:path>
                </a:pathLst>
              </a:custGeom>
              <a:solidFill>
                <a:schemeClr val="bg2"/>
              </a:solidFill>
              <a:ln w="19050" cmpd="sng">
                <a:solidFill>
                  <a:schemeClr val="bg2"/>
                </a:solidFill>
                <a:prstDash val="solid"/>
                <a:round/>
                <a:headEnd/>
                <a:tailEnd/>
              </a:ln>
              <a:effectLst/>
            </p:spPr>
            <p:txBody>
              <a:bodyPr/>
              <a:lstStyle/>
              <a:p>
                <a:endParaRPr lang="es-CO" kern="0" noProof="0" dirty="0">
                  <a:solidFill>
                    <a:sysClr val="windowText" lastClr="000000"/>
                  </a:solidFill>
                </a:endParaRPr>
              </a:p>
            </p:txBody>
          </p:sp>
          <p:sp>
            <p:nvSpPr>
              <p:cNvPr id="1069" name="Freeform 66">
                <a:extLst>
                  <a:ext uri="{FF2B5EF4-FFF2-40B4-BE49-F238E27FC236}">
                    <a16:creationId xmlns:a16="http://schemas.microsoft.com/office/drawing/2014/main" id="{8C065BE2-661D-B9E3-633C-F945A4C1B895}"/>
                  </a:ext>
                </a:extLst>
              </p:cNvPr>
              <p:cNvSpPr>
                <a:spLocks/>
              </p:cNvSpPr>
              <p:nvPr/>
            </p:nvSpPr>
            <p:spPr bwMode="auto">
              <a:xfrm>
                <a:off x="3807094" y="1701168"/>
                <a:ext cx="280988" cy="284163"/>
              </a:xfrm>
              <a:custGeom>
                <a:avLst/>
                <a:gdLst/>
                <a:ahLst/>
                <a:cxnLst>
                  <a:cxn ang="0">
                    <a:pos x="992" y="457"/>
                  </a:cxn>
                  <a:cxn ang="0">
                    <a:pos x="949" y="349"/>
                  </a:cxn>
                  <a:cxn ang="0">
                    <a:pos x="1033" y="274"/>
                  </a:cxn>
                  <a:cxn ang="0">
                    <a:pos x="1033" y="200"/>
                  </a:cxn>
                  <a:cxn ang="0">
                    <a:pos x="929" y="125"/>
                  </a:cxn>
                  <a:cxn ang="0">
                    <a:pos x="782" y="95"/>
                  </a:cxn>
                  <a:cxn ang="0">
                    <a:pos x="669" y="0"/>
                  </a:cxn>
                  <a:cxn ang="0">
                    <a:pos x="309" y="299"/>
                  </a:cxn>
                  <a:cxn ang="0">
                    <a:pos x="181" y="394"/>
                  </a:cxn>
                  <a:cxn ang="0">
                    <a:pos x="0" y="449"/>
                  </a:cxn>
                  <a:cxn ang="0">
                    <a:pos x="221" y="766"/>
                  </a:cxn>
                  <a:cxn ang="0">
                    <a:pos x="531" y="1055"/>
                  </a:cxn>
                  <a:cxn ang="0">
                    <a:pos x="604" y="916"/>
                  </a:cxn>
                  <a:cxn ang="0">
                    <a:pos x="815" y="572"/>
                  </a:cxn>
                  <a:cxn ang="0">
                    <a:pos x="992" y="457"/>
                  </a:cxn>
                </a:cxnLst>
                <a:rect l="0" t="0" r="r" b="b"/>
                <a:pathLst>
                  <a:path w="1033" h="1055">
                    <a:moveTo>
                      <a:pt x="992" y="457"/>
                    </a:moveTo>
                    <a:lnTo>
                      <a:pt x="949" y="349"/>
                    </a:lnTo>
                    <a:lnTo>
                      <a:pt x="1033" y="274"/>
                    </a:lnTo>
                    <a:lnTo>
                      <a:pt x="1033" y="200"/>
                    </a:lnTo>
                    <a:lnTo>
                      <a:pt x="929" y="125"/>
                    </a:lnTo>
                    <a:lnTo>
                      <a:pt x="782" y="95"/>
                    </a:lnTo>
                    <a:lnTo>
                      <a:pt x="669" y="0"/>
                    </a:lnTo>
                    <a:lnTo>
                      <a:pt x="309" y="299"/>
                    </a:lnTo>
                    <a:lnTo>
                      <a:pt x="181" y="394"/>
                    </a:lnTo>
                    <a:lnTo>
                      <a:pt x="0" y="449"/>
                    </a:lnTo>
                    <a:lnTo>
                      <a:pt x="221" y="766"/>
                    </a:lnTo>
                    <a:lnTo>
                      <a:pt x="531" y="1055"/>
                    </a:lnTo>
                    <a:lnTo>
                      <a:pt x="604" y="916"/>
                    </a:lnTo>
                    <a:lnTo>
                      <a:pt x="815" y="572"/>
                    </a:lnTo>
                    <a:lnTo>
                      <a:pt x="992" y="457"/>
                    </a:lnTo>
                    <a:close/>
                  </a:path>
                </a:pathLst>
              </a:custGeom>
              <a:solidFill>
                <a:schemeClr val="bg2"/>
              </a:solidFill>
              <a:ln w="19050" cmpd="sng">
                <a:solidFill>
                  <a:schemeClr val="bg2"/>
                </a:solidFill>
                <a:prstDash val="solid"/>
                <a:round/>
                <a:headEnd/>
                <a:tailEnd/>
              </a:ln>
              <a:effectLst/>
            </p:spPr>
            <p:txBody>
              <a:bodyPr/>
              <a:lstStyle/>
              <a:p>
                <a:pPr fontAlgn="base">
                  <a:spcBef>
                    <a:spcPct val="0"/>
                  </a:spcBef>
                  <a:spcAft>
                    <a:spcPct val="0"/>
                  </a:spcAft>
                </a:pPr>
                <a:endParaRPr lang="es-CO" b="1" kern="0" noProof="0" dirty="0">
                  <a:solidFill>
                    <a:srgbClr val="000000"/>
                  </a:solidFill>
                  <a:latin typeface="Arial" charset="0"/>
                </a:endParaRPr>
              </a:p>
            </p:txBody>
          </p:sp>
          <p:sp>
            <p:nvSpPr>
              <p:cNvPr id="1070" name="Freeform 67">
                <a:extLst>
                  <a:ext uri="{FF2B5EF4-FFF2-40B4-BE49-F238E27FC236}">
                    <a16:creationId xmlns:a16="http://schemas.microsoft.com/office/drawing/2014/main" id="{155BAD32-8E49-4B79-A073-BA6BA8626896}"/>
                  </a:ext>
                </a:extLst>
              </p:cNvPr>
              <p:cNvSpPr>
                <a:spLocks/>
              </p:cNvSpPr>
              <p:nvPr/>
            </p:nvSpPr>
            <p:spPr bwMode="auto">
              <a:xfrm>
                <a:off x="4213494" y="1780543"/>
                <a:ext cx="381000" cy="1027113"/>
              </a:xfrm>
              <a:custGeom>
                <a:avLst/>
                <a:gdLst/>
                <a:ahLst/>
                <a:cxnLst>
                  <a:cxn ang="0">
                    <a:pos x="439" y="0"/>
                  </a:cxn>
                  <a:cxn ang="0">
                    <a:pos x="507" y="152"/>
                  </a:cxn>
                  <a:cxn ang="0">
                    <a:pos x="472" y="281"/>
                  </a:cxn>
                  <a:cxn ang="0">
                    <a:pos x="472" y="413"/>
                  </a:cxn>
                  <a:cxn ang="0">
                    <a:pos x="205" y="543"/>
                  </a:cxn>
                  <a:cxn ang="0">
                    <a:pos x="35" y="664"/>
                  </a:cxn>
                  <a:cxn ang="0">
                    <a:pos x="24" y="820"/>
                  </a:cxn>
                  <a:cxn ang="0">
                    <a:pos x="94" y="928"/>
                  </a:cxn>
                  <a:cxn ang="0">
                    <a:pos x="193" y="1076"/>
                  </a:cxn>
                  <a:cxn ang="0">
                    <a:pos x="268" y="1238"/>
                  </a:cxn>
                  <a:cxn ang="0">
                    <a:pos x="72" y="1256"/>
                  </a:cxn>
                  <a:cxn ang="0">
                    <a:pos x="0" y="1370"/>
                  </a:cxn>
                  <a:cxn ang="0">
                    <a:pos x="94" y="1494"/>
                  </a:cxn>
                  <a:cxn ang="0">
                    <a:pos x="130" y="1622"/>
                  </a:cxn>
                  <a:cxn ang="0">
                    <a:pos x="267" y="1766"/>
                  </a:cxn>
                  <a:cxn ang="0">
                    <a:pos x="222" y="1863"/>
                  </a:cxn>
                  <a:cxn ang="0">
                    <a:pos x="244" y="2188"/>
                  </a:cxn>
                  <a:cxn ang="0">
                    <a:pos x="307" y="2364"/>
                  </a:cxn>
                  <a:cxn ang="0">
                    <a:pos x="295" y="2523"/>
                  </a:cxn>
                  <a:cxn ang="0">
                    <a:pos x="222" y="2666"/>
                  </a:cxn>
                  <a:cxn ang="0">
                    <a:pos x="303" y="2664"/>
                  </a:cxn>
                  <a:cxn ang="0">
                    <a:pos x="343" y="2998"/>
                  </a:cxn>
                  <a:cxn ang="0">
                    <a:pos x="480" y="3074"/>
                  </a:cxn>
                  <a:cxn ang="0">
                    <a:pos x="598" y="3046"/>
                  </a:cxn>
                  <a:cxn ang="0">
                    <a:pos x="693" y="2966"/>
                  </a:cxn>
                  <a:cxn ang="0">
                    <a:pos x="720" y="2798"/>
                  </a:cxn>
                  <a:cxn ang="0">
                    <a:pos x="637" y="2697"/>
                  </a:cxn>
                  <a:cxn ang="0">
                    <a:pos x="579" y="2464"/>
                  </a:cxn>
                  <a:cxn ang="0">
                    <a:pos x="544" y="2231"/>
                  </a:cxn>
                  <a:cxn ang="0">
                    <a:pos x="622" y="2139"/>
                  </a:cxn>
                  <a:cxn ang="0">
                    <a:pos x="648" y="2042"/>
                  </a:cxn>
                  <a:cxn ang="0">
                    <a:pos x="598" y="1897"/>
                  </a:cxn>
                  <a:cxn ang="0">
                    <a:pos x="672" y="1692"/>
                  </a:cxn>
                  <a:cxn ang="0">
                    <a:pos x="768" y="1446"/>
                  </a:cxn>
                  <a:cxn ang="0">
                    <a:pos x="921" y="1267"/>
                  </a:cxn>
                  <a:cxn ang="0">
                    <a:pos x="1087" y="1027"/>
                  </a:cxn>
                  <a:cxn ang="0">
                    <a:pos x="1039" y="868"/>
                  </a:cxn>
                  <a:cxn ang="0">
                    <a:pos x="1118" y="704"/>
                  </a:cxn>
                  <a:cxn ang="0">
                    <a:pos x="1126" y="489"/>
                  </a:cxn>
                  <a:cxn ang="0">
                    <a:pos x="933" y="509"/>
                  </a:cxn>
                  <a:cxn ang="0">
                    <a:pos x="850" y="429"/>
                  </a:cxn>
                  <a:cxn ang="0">
                    <a:pos x="933" y="353"/>
                  </a:cxn>
                  <a:cxn ang="0">
                    <a:pos x="965" y="257"/>
                  </a:cxn>
                  <a:cxn ang="0">
                    <a:pos x="721" y="56"/>
                  </a:cxn>
                  <a:cxn ang="0">
                    <a:pos x="439" y="0"/>
                  </a:cxn>
                </a:cxnLst>
                <a:rect l="0" t="0" r="r" b="b"/>
                <a:pathLst>
                  <a:path w="1126" h="3074">
                    <a:moveTo>
                      <a:pt x="439" y="0"/>
                    </a:moveTo>
                    <a:lnTo>
                      <a:pt x="507" y="152"/>
                    </a:lnTo>
                    <a:lnTo>
                      <a:pt x="472" y="281"/>
                    </a:lnTo>
                    <a:lnTo>
                      <a:pt x="472" y="413"/>
                    </a:lnTo>
                    <a:lnTo>
                      <a:pt x="205" y="543"/>
                    </a:lnTo>
                    <a:lnTo>
                      <a:pt x="35" y="664"/>
                    </a:lnTo>
                    <a:lnTo>
                      <a:pt x="24" y="820"/>
                    </a:lnTo>
                    <a:lnTo>
                      <a:pt x="94" y="928"/>
                    </a:lnTo>
                    <a:lnTo>
                      <a:pt x="193" y="1076"/>
                    </a:lnTo>
                    <a:lnTo>
                      <a:pt x="268" y="1238"/>
                    </a:lnTo>
                    <a:lnTo>
                      <a:pt x="72" y="1256"/>
                    </a:lnTo>
                    <a:lnTo>
                      <a:pt x="0" y="1370"/>
                    </a:lnTo>
                    <a:lnTo>
                      <a:pt x="94" y="1494"/>
                    </a:lnTo>
                    <a:lnTo>
                      <a:pt x="130" y="1622"/>
                    </a:lnTo>
                    <a:lnTo>
                      <a:pt x="267" y="1766"/>
                    </a:lnTo>
                    <a:lnTo>
                      <a:pt x="222" y="1863"/>
                    </a:lnTo>
                    <a:lnTo>
                      <a:pt x="244" y="2188"/>
                    </a:lnTo>
                    <a:lnTo>
                      <a:pt x="307" y="2364"/>
                    </a:lnTo>
                    <a:lnTo>
                      <a:pt x="295" y="2523"/>
                    </a:lnTo>
                    <a:lnTo>
                      <a:pt x="222" y="2666"/>
                    </a:lnTo>
                    <a:lnTo>
                      <a:pt x="303" y="2664"/>
                    </a:lnTo>
                    <a:lnTo>
                      <a:pt x="343" y="2998"/>
                    </a:lnTo>
                    <a:lnTo>
                      <a:pt x="480" y="3074"/>
                    </a:lnTo>
                    <a:lnTo>
                      <a:pt x="598" y="3046"/>
                    </a:lnTo>
                    <a:lnTo>
                      <a:pt x="693" y="2966"/>
                    </a:lnTo>
                    <a:lnTo>
                      <a:pt x="720" y="2798"/>
                    </a:lnTo>
                    <a:lnTo>
                      <a:pt x="637" y="2697"/>
                    </a:lnTo>
                    <a:lnTo>
                      <a:pt x="579" y="2464"/>
                    </a:lnTo>
                    <a:lnTo>
                      <a:pt x="544" y="2231"/>
                    </a:lnTo>
                    <a:lnTo>
                      <a:pt x="622" y="2139"/>
                    </a:lnTo>
                    <a:lnTo>
                      <a:pt x="648" y="2042"/>
                    </a:lnTo>
                    <a:lnTo>
                      <a:pt x="598" y="1897"/>
                    </a:lnTo>
                    <a:lnTo>
                      <a:pt x="672" y="1692"/>
                    </a:lnTo>
                    <a:lnTo>
                      <a:pt x="768" y="1446"/>
                    </a:lnTo>
                    <a:lnTo>
                      <a:pt x="921" y="1267"/>
                    </a:lnTo>
                    <a:lnTo>
                      <a:pt x="1087" y="1027"/>
                    </a:lnTo>
                    <a:lnTo>
                      <a:pt x="1039" y="868"/>
                    </a:lnTo>
                    <a:lnTo>
                      <a:pt x="1118" y="704"/>
                    </a:lnTo>
                    <a:lnTo>
                      <a:pt x="1126" y="489"/>
                    </a:lnTo>
                    <a:lnTo>
                      <a:pt x="933" y="509"/>
                    </a:lnTo>
                    <a:lnTo>
                      <a:pt x="850" y="429"/>
                    </a:lnTo>
                    <a:lnTo>
                      <a:pt x="933" y="353"/>
                    </a:lnTo>
                    <a:lnTo>
                      <a:pt x="965" y="257"/>
                    </a:lnTo>
                    <a:lnTo>
                      <a:pt x="721" y="56"/>
                    </a:lnTo>
                    <a:lnTo>
                      <a:pt x="439" y="0"/>
                    </a:lnTo>
                    <a:close/>
                  </a:path>
                </a:pathLst>
              </a:custGeom>
              <a:solidFill>
                <a:schemeClr val="bg2"/>
              </a:solidFill>
              <a:ln w="19050" cmpd="sng">
                <a:solidFill>
                  <a:schemeClr val="bg2"/>
                </a:solidFill>
                <a:prstDash val="solid"/>
                <a:round/>
                <a:headEnd/>
                <a:tailEnd/>
              </a:ln>
              <a:effectLst/>
            </p:spPr>
            <p:txBody>
              <a:bodyPr/>
              <a:lstStyle/>
              <a:p>
                <a:endParaRPr lang="es-CO" kern="0" noProof="0" dirty="0">
                  <a:solidFill>
                    <a:sysClr val="windowText" lastClr="000000"/>
                  </a:solidFill>
                </a:endParaRPr>
              </a:p>
            </p:txBody>
          </p:sp>
          <p:sp>
            <p:nvSpPr>
              <p:cNvPr id="1071" name="Freeform 68">
                <a:extLst>
                  <a:ext uri="{FF2B5EF4-FFF2-40B4-BE49-F238E27FC236}">
                    <a16:creationId xmlns:a16="http://schemas.microsoft.com/office/drawing/2014/main" id="{0A5DB549-B44D-7A36-05E4-7499D8ECB1CF}"/>
                  </a:ext>
                </a:extLst>
              </p:cNvPr>
              <p:cNvSpPr>
                <a:spLocks/>
              </p:cNvSpPr>
              <p:nvPr/>
            </p:nvSpPr>
            <p:spPr bwMode="auto">
              <a:xfrm>
                <a:off x="3951555" y="1637668"/>
                <a:ext cx="439738" cy="766763"/>
              </a:xfrm>
              <a:custGeom>
                <a:avLst/>
                <a:gdLst/>
                <a:ahLst/>
                <a:cxnLst>
                  <a:cxn ang="0">
                    <a:pos x="915" y="35"/>
                  </a:cxn>
                  <a:cxn ang="0">
                    <a:pos x="727" y="529"/>
                  </a:cxn>
                  <a:cxn ang="0">
                    <a:pos x="633" y="704"/>
                  </a:cxn>
                  <a:cxn ang="0">
                    <a:pos x="549" y="722"/>
                  </a:cxn>
                  <a:cxn ang="0">
                    <a:pos x="460" y="694"/>
                  </a:cxn>
                  <a:cxn ang="0">
                    <a:pos x="283" y="812"/>
                  </a:cxn>
                  <a:cxn ang="0">
                    <a:pos x="185" y="975"/>
                  </a:cxn>
                  <a:cxn ang="0">
                    <a:pos x="74" y="1154"/>
                  </a:cxn>
                  <a:cxn ang="0">
                    <a:pos x="0" y="1292"/>
                  </a:cxn>
                  <a:cxn ang="0">
                    <a:pos x="33" y="1740"/>
                  </a:cxn>
                  <a:cxn ang="0">
                    <a:pos x="137" y="1971"/>
                  </a:cxn>
                  <a:cxn ang="0">
                    <a:pos x="182" y="2271"/>
                  </a:cxn>
                  <a:cxn ang="0">
                    <a:pos x="469" y="2487"/>
                  </a:cxn>
                  <a:cxn ang="0">
                    <a:pos x="982" y="2803"/>
                  </a:cxn>
                  <a:cxn ang="0">
                    <a:pos x="1241" y="2862"/>
                  </a:cxn>
                  <a:cxn ang="0">
                    <a:pos x="1299" y="2737"/>
                  </a:cxn>
                  <a:cxn ang="0">
                    <a:pos x="1126" y="2558"/>
                  </a:cxn>
                  <a:cxn ang="0">
                    <a:pos x="1077" y="2393"/>
                  </a:cxn>
                  <a:cxn ang="0">
                    <a:pos x="963" y="2243"/>
                  </a:cxn>
                  <a:cxn ang="0">
                    <a:pos x="1052" y="2100"/>
                  </a:cxn>
                  <a:cxn ang="0">
                    <a:pos x="1299" y="2080"/>
                  </a:cxn>
                  <a:cxn ang="0">
                    <a:pos x="1200" y="1870"/>
                  </a:cxn>
                  <a:cxn ang="0">
                    <a:pos x="993" y="1556"/>
                  </a:cxn>
                  <a:cxn ang="0">
                    <a:pos x="1008" y="1361"/>
                  </a:cxn>
                  <a:cxn ang="0">
                    <a:pos x="1210" y="1216"/>
                  </a:cxn>
                  <a:cxn ang="0">
                    <a:pos x="1555" y="1047"/>
                  </a:cxn>
                  <a:cxn ang="0">
                    <a:pos x="1555" y="872"/>
                  </a:cxn>
                  <a:cxn ang="0">
                    <a:pos x="1599" y="722"/>
                  </a:cxn>
                  <a:cxn ang="0">
                    <a:pos x="1513" y="527"/>
                  </a:cxn>
                  <a:cxn ang="0">
                    <a:pos x="1510" y="424"/>
                  </a:cxn>
                  <a:cxn ang="0">
                    <a:pos x="1520" y="259"/>
                  </a:cxn>
                  <a:cxn ang="0">
                    <a:pos x="1624" y="120"/>
                  </a:cxn>
                  <a:cxn ang="0">
                    <a:pos x="1314" y="95"/>
                  </a:cxn>
                  <a:cxn ang="0">
                    <a:pos x="1052" y="0"/>
                  </a:cxn>
                  <a:cxn ang="0">
                    <a:pos x="915" y="35"/>
                  </a:cxn>
                </a:cxnLst>
                <a:rect l="0" t="0" r="r" b="b"/>
                <a:pathLst>
                  <a:path w="1624" h="2862">
                    <a:moveTo>
                      <a:pt x="915" y="35"/>
                    </a:moveTo>
                    <a:lnTo>
                      <a:pt x="727" y="529"/>
                    </a:lnTo>
                    <a:lnTo>
                      <a:pt x="633" y="704"/>
                    </a:lnTo>
                    <a:lnTo>
                      <a:pt x="549" y="722"/>
                    </a:lnTo>
                    <a:lnTo>
                      <a:pt x="460" y="694"/>
                    </a:lnTo>
                    <a:lnTo>
                      <a:pt x="283" y="812"/>
                    </a:lnTo>
                    <a:lnTo>
                      <a:pt x="185" y="975"/>
                    </a:lnTo>
                    <a:lnTo>
                      <a:pt x="74" y="1154"/>
                    </a:lnTo>
                    <a:lnTo>
                      <a:pt x="0" y="1292"/>
                    </a:lnTo>
                    <a:lnTo>
                      <a:pt x="33" y="1740"/>
                    </a:lnTo>
                    <a:lnTo>
                      <a:pt x="137" y="1971"/>
                    </a:lnTo>
                    <a:lnTo>
                      <a:pt x="182" y="2271"/>
                    </a:lnTo>
                    <a:lnTo>
                      <a:pt x="469" y="2487"/>
                    </a:lnTo>
                    <a:lnTo>
                      <a:pt x="982" y="2803"/>
                    </a:lnTo>
                    <a:lnTo>
                      <a:pt x="1241" y="2862"/>
                    </a:lnTo>
                    <a:lnTo>
                      <a:pt x="1299" y="2737"/>
                    </a:lnTo>
                    <a:lnTo>
                      <a:pt x="1126" y="2558"/>
                    </a:lnTo>
                    <a:lnTo>
                      <a:pt x="1077" y="2393"/>
                    </a:lnTo>
                    <a:lnTo>
                      <a:pt x="963" y="2243"/>
                    </a:lnTo>
                    <a:lnTo>
                      <a:pt x="1052" y="2100"/>
                    </a:lnTo>
                    <a:lnTo>
                      <a:pt x="1299" y="2080"/>
                    </a:lnTo>
                    <a:lnTo>
                      <a:pt x="1200" y="1870"/>
                    </a:lnTo>
                    <a:lnTo>
                      <a:pt x="993" y="1556"/>
                    </a:lnTo>
                    <a:lnTo>
                      <a:pt x="1008" y="1361"/>
                    </a:lnTo>
                    <a:lnTo>
                      <a:pt x="1210" y="1216"/>
                    </a:lnTo>
                    <a:lnTo>
                      <a:pt x="1555" y="1047"/>
                    </a:lnTo>
                    <a:lnTo>
                      <a:pt x="1555" y="872"/>
                    </a:lnTo>
                    <a:lnTo>
                      <a:pt x="1599" y="722"/>
                    </a:lnTo>
                    <a:lnTo>
                      <a:pt x="1513" y="527"/>
                    </a:lnTo>
                    <a:lnTo>
                      <a:pt x="1510" y="424"/>
                    </a:lnTo>
                    <a:lnTo>
                      <a:pt x="1520" y="259"/>
                    </a:lnTo>
                    <a:lnTo>
                      <a:pt x="1624" y="120"/>
                    </a:lnTo>
                    <a:lnTo>
                      <a:pt x="1314" y="95"/>
                    </a:lnTo>
                    <a:lnTo>
                      <a:pt x="1052" y="0"/>
                    </a:lnTo>
                    <a:lnTo>
                      <a:pt x="915" y="35"/>
                    </a:lnTo>
                    <a:close/>
                  </a:path>
                </a:pathLst>
              </a:custGeom>
              <a:solidFill>
                <a:schemeClr val="bg2"/>
              </a:solidFill>
              <a:ln w="19050" cmpd="sng">
                <a:solidFill>
                  <a:schemeClr val="bg2"/>
                </a:solidFill>
                <a:prstDash val="solid"/>
                <a:round/>
                <a:headEnd/>
                <a:tailEnd/>
              </a:ln>
              <a:effectLst/>
            </p:spPr>
            <p:txBody>
              <a:bodyPr/>
              <a:lstStyle/>
              <a:p>
                <a:endParaRPr lang="es-CO" kern="0" noProof="0" dirty="0">
                  <a:solidFill>
                    <a:sysClr val="windowText" lastClr="000000"/>
                  </a:solidFill>
                </a:endParaRPr>
              </a:p>
            </p:txBody>
          </p:sp>
          <p:sp>
            <p:nvSpPr>
              <p:cNvPr id="1072" name="Freeform 69">
                <a:extLst>
                  <a:ext uri="{FF2B5EF4-FFF2-40B4-BE49-F238E27FC236}">
                    <a16:creationId xmlns:a16="http://schemas.microsoft.com/office/drawing/2014/main" id="{525F5A34-25A2-5172-A11B-94AB05B387F1}"/>
                  </a:ext>
                </a:extLst>
              </p:cNvPr>
              <p:cNvSpPr>
                <a:spLocks/>
              </p:cNvSpPr>
              <p:nvPr/>
            </p:nvSpPr>
            <p:spPr bwMode="auto">
              <a:xfrm>
                <a:off x="4361132" y="1293180"/>
                <a:ext cx="808039" cy="657225"/>
              </a:xfrm>
              <a:custGeom>
                <a:avLst/>
                <a:gdLst/>
                <a:ahLst/>
                <a:cxnLst>
                  <a:cxn ang="0">
                    <a:pos x="2170" y="120"/>
                  </a:cxn>
                  <a:cxn ang="0">
                    <a:pos x="2091" y="80"/>
                  </a:cxn>
                  <a:cxn ang="0">
                    <a:pos x="2037" y="150"/>
                  </a:cxn>
                  <a:cxn ang="0">
                    <a:pos x="2067" y="245"/>
                  </a:cxn>
                  <a:cxn ang="0">
                    <a:pos x="1974" y="319"/>
                  </a:cxn>
                  <a:cxn ang="0">
                    <a:pos x="1860" y="225"/>
                  </a:cxn>
                  <a:cxn ang="0">
                    <a:pos x="1722" y="289"/>
                  </a:cxn>
                  <a:cxn ang="0">
                    <a:pos x="1752" y="394"/>
                  </a:cxn>
                  <a:cxn ang="0">
                    <a:pos x="1633" y="663"/>
                  </a:cxn>
                  <a:cxn ang="0">
                    <a:pos x="1308" y="822"/>
                  </a:cxn>
                  <a:cxn ang="0">
                    <a:pos x="974" y="927"/>
                  </a:cxn>
                  <a:cxn ang="0">
                    <a:pos x="398" y="1361"/>
                  </a:cxn>
                  <a:cxn ang="0">
                    <a:pos x="113" y="1408"/>
                  </a:cxn>
                  <a:cxn ang="0">
                    <a:pos x="9" y="1546"/>
                  </a:cxn>
                  <a:cxn ang="0">
                    <a:pos x="0" y="1712"/>
                  </a:cxn>
                  <a:cxn ang="0">
                    <a:pos x="0" y="1818"/>
                  </a:cxn>
                  <a:cxn ang="0">
                    <a:pos x="353" y="1889"/>
                  </a:cxn>
                  <a:cxn ang="0">
                    <a:pos x="660" y="2140"/>
                  </a:cxn>
                  <a:cxn ang="0">
                    <a:pos x="619" y="2263"/>
                  </a:cxn>
                  <a:cxn ang="0">
                    <a:pos x="516" y="2353"/>
                  </a:cxn>
                  <a:cxn ang="0">
                    <a:pos x="619" y="2454"/>
                  </a:cxn>
                  <a:cxn ang="0">
                    <a:pos x="861" y="2430"/>
                  </a:cxn>
                  <a:cxn ang="0">
                    <a:pos x="1117" y="1949"/>
                  </a:cxn>
                  <a:cxn ang="0">
                    <a:pos x="1337" y="1586"/>
                  </a:cxn>
                  <a:cxn ang="0">
                    <a:pos x="1654" y="1510"/>
                  </a:cxn>
                  <a:cxn ang="0">
                    <a:pos x="1974" y="902"/>
                  </a:cxn>
                  <a:cxn ang="0">
                    <a:pos x="2466" y="797"/>
                  </a:cxn>
                  <a:cxn ang="0">
                    <a:pos x="2643" y="747"/>
                  </a:cxn>
                  <a:cxn ang="0">
                    <a:pos x="2864" y="618"/>
                  </a:cxn>
                  <a:cxn ang="0">
                    <a:pos x="2978" y="469"/>
                  </a:cxn>
                  <a:cxn ang="0">
                    <a:pos x="2835" y="125"/>
                  </a:cxn>
                  <a:cxn ang="0">
                    <a:pos x="2683" y="80"/>
                  </a:cxn>
                  <a:cxn ang="0">
                    <a:pos x="2510" y="5"/>
                  </a:cxn>
                  <a:cxn ang="0">
                    <a:pos x="2284" y="0"/>
                  </a:cxn>
                  <a:cxn ang="0">
                    <a:pos x="2170" y="120"/>
                  </a:cxn>
                </a:cxnLst>
                <a:rect l="0" t="0" r="r" b="b"/>
                <a:pathLst>
                  <a:path w="2978" h="2454">
                    <a:moveTo>
                      <a:pt x="2170" y="120"/>
                    </a:moveTo>
                    <a:lnTo>
                      <a:pt x="2091" y="80"/>
                    </a:lnTo>
                    <a:lnTo>
                      <a:pt x="2037" y="150"/>
                    </a:lnTo>
                    <a:lnTo>
                      <a:pt x="2067" y="245"/>
                    </a:lnTo>
                    <a:lnTo>
                      <a:pt x="1974" y="319"/>
                    </a:lnTo>
                    <a:lnTo>
                      <a:pt x="1860" y="225"/>
                    </a:lnTo>
                    <a:lnTo>
                      <a:pt x="1722" y="289"/>
                    </a:lnTo>
                    <a:lnTo>
                      <a:pt x="1752" y="394"/>
                    </a:lnTo>
                    <a:lnTo>
                      <a:pt x="1633" y="663"/>
                    </a:lnTo>
                    <a:lnTo>
                      <a:pt x="1308" y="822"/>
                    </a:lnTo>
                    <a:lnTo>
                      <a:pt x="974" y="927"/>
                    </a:lnTo>
                    <a:lnTo>
                      <a:pt x="398" y="1361"/>
                    </a:lnTo>
                    <a:lnTo>
                      <a:pt x="113" y="1408"/>
                    </a:lnTo>
                    <a:lnTo>
                      <a:pt x="9" y="1546"/>
                    </a:lnTo>
                    <a:lnTo>
                      <a:pt x="0" y="1712"/>
                    </a:lnTo>
                    <a:lnTo>
                      <a:pt x="0" y="1818"/>
                    </a:lnTo>
                    <a:lnTo>
                      <a:pt x="353" y="1889"/>
                    </a:lnTo>
                    <a:lnTo>
                      <a:pt x="660" y="2140"/>
                    </a:lnTo>
                    <a:lnTo>
                      <a:pt x="619" y="2263"/>
                    </a:lnTo>
                    <a:lnTo>
                      <a:pt x="516" y="2353"/>
                    </a:lnTo>
                    <a:lnTo>
                      <a:pt x="619" y="2454"/>
                    </a:lnTo>
                    <a:lnTo>
                      <a:pt x="861" y="2430"/>
                    </a:lnTo>
                    <a:lnTo>
                      <a:pt x="1117" y="1949"/>
                    </a:lnTo>
                    <a:lnTo>
                      <a:pt x="1337" y="1586"/>
                    </a:lnTo>
                    <a:lnTo>
                      <a:pt x="1654" y="1510"/>
                    </a:lnTo>
                    <a:lnTo>
                      <a:pt x="1974" y="902"/>
                    </a:lnTo>
                    <a:lnTo>
                      <a:pt x="2466" y="797"/>
                    </a:lnTo>
                    <a:lnTo>
                      <a:pt x="2643" y="747"/>
                    </a:lnTo>
                    <a:lnTo>
                      <a:pt x="2864" y="618"/>
                    </a:lnTo>
                    <a:lnTo>
                      <a:pt x="2978" y="469"/>
                    </a:lnTo>
                    <a:lnTo>
                      <a:pt x="2835" y="125"/>
                    </a:lnTo>
                    <a:lnTo>
                      <a:pt x="2683" y="80"/>
                    </a:lnTo>
                    <a:lnTo>
                      <a:pt x="2510" y="5"/>
                    </a:lnTo>
                    <a:lnTo>
                      <a:pt x="2284" y="0"/>
                    </a:lnTo>
                    <a:lnTo>
                      <a:pt x="2170" y="120"/>
                    </a:lnTo>
                    <a:close/>
                  </a:path>
                </a:pathLst>
              </a:custGeom>
              <a:solidFill>
                <a:schemeClr val="bg2"/>
              </a:solidFill>
              <a:ln w="19050" cmpd="sng">
                <a:solidFill>
                  <a:schemeClr val="bg2"/>
                </a:solidFill>
                <a:prstDash val="solid"/>
                <a:round/>
                <a:headEnd/>
                <a:tailEnd/>
              </a:ln>
              <a:effectLst/>
            </p:spPr>
            <p:txBody>
              <a:bodyPr/>
              <a:lstStyle/>
              <a:p>
                <a:endParaRPr lang="es-CO" kern="0" noProof="0" dirty="0">
                  <a:solidFill>
                    <a:sysClr val="windowText" lastClr="000000"/>
                  </a:solidFill>
                </a:endParaRPr>
              </a:p>
            </p:txBody>
          </p:sp>
          <p:sp>
            <p:nvSpPr>
              <p:cNvPr id="1073" name="Freeform 70">
                <a:extLst>
                  <a:ext uri="{FF2B5EF4-FFF2-40B4-BE49-F238E27FC236}">
                    <a16:creationId xmlns:a16="http://schemas.microsoft.com/office/drawing/2014/main" id="{5F877834-4802-6D23-A1E0-7853D3C80E60}"/>
                  </a:ext>
                </a:extLst>
              </p:cNvPr>
              <p:cNvSpPr>
                <a:spLocks/>
              </p:cNvSpPr>
              <p:nvPr/>
            </p:nvSpPr>
            <p:spPr bwMode="auto">
              <a:xfrm>
                <a:off x="4377007" y="2302830"/>
                <a:ext cx="471488" cy="773113"/>
              </a:xfrm>
              <a:custGeom>
                <a:avLst/>
                <a:gdLst/>
                <a:ahLst/>
                <a:cxnLst>
                  <a:cxn ang="0">
                    <a:pos x="665" y="0"/>
                  </a:cxn>
                  <a:cxn ang="0">
                    <a:pos x="457" y="136"/>
                  </a:cxn>
                  <a:cxn ang="0">
                    <a:pos x="233" y="166"/>
                  </a:cxn>
                  <a:cxn ang="0">
                    <a:pos x="142" y="421"/>
                  </a:cxn>
                  <a:cxn ang="0">
                    <a:pos x="207" y="599"/>
                  </a:cxn>
                  <a:cxn ang="0">
                    <a:pos x="173" y="723"/>
                  </a:cxn>
                  <a:cxn ang="0">
                    <a:pos x="75" y="838"/>
                  </a:cxn>
                  <a:cxn ang="0">
                    <a:pos x="119" y="1113"/>
                  </a:cxn>
                  <a:cxn ang="0">
                    <a:pos x="193" y="1421"/>
                  </a:cxn>
                  <a:cxn ang="0">
                    <a:pos x="296" y="1547"/>
                  </a:cxn>
                  <a:cxn ang="0">
                    <a:pos x="262" y="1757"/>
                  </a:cxn>
                  <a:cxn ang="0">
                    <a:pos x="146" y="1854"/>
                  </a:cxn>
                  <a:cxn ang="0">
                    <a:pos x="0" y="1892"/>
                  </a:cxn>
                  <a:cxn ang="0">
                    <a:pos x="90" y="2025"/>
                  </a:cxn>
                  <a:cxn ang="0">
                    <a:pos x="364" y="2095"/>
                  </a:cxn>
                  <a:cxn ang="0">
                    <a:pos x="586" y="2025"/>
                  </a:cxn>
                  <a:cxn ang="0">
                    <a:pos x="735" y="2145"/>
                  </a:cxn>
                  <a:cxn ang="0">
                    <a:pos x="776" y="2269"/>
                  </a:cxn>
                  <a:cxn ang="0">
                    <a:pos x="842" y="2502"/>
                  </a:cxn>
                  <a:cxn ang="0">
                    <a:pos x="827" y="2727"/>
                  </a:cxn>
                  <a:cxn ang="0">
                    <a:pos x="1210" y="2813"/>
                  </a:cxn>
                  <a:cxn ang="0">
                    <a:pos x="1235" y="2893"/>
                  </a:cxn>
                  <a:cxn ang="0">
                    <a:pos x="1592" y="2697"/>
                  </a:cxn>
                  <a:cxn ang="0">
                    <a:pos x="1736" y="2663"/>
                  </a:cxn>
                  <a:cxn ang="0">
                    <a:pos x="1604" y="2279"/>
                  </a:cxn>
                  <a:cxn ang="0">
                    <a:pos x="1441" y="2278"/>
                  </a:cxn>
                  <a:cxn ang="0">
                    <a:pos x="1280" y="2157"/>
                  </a:cxn>
                  <a:cxn ang="0">
                    <a:pos x="1269" y="1860"/>
                  </a:cxn>
                  <a:cxn ang="0">
                    <a:pos x="1323" y="1607"/>
                  </a:cxn>
                  <a:cxn ang="0">
                    <a:pos x="1490" y="1426"/>
                  </a:cxn>
                  <a:cxn ang="0">
                    <a:pos x="1431" y="1306"/>
                  </a:cxn>
                  <a:cxn ang="0">
                    <a:pos x="1401" y="1123"/>
                  </a:cxn>
                  <a:cxn ang="0">
                    <a:pos x="1077" y="793"/>
                  </a:cxn>
                  <a:cxn ang="0">
                    <a:pos x="998" y="494"/>
                  </a:cxn>
                  <a:cxn ang="0">
                    <a:pos x="983" y="215"/>
                  </a:cxn>
                  <a:cxn ang="0">
                    <a:pos x="739" y="230"/>
                  </a:cxn>
                  <a:cxn ang="0">
                    <a:pos x="665" y="0"/>
                  </a:cxn>
                </a:cxnLst>
                <a:rect l="0" t="0" r="r" b="b"/>
                <a:pathLst>
                  <a:path w="1736" h="2893">
                    <a:moveTo>
                      <a:pt x="665" y="0"/>
                    </a:moveTo>
                    <a:lnTo>
                      <a:pt x="457" y="136"/>
                    </a:lnTo>
                    <a:lnTo>
                      <a:pt x="233" y="166"/>
                    </a:lnTo>
                    <a:lnTo>
                      <a:pt x="142" y="421"/>
                    </a:lnTo>
                    <a:lnTo>
                      <a:pt x="207" y="599"/>
                    </a:lnTo>
                    <a:lnTo>
                      <a:pt x="173" y="723"/>
                    </a:lnTo>
                    <a:lnTo>
                      <a:pt x="75" y="838"/>
                    </a:lnTo>
                    <a:lnTo>
                      <a:pt x="119" y="1113"/>
                    </a:lnTo>
                    <a:lnTo>
                      <a:pt x="193" y="1421"/>
                    </a:lnTo>
                    <a:lnTo>
                      <a:pt x="296" y="1547"/>
                    </a:lnTo>
                    <a:lnTo>
                      <a:pt x="262" y="1757"/>
                    </a:lnTo>
                    <a:lnTo>
                      <a:pt x="146" y="1854"/>
                    </a:lnTo>
                    <a:lnTo>
                      <a:pt x="0" y="1892"/>
                    </a:lnTo>
                    <a:lnTo>
                      <a:pt x="90" y="2025"/>
                    </a:lnTo>
                    <a:lnTo>
                      <a:pt x="364" y="2095"/>
                    </a:lnTo>
                    <a:lnTo>
                      <a:pt x="586" y="2025"/>
                    </a:lnTo>
                    <a:lnTo>
                      <a:pt x="735" y="2145"/>
                    </a:lnTo>
                    <a:lnTo>
                      <a:pt x="776" y="2269"/>
                    </a:lnTo>
                    <a:lnTo>
                      <a:pt x="842" y="2502"/>
                    </a:lnTo>
                    <a:lnTo>
                      <a:pt x="827" y="2727"/>
                    </a:lnTo>
                    <a:lnTo>
                      <a:pt x="1210" y="2813"/>
                    </a:lnTo>
                    <a:lnTo>
                      <a:pt x="1235" y="2893"/>
                    </a:lnTo>
                    <a:lnTo>
                      <a:pt x="1592" y="2697"/>
                    </a:lnTo>
                    <a:lnTo>
                      <a:pt x="1736" y="2663"/>
                    </a:lnTo>
                    <a:lnTo>
                      <a:pt x="1604" y="2279"/>
                    </a:lnTo>
                    <a:lnTo>
                      <a:pt x="1441" y="2278"/>
                    </a:lnTo>
                    <a:lnTo>
                      <a:pt x="1280" y="2157"/>
                    </a:lnTo>
                    <a:lnTo>
                      <a:pt x="1269" y="1860"/>
                    </a:lnTo>
                    <a:lnTo>
                      <a:pt x="1323" y="1607"/>
                    </a:lnTo>
                    <a:lnTo>
                      <a:pt x="1490" y="1426"/>
                    </a:lnTo>
                    <a:lnTo>
                      <a:pt x="1431" y="1306"/>
                    </a:lnTo>
                    <a:lnTo>
                      <a:pt x="1401" y="1123"/>
                    </a:lnTo>
                    <a:lnTo>
                      <a:pt x="1077" y="793"/>
                    </a:lnTo>
                    <a:lnTo>
                      <a:pt x="998" y="494"/>
                    </a:lnTo>
                    <a:lnTo>
                      <a:pt x="983" y="215"/>
                    </a:lnTo>
                    <a:lnTo>
                      <a:pt x="739" y="230"/>
                    </a:lnTo>
                    <a:lnTo>
                      <a:pt x="665" y="0"/>
                    </a:lnTo>
                    <a:close/>
                  </a:path>
                </a:pathLst>
              </a:custGeom>
              <a:solidFill>
                <a:schemeClr val="accent1"/>
              </a:solidFill>
              <a:ln w="19050" cmpd="sng">
                <a:solidFill>
                  <a:schemeClr val="accent1"/>
                </a:solidFill>
                <a:prstDash val="solid"/>
                <a:round/>
                <a:headEnd/>
                <a:tailEnd/>
              </a:ln>
              <a:effectLst/>
            </p:spPr>
            <p:txBody>
              <a:bodyPr/>
              <a:lstStyle/>
              <a:p>
                <a:endParaRPr lang="es-CO" kern="0" noProof="0" dirty="0">
                  <a:solidFill>
                    <a:sysClr val="windowText" lastClr="000000"/>
                  </a:solidFill>
                </a:endParaRPr>
              </a:p>
            </p:txBody>
          </p:sp>
          <p:sp>
            <p:nvSpPr>
              <p:cNvPr id="1074" name="Freeform 71">
                <a:extLst>
                  <a:ext uri="{FF2B5EF4-FFF2-40B4-BE49-F238E27FC236}">
                    <a16:creationId xmlns:a16="http://schemas.microsoft.com/office/drawing/2014/main" id="{23EDBBF2-5F26-8206-C5A9-07428D4016E8}"/>
                  </a:ext>
                </a:extLst>
              </p:cNvPr>
              <p:cNvSpPr>
                <a:spLocks/>
              </p:cNvSpPr>
              <p:nvPr/>
            </p:nvSpPr>
            <p:spPr bwMode="auto">
              <a:xfrm>
                <a:off x="4532582" y="3256917"/>
                <a:ext cx="1028701" cy="636588"/>
              </a:xfrm>
              <a:custGeom>
                <a:avLst/>
                <a:gdLst/>
                <a:ahLst/>
                <a:cxnLst>
                  <a:cxn ang="0">
                    <a:pos x="3794" y="298"/>
                  </a:cxn>
                  <a:cxn ang="0">
                    <a:pos x="3753" y="489"/>
                  </a:cxn>
                  <a:cxn ang="0">
                    <a:pos x="3637" y="658"/>
                  </a:cxn>
                  <a:cxn ang="0">
                    <a:pos x="3512" y="841"/>
                  </a:cxn>
                  <a:cxn ang="0">
                    <a:pos x="3246" y="899"/>
                  </a:cxn>
                  <a:cxn ang="0">
                    <a:pos x="3000" y="1004"/>
                  </a:cxn>
                  <a:cxn ang="0">
                    <a:pos x="2748" y="1179"/>
                  </a:cxn>
                  <a:cxn ang="0">
                    <a:pos x="2484" y="1478"/>
                  </a:cxn>
                  <a:cxn ang="0">
                    <a:pos x="2424" y="1598"/>
                  </a:cxn>
                  <a:cxn ang="0">
                    <a:pos x="2331" y="1702"/>
                  </a:cxn>
                  <a:cxn ang="0">
                    <a:pos x="1905" y="1923"/>
                  </a:cxn>
                  <a:cxn ang="0">
                    <a:pos x="1503" y="2091"/>
                  </a:cxn>
                  <a:cxn ang="0">
                    <a:pos x="1246" y="2286"/>
                  </a:cxn>
                  <a:cxn ang="0">
                    <a:pos x="1081" y="2246"/>
                  </a:cxn>
                  <a:cxn ang="0">
                    <a:pos x="927" y="2276"/>
                  </a:cxn>
                  <a:cxn ang="0">
                    <a:pos x="812" y="2378"/>
                  </a:cxn>
                  <a:cxn ang="0">
                    <a:pos x="616" y="2351"/>
                  </a:cxn>
                  <a:cxn ang="0">
                    <a:pos x="425" y="2381"/>
                  </a:cxn>
                  <a:cxn ang="0">
                    <a:pos x="16" y="1942"/>
                  </a:cxn>
                  <a:cxn ang="0">
                    <a:pos x="48" y="1812"/>
                  </a:cxn>
                  <a:cxn ang="0">
                    <a:pos x="0" y="1697"/>
                  </a:cxn>
                  <a:cxn ang="0">
                    <a:pos x="180" y="1526"/>
                  </a:cxn>
                  <a:cxn ang="0">
                    <a:pos x="136" y="1298"/>
                  </a:cxn>
                  <a:cxn ang="0">
                    <a:pos x="299" y="1154"/>
                  </a:cxn>
                  <a:cxn ang="0">
                    <a:pos x="441" y="1253"/>
                  </a:cxn>
                  <a:cxn ang="0">
                    <a:pos x="712" y="939"/>
                  </a:cxn>
                  <a:cxn ang="0">
                    <a:pos x="973" y="788"/>
                  </a:cxn>
                  <a:cxn ang="0">
                    <a:pos x="905" y="655"/>
                  </a:cxn>
                  <a:cxn ang="0">
                    <a:pos x="695" y="579"/>
                  </a:cxn>
                  <a:cxn ang="0">
                    <a:pos x="855" y="403"/>
                  </a:cxn>
                  <a:cxn ang="0">
                    <a:pos x="742" y="105"/>
                  </a:cxn>
                  <a:cxn ang="0">
                    <a:pos x="836" y="1"/>
                  </a:cxn>
                  <a:cxn ang="0">
                    <a:pos x="918" y="165"/>
                  </a:cxn>
                  <a:cxn ang="0">
                    <a:pos x="1076" y="314"/>
                  </a:cxn>
                  <a:cxn ang="0">
                    <a:pos x="1327" y="160"/>
                  </a:cxn>
                  <a:cxn ang="0">
                    <a:pos x="1834" y="145"/>
                  </a:cxn>
                  <a:cxn ang="0">
                    <a:pos x="2291" y="25"/>
                  </a:cxn>
                  <a:cxn ang="0">
                    <a:pos x="2567" y="115"/>
                  </a:cxn>
                  <a:cxn ang="0">
                    <a:pos x="2921" y="105"/>
                  </a:cxn>
                  <a:cxn ang="0">
                    <a:pos x="3393" y="0"/>
                  </a:cxn>
                  <a:cxn ang="0">
                    <a:pos x="3590" y="165"/>
                  </a:cxn>
                  <a:cxn ang="0">
                    <a:pos x="3794" y="298"/>
                  </a:cxn>
                </a:cxnLst>
                <a:rect l="0" t="0" r="r" b="b"/>
                <a:pathLst>
                  <a:path w="3794" h="2381">
                    <a:moveTo>
                      <a:pt x="3794" y="298"/>
                    </a:moveTo>
                    <a:lnTo>
                      <a:pt x="3753" y="489"/>
                    </a:lnTo>
                    <a:lnTo>
                      <a:pt x="3637" y="658"/>
                    </a:lnTo>
                    <a:lnTo>
                      <a:pt x="3512" y="841"/>
                    </a:lnTo>
                    <a:lnTo>
                      <a:pt x="3246" y="899"/>
                    </a:lnTo>
                    <a:lnTo>
                      <a:pt x="3000" y="1004"/>
                    </a:lnTo>
                    <a:lnTo>
                      <a:pt x="2748" y="1179"/>
                    </a:lnTo>
                    <a:lnTo>
                      <a:pt x="2484" y="1478"/>
                    </a:lnTo>
                    <a:lnTo>
                      <a:pt x="2424" y="1598"/>
                    </a:lnTo>
                    <a:lnTo>
                      <a:pt x="2331" y="1702"/>
                    </a:lnTo>
                    <a:lnTo>
                      <a:pt x="1905" y="1923"/>
                    </a:lnTo>
                    <a:lnTo>
                      <a:pt x="1503" y="2091"/>
                    </a:lnTo>
                    <a:lnTo>
                      <a:pt x="1246" y="2286"/>
                    </a:lnTo>
                    <a:lnTo>
                      <a:pt x="1081" y="2246"/>
                    </a:lnTo>
                    <a:lnTo>
                      <a:pt x="927" y="2276"/>
                    </a:lnTo>
                    <a:lnTo>
                      <a:pt x="812" y="2378"/>
                    </a:lnTo>
                    <a:lnTo>
                      <a:pt x="616" y="2351"/>
                    </a:lnTo>
                    <a:lnTo>
                      <a:pt x="425" y="2381"/>
                    </a:lnTo>
                    <a:lnTo>
                      <a:pt x="16" y="1942"/>
                    </a:lnTo>
                    <a:lnTo>
                      <a:pt x="48" y="1812"/>
                    </a:lnTo>
                    <a:lnTo>
                      <a:pt x="0" y="1697"/>
                    </a:lnTo>
                    <a:lnTo>
                      <a:pt x="180" y="1526"/>
                    </a:lnTo>
                    <a:lnTo>
                      <a:pt x="136" y="1298"/>
                    </a:lnTo>
                    <a:lnTo>
                      <a:pt x="299" y="1154"/>
                    </a:lnTo>
                    <a:lnTo>
                      <a:pt x="441" y="1253"/>
                    </a:lnTo>
                    <a:lnTo>
                      <a:pt x="712" y="939"/>
                    </a:lnTo>
                    <a:lnTo>
                      <a:pt x="973" y="788"/>
                    </a:lnTo>
                    <a:lnTo>
                      <a:pt x="905" y="655"/>
                    </a:lnTo>
                    <a:lnTo>
                      <a:pt x="695" y="579"/>
                    </a:lnTo>
                    <a:lnTo>
                      <a:pt x="855" y="403"/>
                    </a:lnTo>
                    <a:lnTo>
                      <a:pt x="742" y="105"/>
                    </a:lnTo>
                    <a:lnTo>
                      <a:pt x="836" y="1"/>
                    </a:lnTo>
                    <a:lnTo>
                      <a:pt x="918" y="165"/>
                    </a:lnTo>
                    <a:lnTo>
                      <a:pt x="1076" y="314"/>
                    </a:lnTo>
                    <a:lnTo>
                      <a:pt x="1327" y="160"/>
                    </a:lnTo>
                    <a:lnTo>
                      <a:pt x="1834" y="145"/>
                    </a:lnTo>
                    <a:lnTo>
                      <a:pt x="2291" y="25"/>
                    </a:lnTo>
                    <a:lnTo>
                      <a:pt x="2567" y="115"/>
                    </a:lnTo>
                    <a:lnTo>
                      <a:pt x="2921" y="105"/>
                    </a:lnTo>
                    <a:lnTo>
                      <a:pt x="3393" y="0"/>
                    </a:lnTo>
                    <a:lnTo>
                      <a:pt x="3590" y="165"/>
                    </a:lnTo>
                    <a:lnTo>
                      <a:pt x="3794" y="298"/>
                    </a:lnTo>
                    <a:close/>
                  </a:path>
                </a:pathLst>
              </a:custGeom>
              <a:solidFill>
                <a:schemeClr val="bg1">
                  <a:lumMod val="95000"/>
                </a:schemeClr>
              </a:solidFill>
              <a:ln w="19050" cmpd="sng">
                <a:solidFill>
                  <a:schemeClr val="bg1">
                    <a:lumMod val="95000"/>
                  </a:schemeClr>
                </a:solidFill>
                <a:prstDash val="solid"/>
                <a:round/>
                <a:headEnd/>
                <a:tailEnd/>
              </a:ln>
              <a:effectLst/>
            </p:spPr>
            <p:txBody>
              <a:bodyPr/>
              <a:lstStyle/>
              <a:p>
                <a:endParaRPr lang="es-CO" kern="0" noProof="0" dirty="0">
                  <a:solidFill>
                    <a:sysClr val="windowText" lastClr="000000"/>
                  </a:solidFill>
                </a:endParaRPr>
              </a:p>
            </p:txBody>
          </p:sp>
          <p:sp>
            <p:nvSpPr>
              <p:cNvPr id="1075" name="Freeform 72">
                <a:extLst>
                  <a:ext uri="{FF2B5EF4-FFF2-40B4-BE49-F238E27FC236}">
                    <a16:creationId xmlns:a16="http://schemas.microsoft.com/office/drawing/2014/main" id="{1B41617E-A600-F23E-0379-F7F8E88E6C9E}"/>
                  </a:ext>
                </a:extLst>
              </p:cNvPr>
              <p:cNvSpPr>
                <a:spLocks/>
              </p:cNvSpPr>
              <p:nvPr/>
            </p:nvSpPr>
            <p:spPr bwMode="auto">
              <a:xfrm>
                <a:off x="4759593" y="3001330"/>
                <a:ext cx="933450" cy="346075"/>
              </a:xfrm>
              <a:custGeom>
                <a:avLst/>
                <a:gdLst/>
                <a:ahLst/>
                <a:cxnLst>
                  <a:cxn ang="0">
                    <a:pos x="3445" y="1202"/>
                  </a:cxn>
                  <a:cxn ang="0">
                    <a:pos x="3289" y="1297"/>
                  </a:cxn>
                  <a:cxn ang="0">
                    <a:pos x="3096" y="1297"/>
                  </a:cxn>
                  <a:cxn ang="0">
                    <a:pos x="2959" y="1256"/>
                  </a:cxn>
                  <a:cxn ang="0">
                    <a:pos x="2753" y="1122"/>
                  </a:cxn>
                  <a:cxn ang="0">
                    <a:pos x="2554" y="957"/>
                  </a:cxn>
                  <a:cxn ang="0">
                    <a:pos x="2099" y="1061"/>
                  </a:cxn>
                  <a:cxn ang="0">
                    <a:pos x="1738" y="1073"/>
                  </a:cxn>
                  <a:cxn ang="0">
                    <a:pos x="1457" y="982"/>
                  </a:cxn>
                  <a:cxn ang="0">
                    <a:pos x="993" y="1106"/>
                  </a:cxn>
                  <a:cxn ang="0">
                    <a:pos x="495" y="1120"/>
                  </a:cxn>
                  <a:cxn ang="0">
                    <a:pos x="244" y="1273"/>
                  </a:cxn>
                  <a:cxn ang="0">
                    <a:pos x="85" y="1123"/>
                  </a:cxn>
                  <a:cxn ang="0">
                    <a:pos x="0" y="958"/>
                  </a:cxn>
                  <a:cxn ang="0">
                    <a:pos x="304" y="670"/>
                  </a:cxn>
                  <a:cxn ang="0">
                    <a:pos x="345" y="476"/>
                  </a:cxn>
                  <a:cxn ang="0">
                    <a:pos x="512" y="175"/>
                  </a:cxn>
                  <a:cxn ang="0">
                    <a:pos x="730" y="71"/>
                  </a:cxn>
                  <a:cxn ang="0">
                    <a:pos x="1055" y="91"/>
                  </a:cxn>
                  <a:cxn ang="0">
                    <a:pos x="1291" y="181"/>
                  </a:cxn>
                  <a:cxn ang="0">
                    <a:pos x="1547" y="166"/>
                  </a:cxn>
                  <a:cxn ang="0">
                    <a:pos x="1798" y="45"/>
                  </a:cxn>
                  <a:cxn ang="0">
                    <a:pos x="1968" y="0"/>
                  </a:cxn>
                  <a:cxn ang="0">
                    <a:pos x="2249" y="149"/>
                  </a:cxn>
                  <a:cxn ang="0">
                    <a:pos x="2452" y="197"/>
                  </a:cxn>
                  <a:cxn ang="0">
                    <a:pos x="2735" y="235"/>
                  </a:cxn>
                  <a:cxn ang="0">
                    <a:pos x="3445" y="1202"/>
                  </a:cxn>
                </a:cxnLst>
                <a:rect l="0" t="0" r="r" b="b"/>
                <a:pathLst>
                  <a:path w="3445" h="1297">
                    <a:moveTo>
                      <a:pt x="3445" y="1202"/>
                    </a:moveTo>
                    <a:lnTo>
                      <a:pt x="3289" y="1297"/>
                    </a:lnTo>
                    <a:lnTo>
                      <a:pt x="3096" y="1297"/>
                    </a:lnTo>
                    <a:lnTo>
                      <a:pt x="2959" y="1256"/>
                    </a:lnTo>
                    <a:lnTo>
                      <a:pt x="2753" y="1122"/>
                    </a:lnTo>
                    <a:lnTo>
                      <a:pt x="2554" y="957"/>
                    </a:lnTo>
                    <a:lnTo>
                      <a:pt x="2099" y="1061"/>
                    </a:lnTo>
                    <a:lnTo>
                      <a:pt x="1738" y="1073"/>
                    </a:lnTo>
                    <a:lnTo>
                      <a:pt x="1457" y="982"/>
                    </a:lnTo>
                    <a:lnTo>
                      <a:pt x="993" y="1106"/>
                    </a:lnTo>
                    <a:lnTo>
                      <a:pt x="495" y="1120"/>
                    </a:lnTo>
                    <a:lnTo>
                      <a:pt x="244" y="1273"/>
                    </a:lnTo>
                    <a:lnTo>
                      <a:pt x="85" y="1123"/>
                    </a:lnTo>
                    <a:lnTo>
                      <a:pt x="0" y="958"/>
                    </a:lnTo>
                    <a:lnTo>
                      <a:pt x="304" y="670"/>
                    </a:lnTo>
                    <a:lnTo>
                      <a:pt x="345" y="476"/>
                    </a:lnTo>
                    <a:lnTo>
                      <a:pt x="512" y="175"/>
                    </a:lnTo>
                    <a:lnTo>
                      <a:pt x="730" y="71"/>
                    </a:lnTo>
                    <a:lnTo>
                      <a:pt x="1055" y="91"/>
                    </a:lnTo>
                    <a:lnTo>
                      <a:pt x="1291" y="181"/>
                    </a:lnTo>
                    <a:lnTo>
                      <a:pt x="1547" y="166"/>
                    </a:lnTo>
                    <a:lnTo>
                      <a:pt x="1798" y="45"/>
                    </a:lnTo>
                    <a:lnTo>
                      <a:pt x="1968" y="0"/>
                    </a:lnTo>
                    <a:lnTo>
                      <a:pt x="2249" y="149"/>
                    </a:lnTo>
                    <a:lnTo>
                      <a:pt x="2452" y="197"/>
                    </a:lnTo>
                    <a:lnTo>
                      <a:pt x="2735" y="235"/>
                    </a:lnTo>
                    <a:lnTo>
                      <a:pt x="3445" y="1202"/>
                    </a:lnTo>
                    <a:close/>
                  </a:path>
                </a:pathLst>
              </a:custGeom>
              <a:solidFill>
                <a:schemeClr val="bg1">
                  <a:lumMod val="95000"/>
                </a:schemeClr>
              </a:solidFill>
              <a:ln w="19050" cmpd="sng">
                <a:solidFill>
                  <a:schemeClr val="bg1">
                    <a:lumMod val="95000"/>
                  </a:schemeClr>
                </a:solidFill>
                <a:prstDash val="solid"/>
                <a:round/>
                <a:headEnd/>
                <a:tailEnd/>
              </a:ln>
              <a:effectLst/>
            </p:spPr>
            <p:txBody>
              <a:bodyPr/>
              <a:lstStyle/>
              <a:p>
                <a:endParaRPr lang="es-CO" kern="0" noProof="0" dirty="0">
                  <a:solidFill>
                    <a:sysClr val="windowText" lastClr="000000"/>
                  </a:solidFill>
                </a:endParaRPr>
              </a:p>
            </p:txBody>
          </p:sp>
          <p:sp>
            <p:nvSpPr>
              <p:cNvPr id="1076" name="Freeform 73">
                <a:extLst>
                  <a:ext uri="{FF2B5EF4-FFF2-40B4-BE49-F238E27FC236}">
                    <a16:creationId xmlns:a16="http://schemas.microsoft.com/office/drawing/2014/main" id="{CEFA4D1E-03E3-B81F-27C6-D28E1D6DE3D2}"/>
                  </a:ext>
                </a:extLst>
              </p:cNvPr>
              <p:cNvSpPr>
                <a:spLocks/>
              </p:cNvSpPr>
              <p:nvPr/>
            </p:nvSpPr>
            <p:spPr bwMode="auto">
              <a:xfrm>
                <a:off x="5266005" y="3977641"/>
                <a:ext cx="1270000" cy="931863"/>
              </a:xfrm>
              <a:custGeom>
                <a:avLst/>
                <a:gdLst/>
                <a:ahLst/>
                <a:cxnLst>
                  <a:cxn ang="0">
                    <a:pos x="2915" y="0"/>
                  </a:cxn>
                  <a:cxn ang="0">
                    <a:pos x="2716" y="115"/>
                  </a:cxn>
                  <a:cxn ang="0">
                    <a:pos x="2598" y="67"/>
                  </a:cxn>
                  <a:cxn ang="0">
                    <a:pos x="2476" y="116"/>
                  </a:cxn>
                  <a:cxn ang="0">
                    <a:pos x="2315" y="104"/>
                  </a:cxn>
                  <a:cxn ang="0">
                    <a:pos x="2181" y="234"/>
                  </a:cxn>
                  <a:cxn ang="0">
                    <a:pos x="1996" y="318"/>
                  </a:cxn>
                  <a:cxn ang="0">
                    <a:pos x="1642" y="346"/>
                  </a:cxn>
                  <a:cxn ang="0">
                    <a:pos x="1260" y="358"/>
                  </a:cxn>
                  <a:cxn ang="0">
                    <a:pos x="1039" y="418"/>
                  </a:cxn>
                  <a:cxn ang="0">
                    <a:pos x="815" y="582"/>
                  </a:cxn>
                  <a:cxn ang="0">
                    <a:pos x="646" y="633"/>
                  </a:cxn>
                  <a:cxn ang="0">
                    <a:pos x="575" y="773"/>
                  </a:cxn>
                  <a:cxn ang="0">
                    <a:pos x="437" y="933"/>
                  </a:cxn>
                  <a:cxn ang="0">
                    <a:pos x="398" y="1100"/>
                  </a:cxn>
                  <a:cxn ang="0">
                    <a:pos x="283" y="1204"/>
                  </a:cxn>
                  <a:cxn ang="0">
                    <a:pos x="67" y="1340"/>
                  </a:cxn>
                  <a:cxn ang="0">
                    <a:pos x="0" y="1459"/>
                  </a:cxn>
                  <a:cxn ang="0">
                    <a:pos x="102" y="1647"/>
                  </a:cxn>
                  <a:cxn ang="0">
                    <a:pos x="201" y="1747"/>
                  </a:cxn>
                  <a:cxn ang="0">
                    <a:pos x="673" y="1707"/>
                  </a:cxn>
                  <a:cxn ang="0">
                    <a:pos x="742" y="1769"/>
                  </a:cxn>
                  <a:cxn ang="0">
                    <a:pos x="568" y="1917"/>
                  </a:cxn>
                  <a:cxn ang="0">
                    <a:pos x="626" y="2187"/>
                  </a:cxn>
                  <a:cxn ang="0">
                    <a:pos x="877" y="2286"/>
                  </a:cxn>
                  <a:cxn ang="0">
                    <a:pos x="1004" y="2225"/>
                  </a:cxn>
                  <a:cxn ang="0">
                    <a:pos x="1177" y="2201"/>
                  </a:cxn>
                  <a:cxn ang="0">
                    <a:pos x="1402" y="2269"/>
                  </a:cxn>
                  <a:cxn ang="0">
                    <a:pos x="1619" y="2238"/>
                  </a:cxn>
                  <a:cxn ang="0">
                    <a:pos x="1842" y="2261"/>
                  </a:cxn>
                  <a:cxn ang="0">
                    <a:pos x="2122" y="2233"/>
                  </a:cxn>
                  <a:cxn ang="0">
                    <a:pos x="2476" y="2245"/>
                  </a:cxn>
                  <a:cxn ang="0">
                    <a:pos x="2417" y="2142"/>
                  </a:cxn>
                  <a:cxn ang="0">
                    <a:pos x="2417" y="2042"/>
                  </a:cxn>
                  <a:cxn ang="0">
                    <a:pos x="2516" y="2022"/>
                  </a:cxn>
                  <a:cxn ang="0">
                    <a:pos x="2594" y="2082"/>
                  </a:cxn>
                  <a:cxn ang="0">
                    <a:pos x="2665" y="2201"/>
                  </a:cxn>
                  <a:cxn ang="0">
                    <a:pos x="2831" y="2197"/>
                  </a:cxn>
                  <a:cxn ang="0">
                    <a:pos x="2996" y="1962"/>
                  </a:cxn>
                  <a:cxn ang="0">
                    <a:pos x="3150" y="1830"/>
                  </a:cxn>
                  <a:cxn ang="0">
                    <a:pos x="3283" y="1890"/>
                  </a:cxn>
                  <a:cxn ang="0">
                    <a:pos x="3461" y="2201"/>
                  </a:cxn>
                  <a:cxn ang="0">
                    <a:pos x="3551" y="2425"/>
                  </a:cxn>
                  <a:cxn ang="0">
                    <a:pos x="3516" y="2716"/>
                  </a:cxn>
                  <a:cxn ang="0">
                    <a:pos x="3590" y="2784"/>
                  </a:cxn>
                  <a:cxn ang="0">
                    <a:pos x="3744" y="2724"/>
                  </a:cxn>
                  <a:cxn ang="0">
                    <a:pos x="3740" y="2545"/>
                  </a:cxn>
                  <a:cxn ang="0">
                    <a:pos x="3646" y="2417"/>
                  </a:cxn>
                  <a:cxn ang="0">
                    <a:pos x="3531" y="2090"/>
                  </a:cxn>
                  <a:cxn ang="0">
                    <a:pos x="3386" y="1759"/>
                  </a:cxn>
                  <a:cxn ang="0">
                    <a:pos x="3398" y="1659"/>
                  </a:cxn>
                  <a:cxn ang="0">
                    <a:pos x="2961" y="1196"/>
                  </a:cxn>
                  <a:cxn ang="0">
                    <a:pos x="2831" y="1216"/>
                  </a:cxn>
                  <a:cxn ang="0">
                    <a:pos x="2783" y="1168"/>
                  </a:cxn>
                  <a:cxn ang="0">
                    <a:pos x="3315" y="657"/>
                  </a:cxn>
                  <a:cxn ang="0">
                    <a:pos x="3248" y="514"/>
                  </a:cxn>
                  <a:cxn ang="0">
                    <a:pos x="3008" y="258"/>
                  </a:cxn>
                  <a:cxn ang="0">
                    <a:pos x="2915" y="0"/>
                  </a:cxn>
                </a:cxnLst>
                <a:rect l="0" t="0" r="r" b="b"/>
                <a:pathLst>
                  <a:path w="3744" h="2784">
                    <a:moveTo>
                      <a:pt x="2915" y="0"/>
                    </a:moveTo>
                    <a:lnTo>
                      <a:pt x="2716" y="115"/>
                    </a:lnTo>
                    <a:lnTo>
                      <a:pt x="2598" y="67"/>
                    </a:lnTo>
                    <a:lnTo>
                      <a:pt x="2476" y="116"/>
                    </a:lnTo>
                    <a:lnTo>
                      <a:pt x="2315" y="104"/>
                    </a:lnTo>
                    <a:lnTo>
                      <a:pt x="2181" y="234"/>
                    </a:lnTo>
                    <a:lnTo>
                      <a:pt x="1996" y="318"/>
                    </a:lnTo>
                    <a:lnTo>
                      <a:pt x="1642" y="346"/>
                    </a:lnTo>
                    <a:lnTo>
                      <a:pt x="1260" y="358"/>
                    </a:lnTo>
                    <a:lnTo>
                      <a:pt x="1039" y="418"/>
                    </a:lnTo>
                    <a:lnTo>
                      <a:pt x="815" y="582"/>
                    </a:lnTo>
                    <a:lnTo>
                      <a:pt x="646" y="633"/>
                    </a:lnTo>
                    <a:lnTo>
                      <a:pt x="575" y="773"/>
                    </a:lnTo>
                    <a:lnTo>
                      <a:pt x="437" y="933"/>
                    </a:lnTo>
                    <a:lnTo>
                      <a:pt x="398" y="1100"/>
                    </a:lnTo>
                    <a:lnTo>
                      <a:pt x="283" y="1204"/>
                    </a:lnTo>
                    <a:lnTo>
                      <a:pt x="67" y="1340"/>
                    </a:lnTo>
                    <a:lnTo>
                      <a:pt x="0" y="1459"/>
                    </a:lnTo>
                    <a:lnTo>
                      <a:pt x="102" y="1647"/>
                    </a:lnTo>
                    <a:lnTo>
                      <a:pt x="201" y="1747"/>
                    </a:lnTo>
                    <a:lnTo>
                      <a:pt x="673" y="1707"/>
                    </a:lnTo>
                    <a:lnTo>
                      <a:pt x="742" y="1769"/>
                    </a:lnTo>
                    <a:lnTo>
                      <a:pt x="568" y="1917"/>
                    </a:lnTo>
                    <a:lnTo>
                      <a:pt x="626" y="2187"/>
                    </a:lnTo>
                    <a:lnTo>
                      <a:pt x="877" y="2286"/>
                    </a:lnTo>
                    <a:lnTo>
                      <a:pt x="1004" y="2225"/>
                    </a:lnTo>
                    <a:lnTo>
                      <a:pt x="1177" y="2201"/>
                    </a:lnTo>
                    <a:lnTo>
                      <a:pt x="1402" y="2269"/>
                    </a:lnTo>
                    <a:lnTo>
                      <a:pt x="1619" y="2238"/>
                    </a:lnTo>
                    <a:lnTo>
                      <a:pt x="1842" y="2261"/>
                    </a:lnTo>
                    <a:lnTo>
                      <a:pt x="2122" y="2233"/>
                    </a:lnTo>
                    <a:lnTo>
                      <a:pt x="2476" y="2245"/>
                    </a:lnTo>
                    <a:lnTo>
                      <a:pt x="2417" y="2142"/>
                    </a:lnTo>
                    <a:lnTo>
                      <a:pt x="2417" y="2042"/>
                    </a:lnTo>
                    <a:lnTo>
                      <a:pt x="2516" y="2022"/>
                    </a:lnTo>
                    <a:lnTo>
                      <a:pt x="2594" y="2082"/>
                    </a:lnTo>
                    <a:lnTo>
                      <a:pt x="2665" y="2201"/>
                    </a:lnTo>
                    <a:lnTo>
                      <a:pt x="2831" y="2197"/>
                    </a:lnTo>
                    <a:lnTo>
                      <a:pt x="2996" y="1962"/>
                    </a:lnTo>
                    <a:lnTo>
                      <a:pt x="3150" y="1830"/>
                    </a:lnTo>
                    <a:lnTo>
                      <a:pt x="3283" y="1890"/>
                    </a:lnTo>
                    <a:lnTo>
                      <a:pt x="3461" y="2201"/>
                    </a:lnTo>
                    <a:lnTo>
                      <a:pt x="3551" y="2425"/>
                    </a:lnTo>
                    <a:lnTo>
                      <a:pt x="3516" y="2716"/>
                    </a:lnTo>
                    <a:lnTo>
                      <a:pt x="3590" y="2784"/>
                    </a:lnTo>
                    <a:lnTo>
                      <a:pt x="3744" y="2724"/>
                    </a:lnTo>
                    <a:lnTo>
                      <a:pt x="3740" y="2545"/>
                    </a:lnTo>
                    <a:lnTo>
                      <a:pt x="3646" y="2417"/>
                    </a:lnTo>
                    <a:lnTo>
                      <a:pt x="3531" y="2090"/>
                    </a:lnTo>
                    <a:lnTo>
                      <a:pt x="3386" y="1759"/>
                    </a:lnTo>
                    <a:lnTo>
                      <a:pt x="3398" y="1659"/>
                    </a:lnTo>
                    <a:lnTo>
                      <a:pt x="2961" y="1196"/>
                    </a:lnTo>
                    <a:lnTo>
                      <a:pt x="2831" y="1216"/>
                    </a:lnTo>
                    <a:lnTo>
                      <a:pt x="2783" y="1168"/>
                    </a:lnTo>
                    <a:lnTo>
                      <a:pt x="3315" y="657"/>
                    </a:lnTo>
                    <a:lnTo>
                      <a:pt x="3248" y="514"/>
                    </a:lnTo>
                    <a:lnTo>
                      <a:pt x="3008" y="258"/>
                    </a:lnTo>
                    <a:lnTo>
                      <a:pt x="2915" y="0"/>
                    </a:lnTo>
                    <a:close/>
                  </a:path>
                </a:pathLst>
              </a:custGeom>
              <a:solidFill>
                <a:schemeClr val="bg1">
                  <a:lumMod val="95000"/>
                </a:schemeClr>
              </a:solidFill>
              <a:ln w="19050" cmpd="sng">
                <a:solidFill>
                  <a:schemeClr val="bg1">
                    <a:lumMod val="95000"/>
                  </a:schemeClr>
                </a:solidFill>
                <a:prstDash val="solid"/>
                <a:round/>
                <a:headEnd/>
                <a:tailEnd/>
              </a:ln>
              <a:effectLst/>
            </p:spPr>
            <p:txBody>
              <a:bodyPr/>
              <a:lstStyle/>
              <a:p>
                <a:endParaRPr lang="es-CO" kern="0" noProof="0" dirty="0">
                  <a:solidFill>
                    <a:sysClr val="windowText" lastClr="000000"/>
                  </a:solidFill>
                </a:endParaRPr>
              </a:p>
            </p:txBody>
          </p:sp>
          <p:sp>
            <p:nvSpPr>
              <p:cNvPr id="1077" name="Freeform 74">
                <a:extLst>
                  <a:ext uri="{FF2B5EF4-FFF2-40B4-BE49-F238E27FC236}">
                    <a16:creationId xmlns:a16="http://schemas.microsoft.com/office/drawing/2014/main" id="{458729BB-0750-B34A-2D62-6A0EAECBBE9A}"/>
                  </a:ext>
                </a:extLst>
              </p:cNvPr>
              <p:cNvSpPr>
                <a:spLocks/>
              </p:cNvSpPr>
              <p:nvPr/>
            </p:nvSpPr>
            <p:spPr bwMode="auto">
              <a:xfrm>
                <a:off x="5162815" y="3248979"/>
                <a:ext cx="1189039" cy="1144588"/>
              </a:xfrm>
              <a:custGeom>
                <a:avLst/>
                <a:gdLst/>
                <a:ahLst/>
                <a:cxnLst>
                  <a:cxn ang="0">
                    <a:pos x="1956" y="275"/>
                  </a:cxn>
                  <a:cxn ang="0">
                    <a:pos x="2097" y="235"/>
                  </a:cxn>
                  <a:cxn ang="0">
                    <a:pos x="2284" y="314"/>
                  </a:cxn>
                  <a:cxn ang="0">
                    <a:pos x="2378" y="135"/>
                  </a:cxn>
                  <a:cxn ang="0">
                    <a:pos x="2511" y="130"/>
                  </a:cxn>
                  <a:cxn ang="0">
                    <a:pos x="2702" y="269"/>
                  </a:cxn>
                  <a:cxn ang="0">
                    <a:pos x="3143" y="219"/>
                  </a:cxn>
                  <a:cxn ang="0">
                    <a:pos x="3588" y="160"/>
                  </a:cxn>
                  <a:cxn ang="0">
                    <a:pos x="3883" y="0"/>
                  </a:cxn>
                  <a:cxn ang="0">
                    <a:pos x="4086" y="55"/>
                  </a:cxn>
                  <a:cxn ang="0">
                    <a:pos x="4277" y="130"/>
                  </a:cxn>
                  <a:cxn ang="0">
                    <a:pos x="4386" y="384"/>
                  </a:cxn>
                  <a:cxn ang="0">
                    <a:pos x="4120" y="644"/>
                  </a:cxn>
                  <a:cxn ang="0">
                    <a:pos x="4061" y="1043"/>
                  </a:cxn>
                  <a:cxn ang="0">
                    <a:pos x="3908" y="1192"/>
                  </a:cxn>
                  <a:cxn ang="0">
                    <a:pos x="3898" y="1422"/>
                  </a:cxn>
                  <a:cxn ang="0">
                    <a:pos x="3923" y="1791"/>
                  </a:cxn>
                  <a:cxn ang="0">
                    <a:pos x="3855" y="2169"/>
                  </a:cxn>
                  <a:cxn ang="0">
                    <a:pos x="3928" y="2469"/>
                  </a:cxn>
                  <a:cxn ang="0">
                    <a:pos x="4028" y="2727"/>
                  </a:cxn>
                  <a:cxn ang="0">
                    <a:pos x="3776" y="2868"/>
                  </a:cxn>
                  <a:cxn ang="0">
                    <a:pos x="3633" y="2808"/>
                  </a:cxn>
                  <a:cxn ang="0">
                    <a:pos x="3477" y="2870"/>
                  </a:cxn>
                  <a:cxn ang="0">
                    <a:pos x="3277" y="2855"/>
                  </a:cxn>
                  <a:cxn ang="0">
                    <a:pos x="3111" y="3018"/>
                  </a:cxn>
                  <a:cxn ang="0">
                    <a:pos x="2877" y="3121"/>
                  </a:cxn>
                  <a:cxn ang="0">
                    <a:pos x="2431" y="3156"/>
                  </a:cxn>
                  <a:cxn ang="0">
                    <a:pos x="1959" y="3172"/>
                  </a:cxn>
                  <a:cxn ang="0">
                    <a:pos x="1684" y="3247"/>
                  </a:cxn>
                  <a:cxn ang="0">
                    <a:pos x="1405" y="3451"/>
                  </a:cxn>
                  <a:cxn ang="0">
                    <a:pos x="1192" y="3515"/>
                  </a:cxn>
                  <a:cxn ang="0">
                    <a:pos x="1093" y="3706"/>
                  </a:cxn>
                  <a:cxn ang="0">
                    <a:pos x="929" y="3891"/>
                  </a:cxn>
                  <a:cxn ang="0">
                    <a:pos x="881" y="4101"/>
                  </a:cxn>
                  <a:cxn ang="0">
                    <a:pos x="734" y="4235"/>
                  </a:cxn>
                  <a:cxn ang="0">
                    <a:pos x="516" y="4175"/>
                  </a:cxn>
                  <a:cxn ang="0">
                    <a:pos x="399" y="4280"/>
                  </a:cxn>
                  <a:cxn ang="0">
                    <a:pos x="266" y="4220"/>
                  </a:cxn>
                  <a:cxn ang="0">
                    <a:pos x="119" y="4220"/>
                  </a:cxn>
                  <a:cxn ang="0">
                    <a:pos x="0" y="4130"/>
                  </a:cxn>
                  <a:cxn ang="0">
                    <a:pos x="11" y="1731"/>
                  </a:cxn>
                  <a:cxn ang="0">
                    <a:pos x="104" y="1624"/>
                  </a:cxn>
                  <a:cxn ang="0">
                    <a:pos x="161" y="1508"/>
                  </a:cxn>
                  <a:cxn ang="0">
                    <a:pos x="419" y="1217"/>
                  </a:cxn>
                  <a:cxn ang="0">
                    <a:pos x="683" y="1029"/>
                  </a:cxn>
                  <a:cxn ang="0">
                    <a:pos x="914" y="930"/>
                  </a:cxn>
                  <a:cxn ang="0">
                    <a:pos x="1192" y="868"/>
                  </a:cxn>
                  <a:cxn ang="0">
                    <a:pos x="1433" y="519"/>
                  </a:cxn>
                  <a:cxn ang="0">
                    <a:pos x="1474" y="330"/>
                  </a:cxn>
                  <a:cxn ang="0">
                    <a:pos x="1604" y="368"/>
                  </a:cxn>
                  <a:cxn ang="0">
                    <a:pos x="1804" y="369"/>
                  </a:cxn>
                  <a:cxn ang="0">
                    <a:pos x="1956" y="275"/>
                  </a:cxn>
                </a:cxnLst>
                <a:rect l="0" t="0" r="r" b="b"/>
                <a:pathLst>
                  <a:path w="4386" h="4280">
                    <a:moveTo>
                      <a:pt x="1956" y="275"/>
                    </a:moveTo>
                    <a:lnTo>
                      <a:pt x="2097" y="235"/>
                    </a:lnTo>
                    <a:lnTo>
                      <a:pt x="2284" y="314"/>
                    </a:lnTo>
                    <a:lnTo>
                      <a:pt x="2378" y="135"/>
                    </a:lnTo>
                    <a:lnTo>
                      <a:pt x="2511" y="130"/>
                    </a:lnTo>
                    <a:lnTo>
                      <a:pt x="2702" y="269"/>
                    </a:lnTo>
                    <a:lnTo>
                      <a:pt x="3143" y="219"/>
                    </a:lnTo>
                    <a:lnTo>
                      <a:pt x="3588" y="160"/>
                    </a:lnTo>
                    <a:lnTo>
                      <a:pt x="3883" y="0"/>
                    </a:lnTo>
                    <a:lnTo>
                      <a:pt x="4086" y="55"/>
                    </a:lnTo>
                    <a:lnTo>
                      <a:pt x="4277" y="130"/>
                    </a:lnTo>
                    <a:lnTo>
                      <a:pt x="4386" y="384"/>
                    </a:lnTo>
                    <a:lnTo>
                      <a:pt x="4120" y="644"/>
                    </a:lnTo>
                    <a:lnTo>
                      <a:pt x="4061" y="1043"/>
                    </a:lnTo>
                    <a:lnTo>
                      <a:pt x="3908" y="1192"/>
                    </a:lnTo>
                    <a:lnTo>
                      <a:pt x="3898" y="1422"/>
                    </a:lnTo>
                    <a:lnTo>
                      <a:pt x="3923" y="1791"/>
                    </a:lnTo>
                    <a:lnTo>
                      <a:pt x="3855" y="2169"/>
                    </a:lnTo>
                    <a:lnTo>
                      <a:pt x="3928" y="2469"/>
                    </a:lnTo>
                    <a:lnTo>
                      <a:pt x="4028" y="2727"/>
                    </a:lnTo>
                    <a:lnTo>
                      <a:pt x="3776" y="2868"/>
                    </a:lnTo>
                    <a:lnTo>
                      <a:pt x="3633" y="2808"/>
                    </a:lnTo>
                    <a:lnTo>
                      <a:pt x="3477" y="2870"/>
                    </a:lnTo>
                    <a:lnTo>
                      <a:pt x="3277" y="2855"/>
                    </a:lnTo>
                    <a:lnTo>
                      <a:pt x="3111" y="3018"/>
                    </a:lnTo>
                    <a:lnTo>
                      <a:pt x="2877" y="3121"/>
                    </a:lnTo>
                    <a:lnTo>
                      <a:pt x="2431" y="3156"/>
                    </a:lnTo>
                    <a:lnTo>
                      <a:pt x="1959" y="3172"/>
                    </a:lnTo>
                    <a:lnTo>
                      <a:pt x="1684" y="3247"/>
                    </a:lnTo>
                    <a:lnTo>
                      <a:pt x="1405" y="3451"/>
                    </a:lnTo>
                    <a:lnTo>
                      <a:pt x="1192" y="3515"/>
                    </a:lnTo>
                    <a:lnTo>
                      <a:pt x="1093" y="3706"/>
                    </a:lnTo>
                    <a:lnTo>
                      <a:pt x="929" y="3891"/>
                    </a:lnTo>
                    <a:lnTo>
                      <a:pt x="881" y="4101"/>
                    </a:lnTo>
                    <a:lnTo>
                      <a:pt x="734" y="4235"/>
                    </a:lnTo>
                    <a:lnTo>
                      <a:pt x="516" y="4175"/>
                    </a:lnTo>
                    <a:lnTo>
                      <a:pt x="399" y="4280"/>
                    </a:lnTo>
                    <a:lnTo>
                      <a:pt x="266" y="4220"/>
                    </a:lnTo>
                    <a:lnTo>
                      <a:pt x="119" y="4220"/>
                    </a:lnTo>
                    <a:lnTo>
                      <a:pt x="0" y="4130"/>
                    </a:lnTo>
                    <a:lnTo>
                      <a:pt x="11" y="1731"/>
                    </a:lnTo>
                    <a:lnTo>
                      <a:pt x="104" y="1624"/>
                    </a:lnTo>
                    <a:lnTo>
                      <a:pt x="161" y="1508"/>
                    </a:lnTo>
                    <a:lnTo>
                      <a:pt x="419" y="1217"/>
                    </a:lnTo>
                    <a:lnTo>
                      <a:pt x="683" y="1029"/>
                    </a:lnTo>
                    <a:lnTo>
                      <a:pt x="914" y="930"/>
                    </a:lnTo>
                    <a:lnTo>
                      <a:pt x="1192" y="868"/>
                    </a:lnTo>
                    <a:lnTo>
                      <a:pt x="1433" y="519"/>
                    </a:lnTo>
                    <a:lnTo>
                      <a:pt x="1474" y="330"/>
                    </a:lnTo>
                    <a:lnTo>
                      <a:pt x="1604" y="368"/>
                    </a:lnTo>
                    <a:lnTo>
                      <a:pt x="1804" y="369"/>
                    </a:lnTo>
                    <a:lnTo>
                      <a:pt x="1956" y="275"/>
                    </a:lnTo>
                    <a:close/>
                  </a:path>
                </a:pathLst>
              </a:custGeom>
              <a:solidFill>
                <a:schemeClr val="bg1">
                  <a:lumMod val="95000"/>
                </a:schemeClr>
              </a:solidFill>
              <a:ln w="19050" cmpd="sng">
                <a:solidFill>
                  <a:schemeClr val="bg1">
                    <a:lumMod val="95000"/>
                  </a:schemeClr>
                </a:solidFill>
                <a:prstDash val="solid"/>
                <a:round/>
                <a:headEnd/>
                <a:tailEnd/>
              </a:ln>
              <a:effectLst/>
            </p:spPr>
            <p:txBody>
              <a:bodyPr/>
              <a:lstStyle/>
              <a:p>
                <a:endParaRPr lang="es-CO" kern="0" noProof="0" dirty="0">
                  <a:solidFill>
                    <a:sysClr val="windowText" lastClr="000000"/>
                  </a:solidFill>
                </a:endParaRPr>
              </a:p>
            </p:txBody>
          </p:sp>
        </p:grpSp>
        <p:sp>
          <p:nvSpPr>
            <p:cNvPr id="347" name="TextBox 346">
              <a:extLst>
                <a:ext uri="{FF2B5EF4-FFF2-40B4-BE49-F238E27FC236}">
                  <a16:creationId xmlns:a16="http://schemas.microsoft.com/office/drawing/2014/main" id="{397BBA4C-6EF9-C3D4-F4D5-7BF1390C7F8F}"/>
                </a:ext>
              </a:extLst>
            </p:cNvPr>
            <p:cNvSpPr txBox="1"/>
            <p:nvPr/>
          </p:nvSpPr>
          <p:spPr>
            <a:xfrm>
              <a:off x="3225616" y="3340056"/>
              <a:ext cx="627776" cy="261610"/>
            </a:xfrm>
            <a:prstGeom prst="rect">
              <a:avLst/>
            </a:prstGeom>
            <a:noFill/>
          </p:spPr>
          <p:txBody>
            <a:bodyPr wrap="square">
              <a:spAutoFit/>
            </a:bodyPr>
            <a:lstStyle/>
            <a:p>
              <a:pPr algn="ctr"/>
              <a:r>
                <a:rPr lang="es-CO" sz="1100" dirty="0">
                  <a:solidFill>
                    <a:schemeClr val="bg1"/>
                  </a:solidFill>
                  <a:latin typeface="Poppins SemiBold" panose="00000700000000000000" pitchFamily="2" charset="0"/>
                  <a:ea typeface="Source Serif Pro SemiBold" panose="02040703050405020204" pitchFamily="18" charset="0"/>
                  <a:cs typeface="Poppins SemiBold" panose="00000700000000000000" pitchFamily="2" charset="0"/>
                </a:rPr>
                <a:t>06%</a:t>
              </a:r>
            </a:p>
          </p:txBody>
        </p:sp>
        <p:sp>
          <p:nvSpPr>
            <p:cNvPr id="345" name="TextBox 344">
              <a:extLst>
                <a:ext uri="{FF2B5EF4-FFF2-40B4-BE49-F238E27FC236}">
                  <a16:creationId xmlns:a16="http://schemas.microsoft.com/office/drawing/2014/main" id="{F5ECDA64-4666-4192-1C6B-85F1E14EB692}"/>
                </a:ext>
              </a:extLst>
            </p:cNvPr>
            <p:cNvSpPr txBox="1"/>
            <p:nvPr/>
          </p:nvSpPr>
          <p:spPr>
            <a:xfrm>
              <a:off x="3488295" y="2186296"/>
              <a:ext cx="627776" cy="261610"/>
            </a:xfrm>
            <a:prstGeom prst="rect">
              <a:avLst/>
            </a:prstGeom>
            <a:noFill/>
          </p:spPr>
          <p:txBody>
            <a:bodyPr wrap="square">
              <a:spAutoFit/>
            </a:bodyPr>
            <a:lstStyle/>
            <a:p>
              <a:pPr algn="ctr"/>
              <a:r>
                <a:rPr lang="es-CO" sz="1100" dirty="0">
                  <a:solidFill>
                    <a:schemeClr val="bg1"/>
                  </a:solidFill>
                  <a:latin typeface="Poppins SemiBold" panose="00000700000000000000" pitchFamily="2" charset="0"/>
                  <a:ea typeface="Source Serif Pro SemiBold" panose="02040703050405020204" pitchFamily="18" charset="0"/>
                  <a:cs typeface="Poppins SemiBold" panose="00000700000000000000" pitchFamily="2" charset="0"/>
                </a:rPr>
                <a:t>09%</a:t>
              </a:r>
            </a:p>
          </p:txBody>
        </p:sp>
        <p:sp>
          <p:nvSpPr>
            <p:cNvPr id="1078" name="TextBox 1077">
              <a:extLst>
                <a:ext uri="{FF2B5EF4-FFF2-40B4-BE49-F238E27FC236}">
                  <a16:creationId xmlns:a16="http://schemas.microsoft.com/office/drawing/2014/main" id="{9C32A7A1-0981-8798-4721-6B07A1A7027B}"/>
                </a:ext>
              </a:extLst>
            </p:cNvPr>
            <p:cNvSpPr txBox="1"/>
            <p:nvPr/>
          </p:nvSpPr>
          <p:spPr>
            <a:xfrm>
              <a:off x="3283118" y="2915761"/>
              <a:ext cx="627776" cy="261610"/>
            </a:xfrm>
            <a:prstGeom prst="rect">
              <a:avLst/>
            </a:prstGeom>
            <a:noFill/>
          </p:spPr>
          <p:txBody>
            <a:bodyPr wrap="square">
              <a:spAutoFit/>
            </a:bodyPr>
            <a:lstStyle/>
            <a:p>
              <a:pPr algn="ctr"/>
              <a:r>
                <a:rPr lang="es-CO" sz="1100" dirty="0">
                  <a:solidFill>
                    <a:schemeClr val="bg1"/>
                  </a:solidFill>
                  <a:latin typeface="Poppins SemiBold" panose="00000700000000000000" pitchFamily="2" charset="0"/>
                  <a:ea typeface="Source Serif Pro SemiBold" panose="02040703050405020204" pitchFamily="18" charset="0"/>
                  <a:cs typeface="Poppins SemiBold" panose="00000700000000000000" pitchFamily="2" charset="0"/>
                </a:rPr>
                <a:t>36%</a:t>
              </a:r>
            </a:p>
          </p:txBody>
        </p:sp>
        <p:sp>
          <p:nvSpPr>
            <p:cNvPr id="346" name="TextBox 345">
              <a:extLst>
                <a:ext uri="{FF2B5EF4-FFF2-40B4-BE49-F238E27FC236}">
                  <a16:creationId xmlns:a16="http://schemas.microsoft.com/office/drawing/2014/main" id="{3D33AEB7-5760-9916-19F4-EFCC7680FC3F}"/>
                </a:ext>
              </a:extLst>
            </p:cNvPr>
            <p:cNvSpPr txBox="1"/>
            <p:nvPr/>
          </p:nvSpPr>
          <p:spPr>
            <a:xfrm>
              <a:off x="3491588" y="3529302"/>
              <a:ext cx="627776" cy="261610"/>
            </a:xfrm>
            <a:prstGeom prst="rect">
              <a:avLst/>
            </a:prstGeom>
            <a:noFill/>
          </p:spPr>
          <p:txBody>
            <a:bodyPr wrap="square">
              <a:spAutoFit/>
            </a:bodyPr>
            <a:lstStyle/>
            <a:p>
              <a:pPr algn="ctr"/>
              <a:r>
                <a:rPr lang="es-CO" sz="1100" dirty="0">
                  <a:solidFill>
                    <a:schemeClr val="bg1"/>
                  </a:solidFill>
                  <a:latin typeface="Poppins SemiBold" panose="00000700000000000000" pitchFamily="2" charset="0"/>
                  <a:ea typeface="Source Serif Pro SemiBold" panose="02040703050405020204" pitchFamily="18" charset="0"/>
                  <a:cs typeface="Poppins SemiBold" panose="00000700000000000000" pitchFamily="2" charset="0"/>
                </a:rPr>
                <a:t>40%</a:t>
              </a:r>
            </a:p>
          </p:txBody>
        </p:sp>
        <p:sp>
          <p:nvSpPr>
            <p:cNvPr id="349" name="TextBox 348">
              <a:extLst>
                <a:ext uri="{FF2B5EF4-FFF2-40B4-BE49-F238E27FC236}">
                  <a16:creationId xmlns:a16="http://schemas.microsoft.com/office/drawing/2014/main" id="{1BD936F9-78CB-E1CF-7DED-811A299EDD1B}"/>
                </a:ext>
              </a:extLst>
            </p:cNvPr>
            <p:cNvSpPr txBox="1"/>
            <p:nvPr/>
          </p:nvSpPr>
          <p:spPr>
            <a:xfrm>
              <a:off x="3848705" y="2869691"/>
              <a:ext cx="627776" cy="271403"/>
            </a:xfrm>
            <a:prstGeom prst="rect">
              <a:avLst/>
            </a:prstGeom>
            <a:noFill/>
          </p:spPr>
          <p:txBody>
            <a:bodyPr wrap="square">
              <a:spAutoFit/>
            </a:bodyPr>
            <a:lstStyle/>
            <a:p>
              <a:pPr algn="ctr"/>
              <a:r>
                <a:rPr lang="es-CO" sz="1100" dirty="0">
                  <a:solidFill>
                    <a:schemeClr val="bg2"/>
                  </a:solidFill>
                  <a:latin typeface="Poppins SemiBold" panose="00000700000000000000" pitchFamily="2" charset="0"/>
                  <a:ea typeface="Source Serif Pro SemiBold" panose="02040703050405020204" pitchFamily="18" charset="0"/>
                  <a:cs typeface="Poppins SemiBold" panose="00000700000000000000" pitchFamily="2" charset="0"/>
                </a:rPr>
                <a:t>02%</a:t>
              </a:r>
            </a:p>
          </p:txBody>
        </p:sp>
        <p:sp>
          <p:nvSpPr>
            <p:cNvPr id="348" name="TextBox 347">
              <a:extLst>
                <a:ext uri="{FF2B5EF4-FFF2-40B4-BE49-F238E27FC236}">
                  <a16:creationId xmlns:a16="http://schemas.microsoft.com/office/drawing/2014/main" id="{6DCB451A-C344-B8B0-9DE6-B56B2E5C4229}"/>
                </a:ext>
              </a:extLst>
            </p:cNvPr>
            <p:cNvSpPr txBox="1"/>
            <p:nvPr/>
          </p:nvSpPr>
          <p:spPr>
            <a:xfrm>
              <a:off x="2915363" y="3935970"/>
              <a:ext cx="627776" cy="261610"/>
            </a:xfrm>
            <a:prstGeom prst="rect">
              <a:avLst/>
            </a:prstGeom>
            <a:noFill/>
          </p:spPr>
          <p:txBody>
            <a:bodyPr wrap="square">
              <a:spAutoFit/>
            </a:bodyPr>
            <a:lstStyle/>
            <a:p>
              <a:pPr algn="ctr"/>
              <a:r>
                <a:rPr lang="es-CO" sz="1100" dirty="0">
                  <a:solidFill>
                    <a:schemeClr val="bg1"/>
                  </a:solidFill>
                  <a:latin typeface="Poppins SemiBold" panose="00000700000000000000" pitchFamily="2" charset="0"/>
                  <a:ea typeface="Source Serif Pro SemiBold" panose="02040703050405020204" pitchFamily="18" charset="0"/>
                  <a:cs typeface="Poppins SemiBold" panose="00000700000000000000" pitchFamily="2" charset="0"/>
                </a:rPr>
                <a:t>03%</a:t>
              </a:r>
            </a:p>
          </p:txBody>
        </p:sp>
      </p:grpSp>
    </p:spTree>
    <p:extLst>
      <p:ext uri="{BB962C8B-B14F-4D97-AF65-F5344CB8AC3E}">
        <p14:creationId xmlns:p14="http://schemas.microsoft.com/office/powerpoint/2010/main" val="28979613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495CE-D727-9F9B-FEFA-96D7BBBC7DA1}"/>
            </a:ext>
          </a:extLst>
        </p:cNvPr>
        <p:cNvGrpSpPr/>
        <p:nvPr/>
      </p:nvGrpSpPr>
      <p:grpSpPr>
        <a:xfrm>
          <a:off x="0" y="0"/>
          <a:ext cx="0" cy="0"/>
          <a:chOff x="0" y="0"/>
          <a:chExt cx="0" cy="0"/>
        </a:xfrm>
      </p:grpSpPr>
      <p:cxnSp>
        <p:nvCxnSpPr>
          <p:cNvPr id="13" name="Conector reto 12">
            <a:extLst>
              <a:ext uri="{FF2B5EF4-FFF2-40B4-BE49-F238E27FC236}">
                <a16:creationId xmlns:a16="http://schemas.microsoft.com/office/drawing/2014/main" id="{E2466FF1-BB2B-809F-3674-5BA91A8794FA}"/>
              </a:ext>
            </a:extLst>
          </p:cNvPr>
          <p:cNvCxnSpPr>
            <a:cxnSpLocks/>
            <a:stCxn id="17" idx="6"/>
            <a:endCxn id="35" idx="6"/>
          </p:cNvCxnSpPr>
          <p:nvPr/>
        </p:nvCxnSpPr>
        <p:spPr>
          <a:xfrm>
            <a:off x="8355802" y="2538086"/>
            <a:ext cx="3299234" cy="632077"/>
          </a:xfrm>
          <a:prstGeom prst="line">
            <a:avLst/>
          </a:prstGeom>
          <a:ln w="1905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128" name="Rectángulo: esquinas redondeadas 2">
            <a:extLst>
              <a:ext uri="{FF2B5EF4-FFF2-40B4-BE49-F238E27FC236}">
                <a16:creationId xmlns:a16="http://schemas.microsoft.com/office/drawing/2014/main" id="{E684702C-F901-3EA6-B243-433F7FD5B566}"/>
              </a:ext>
            </a:extLst>
          </p:cNvPr>
          <p:cNvSpPr/>
          <p:nvPr/>
        </p:nvSpPr>
        <p:spPr>
          <a:xfrm flipH="1">
            <a:off x="9267675" y="3195536"/>
            <a:ext cx="2924322" cy="3662464"/>
          </a:xfrm>
          <a:prstGeom prst="round1Rect">
            <a:avLst>
              <a:gd name="adj" fmla="val 18128"/>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35" name="Google Shape;234;p23">
            <a:extLst>
              <a:ext uri="{FF2B5EF4-FFF2-40B4-BE49-F238E27FC236}">
                <a16:creationId xmlns:a16="http://schemas.microsoft.com/office/drawing/2014/main" id="{71D05E62-AB37-2517-23CE-89347EA09232}"/>
              </a:ext>
            </a:extLst>
          </p:cNvPr>
          <p:cNvSpPr>
            <a:spLocks noChangeAspect="1"/>
          </p:cNvSpPr>
          <p:nvPr/>
        </p:nvSpPr>
        <p:spPr>
          <a:xfrm rot="5400000">
            <a:off x="9802373" y="2244963"/>
            <a:ext cx="1854926" cy="1850400"/>
          </a:xfrm>
          <a:prstGeom prst="teardrop">
            <a:avLst>
              <a:gd name="adj" fmla="val 100000"/>
            </a:avLst>
          </a:prstGeom>
          <a:solidFill>
            <a:schemeClr val="accent1"/>
          </a:solidFill>
          <a:ln>
            <a:noFill/>
          </a:ln>
          <a:effectLst>
            <a:outerShdw blurRad="152400" dist="38100" dir="21540000" algn="bl" rotWithShape="0">
              <a:schemeClr val="bg2">
                <a:alpha val="25000"/>
              </a:schemeClr>
            </a:outerShdw>
          </a:effectLst>
        </p:spPr>
        <p:txBody>
          <a:bodyPr spcFirstLastPara="1" wrap="square" lIns="91425" tIns="91425" rIns="91425" bIns="91425" anchor="ctr" anchorCtr="0">
            <a:noAutofit/>
          </a:bodyPr>
          <a:lstStyle/>
          <a:p>
            <a:pPr algn="ctr" defTabSz="457200"/>
            <a:endParaRPr lang="es-CO" dirty="0">
              <a:latin typeface="+mj-lt"/>
            </a:endParaRPr>
          </a:p>
        </p:txBody>
      </p:sp>
      <p:sp>
        <p:nvSpPr>
          <p:cNvPr id="12" name="Content Placeholder 11">
            <a:extLst>
              <a:ext uri="{FF2B5EF4-FFF2-40B4-BE49-F238E27FC236}">
                <a16:creationId xmlns:a16="http://schemas.microsoft.com/office/drawing/2014/main" id="{1FED161E-7CF0-9872-B74B-59BB69112E35}"/>
              </a:ext>
            </a:extLst>
          </p:cNvPr>
          <p:cNvSpPr>
            <a:spLocks noGrp="1"/>
          </p:cNvSpPr>
          <p:nvPr>
            <p:ph sz="quarter" idx="13"/>
          </p:nvPr>
        </p:nvSpPr>
        <p:spPr/>
        <p:txBody>
          <a:bodyPr/>
          <a:lstStyle/>
          <a:p>
            <a:r>
              <a:rPr lang="en-US" dirty="0"/>
              <a:t>We have well-defined growth strategies, focusing on diversifying our business to strengthen our position as the leading specialty distributor in the region</a:t>
            </a:r>
          </a:p>
        </p:txBody>
      </p:sp>
      <p:cxnSp>
        <p:nvCxnSpPr>
          <p:cNvPr id="11" name="Conector reto 10">
            <a:extLst>
              <a:ext uri="{FF2B5EF4-FFF2-40B4-BE49-F238E27FC236}">
                <a16:creationId xmlns:a16="http://schemas.microsoft.com/office/drawing/2014/main" id="{56AF95EC-E694-BFC3-343E-E736B7043307}"/>
              </a:ext>
            </a:extLst>
          </p:cNvPr>
          <p:cNvCxnSpPr>
            <a:cxnSpLocks/>
            <a:stCxn id="10" idx="6"/>
            <a:endCxn id="17" idx="2"/>
          </p:cNvCxnSpPr>
          <p:nvPr/>
        </p:nvCxnSpPr>
        <p:spPr>
          <a:xfrm flipV="1">
            <a:off x="5501652" y="2538086"/>
            <a:ext cx="1004342" cy="551703"/>
          </a:xfrm>
          <a:prstGeom prst="line">
            <a:avLst/>
          </a:prstGeom>
          <a:ln w="1905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4" name="Conector reto 3">
            <a:extLst>
              <a:ext uri="{FF2B5EF4-FFF2-40B4-BE49-F238E27FC236}">
                <a16:creationId xmlns:a16="http://schemas.microsoft.com/office/drawing/2014/main" id="{77ED2C61-F588-A672-8E05-2C204F6846DB}"/>
              </a:ext>
            </a:extLst>
          </p:cNvPr>
          <p:cNvCxnSpPr>
            <a:cxnSpLocks/>
            <a:stCxn id="9" idx="6"/>
            <a:endCxn id="10" idx="2"/>
          </p:cNvCxnSpPr>
          <p:nvPr/>
        </p:nvCxnSpPr>
        <p:spPr>
          <a:xfrm>
            <a:off x="2584879" y="2487747"/>
            <a:ext cx="1066965" cy="602042"/>
          </a:xfrm>
          <a:prstGeom prst="line">
            <a:avLst/>
          </a:prstGeom>
          <a:ln w="1905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11D252AB-2D2F-1F30-668A-F5AD1D0EBEC4}"/>
              </a:ext>
            </a:extLst>
          </p:cNvPr>
          <p:cNvSpPr>
            <a:spLocks noGrp="1"/>
          </p:cNvSpPr>
          <p:nvPr>
            <p:ph type="title"/>
          </p:nvPr>
        </p:nvSpPr>
        <p:spPr/>
        <p:txBody>
          <a:bodyPr/>
          <a:lstStyle/>
          <a:p>
            <a:r>
              <a:rPr lang="en-US" noProof="0" dirty="0"/>
              <a:t>Growth Avenues</a:t>
            </a:r>
          </a:p>
        </p:txBody>
      </p:sp>
      <p:sp>
        <p:nvSpPr>
          <p:cNvPr id="15" name="Text Placeholder 14">
            <a:extLst>
              <a:ext uri="{FF2B5EF4-FFF2-40B4-BE49-F238E27FC236}">
                <a16:creationId xmlns:a16="http://schemas.microsoft.com/office/drawing/2014/main" id="{BD91DDAA-9E36-E8C4-1D37-6F8FD870299E}"/>
              </a:ext>
            </a:extLst>
          </p:cNvPr>
          <p:cNvSpPr>
            <a:spLocks noGrp="1"/>
          </p:cNvSpPr>
          <p:nvPr>
            <p:ph type="body" sz="quarter" idx="36"/>
          </p:nvPr>
        </p:nvSpPr>
        <p:spPr/>
        <p:txBody>
          <a:bodyPr/>
          <a:lstStyle/>
          <a:p>
            <a:endParaRPr lang="pt-BR"/>
          </a:p>
        </p:txBody>
      </p:sp>
      <p:grpSp>
        <p:nvGrpSpPr>
          <p:cNvPr id="48" name="Agrupar 991">
            <a:extLst>
              <a:ext uri="{FF2B5EF4-FFF2-40B4-BE49-F238E27FC236}">
                <a16:creationId xmlns:a16="http://schemas.microsoft.com/office/drawing/2014/main" id="{2B1B887C-F93C-2524-68CA-84238A3BEED6}"/>
              </a:ext>
            </a:extLst>
          </p:cNvPr>
          <p:cNvGrpSpPr/>
          <p:nvPr/>
        </p:nvGrpSpPr>
        <p:grpSpPr>
          <a:xfrm>
            <a:off x="10391004" y="2888054"/>
            <a:ext cx="677664" cy="564218"/>
            <a:chOff x="9323388" y="2900364"/>
            <a:chExt cx="360362" cy="300037"/>
          </a:xfrm>
        </p:grpSpPr>
        <p:sp>
          <p:nvSpPr>
            <p:cNvPr id="49" name="Freeform 898">
              <a:extLst>
                <a:ext uri="{FF2B5EF4-FFF2-40B4-BE49-F238E27FC236}">
                  <a16:creationId xmlns:a16="http://schemas.microsoft.com/office/drawing/2014/main" id="{D4C596EE-0114-8285-0B2C-A0A1D6F8B6BA}"/>
                </a:ext>
              </a:extLst>
            </p:cNvPr>
            <p:cNvSpPr>
              <a:spLocks/>
            </p:cNvSpPr>
            <p:nvPr/>
          </p:nvSpPr>
          <p:spPr bwMode="auto">
            <a:xfrm>
              <a:off x="9599613" y="3079751"/>
              <a:ext cx="80963" cy="50800"/>
            </a:xfrm>
            <a:custGeom>
              <a:avLst/>
              <a:gdLst>
                <a:gd name="T0" fmla="*/ 14 w 24"/>
                <a:gd name="T1" fmla="*/ 15 h 15"/>
                <a:gd name="T2" fmla="*/ 24 w 24"/>
                <a:gd name="T3" fmla="*/ 5 h 15"/>
                <a:gd name="T4" fmla="*/ 0 w 24"/>
                <a:gd name="T5" fmla="*/ 14 h 15"/>
              </a:gdLst>
              <a:ahLst/>
              <a:cxnLst>
                <a:cxn ang="0">
                  <a:pos x="T0" y="T1"/>
                </a:cxn>
                <a:cxn ang="0">
                  <a:pos x="T2" y="T3"/>
                </a:cxn>
                <a:cxn ang="0">
                  <a:pos x="T4" y="T5"/>
                </a:cxn>
              </a:cxnLst>
              <a:rect l="0" t="0" r="r" b="b"/>
              <a:pathLst>
                <a:path w="24" h="15">
                  <a:moveTo>
                    <a:pt x="14" y="15"/>
                  </a:moveTo>
                  <a:cubicBezTo>
                    <a:pt x="18" y="14"/>
                    <a:pt x="20" y="11"/>
                    <a:pt x="24" y="5"/>
                  </a:cubicBezTo>
                  <a:cubicBezTo>
                    <a:pt x="15" y="0"/>
                    <a:pt x="6" y="3"/>
                    <a:pt x="0" y="14"/>
                  </a:cubicBezTo>
                </a:path>
              </a:pathLst>
            </a:custGeom>
            <a:noFill/>
            <a:ln w="1270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noProof="0" dirty="0">
                <a:latin typeface="+mj-lt"/>
              </a:endParaRPr>
            </a:p>
          </p:txBody>
        </p:sp>
        <p:sp>
          <p:nvSpPr>
            <p:cNvPr id="50" name="Freeform 899">
              <a:extLst>
                <a:ext uri="{FF2B5EF4-FFF2-40B4-BE49-F238E27FC236}">
                  <a16:creationId xmlns:a16="http://schemas.microsoft.com/office/drawing/2014/main" id="{D5C482A8-A475-1E66-6D7E-CF8188D931DB}"/>
                </a:ext>
              </a:extLst>
            </p:cNvPr>
            <p:cNvSpPr>
              <a:spLocks/>
            </p:cNvSpPr>
            <p:nvPr/>
          </p:nvSpPr>
          <p:spPr bwMode="auto">
            <a:xfrm>
              <a:off x="9559925" y="3136901"/>
              <a:ext cx="87313" cy="63500"/>
            </a:xfrm>
            <a:custGeom>
              <a:avLst/>
              <a:gdLst>
                <a:gd name="T0" fmla="*/ 0 w 26"/>
                <a:gd name="T1" fmla="*/ 9 h 19"/>
                <a:gd name="T2" fmla="*/ 26 w 26"/>
                <a:gd name="T3" fmla="*/ 7 h 19"/>
                <a:gd name="T4" fmla="*/ 0 w 26"/>
                <a:gd name="T5" fmla="*/ 9 h 19"/>
              </a:gdLst>
              <a:ahLst/>
              <a:cxnLst>
                <a:cxn ang="0">
                  <a:pos x="T0" y="T1"/>
                </a:cxn>
                <a:cxn ang="0">
                  <a:pos x="T2" y="T3"/>
                </a:cxn>
                <a:cxn ang="0">
                  <a:pos x="T4" y="T5"/>
                </a:cxn>
              </a:cxnLst>
              <a:rect l="0" t="0" r="r" b="b"/>
              <a:pathLst>
                <a:path w="26" h="19">
                  <a:moveTo>
                    <a:pt x="0" y="9"/>
                  </a:moveTo>
                  <a:cubicBezTo>
                    <a:pt x="6" y="15"/>
                    <a:pt x="15" y="19"/>
                    <a:pt x="26" y="7"/>
                  </a:cubicBezTo>
                  <a:cubicBezTo>
                    <a:pt x="19" y="0"/>
                    <a:pt x="9" y="1"/>
                    <a:pt x="0" y="9"/>
                  </a:cubicBezTo>
                  <a:close/>
                </a:path>
              </a:pathLst>
            </a:custGeom>
            <a:noFill/>
            <a:ln w="1270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noProof="0" dirty="0">
                <a:latin typeface="+mj-lt"/>
              </a:endParaRPr>
            </a:p>
          </p:txBody>
        </p:sp>
        <p:sp>
          <p:nvSpPr>
            <p:cNvPr id="51" name="Freeform 900">
              <a:extLst>
                <a:ext uri="{FF2B5EF4-FFF2-40B4-BE49-F238E27FC236}">
                  <a16:creationId xmlns:a16="http://schemas.microsoft.com/office/drawing/2014/main" id="{6D022C15-396F-6982-A83E-42857A09BD97}"/>
                </a:ext>
              </a:extLst>
            </p:cNvPr>
            <p:cNvSpPr>
              <a:spLocks/>
            </p:cNvSpPr>
            <p:nvPr/>
          </p:nvSpPr>
          <p:spPr bwMode="auto">
            <a:xfrm>
              <a:off x="9620250" y="3014664"/>
              <a:ext cx="63500" cy="61913"/>
            </a:xfrm>
            <a:custGeom>
              <a:avLst/>
              <a:gdLst>
                <a:gd name="T0" fmla="*/ 12 w 19"/>
                <a:gd name="T1" fmla="*/ 16 h 18"/>
                <a:gd name="T2" fmla="*/ 19 w 19"/>
                <a:gd name="T3" fmla="*/ 0 h 18"/>
                <a:gd name="T4" fmla="*/ 0 w 19"/>
                <a:gd name="T5" fmla="*/ 18 h 18"/>
              </a:gdLst>
              <a:ahLst/>
              <a:cxnLst>
                <a:cxn ang="0">
                  <a:pos x="T0" y="T1"/>
                </a:cxn>
                <a:cxn ang="0">
                  <a:pos x="T2" y="T3"/>
                </a:cxn>
                <a:cxn ang="0">
                  <a:pos x="T4" y="T5"/>
                </a:cxn>
              </a:cxnLst>
              <a:rect l="0" t="0" r="r" b="b"/>
              <a:pathLst>
                <a:path w="19" h="18">
                  <a:moveTo>
                    <a:pt x="12" y="16"/>
                  </a:moveTo>
                  <a:cubicBezTo>
                    <a:pt x="15" y="13"/>
                    <a:pt x="18" y="9"/>
                    <a:pt x="19" y="0"/>
                  </a:cubicBezTo>
                  <a:cubicBezTo>
                    <a:pt x="9" y="0"/>
                    <a:pt x="1" y="7"/>
                    <a:pt x="0" y="18"/>
                  </a:cubicBezTo>
                </a:path>
              </a:pathLst>
            </a:custGeom>
            <a:noFill/>
            <a:ln w="1270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noProof="0" dirty="0">
                <a:latin typeface="+mj-lt"/>
              </a:endParaRPr>
            </a:p>
          </p:txBody>
        </p:sp>
        <p:sp>
          <p:nvSpPr>
            <p:cNvPr id="52" name="Freeform 901">
              <a:extLst>
                <a:ext uri="{FF2B5EF4-FFF2-40B4-BE49-F238E27FC236}">
                  <a16:creationId xmlns:a16="http://schemas.microsoft.com/office/drawing/2014/main" id="{784934AF-A660-5E32-D64B-B56020A9C863}"/>
                </a:ext>
              </a:extLst>
            </p:cNvPr>
            <p:cNvSpPr>
              <a:spLocks/>
            </p:cNvSpPr>
            <p:nvPr/>
          </p:nvSpPr>
          <p:spPr bwMode="auto">
            <a:xfrm>
              <a:off x="9605963" y="2944814"/>
              <a:ext cx="58738" cy="80963"/>
            </a:xfrm>
            <a:custGeom>
              <a:avLst/>
              <a:gdLst>
                <a:gd name="T0" fmla="*/ 13 w 17"/>
                <a:gd name="T1" fmla="*/ 17 h 24"/>
                <a:gd name="T2" fmla="*/ 14 w 17"/>
                <a:gd name="T3" fmla="*/ 0 h 24"/>
                <a:gd name="T4" fmla="*/ 4 w 17"/>
                <a:gd name="T5" fmla="*/ 24 h 24"/>
              </a:gdLst>
              <a:ahLst/>
              <a:cxnLst>
                <a:cxn ang="0">
                  <a:pos x="T0" y="T1"/>
                </a:cxn>
                <a:cxn ang="0">
                  <a:pos x="T2" y="T3"/>
                </a:cxn>
                <a:cxn ang="0">
                  <a:pos x="T4" y="T5"/>
                </a:cxn>
              </a:cxnLst>
              <a:rect l="0" t="0" r="r" b="b"/>
              <a:pathLst>
                <a:path w="17" h="24">
                  <a:moveTo>
                    <a:pt x="13" y="17"/>
                  </a:moveTo>
                  <a:cubicBezTo>
                    <a:pt x="16" y="14"/>
                    <a:pt x="17" y="8"/>
                    <a:pt x="14" y="0"/>
                  </a:cubicBezTo>
                  <a:cubicBezTo>
                    <a:pt x="5" y="3"/>
                    <a:pt x="0" y="12"/>
                    <a:pt x="4" y="24"/>
                  </a:cubicBezTo>
                </a:path>
              </a:pathLst>
            </a:custGeom>
            <a:noFill/>
            <a:ln w="1270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noProof="0" dirty="0">
                <a:latin typeface="+mj-lt"/>
              </a:endParaRPr>
            </a:p>
          </p:txBody>
        </p:sp>
        <p:sp>
          <p:nvSpPr>
            <p:cNvPr id="53" name="Freeform 902">
              <a:extLst>
                <a:ext uri="{FF2B5EF4-FFF2-40B4-BE49-F238E27FC236}">
                  <a16:creationId xmlns:a16="http://schemas.microsoft.com/office/drawing/2014/main" id="{11349C97-502F-03DB-9F11-A5971B0867B8}"/>
                </a:ext>
              </a:extLst>
            </p:cNvPr>
            <p:cNvSpPr>
              <a:spLocks/>
            </p:cNvSpPr>
            <p:nvPr/>
          </p:nvSpPr>
          <p:spPr bwMode="auto">
            <a:xfrm>
              <a:off x="9326563" y="3079751"/>
              <a:ext cx="80963" cy="50800"/>
            </a:xfrm>
            <a:custGeom>
              <a:avLst/>
              <a:gdLst>
                <a:gd name="T0" fmla="*/ 9 w 24"/>
                <a:gd name="T1" fmla="*/ 15 h 15"/>
                <a:gd name="T2" fmla="*/ 0 w 24"/>
                <a:gd name="T3" fmla="*/ 5 h 15"/>
                <a:gd name="T4" fmla="*/ 24 w 24"/>
                <a:gd name="T5" fmla="*/ 14 h 15"/>
              </a:gdLst>
              <a:ahLst/>
              <a:cxnLst>
                <a:cxn ang="0">
                  <a:pos x="T0" y="T1"/>
                </a:cxn>
                <a:cxn ang="0">
                  <a:pos x="T2" y="T3"/>
                </a:cxn>
                <a:cxn ang="0">
                  <a:pos x="T4" y="T5"/>
                </a:cxn>
              </a:cxnLst>
              <a:rect l="0" t="0" r="r" b="b"/>
              <a:pathLst>
                <a:path w="24" h="15">
                  <a:moveTo>
                    <a:pt x="9" y="15"/>
                  </a:moveTo>
                  <a:cubicBezTo>
                    <a:pt x="6" y="14"/>
                    <a:pt x="3" y="11"/>
                    <a:pt x="0" y="5"/>
                  </a:cubicBezTo>
                  <a:cubicBezTo>
                    <a:pt x="9" y="0"/>
                    <a:pt x="18" y="3"/>
                    <a:pt x="24" y="14"/>
                  </a:cubicBezTo>
                </a:path>
              </a:pathLst>
            </a:custGeom>
            <a:noFill/>
            <a:ln w="1270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noProof="0" dirty="0">
                <a:latin typeface="+mj-lt"/>
              </a:endParaRPr>
            </a:p>
          </p:txBody>
        </p:sp>
        <p:sp>
          <p:nvSpPr>
            <p:cNvPr id="54" name="Freeform 903">
              <a:extLst>
                <a:ext uri="{FF2B5EF4-FFF2-40B4-BE49-F238E27FC236}">
                  <a16:creationId xmlns:a16="http://schemas.microsoft.com/office/drawing/2014/main" id="{12A3CE07-2B52-8E80-4DB9-F46B3E0C75A2}"/>
                </a:ext>
              </a:extLst>
            </p:cNvPr>
            <p:cNvSpPr>
              <a:spLocks/>
            </p:cNvSpPr>
            <p:nvPr/>
          </p:nvSpPr>
          <p:spPr bwMode="auto">
            <a:xfrm>
              <a:off x="9359900" y="3136901"/>
              <a:ext cx="84138" cy="63500"/>
            </a:xfrm>
            <a:custGeom>
              <a:avLst/>
              <a:gdLst>
                <a:gd name="T0" fmla="*/ 25 w 25"/>
                <a:gd name="T1" fmla="*/ 9 h 19"/>
                <a:gd name="T2" fmla="*/ 0 w 25"/>
                <a:gd name="T3" fmla="*/ 7 h 19"/>
                <a:gd name="T4" fmla="*/ 25 w 25"/>
                <a:gd name="T5" fmla="*/ 9 h 19"/>
              </a:gdLst>
              <a:ahLst/>
              <a:cxnLst>
                <a:cxn ang="0">
                  <a:pos x="T0" y="T1"/>
                </a:cxn>
                <a:cxn ang="0">
                  <a:pos x="T2" y="T3"/>
                </a:cxn>
                <a:cxn ang="0">
                  <a:pos x="T4" y="T5"/>
                </a:cxn>
              </a:cxnLst>
              <a:rect l="0" t="0" r="r" b="b"/>
              <a:pathLst>
                <a:path w="25" h="19">
                  <a:moveTo>
                    <a:pt x="25" y="9"/>
                  </a:moveTo>
                  <a:cubicBezTo>
                    <a:pt x="20" y="15"/>
                    <a:pt x="11" y="19"/>
                    <a:pt x="0" y="7"/>
                  </a:cubicBezTo>
                  <a:cubicBezTo>
                    <a:pt x="7" y="0"/>
                    <a:pt x="17" y="1"/>
                    <a:pt x="25" y="9"/>
                  </a:cubicBezTo>
                  <a:close/>
                </a:path>
              </a:pathLst>
            </a:custGeom>
            <a:noFill/>
            <a:ln w="1270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noProof="0" dirty="0">
                <a:latin typeface="+mj-lt"/>
              </a:endParaRPr>
            </a:p>
          </p:txBody>
        </p:sp>
        <p:sp>
          <p:nvSpPr>
            <p:cNvPr id="55" name="Freeform 904">
              <a:extLst>
                <a:ext uri="{FF2B5EF4-FFF2-40B4-BE49-F238E27FC236}">
                  <a16:creationId xmlns:a16="http://schemas.microsoft.com/office/drawing/2014/main" id="{8D54A9ED-BA6D-FB91-A059-A3559E07CC63}"/>
                </a:ext>
              </a:extLst>
            </p:cNvPr>
            <p:cNvSpPr>
              <a:spLocks/>
            </p:cNvSpPr>
            <p:nvPr/>
          </p:nvSpPr>
          <p:spPr bwMode="auto">
            <a:xfrm>
              <a:off x="9323388" y="3014664"/>
              <a:ext cx="60325" cy="61913"/>
            </a:xfrm>
            <a:custGeom>
              <a:avLst/>
              <a:gdLst>
                <a:gd name="T0" fmla="*/ 7 w 18"/>
                <a:gd name="T1" fmla="*/ 16 h 18"/>
                <a:gd name="T2" fmla="*/ 0 w 18"/>
                <a:gd name="T3" fmla="*/ 0 h 18"/>
                <a:gd name="T4" fmla="*/ 18 w 18"/>
                <a:gd name="T5" fmla="*/ 18 h 18"/>
              </a:gdLst>
              <a:ahLst/>
              <a:cxnLst>
                <a:cxn ang="0">
                  <a:pos x="T0" y="T1"/>
                </a:cxn>
                <a:cxn ang="0">
                  <a:pos x="T2" y="T3"/>
                </a:cxn>
                <a:cxn ang="0">
                  <a:pos x="T4" y="T5"/>
                </a:cxn>
              </a:cxnLst>
              <a:rect l="0" t="0" r="r" b="b"/>
              <a:pathLst>
                <a:path w="18" h="18">
                  <a:moveTo>
                    <a:pt x="7" y="16"/>
                  </a:moveTo>
                  <a:cubicBezTo>
                    <a:pt x="3" y="13"/>
                    <a:pt x="1" y="9"/>
                    <a:pt x="0" y="0"/>
                  </a:cubicBezTo>
                  <a:cubicBezTo>
                    <a:pt x="10" y="0"/>
                    <a:pt x="18" y="7"/>
                    <a:pt x="18" y="18"/>
                  </a:cubicBezTo>
                </a:path>
              </a:pathLst>
            </a:custGeom>
            <a:noFill/>
            <a:ln w="1270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noProof="0" dirty="0">
                <a:latin typeface="+mj-lt"/>
              </a:endParaRPr>
            </a:p>
          </p:txBody>
        </p:sp>
        <p:sp>
          <p:nvSpPr>
            <p:cNvPr id="56" name="Freeform 905">
              <a:extLst>
                <a:ext uri="{FF2B5EF4-FFF2-40B4-BE49-F238E27FC236}">
                  <a16:creationId xmlns:a16="http://schemas.microsoft.com/office/drawing/2014/main" id="{B4DE254A-F62F-A923-230D-019700DF15FF}"/>
                </a:ext>
              </a:extLst>
            </p:cNvPr>
            <p:cNvSpPr>
              <a:spLocks/>
            </p:cNvSpPr>
            <p:nvPr/>
          </p:nvSpPr>
          <p:spPr bwMode="auto">
            <a:xfrm>
              <a:off x="9344025" y="2944814"/>
              <a:ext cx="57150" cy="80963"/>
            </a:xfrm>
            <a:custGeom>
              <a:avLst/>
              <a:gdLst>
                <a:gd name="T0" fmla="*/ 3 w 17"/>
                <a:gd name="T1" fmla="*/ 17 h 24"/>
                <a:gd name="T2" fmla="*/ 3 w 17"/>
                <a:gd name="T3" fmla="*/ 0 h 24"/>
                <a:gd name="T4" fmla="*/ 13 w 17"/>
                <a:gd name="T5" fmla="*/ 24 h 24"/>
              </a:gdLst>
              <a:ahLst/>
              <a:cxnLst>
                <a:cxn ang="0">
                  <a:pos x="T0" y="T1"/>
                </a:cxn>
                <a:cxn ang="0">
                  <a:pos x="T2" y="T3"/>
                </a:cxn>
                <a:cxn ang="0">
                  <a:pos x="T4" y="T5"/>
                </a:cxn>
              </a:cxnLst>
              <a:rect l="0" t="0" r="r" b="b"/>
              <a:pathLst>
                <a:path w="17" h="24">
                  <a:moveTo>
                    <a:pt x="3" y="17"/>
                  </a:moveTo>
                  <a:cubicBezTo>
                    <a:pt x="1" y="14"/>
                    <a:pt x="0" y="8"/>
                    <a:pt x="3" y="0"/>
                  </a:cubicBezTo>
                  <a:cubicBezTo>
                    <a:pt x="12" y="3"/>
                    <a:pt x="17" y="12"/>
                    <a:pt x="13" y="24"/>
                  </a:cubicBezTo>
                </a:path>
              </a:pathLst>
            </a:custGeom>
            <a:noFill/>
            <a:ln w="1270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noProof="0" dirty="0">
                <a:latin typeface="+mj-lt"/>
              </a:endParaRPr>
            </a:p>
          </p:txBody>
        </p:sp>
        <p:sp>
          <p:nvSpPr>
            <p:cNvPr id="57" name="Freeform 906">
              <a:extLst>
                <a:ext uri="{FF2B5EF4-FFF2-40B4-BE49-F238E27FC236}">
                  <a16:creationId xmlns:a16="http://schemas.microsoft.com/office/drawing/2014/main" id="{A995A934-A17E-DEA2-8DBC-8329FD8DB8FF}"/>
                </a:ext>
              </a:extLst>
            </p:cNvPr>
            <p:cNvSpPr>
              <a:spLocks/>
            </p:cNvSpPr>
            <p:nvPr/>
          </p:nvSpPr>
          <p:spPr bwMode="auto">
            <a:xfrm>
              <a:off x="9424988" y="2974976"/>
              <a:ext cx="157163" cy="147638"/>
            </a:xfrm>
            <a:custGeom>
              <a:avLst/>
              <a:gdLst>
                <a:gd name="T0" fmla="*/ 48 w 99"/>
                <a:gd name="T1" fmla="*/ 0 h 93"/>
                <a:gd name="T2" fmla="*/ 63 w 99"/>
                <a:gd name="T3" fmla="*/ 34 h 93"/>
                <a:gd name="T4" fmla="*/ 99 w 99"/>
                <a:gd name="T5" fmla="*/ 36 h 93"/>
                <a:gd name="T6" fmla="*/ 72 w 99"/>
                <a:gd name="T7" fmla="*/ 59 h 93"/>
                <a:gd name="T8" fmla="*/ 80 w 99"/>
                <a:gd name="T9" fmla="*/ 93 h 93"/>
                <a:gd name="T10" fmla="*/ 48 w 99"/>
                <a:gd name="T11" fmla="*/ 76 h 93"/>
                <a:gd name="T12" fmla="*/ 19 w 99"/>
                <a:gd name="T13" fmla="*/ 93 h 93"/>
                <a:gd name="T14" fmla="*/ 27 w 99"/>
                <a:gd name="T15" fmla="*/ 59 h 93"/>
                <a:gd name="T16" fmla="*/ 0 w 99"/>
                <a:gd name="T17" fmla="*/ 36 h 93"/>
                <a:gd name="T18" fmla="*/ 36 w 99"/>
                <a:gd name="T19" fmla="*/ 34 h 93"/>
                <a:gd name="T20" fmla="*/ 48 w 99"/>
                <a:gd name="T21" fmla="*/ 0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 h="93">
                  <a:moveTo>
                    <a:pt x="48" y="0"/>
                  </a:moveTo>
                  <a:lnTo>
                    <a:pt x="63" y="34"/>
                  </a:lnTo>
                  <a:lnTo>
                    <a:pt x="99" y="36"/>
                  </a:lnTo>
                  <a:lnTo>
                    <a:pt x="72" y="59"/>
                  </a:lnTo>
                  <a:lnTo>
                    <a:pt x="80" y="93"/>
                  </a:lnTo>
                  <a:lnTo>
                    <a:pt x="48" y="76"/>
                  </a:lnTo>
                  <a:lnTo>
                    <a:pt x="19" y="93"/>
                  </a:lnTo>
                  <a:lnTo>
                    <a:pt x="27" y="59"/>
                  </a:lnTo>
                  <a:lnTo>
                    <a:pt x="0" y="36"/>
                  </a:lnTo>
                  <a:lnTo>
                    <a:pt x="36" y="34"/>
                  </a:lnTo>
                  <a:lnTo>
                    <a:pt x="48" y="0"/>
                  </a:lnTo>
                  <a:close/>
                </a:path>
              </a:pathLst>
            </a:custGeom>
            <a:noFill/>
            <a:ln w="1270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noProof="0" dirty="0">
                <a:latin typeface="+mj-lt"/>
              </a:endParaRPr>
            </a:p>
          </p:txBody>
        </p:sp>
        <p:sp>
          <p:nvSpPr>
            <p:cNvPr id="58" name="Line 907">
              <a:extLst>
                <a:ext uri="{FF2B5EF4-FFF2-40B4-BE49-F238E27FC236}">
                  <a16:creationId xmlns:a16="http://schemas.microsoft.com/office/drawing/2014/main" id="{7B02FEFA-7FF7-8737-9222-DC1EDFA10566}"/>
                </a:ext>
              </a:extLst>
            </p:cNvPr>
            <p:cNvSpPr>
              <a:spLocks noChangeShapeType="1"/>
            </p:cNvSpPr>
            <p:nvPr/>
          </p:nvSpPr>
          <p:spPr bwMode="auto">
            <a:xfrm>
              <a:off x="9501188" y="2900364"/>
              <a:ext cx="0" cy="36513"/>
            </a:xfrm>
            <a:prstGeom prst="line">
              <a:avLst/>
            </a:prstGeom>
            <a:noFill/>
            <a:ln w="12700" cap="flat">
              <a:solidFill>
                <a:schemeClr val="accent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noProof="0" dirty="0">
                <a:latin typeface="+mj-lt"/>
              </a:endParaRPr>
            </a:p>
          </p:txBody>
        </p:sp>
        <p:sp>
          <p:nvSpPr>
            <p:cNvPr id="59" name="Line 908">
              <a:extLst>
                <a:ext uri="{FF2B5EF4-FFF2-40B4-BE49-F238E27FC236}">
                  <a16:creationId xmlns:a16="http://schemas.microsoft.com/office/drawing/2014/main" id="{7CF2F93B-CA77-3ABB-68A9-057DBDB7B25B}"/>
                </a:ext>
              </a:extLst>
            </p:cNvPr>
            <p:cNvSpPr>
              <a:spLocks noChangeShapeType="1"/>
            </p:cNvSpPr>
            <p:nvPr/>
          </p:nvSpPr>
          <p:spPr bwMode="auto">
            <a:xfrm>
              <a:off x="9424988" y="2927351"/>
              <a:ext cx="22225" cy="30163"/>
            </a:xfrm>
            <a:prstGeom prst="line">
              <a:avLst/>
            </a:prstGeom>
            <a:noFill/>
            <a:ln w="12700" cap="flat">
              <a:solidFill>
                <a:schemeClr val="accent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noProof="0" dirty="0">
                <a:latin typeface="+mj-lt"/>
              </a:endParaRPr>
            </a:p>
          </p:txBody>
        </p:sp>
        <p:sp>
          <p:nvSpPr>
            <p:cNvPr id="60" name="Line 909">
              <a:extLst>
                <a:ext uri="{FF2B5EF4-FFF2-40B4-BE49-F238E27FC236}">
                  <a16:creationId xmlns:a16="http://schemas.microsoft.com/office/drawing/2014/main" id="{5AA4DB2F-AC15-75A5-740B-68316A5D4A6C}"/>
                </a:ext>
              </a:extLst>
            </p:cNvPr>
            <p:cNvSpPr>
              <a:spLocks noChangeShapeType="1"/>
            </p:cNvSpPr>
            <p:nvPr/>
          </p:nvSpPr>
          <p:spPr bwMode="auto">
            <a:xfrm flipH="1">
              <a:off x="9559925" y="2927351"/>
              <a:ext cx="22225" cy="30163"/>
            </a:xfrm>
            <a:prstGeom prst="line">
              <a:avLst/>
            </a:prstGeom>
            <a:noFill/>
            <a:ln w="12700" cap="flat">
              <a:solidFill>
                <a:schemeClr val="accent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noProof="0" dirty="0">
                <a:latin typeface="+mj-lt"/>
              </a:endParaRPr>
            </a:p>
          </p:txBody>
        </p:sp>
      </p:grpSp>
      <p:sp>
        <p:nvSpPr>
          <p:cNvPr id="9" name="Fluxograma: Conector 8">
            <a:extLst>
              <a:ext uri="{FF2B5EF4-FFF2-40B4-BE49-F238E27FC236}">
                <a16:creationId xmlns:a16="http://schemas.microsoft.com/office/drawing/2014/main" id="{3EF88D3F-5041-9E79-972E-DF152D0875E0}"/>
              </a:ext>
            </a:extLst>
          </p:cNvPr>
          <p:cNvSpPr/>
          <p:nvPr/>
        </p:nvSpPr>
        <p:spPr>
          <a:xfrm>
            <a:off x="735071" y="1562843"/>
            <a:ext cx="1849808" cy="1849808"/>
          </a:xfrm>
          <a:prstGeom prst="flowChartConnector">
            <a:avLst/>
          </a:prstGeom>
          <a:solidFill>
            <a:schemeClr val="bg2"/>
          </a:solidFill>
          <a:ln>
            <a:noFill/>
          </a:ln>
          <a:effectLst>
            <a:outerShdw blurRad="152400" dist="38100" dir="21540000" algn="bl" rotWithShape="0">
              <a:schemeClr val="bg2">
                <a:alpha val="25000"/>
              </a:schemeClr>
            </a:outerShdw>
          </a:effectLst>
        </p:spPr>
        <p:txBody>
          <a:bodyPr spcFirstLastPara="1" wrap="square" lIns="91425" tIns="91425" rIns="91425" bIns="91425" anchor="ctr" anchorCtr="0">
            <a:noAutofit/>
          </a:bodyPr>
          <a:lstStyle/>
          <a:p>
            <a:pPr algn="ctr" defTabSz="457200"/>
            <a:endParaRPr lang="pt-BR" dirty="0" err="1">
              <a:solidFill>
                <a:schemeClr val="tx1"/>
              </a:solidFill>
              <a:latin typeface="+mj-lt"/>
            </a:endParaRPr>
          </a:p>
        </p:txBody>
      </p:sp>
      <p:sp>
        <p:nvSpPr>
          <p:cNvPr id="42" name="CaixaDeTexto 41">
            <a:extLst>
              <a:ext uri="{FF2B5EF4-FFF2-40B4-BE49-F238E27FC236}">
                <a16:creationId xmlns:a16="http://schemas.microsoft.com/office/drawing/2014/main" id="{53B3AE91-AA7C-070F-666D-B50C07312F11}"/>
              </a:ext>
            </a:extLst>
          </p:cNvPr>
          <p:cNvSpPr txBox="1"/>
          <p:nvPr/>
        </p:nvSpPr>
        <p:spPr>
          <a:xfrm>
            <a:off x="985237" y="2265859"/>
            <a:ext cx="1320468" cy="457689"/>
          </a:xfrm>
          <a:prstGeom prst="rect">
            <a:avLst/>
          </a:prstGeom>
          <a:noFill/>
        </p:spPr>
        <p:txBody>
          <a:bodyPr wrap="square">
            <a:spAutoFit/>
          </a:bodyPr>
          <a:lstStyle/>
          <a:p>
            <a:pPr algn="ctr">
              <a:lnSpc>
                <a:spcPct val="110000"/>
              </a:lnSpc>
              <a:spcAft>
                <a:spcPts val="200"/>
              </a:spcAft>
            </a:pPr>
            <a:r>
              <a:rPr lang="en-US" sz="1100" b="1" noProof="0" dirty="0">
                <a:solidFill>
                  <a:schemeClr val="bg1"/>
                </a:solidFill>
                <a:latin typeface="+mj-lt"/>
                <a:ea typeface="Source Serif Pro" panose="02040603050405020204" pitchFamily="18" charset="0"/>
              </a:rPr>
              <a:t>Diversification of Client Base</a:t>
            </a:r>
          </a:p>
        </p:txBody>
      </p:sp>
      <p:sp>
        <p:nvSpPr>
          <p:cNvPr id="61" name="TextBox 3080">
            <a:extLst>
              <a:ext uri="{FF2B5EF4-FFF2-40B4-BE49-F238E27FC236}">
                <a16:creationId xmlns:a16="http://schemas.microsoft.com/office/drawing/2014/main" id="{E8009BF8-38B3-EF36-C22D-BB8FDE1E29C8}"/>
              </a:ext>
            </a:extLst>
          </p:cNvPr>
          <p:cNvSpPr txBox="1"/>
          <p:nvPr/>
        </p:nvSpPr>
        <p:spPr>
          <a:xfrm>
            <a:off x="1123103" y="3685835"/>
            <a:ext cx="1146802" cy="1282402"/>
          </a:xfrm>
          <a:prstGeom prst="rect">
            <a:avLst/>
          </a:prstGeom>
          <a:noFill/>
        </p:spPr>
        <p:txBody>
          <a:bodyPr wrap="square" lIns="0" tIns="0" rIns="0" bIns="0" rtlCol="0">
            <a:spAutoFit/>
          </a:bodyPr>
          <a:lstStyle/>
          <a:p>
            <a:pPr algn="ctr">
              <a:lnSpc>
                <a:spcPct val="120000"/>
              </a:lnSpc>
              <a:spcAft>
                <a:spcPts val="800"/>
              </a:spcAft>
              <a:buClr>
                <a:schemeClr val="bg2"/>
              </a:buClr>
            </a:pPr>
            <a:r>
              <a:rPr lang="en-US" sz="1000" dirty="0">
                <a:latin typeface="+mj-lt"/>
                <a:ea typeface="Source Serif Pro" panose="02040603050405020204" pitchFamily="18" charset="0"/>
              </a:rPr>
              <a:t>We are focused on diversifying our client base by expanding our reach among mid-sized and small clients</a:t>
            </a:r>
          </a:p>
        </p:txBody>
      </p:sp>
      <p:sp>
        <p:nvSpPr>
          <p:cNvPr id="178" name="TextBox 1026">
            <a:extLst>
              <a:ext uri="{FF2B5EF4-FFF2-40B4-BE49-F238E27FC236}">
                <a16:creationId xmlns:a16="http://schemas.microsoft.com/office/drawing/2014/main" id="{1A11D6A0-4DF3-017C-6AA8-99A5DBC03CC7}"/>
              </a:ext>
            </a:extLst>
          </p:cNvPr>
          <p:cNvSpPr txBox="1"/>
          <p:nvPr/>
        </p:nvSpPr>
        <p:spPr>
          <a:xfrm>
            <a:off x="10004561" y="4309117"/>
            <a:ext cx="1602362" cy="1569660"/>
          </a:xfrm>
          <a:prstGeom prst="rect">
            <a:avLst/>
          </a:prstGeom>
          <a:noFill/>
        </p:spPr>
        <p:txBody>
          <a:bodyPr wrap="square">
            <a:spAutoFit/>
          </a:bodyPr>
          <a:lstStyle/>
          <a:p>
            <a:pPr algn="ctr"/>
            <a:r>
              <a:rPr lang="en-US" sz="1200" noProof="0" dirty="0">
                <a:solidFill>
                  <a:schemeClr val="bg1"/>
                </a:solidFill>
                <a:latin typeface="Poppins Medium" panose="00000600000000000000" pitchFamily="2" charset="0"/>
                <a:ea typeface="Source Serif Pro SemiBold" panose="02040703050405020204" pitchFamily="18" charset="0"/>
                <a:cs typeface="Poppins Medium" panose="00000600000000000000" pitchFamily="2" charset="0"/>
              </a:rPr>
              <a:t>We aim to                further diversify our business, expanding to               new segments, and expanding our laboratory capabilities</a:t>
            </a:r>
          </a:p>
        </p:txBody>
      </p:sp>
      <p:sp>
        <p:nvSpPr>
          <p:cNvPr id="137" name="TextBox 3080">
            <a:extLst>
              <a:ext uri="{FF2B5EF4-FFF2-40B4-BE49-F238E27FC236}">
                <a16:creationId xmlns:a16="http://schemas.microsoft.com/office/drawing/2014/main" id="{F7692890-10C8-D107-312D-1F2A1E41CD8C}"/>
              </a:ext>
            </a:extLst>
          </p:cNvPr>
          <p:cNvSpPr txBox="1"/>
          <p:nvPr/>
        </p:nvSpPr>
        <p:spPr>
          <a:xfrm>
            <a:off x="6737789" y="3736174"/>
            <a:ext cx="1321620" cy="1282402"/>
          </a:xfrm>
          <a:prstGeom prst="rect">
            <a:avLst/>
          </a:prstGeom>
          <a:noFill/>
        </p:spPr>
        <p:txBody>
          <a:bodyPr wrap="square" lIns="0" tIns="0" rIns="0" bIns="0" rtlCol="0">
            <a:spAutoFit/>
          </a:bodyPr>
          <a:lstStyle/>
          <a:p>
            <a:pPr algn="ctr">
              <a:lnSpc>
                <a:spcPct val="120000"/>
              </a:lnSpc>
              <a:spcAft>
                <a:spcPts val="800"/>
              </a:spcAft>
              <a:buClr>
                <a:schemeClr val="bg2"/>
              </a:buClr>
            </a:pPr>
            <a:r>
              <a:rPr lang="en-US" sz="1000" dirty="0">
                <a:latin typeface="+mj-lt"/>
                <a:ea typeface="Source Serif Pro" panose="02040603050405020204" pitchFamily="18" charset="0"/>
              </a:rPr>
              <a:t>We plan to expand        the capacity of               our applications laboratory and enhance the custom formulations available to clients</a:t>
            </a:r>
          </a:p>
        </p:txBody>
      </p:sp>
      <p:sp>
        <p:nvSpPr>
          <p:cNvPr id="134" name="TextBox 3080">
            <a:extLst>
              <a:ext uri="{FF2B5EF4-FFF2-40B4-BE49-F238E27FC236}">
                <a16:creationId xmlns:a16="http://schemas.microsoft.com/office/drawing/2014/main" id="{66659BE8-041D-55FC-47DA-6A38DE5E7754}"/>
              </a:ext>
            </a:extLst>
          </p:cNvPr>
          <p:cNvSpPr txBox="1"/>
          <p:nvPr/>
        </p:nvSpPr>
        <p:spPr>
          <a:xfrm>
            <a:off x="3791459" y="4215934"/>
            <a:ext cx="1443358" cy="728405"/>
          </a:xfrm>
          <a:prstGeom prst="rect">
            <a:avLst/>
          </a:prstGeom>
          <a:noFill/>
        </p:spPr>
        <p:txBody>
          <a:bodyPr wrap="square" lIns="0" tIns="0" rIns="0" bIns="0" rtlCol="0">
            <a:spAutoFit/>
          </a:bodyPr>
          <a:lstStyle/>
          <a:p>
            <a:pPr algn="ctr">
              <a:lnSpc>
                <a:spcPct val="120000"/>
              </a:lnSpc>
              <a:spcAft>
                <a:spcPts val="800"/>
              </a:spcAft>
              <a:buClr>
                <a:schemeClr val="bg2"/>
              </a:buClr>
            </a:pPr>
            <a:r>
              <a:rPr lang="en-US" sz="1000" dirty="0">
                <a:latin typeface="+mj-lt"/>
                <a:ea typeface="Source Serif Pro" panose="02040603050405020204" pitchFamily="18" charset="0"/>
              </a:rPr>
              <a:t>We are expanding into the food segment, with new suppliers already in the pipeline</a:t>
            </a:r>
            <a:endParaRPr lang="es-CO" sz="1000" dirty="0" err="1">
              <a:latin typeface="+mj-lt"/>
              <a:ea typeface="Source Serif Pro" panose="02040603050405020204" pitchFamily="18" charset="0"/>
            </a:endParaRPr>
          </a:p>
        </p:txBody>
      </p:sp>
      <p:grpSp>
        <p:nvGrpSpPr>
          <p:cNvPr id="139" name="Group 138">
            <a:extLst>
              <a:ext uri="{FF2B5EF4-FFF2-40B4-BE49-F238E27FC236}">
                <a16:creationId xmlns:a16="http://schemas.microsoft.com/office/drawing/2014/main" id="{7304679D-C0D6-1EA1-2901-B05E8529FC45}"/>
              </a:ext>
            </a:extLst>
          </p:cNvPr>
          <p:cNvGrpSpPr/>
          <p:nvPr/>
        </p:nvGrpSpPr>
        <p:grpSpPr>
          <a:xfrm>
            <a:off x="3675440" y="5145579"/>
            <a:ext cx="1675396" cy="860979"/>
            <a:chOff x="3666149" y="4994110"/>
            <a:chExt cx="1675396" cy="860979"/>
          </a:xfrm>
        </p:grpSpPr>
        <p:sp>
          <p:nvSpPr>
            <p:cNvPr id="63" name="Rectángulo: esquinas redondeadas 30">
              <a:extLst>
                <a:ext uri="{FF2B5EF4-FFF2-40B4-BE49-F238E27FC236}">
                  <a16:creationId xmlns:a16="http://schemas.microsoft.com/office/drawing/2014/main" id="{A5EF695D-215D-9392-3F17-47E065D5662E}"/>
                </a:ext>
              </a:extLst>
            </p:cNvPr>
            <p:cNvSpPr/>
            <p:nvPr/>
          </p:nvSpPr>
          <p:spPr>
            <a:xfrm>
              <a:off x="3666149" y="4994110"/>
              <a:ext cx="1675396" cy="860979"/>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163" name="TextBox 3081">
              <a:extLst>
                <a:ext uri="{FF2B5EF4-FFF2-40B4-BE49-F238E27FC236}">
                  <a16:creationId xmlns:a16="http://schemas.microsoft.com/office/drawing/2014/main" id="{86E6576A-C485-CE5F-81FF-5402DAAB2CAB}"/>
                </a:ext>
              </a:extLst>
            </p:cNvPr>
            <p:cNvSpPr txBox="1"/>
            <p:nvPr/>
          </p:nvSpPr>
          <p:spPr>
            <a:xfrm>
              <a:off x="3826679" y="5129118"/>
              <a:ext cx="1354337" cy="146579"/>
            </a:xfrm>
            <a:prstGeom prst="rect">
              <a:avLst/>
            </a:prstGeom>
            <a:noFill/>
          </p:spPr>
          <p:txBody>
            <a:bodyPr wrap="square" lIns="0" tIns="0" rIns="0" bIns="0" rtlCol="0">
              <a:spAutoFit/>
            </a:bodyPr>
            <a:lstStyle/>
            <a:p>
              <a:pPr algn="ctr">
                <a:lnSpc>
                  <a:spcPct val="110000"/>
                </a:lnSpc>
                <a:spcAft>
                  <a:spcPts val="800"/>
                </a:spcAft>
                <a:buClr>
                  <a:schemeClr val="bg2"/>
                </a:buClr>
              </a:pPr>
              <a:r>
                <a:rPr lang="en-US" sz="900" b="1" dirty="0">
                  <a:solidFill>
                    <a:schemeClr val="accent2"/>
                  </a:solidFill>
                  <a:latin typeface="Poppins SemiBold" panose="00000700000000000000" pitchFamily="2" charset="0"/>
                  <a:ea typeface="Source Serif Pro" panose="02040603050405020204" pitchFamily="18" charset="0"/>
                  <a:cs typeface="Poppins SemiBold" panose="00000700000000000000" pitchFamily="2" charset="0"/>
                </a:rPr>
                <a:t>Supplier Pipeline</a:t>
              </a:r>
            </a:p>
          </p:txBody>
        </p:sp>
        <p:pic>
          <p:nvPicPr>
            <p:cNvPr id="18" name="Picture 2" descr="ADIPLEX The Emulsifier People">
              <a:extLst>
                <a:ext uri="{FF2B5EF4-FFF2-40B4-BE49-F238E27FC236}">
                  <a16:creationId xmlns:a16="http://schemas.microsoft.com/office/drawing/2014/main" id="{4CBFC9D6-C85C-05D5-A060-476895A008B1}"/>
                </a:ext>
              </a:extLst>
            </p:cNvPr>
            <p:cNvPicPr>
              <a:picLocks noChangeAspect="1" noChangeArrowheads="1"/>
            </p:cNvPicPr>
            <p:nvPr/>
          </p:nvPicPr>
          <p:blipFill>
            <a:blip r:embed="rId3">
              <a:duotone>
                <a:prstClr val="black"/>
                <a:schemeClr val="tx2">
                  <a:tint val="45000"/>
                  <a:satMod val="400000"/>
                </a:schemeClr>
              </a:duotone>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3867241" y="5371774"/>
              <a:ext cx="375032" cy="30211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4" descr="Vidara | Vidara home">
              <a:extLst>
                <a:ext uri="{FF2B5EF4-FFF2-40B4-BE49-F238E27FC236}">
                  <a16:creationId xmlns:a16="http://schemas.microsoft.com/office/drawing/2014/main" id="{307731F7-B382-CB16-E742-47A707EBEFB1}"/>
                </a:ext>
              </a:extLst>
            </p:cNvPr>
            <p:cNvPicPr>
              <a:picLocks noChangeAspect="1" noChangeArrowheads="1"/>
            </p:cNvPicPr>
            <p:nvPr/>
          </p:nvPicPr>
          <p:blipFill>
            <a:blip r:embed="rId5">
              <a:duotone>
                <a:prstClr val="black"/>
                <a:schemeClr val="tx2">
                  <a:tint val="45000"/>
                  <a:satMod val="400000"/>
                </a:schemeClr>
              </a:duotone>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4405378" y="5417250"/>
              <a:ext cx="760174" cy="21115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9" name="Group 28">
            <a:extLst>
              <a:ext uri="{FF2B5EF4-FFF2-40B4-BE49-F238E27FC236}">
                <a16:creationId xmlns:a16="http://schemas.microsoft.com/office/drawing/2014/main" id="{B2CD1E7F-B183-4934-119E-05B0D0249D98}"/>
              </a:ext>
            </a:extLst>
          </p:cNvPr>
          <p:cNvGrpSpPr/>
          <p:nvPr/>
        </p:nvGrpSpPr>
        <p:grpSpPr>
          <a:xfrm>
            <a:off x="725634" y="1536215"/>
            <a:ext cx="519206" cy="520478"/>
            <a:chOff x="6448437" y="2714037"/>
            <a:chExt cx="412519" cy="413528"/>
          </a:xfrm>
        </p:grpSpPr>
        <p:sp>
          <p:nvSpPr>
            <p:cNvPr id="16" name="Google Shape;234;p23">
              <a:extLst>
                <a:ext uri="{FF2B5EF4-FFF2-40B4-BE49-F238E27FC236}">
                  <a16:creationId xmlns:a16="http://schemas.microsoft.com/office/drawing/2014/main" id="{954AC1FC-E887-769F-8547-095E057AE0F2}"/>
                </a:ext>
              </a:extLst>
            </p:cNvPr>
            <p:cNvSpPr>
              <a:spLocks noChangeAspect="1"/>
            </p:cNvSpPr>
            <p:nvPr/>
          </p:nvSpPr>
          <p:spPr>
            <a:xfrm rot="5400000">
              <a:off x="6447933" y="2714541"/>
              <a:ext cx="413528" cy="412519"/>
            </a:xfrm>
            <a:prstGeom prst="teardrop">
              <a:avLst>
                <a:gd name="adj" fmla="val 100000"/>
              </a:avLst>
            </a:prstGeom>
            <a:solidFill>
              <a:schemeClr val="accent2"/>
            </a:solidFill>
            <a:ln>
              <a:noFill/>
            </a:ln>
            <a:effectLst>
              <a:outerShdw blurRad="152400" dist="38100" dir="21540000" algn="bl" rotWithShape="0">
                <a:schemeClr val="bg2">
                  <a:alpha val="25000"/>
                </a:schemeClr>
              </a:outerShdw>
            </a:effectLst>
          </p:spPr>
          <p:txBody>
            <a:bodyPr spcFirstLastPara="1" wrap="square" lIns="91425" tIns="91425" rIns="91425" bIns="91425" anchor="ctr" anchorCtr="0">
              <a:noAutofit/>
            </a:bodyPr>
            <a:lstStyle/>
            <a:p>
              <a:pPr algn="ctr" defTabSz="457200"/>
              <a:endParaRPr lang="es-CO" sz="2000" dirty="0">
                <a:latin typeface="+mj-lt"/>
              </a:endParaRPr>
            </a:p>
          </p:txBody>
        </p:sp>
        <p:sp>
          <p:nvSpPr>
            <p:cNvPr id="25" name="Rectangle 24">
              <a:extLst>
                <a:ext uri="{FF2B5EF4-FFF2-40B4-BE49-F238E27FC236}">
                  <a16:creationId xmlns:a16="http://schemas.microsoft.com/office/drawing/2014/main" id="{2A58BEBA-8237-7BCD-53C3-A8D6945FDBC8}"/>
                </a:ext>
              </a:extLst>
            </p:cNvPr>
            <p:cNvSpPr/>
            <p:nvPr/>
          </p:nvSpPr>
          <p:spPr>
            <a:xfrm>
              <a:off x="6510762" y="2802688"/>
              <a:ext cx="287034" cy="2343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1400" b="1" dirty="0">
                  <a:solidFill>
                    <a:schemeClr val="bg1"/>
                  </a:solidFill>
                  <a:latin typeface="+mj-lt"/>
                  <a:ea typeface="Source Serif Pro" panose="02040603050405020204" pitchFamily="18" charset="0"/>
                </a:rPr>
                <a:t>1</a:t>
              </a:r>
              <a:endParaRPr lang="en-US" sz="900" b="1" noProof="0" dirty="0">
                <a:solidFill>
                  <a:schemeClr val="bg1"/>
                </a:solidFill>
                <a:latin typeface="+mj-lt"/>
                <a:ea typeface="Source Serif Pro" panose="02040603050405020204" pitchFamily="18" charset="0"/>
              </a:endParaRPr>
            </a:p>
          </p:txBody>
        </p:sp>
      </p:grpSp>
      <p:grpSp>
        <p:nvGrpSpPr>
          <p:cNvPr id="133" name="Group 132">
            <a:extLst>
              <a:ext uri="{FF2B5EF4-FFF2-40B4-BE49-F238E27FC236}">
                <a16:creationId xmlns:a16="http://schemas.microsoft.com/office/drawing/2014/main" id="{38A67C2D-BC10-FCAF-B3E1-227F3F53CE2F}"/>
              </a:ext>
            </a:extLst>
          </p:cNvPr>
          <p:cNvGrpSpPr/>
          <p:nvPr/>
        </p:nvGrpSpPr>
        <p:grpSpPr>
          <a:xfrm>
            <a:off x="3524624" y="2164885"/>
            <a:ext cx="1977028" cy="1849808"/>
            <a:chOff x="3699493" y="2164885"/>
            <a:chExt cx="1977028" cy="1849808"/>
          </a:xfrm>
        </p:grpSpPr>
        <p:sp>
          <p:nvSpPr>
            <p:cNvPr id="10" name="Fluxograma: Conector 9">
              <a:extLst>
                <a:ext uri="{FF2B5EF4-FFF2-40B4-BE49-F238E27FC236}">
                  <a16:creationId xmlns:a16="http://schemas.microsoft.com/office/drawing/2014/main" id="{B45D9E2A-6CEB-5995-4D5D-698A8551FBF1}"/>
                </a:ext>
              </a:extLst>
            </p:cNvPr>
            <p:cNvSpPr/>
            <p:nvPr/>
          </p:nvSpPr>
          <p:spPr>
            <a:xfrm>
              <a:off x="3826713" y="2164885"/>
              <a:ext cx="1849808" cy="1849808"/>
            </a:xfrm>
            <a:prstGeom prst="flowChartConnector">
              <a:avLst/>
            </a:prstGeom>
            <a:solidFill>
              <a:schemeClr val="bg2"/>
            </a:solidFill>
            <a:ln>
              <a:noFill/>
            </a:ln>
            <a:effectLst>
              <a:outerShdw blurRad="152400" dist="38100" dir="21540000" algn="bl" rotWithShape="0">
                <a:schemeClr val="bg2">
                  <a:alpha val="25000"/>
                </a:schemeClr>
              </a:outerShdw>
            </a:effectLst>
          </p:spPr>
          <p:txBody>
            <a:bodyPr spcFirstLastPara="1" wrap="square" lIns="91425" tIns="91425" rIns="91425" bIns="91425" anchor="ctr" anchorCtr="0">
              <a:noAutofit/>
            </a:bodyPr>
            <a:lstStyle/>
            <a:p>
              <a:pPr algn="ctr" defTabSz="457200"/>
              <a:endParaRPr lang="pt-BR" dirty="0" err="1">
                <a:solidFill>
                  <a:schemeClr val="tx1"/>
                </a:solidFill>
                <a:latin typeface="+mj-lt"/>
              </a:endParaRPr>
            </a:p>
          </p:txBody>
        </p:sp>
        <p:sp>
          <p:nvSpPr>
            <p:cNvPr id="46" name="CaixaDeTexto 45">
              <a:extLst>
                <a:ext uri="{FF2B5EF4-FFF2-40B4-BE49-F238E27FC236}">
                  <a16:creationId xmlns:a16="http://schemas.microsoft.com/office/drawing/2014/main" id="{7E34D390-FE56-0A37-79E2-745932F56139}"/>
                </a:ext>
              </a:extLst>
            </p:cNvPr>
            <p:cNvSpPr txBox="1"/>
            <p:nvPr/>
          </p:nvSpPr>
          <p:spPr>
            <a:xfrm>
              <a:off x="4051401" y="2867901"/>
              <a:ext cx="1400432" cy="457689"/>
            </a:xfrm>
            <a:prstGeom prst="rect">
              <a:avLst/>
            </a:prstGeom>
            <a:noFill/>
          </p:spPr>
          <p:txBody>
            <a:bodyPr wrap="square">
              <a:spAutoFit/>
            </a:bodyPr>
            <a:lstStyle/>
            <a:p>
              <a:pPr algn="ctr">
                <a:lnSpc>
                  <a:spcPct val="110000"/>
                </a:lnSpc>
                <a:spcAft>
                  <a:spcPts val="200"/>
                </a:spcAft>
              </a:pPr>
              <a:r>
                <a:rPr lang="en-US" sz="1100" b="1" dirty="0">
                  <a:solidFill>
                    <a:schemeClr val="bg1"/>
                  </a:solidFill>
                  <a:latin typeface="+mj-lt"/>
                  <a:ea typeface="Source Serif Pro" panose="02040603050405020204" pitchFamily="18" charset="0"/>
                </a:rPr>
                <a:t>Expansion into new segments</a:t>
              </a:r>
              <a:endParaRPr lang="en-US" sz="1100" b="1" noProof="0" dirty="0">
                <a:solidFill>
                  <a:schemeClr val="bg1"/>
                </a:solidFill>
                <a:latin typeface="+mj-lt"/>
                <a:ea typeface="Source Serif Pro" panose="02040603050405020204" pitchFamily="18" charset="0"/>
              </a:endParaRPr>
            </a:p>
          </p:txBody>
        </p:sp>
        <p:grpSp>
          <p:nvGrpSpPr>
            <p:cNvPr id="37" name="Group 36">
              <a:extLst>
                <a:ext uri="{FF2B5EF4-FFF2-40B4-BE49-F238E27FC236}">
                  <a16:creationId xmlns:a16="http://schemas.microsoft.com/office/drawing/2014/main" id="{F10D019A-5701-7A49-E1CC-33FECBD60D46}"/>
                </a:ext>
              </a:extLst>
            </p:cNvPr>
            <p:cNvGrpSpPr/>
            <p:nvPr/>
          </p:nvGrpSpPr>
          <p:grpSpPr>
            <a:xfrm>
              <a:off x="3699493" y="2225701"/>
              <a:ext cx="519206" cy="520478"/>
              <a:chOff x="6448437" y="2714037"/>
              <a:chExt cx="412519" cy="413528"/>
            </a:xfrm>
          </p:grpSpPr>
          <p:sp>
            <p:nvSpPr>
              <p:cNvPr id="38" name="Google Shape;234;p23">
                <a:extLst>
                  <a:ext uri="{FF2B5EF4-FFF2-40B4-BE49-F238E27FC236}">
                    <a16:creationId xmlns:a16="http://schemas.microsoft.com/office/drawing/2014/main" id="{617C26F3-D31A-A0B6-489C-0B3DDE7A03DE}"/>
                  </a:ext>
                </a:extLst>
              </p:cNvPr>
              <p:cNvSpPr>
                <a:spLocks noChangeAspect="1"/>
              </p:cNvSpPr>
              <p:nvPr/>
            </p:nvSpPr>
            <p:spPr>
              <a:xfrm rot="5400000">
                <a:off x="6447933" y="2714541"/>
                <a:ext cx="413528" cy="412519"/>
              </a:xfrm>
              <a:prstGeom prst="teardrop">
                <a:avLst>
                  <a:gd name="adj" fmla="val 100000"/>
                </a:avLst>
              </a:prstGeom>
              <a:solidFill>
                <a:schemeClr val="accent2"/>
              </a:solidFill>
              <a:ln>
                <a:noFill/>
              </a:ln>
              <a:effectLst>
                <a:outerShdw blurRad="152400" dist="38100" dir="21540000" algn="bl" rotWithShape="0">
                  <a:schemeClr val="bg2">
                    <a:alpha val="25000"/>
                  </a:schemeClr>
                </a:outerShdw>
              </a:effectLst>
            </p:spPr>
            <p:txBody>
              <a:bodyPr spcFirstLastPara="1" wrap="square" lIns="91425" tIns="91425" rIns="91425" bIns="91425" anchor="ctr" anchorCtr="0">
                <a:noAutofit/>
              </a:bodyPr>
              <a:lstStyle/>
              <a:p>
                <a:pPr algn="ctr" defTabSz="457200"/>
                <a:endParaRPr lang="es-CO" sz="2000" dirty="0">
                  <a:latin typeface="+mj-lt"/>
                </a:endParaRPr>
              </a:p>
            </p:txBody>
          </p:sp>
          <p:sp>
            <p:nvSpPr>
              <p:cNvPr id="39" name="Rectangle 38">
                <a:extLst>
                  <a:ext uri="{FF2B5EF4-FFF2-40B4-BE49-F238E27FC236}">
                    <a16:creationId xmlns:a16="http://schemas.microsoft.com/office/drawing/2014/main" id="{0968C4DD-71B1-8A78-5EC5-44A21DAE9131}"/>
                  </a:ext>
                </a:extLst>
              </p:cNvPr>
              <p:cNvSpPr/>
              <p:nvPr/>
            </p:nvSpPr>
            <p:spPr>
              <a:xfrm>
                <a:off x="6510762" y="2802688"/>
                <a:ext cx="287034" cy="2343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1400" b="1" dirty="0">
                    <a:solidFill>
                      <a:schemeClr val="bg1"/>
                    </a:solidFill>
                    <a:latin typeface="+mj-lt"/>
                    <a:ea typeface="Source Serif Pro" panose="02040603050405020204" pitchFamily="18" charset="0"/>
                  </a:rPr>
                  <a:t>2</a:t>
                </a:r>
                <a:endParaRPr lang="en-US" sz="900" b="1" noProof="0" dirty="0">
                  <a:solidFill>
                    <a:schemeClr val="bg1"/>
                  </a:solidFill>
                  <a:latin typeface="+mj-lt"/>
                  <a:ea typeface="Source Serif Pro" panose="02040603050405020204" pitchFamily="18" charset="0"/>
                </a:endParaRPr>
              </a:p>
            </p:txBody>
          </p:sp>
        </p:grpSp>
      </p:grpSp>
      <p:grpSp>
        <p:nvGrpSpPr>
          <p:cNvPr id="135" name="Group 134">
            <a:extLst>
              <a:ext uri="{FF2B5EF4-FFF2-40B4-BE49-F238E27FC236}">
                <a16:creationId xmlns:a16="http://schemas.microsoft.com/office/drawing/2014/main" id="{6372A210-84D2-C85E-0E62-A841EEC1DEDF}"/>
              </a:ext>
            </a:extLst>
          </p:cNvPr>
          <p:cNvGrpSpPr/>
          <p:nvPr/>
        </p:nvGrpSpPr>
        <p:grpSpPr>
          <a:xfrm>
            <a:off x="6441396" y="1613182"/>
            <a:ext cx="1914406" cy="1849808"/>
            <a:chOff x="6751076" y="1792054"/>
            <a:chExt cx="1914406" cy="1849808"/>
          </a:xfrm>
        </p:grpSpPr>
        <p:sp>
          <p:nvSpPr>
            <p:cNvPr id="17" name="Fluxograma: Conector 16">
              <a:extLst>
                <a:ext uri="{FF2B5EF4-FFF2-40B4-BE49-F238E27FC236}">
                  <a16:creationId xmlns:a16="http://schemas.microsoft.com/office/drawing/2014/main" id="{7C8BDC60-3120-201E-5863-21777464791F}"/>
                </a:ext>
              </a:extLst>
            </p:cNvPr>
            <p:cNvSpPr/>
            <p:nvPr/>
          </p:nvSpPr>
          <p:spPr>
            <a:xfrm>
              <a:off x="6815674" y="1792054"/>
              <a:ext cx="1849808" cy="1849808"/>
            </a:xfrm>
            <a:prstGeom prst="flowChartConnector">
              <a:avLst/>
            </a:prstGeom>
            <a:solidFill>
              <a:schemeClr val="bg2"/>
            </a:solidFill>
            <a:ln>
              <a:noFill/>
            </a:ln>
            <a:effectLst>
              <a:outerShdw blurRad="152400" dist="38100" dir="21540000" algn="bl" rotWithShape="0">
                <a:schemeClr val="bg2">
                  <a:alpha val="25000"/>
                </a:schemeClr>
              </a:outerShdw>
            </a:effectLst>
          </p:spPr>
          <p:txBody>
            <a:bodyPr spcFirstLastPara="1" wrap="square" lIns="91425" tIns="91425" rIns="91425" bIns="91425" anchor="ctr" anchorCtr="0">
              <a:noAutofit/>
            </a:bodyPr>
            <a:lstStyle/>
            <a:p>
              <a:pPr algn="ctr" defTabSz="457200"/>
              <a:endParaRPr lang="pt-BR" dirty="0" err="1">
                <a:solidFill>
                  <a:schemeClr val="tx1"/>
                </a:solidFill>
                <a:latin typeface="+mj-lt"/>
              </a:endParaRPr>
            </a:p>
          </p:txBody>
        </p:sp>
        <p:sp>
          <p:nvSpPr>
            <p:cNvPr id="47" name="CaixaDeTexto 46">
              <a:extLst>
                <a:ext uri="{FF2B5EF4-FFF2-40B4-BE49-F238E27FC236}">
                  <a16:creationId xmlns:a16="http://schemas.microsoft.com/office/drawing/2014/main" id="{54F5D356-4E7B-1FF2-AE4C-9FFC518C143F}"/>
                </a:ext>
              </a:extLst>
            </p:cNvPr>
            <p:cNvSpPr txBox="1"/>
            <p:nvPr/>
          </p:nvSpPr>
          <p:spPr>
            <a:xfrm>
              <a:off x="7178034" y="2406200"/>
              <a:ext cx="1125089" cy="643894"/>
            </a:xfrm>
            <a:prstGeom prst="rect">
              <a:avLst/>
            </a:prstGeom>
            <a:noFill/>
          </p:spPr>
          <p:txBody>
            <a:bodyPr wrap="square">
              <a:spAutoFit/>
            </a:bodyPr>
            <a:lstStyle/>
            <a:p>
              <a:pPr algn="ctr">
                <a:lnSpc>
                  <a:spcPct val="110000"/>
                </a:lnSpc>
                <a:spcAft>
                  <a:spcPts val="200"/>
                </a:spcAft>
              </a:pPr>
              <a:r>
                <a:rPr lang="en-US" sz="1100" b="1" noProof="0" dirty="0">
                  <a:solidFill>
                    <a:schemeClr val="bg1"/>
                  </a:solidFill>
                  <a:latin typeface="+mj-lt"/>
                  <a:ea typeface="Source Serif Pro" panose="02040603050405020204" pitchFamily="18" charset="0"/>
                </a:rPr>
                <a:t>Growth of laboratory services</a:t>
              </a:r>
            </a:p>
          </p:txBody>
        </p:sp>
        <p:grpSp>
          <p:nvGrpSpPr>
            <p:cNvPr id="40" name="Group 39">
              <a:extLst>
                <a:ext uri="{FF2B5EF4-FFF2-40B4-BE49-F238E27FC236}">
                  <a16:creationId xmlns:a16="http://schemas.microsoft.com/office/drawing/2014/main" id="{8EBC7A2C-79BD-98AB-34D7-4FC71569A654}"/>
                </a:ext>
              </a:extLst>
            </p:cNvPr>
            <p:cNvGrpSpPr/>
            <p:nvPr/>
          </p:nvGrpSpPr>
          <p:grpSpPr>
            <a:xfrm>
              <a:off x="6751076" y="1900528"/>
              <a:ext cx="519206" cy="520478"/>
              <a:chOff x="6448437" y="2714037"/>
              <a:chExt cx="412519" cy="413528"/>
            </a:xfrm>
          </p:grpSpPr>
          <p:sp>
            <p:nvSpPr>
              <p:cNvPr id="41" name="Google Shape;234;p23">
                <a:extLst>
                  <a:ext uri="{FF2B5EF4-FFF2-40B4-BE49-F238E27FC236}">
                    <a16:creationId xmlns:a16="http://schemas.microsoft.com/office/drawing/2014/main" id="{05936939-5894-485E-BA12-63EBAB519BAF}"/>
                  </a:ext>
                </a:extLst>
              </p:cNvPr>
              <p:cNvSpPr>
                <a:spLocks noChangeAspect="1"/>
              </p:cNvSpPr>
              <p:nvPr/>
            </p:nvSpPr>
            <p:spPr>
              <a:xfrm rot="5400000">
                <a:off x="6447933" y="2714541"/>
                <a:ext cx="413528" cy="412519"/>
              </a:xfrm>
              <a:prstGeom prst="teardrop">
                <a:avLst>
                  <a:gd name="adj" fmla="val 100000"/>
                </a:avLst>
              </a:prstGeom>
              <a:solidFill>
                <a:schemeClr val="accent2"/>
              </a:solidFill>
              <a:ln>
                <a:noFill/>
              </a:ln>
              <a:effectLst>
                <a:outerShdw blurRad="152400" dist="38100" dir="21540000" algn="bl" rotWithShape="0">
                  <a:schemeClr val="bg2">
                    <a:alpha val="25000"/>
                  </a:schemeClr>
                </a:outerShdw>
              </a:effectLst>
            </p:spPr>
            <p:txBody>
              <a:bodyPr spcFirstLastPara="1" wrap="square" lIns="91425" tIns="91425" rIns="91425" bIns="91425" anchor="ctr" anchorCtr="0">
                <a:noAutofit/>
              </a:bodyPr>
              <a:lstStyle/>
              <a:p>
                <a:pPr algn="ctr" defTabSz="457200"/>
                <a:endParaRPr lang="es-CO" sz="2000" dirty="0">
                  <a:latin typeface="+mj-lt"/>
                </a:endParaRPr>
              </a:p>
            </p:txBody>
          </p:sp>
          <p:sp>
            <p:nvSpPr>
              <p:cNvPr id="62" name="Rectangle 61">
                <a:extLst>
                  <a:ext uri="{FF2B5EF4-FFF2-40B4-BE49-F238E27FC236}">
                    <a16:creationId xmlns:a16="http://schemas.microsoft.com/office/drawing/2014/main" id="{A8B546FF-C927-B005-615D-82EC8F7CAE83}"/>
                  </a:ext>
                </a:extLst>
              </p:cNvPr>
              <p:cNvSpPr/>
              <p:nvPr/>
            </p:nvSpPr>
            <p:spPr>
              <a:xfrm>
                <a:off x="6510762" y="2802688"/>
                <a:ext cx="287034" cy="2343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1400" b="1" dirty="0">
                    <a:solidFill>
                      <a:schemeClr val="bg1"/>
                    </a:solidFill>
                    <a:latin typeface="+mj-lt"/>
                    <a:ea typeface="Source Serif Pro" panose="02040603050405020204" pitchFamily="18" charset="0"/>
                  </a:rPr>
                  <a:t>3</a:t>
                </a:r>
              </a:p>
            </p:txBody>
          </p:sp>
        </p:grpSp>
      </p:grpSp>
      <p:pic>
        <p:nvPicPr>
          <p:cNvPr id="2" name="Imagen 7">
            <a:extLst>
              <a:ext uri="{FF2B5EF4-FFF2-40B4-BE49-F238E27FC236}">
                <a16:creationId xmlns:a16="http://schemas.microsoft.com/office/drawing/2014/main" id="{41A8284A-6D80-F3A6-D7FF-FAD466F11D1C}"/>
              </a:ext>
            </a:extLst>
          </p:cNvPr>
          <p:cNvPicPr>
            <a:picLocks noGrp="1" noRot="1" noMove="1" noResize="1" noEditPoints="1" noAdjustHandles="1" noChangeArrowheads="1" noChangeShapeType="1" noCrop="1"/>
          </p:cNvPicPr>
          <p:nvPr/>
        </p:nvPicPr>
        <p:blipFill>
          <a:blip r:embed="rId7">
            <a:extLst>
              <a:ext uri="{28A0092B-C50C-407E-A947-70E740481C1C}">
                <a14:useLocalDpi xmlns:a14="http://schemas.microsoft.com/office/drawing/2010/main" val="0"/>
              </a:ext>
            </a:extLst>
          </a:blip>
          <a:stretch>
            <a:fillRect/>
          </a:stretch>
        </p:blipFill>
        <p:spPr>
          <a:xfrm>
            <a:off x="10165546" y="6196049"/>
            <a:ext cx="1669265" cy="166795"/>
          </a:xfrm>
          <a:prstGeom prst="rect">
            <a:avLst/>
          </a:prstGeom>
        </p:spPr>
      </p:pic>
    </p:spTree>
    <p:extLst>
      <p:ext uri="{BB962C8B-B14F-4D97-AF65-F5344CB8AC3E}">
        <p14:creationId xmlns:p14="http://schemas.microsoft.com/office/powerpoint/2010/main" val="24586729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FE774-4051-D209-98A8-8C7051DA6DA7}"/>
            </a:ext>
          </a:extLst>
        </p:cNvPr>
        <p:cNvGrpSpPr/>
        <p:nvPr/>
      </p:nvGrpSpPr>
      <p:grpSpPr>
        <a:xfrm>
          <a:off x="0" y="0"/>
          <a:ext cx="0" cy="0"/>
          <a:chOff x="0" y="0"/>
          <a:chExt cx="0" cy="0"/>
        </a:xfrm>
      </p:grpSpPr>
      <p:sp>
        <p:nvSpPr>
          <p:cNvPr id="19" name="Rectángulo 1">
            <a:extLst>
              <a:ext uri="{FF2B5EF4-FFF2-40B4-BE49-F238E27FC236}">
                <a16:creationId xmlns:a16="http://schemas.microsoft.com/office/drawing/2014/main" id="{4C9D882C-74DD-D78C-E817-0EAB19ACDE25}"/>
              </a:ext>
            </a:extLst>
          </p:cNvPr>
          <p:cNvSpPr/>
          <p:nvPr/>
        </p:nvSpPr>
        <p:spPr>
          <a:xfrm>
            <a:off x="5992628" y="3273999"/>
            <a:ext cx="5386573" cy="106243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grpSp>
        <p:nvGrpSpPr>
          <p:cNvPr id="6" name="Group 5">
            <a:extLst>
              <a:ext uri="{FF2B5EF4-FFF2-40B4-BE49-F238E27FC236}">
                <a16:creationId xmlns:a16="http://schemas.microsoft.com/office/drawing/2014/main" id="{887799F7-4BBD-CEAE-DF6D-936886B81A76}"/>
              </a:ext>
            </a:extLst>
          </p:cNvPr>
          <p:cNvGrpSpPr/>
          <p:nvPr/>
        </p:nvGrpSpPr>
        <p:grpSpPr>
          <a:xfrm>
            <a:off x="7440991" y="1451263"/>
            <a:ext cx="447192" cy="447192"/>
            <a:chOff x="7056481" y="1451263"/>
            <a:chExt cx="447192" cy="447192"/>
          </a:xfrm>
        </p:grpSpPr>
        <p:sp>
          <p:nvSpPr>
            <p:cNvPr id="20" name="Google Shape;236;p23">
              <a:extLst>
                <a:ext uri="{FF2B5EF4-FFF2-40B4-BE49-F238E27FC236}">
                  <a16:creationId xmlns:a16="http://schemas.microsoft.com/office/drawing/2014/main" id="{723F5013-315A-6DA1-A431-37F64B062515}"/>
                </a:ext>
              </a:extLst>
            </p:cNvPr>
            <p:cNvSpPr/>
            <p:nvPr/>
          </p:nvSpPr>
          <p:spPr>
            <a:xfrm rot="5400000">
              <a:off x="7056481" y="1451263"/>
              <a:ext cx="447192" cy="447192"/>
            </a:xfrm>
            <a:prstGeom prst="teardrop">
              <a:avLst>
                <a:gd name="adj" fmla="val 100000"/>
              </a:avLst>
            </a:prstGeom>
            <a:solidFill>
              <a:schemeClr val="accent1"/>
            </a:solidFill>
            <a:ln>
              <a:no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sp>
          <p:nvSpPr>
            <p:cNvPr id="21" name="CuadroTexto 10">
              <a:extLst>
                <a:ext uri="{FF2B5EF4-FFF2-40B4-BE49-F238E27FC236}">
                  <a16:creationId xmlns:a16="http://schemas.microsoft.com/office/drawing/2014/main" id="{5E5B8FFA-E94E-DB0D-DDE6-56D54E8CA24C}"/>
                </a:ext>
              </a:extLst>
            </p:cNvPr>
            <p:cNvSpPr txBox="1"/>
            <p:nvPr/>
          </p:nvSpPr>
          <p:spPr>
            <a:xfrm>
              <a:off x="7085152" y="1549212"/>
              <a:ext cx="389850" cy="276999"/>
            </a:xfrm>
            <a:prstGeom prst="rect">
              <a:avLst/>
            </a:prstGeom>
            <a:noFill/>
          </p:spPr>
          <p:txBody>
            <a:bodyPr wrap="none" rtlCol="0">
              <a:spAutoFit/>
            </a:bodyPr>
            <a:lstStyle/>
            <a:p>
              <a:r>
                <a:rPr lang="es-CO" sz="1200" b="1" dirty="0">
                  <a:solidFill>
                    <a:srgbClr val="07272D"/>
                  </a:solidFill>
                  <a:latin typeface="Poppins" panose="00000500000000000000" pitchFamily="2" charset="0"/>
                  <a:cs typeface="Poppins" panose="00000500000000000000" pitchFamily="2" charset="0"/>
                </a:rPr>
                <a:t>04</a:t>
              </a:r>
            </a:p>
          </p:txBody>
        </p:sp>
      </p:grpSp>
      <p:sp>
        <p:nvSpPr>
          <p:cNvPr id="24" name="TextBox 18">
            <a:extLst>
              <a:ext uri="{FF2B5EF4-FFF2-40B4-BE49-F238E27FC236}">
                <a16:creationId xmlns:a16="http://schemas.microsoft.com/office/drawing/2014/main" id="{6B53BD38-FF2D-CBAD-CD60-C478F3E24B4D}"/>
              </a:ext>
            </a:extLst>
          </p:cNvPr>
          <p:cNvSpPr txBox="1"/>
          <p:nvPr/>
        </p:nvSpPr>
        <p:spPr>
          <a:xfrm>
            <a:off x="8049002" y="1505790"/>
            <a:ext cx="2354061" cy="338138"/>
          </a:xfrm>
          <a:prstGeom prst="rect">
            <a:avLst/>
          </a:prstGeom>
          <a:noFill/>
        </p:spPr>
        <p:txBody>
          <a:bodyPr wrap="square">
            <a:spAutoFit/>
          </a:bodyPr>
          <a:lstStyle/>
          <a:p>
            <a:pPr eaLnBrk="1" fontAlgn="auto" hangingPunct="1">
              <a:spcBef>
                <a:spcPts val="0"/>
              </a:spcBef>
              <a:spcAft>
                <a:spcPts val="0"/>
              </a:spcAft>
              <a:defRPr/>
            </a:pPr>
            <a:r>
              <a:rPr lang="es-CO" sz="1600" b="1" dirty="0" err="1">
                <a:solidFill>
                  <a:schemeClr val="tx2"/>
                </a:solidFill>
                <a:latin typeface="Poppins" panose="00000500000000000000" pitchFamily="2" charset="0"/>
                <a:ea typeface="Inter" panose="02000503000000020004" pitchFamily="2" charset="0"/>
                <a:cs typeface="Poppins" panose="00000500000000000000" pitchFamily="2" charset="0"/>
              </a:rPr>
              <a:t>Introduction</a:t>
            </a:r>
            <a:endParaRPr lang="es-CO" sz="1600" b="1" dirty="0">
              <a:solidFill>
                <a:schemeClr val="tx2"/>
              </a:solidFill>
              <a:latin typeface="Poppins" panose="00000500000000000000" pitchFamily="2" charset="0"/>
              <a:ea typeface="Inter" panose="02000503000000020004" pitchFamily="2" charset="0"/>
              <a:cs typeface="Poppins" panose="00000500000000000000" pitchFamily="2" charset="0"/>
            </a:endParaRPr>
          </a:p>
        </p:txBody>
      </p:sp>
      <p:grpSp>
        <p:nvGrpSpPr>
          <p:cNvPr id="5" name="Group 4">
            <a:extLst>
              <a:ext uri="{FF2B5EF4-FFF2-40B4-BE49-F238E27FC236}">
                <a16:creationId xmlns:a16="http://schemas.microsoft.com/office/drawing/2014/main" id="{A5E61707-3A6D-C118-7E7E-A03342CFFB9A}"/>
              </a:ext>
            </a:extLst>
          </p:cNvPr>
          <p:cNvGrpSpPr/>
          <p:nvPr/>
        </p:nvGrpSpPr>
        <p:grpSpPr>
          <a:xfrm>
            <a:off x="7440991" y="2516441"/>
            <a:ext cx="447192" cy="447192"/>
            <a:chOff x="7056481" y="2516441"/>
            <a:chExt cx="447192" cy="447192"/>
          </a:xfrm>
        </p:grpSpPr>
        <p:sp>
          <p:nvSpPr>
            <p:cNvPr id="26" name="Google Shape;236;p23">
              <a:extLst>
                <a:ext uri="{FF2B5EF4-FFF2-40B4-BE49-F238E27FC236}">
                  <a16:creationId xmlns:a16="http://schemas.microsoft.com/office/drawing/2014/main" id="{71C0E52B-98EE-A7E7-736C-1BF9D2EE9AB6}"/>
                </a:ext>
              </a:extLst>
            </p:cNvPr>
            <p:cNvSpPr/>
            <p:nvPr/>
          </p:nvSpPr>
          <p:spPr>
            <a:xfrm rot="5400000">
              <a:off x="7056481" y="2516441"/>
              <a:ext cx="447192" cy="447192"/>
            </a:xfrm>
            <a:prstGeom prst="teardrop">
              <a:avLst>
                <a:gd name="adj" fmla="val 100000"/>
              </a:avLst>
            </a:prstGeom>
            <a:solidFill>
              <a:schemeClr val="accent1"/>
            </a:solidFill>
            <a:ln>
              <a:no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sp>
          <p:nvSpPr>
            <p:cNvPr id="27" name="CuadroTexto 17">
              <a:extLst>
                <a:ext uri="{FF2B5EF4-FFF2-40B4-BE49-F238E27FC236}">
                  <a16:creationId xmlns:a16="http://schemas.microsoft.com/office/drawing/2014/main" id="{15CDEF2C-DCEF-C0A3-7BDF-C7538B5132C9}"/>
                </a:ext>
              </a:extLst>
            </p:cNvPr>
            <p:cNvSpPr txBox="1"/>
            <p:nvPr/>
          </p:nvSpPr>
          <p:spPr>
            <a:xfrm>
              <a:off x="7088358" y="2614390"/>
              <a:ext cx="383438" cy="276999"/>
            </a:xfrm>
            <a:prstGeom prst="rect">
              <a:avLst/>
            </a:prstGeom>
            <a:noFill/>
          </p:spPr>
          <p:txBody>
            <a:bodyPr wrap="none" rtlCol="0">
              <a:spAutoFit/>
            </a:bodyPr>
            <a:lstStyle/>
            <a:p>
              <a:r>
                <a:rPr lang="es-CO" sz="1200" b="1" dirty="0">
                  <a:solidFill>
                    <a:srgbClr val="07272D"/>
                  </a:solidFill>
                  <a:latin typeface="Poppins" panose="00000500000000000000" pitchFamily="2" charset="0"/>
                  <a:cs typeface="Poppins" panose="00000500000000000000" pitchFamily="2" charset="0"/>
                </a:rPr>
                <a:t>06</a:t>
              </a:r>
            </a:p>
          </p:txBody>
        </p:sp>
      </p:grpSp>
      <p:sp>
        <p:nvSpPr>
          <p:cNvPr id="41" name="TextBox 23">
            <a:extLst>
              <a:ext uri="{FF2B5EF4-FFF2-40B4-BE49-F238E27FC236}">
                <a16:creationId xmlns:a16="http://schemas.microsoft.com/office/drawing/2014/main" id="{A63CFC74-784B-E6CE-1B58-7ABCB8C3C155}"/>
              </a:ext>
            </a:extLst>
          </p:cNvPr>
          <p:cNvSpPr txBox="1"/>
          <p:nvPr/>
        </p:nvSpPr>
        <p:spPr>
          <a:xfrm>
            <a:off x="8049002" y="2570969"/>
            <a:ext cx="2340504" cy="338137"/>
          </a:xfrm>
          <a:prstGeom prst="rect">
            <a:avLst/>
          </a:prstGeom>
          <a:noFill/>
        </p:spPr>
        <p:txBody>
          <a:bodyPr wrap="square">
            <a:spAutoFit/>
          </a:bodyPr>
          <a:lstStyle/>
          <a:p>
            <a:pPr eaLnBrk="1" fontAlgn="auto" hangingPunct="1">
              <a:spcBef>
                <a:spcPts val="0"/>
              </a:spcBef>
              <a:spcAft>
                <a:spcPts val="0"/>
              </a:spcAft>
              <a:defRPr/>
            </a:pPr>
            <a:r>
              <a:rPr lang="es-CO" sz="1600" b="1" dirty="0" err="1">
                <a:solidFill>
                  <a:schemeClr val="tx2"/>
                </a:solidFill>
                <a:latin typeface="Poppins" panose="00000500000000000000" pitchFamily="2" charset="0"/>
                <a:ea typeface="Inter" panose="02000503000000020004" pitchFamily="2" charset="0"/>
                <a:cs typeface="Poppins" panose="00000500000000000000" pitchFamily="2" charset="0"/>
              </a:rPr>
              <a:t>Investment</a:t>
            </a:r>
            <a:r>
              <a:rPr lang="es-CO" sz="1600" b="1" dirty="0">
                <a:solidFill>
                  <a:schemeClr val="tx2"/>
                </a:solidFill>
                <a:latin typeface="Poppins" panose="00000500000000000000" pitchFamily="2" charset="0"/>
                <a:ea typeface="Inter" panose="02000503000000020004" pitchFamily="2" charset="0"/>
                <a:cs typeface="Poppins" panose="00000500000000000000" pitchFamily="2" charset="0"/>
              </a:rPr>
              <a:t> </a:t>
            </a:r>
            <a:r>
              <a:rPr lang="es-CO" sz="1600" b="1" dirty="0" err="1">
                <a:solidFill>
                  <a:schemeClr val="tx2"/>
                </a:solidFill>
                <a:latin typeface="Poppins" panose="00000500000000000000" pitchFamily="2" charset="0"/>
                <a:ea typeface="Inter" panose="02000503000000020004" pitchFamily="2" charset="0"/>
                <a:cs typeface="Poppins" panose="00000500000000000000" pitchFamily="2" charset="0"/>
              </a:rPr>
              <a:t>Thesis</a:t>
            </a:r>
            <a:endParaRPr lang="es-CO" sz="1600" b="1" dirty="0">
              <a:solidFill>
                <a:schemeClr val="tx2"/>
              </a:solidFill>
              <a:latin typeface="Poppins" panose="00000500000000000000" pitchFamily="2" charset="0"/>
              <a:ea typeface="Inter" panose="02000503000000020004" pitchFamily="2" charset="0"/>
              <a:cs typeface="Poppins" panose="00000500000000000000" pitchFamily="2" charset="0"/>
            </a:endParaRPr>
          </a:p>
        </p:txBody>
      </p:sp>
      <p:grpSp>
        <p:nvGrpSpPr>
          <p:cNvPr id="4" name="Group 3">
            <a:extLst>
              <a:ext uri="{FF2B5EF4-FFF2-40B4-BE49-F238E27FC236}">
                <a16:creationId xmlns:a16="http://schemas.microsoft.com/office/drawing/2014/main" id="{6A64CC21-30D0-87D0-6E0D-F663077ACF1E}"/>
              </a:ext>
            </a:extLst>
          </p:cNvPr>
          <p:cNvGrpSpPr/>
          <p:nvPr/>
        </p:nvGrpSpPr>
        <p:grpSpPr>
          <a:xfrm>
            <a:off x="7440991" y="3581619"/>
            <a:ext cx="447192" cy="447192"/>
            <a:chOff x="7056481" y="3581619"/>
            <a:chExt cx="447192" cy="447192"/>
          </a:xfrm>
        </p:grpSpPr>
        <p:sp>
          <p:nvSpPr>
            <p:cNvPr id="30" name="Google Shape;236;p23">
              <a:extLst>
                <a:ext uri="{FF2B5EF4-FFF2-40B4-BE49-F238E27FC236}">
                  <a16:creationId xmlns:a16="http://schemas.microsoft.com/office/drawing/2014/main" id="{C0DAD9FF-F229-709E-D25F-A23054AB1ED1}"/>
                </a:ext>
              </a:extLst>
            </p:cNvPr>
            <p:cNvSpPr/>
            <p:nvPr/>
          </p:nvSpPr>
          <p:spPr>
            <a:xfrm rot="5400000">
              <a:off x="7056481" y="3581619"/>
              <a:ext cx="447192" cy="447192"/>
            </a:xfrm>
            <a:prstGeom prst="teardrop">
              <a:avLst>
                <a:gd name="adj" fmla="val 100000"/>
              </a:avLst>
            </a:prstGeom>
            <a:solidFill>
              <a:schemeClr val="accent1"/>
            </a:solidFill>
            <a:ln>
              <a:no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sp>
          <p:nvSpPr>
            <p:cNvPr id="33" name="CuadroTexto 22">
              <a:extLst>
                <a:ext uri="{FF2B5EF4-FFF2-40B4-BE49-F238E27FC236}">
                  <a16:creationId xmlns:a16="http://schemas.microsoft.com/office/drawing/2014/main" id="{1415A6A0-3881-A242-288F-E0E9259A132F}"/>
                </a:ext>
              </a:extLst>
            </p:cNvPr>
            <p:cNvSpPr txBox="1"/>
            <p:nvPr/>
          </p:nvSpPr>
          <p:spPr>
            <a:xfrm>
              <a:off x="7109197" y="3679568"/>
              <a:ext cx="341760" cy="276999"/>
            </a:xfrm>
            <a:prstGeom prst="rect">
              <a:avLst/>
            </a:prstGeom>
            <a:noFill/>
          </p:spPr>
          <p:txBody>
            <a:bodyPr wrap="none" rtlCol="0">
              <a:spAutoFit/>
            </a:bodyPr>
            <a:lstStyle/>
            <a:p>
              <a:r>
                <a:rPr lang="es-CO" sz="1200" b="1" dirty="0">
                  <a:solidFill>
                    <a:srgbClr val="07272D"/>
                  </a:solidFill>
                  <a:latin typeface="Poppins" panose="00000500000000000000" pitchFamily="2" charset="0"/>
                  <a:cs typeface="Poppins" panose="00000500000000000000" pitchFamily="2" charset="0"/>
                </a:rPr>
                <a:t>18</a:t>
              </a:r>
            </a:p>
          </p:txBody>
        </p:sp>
      </p:grpSp>
      <p:sp>
        <p:nvSpPr>
          <p:cNvPr id="42" name="TextBox 55">
            <a:extLst>
              <a:ext uri="{FF2B5EF4-FFF2-40B4-BE49-F238E27FC236}">
                <a16:creationId xmlns:a16="http://schemas.microsoft.com/office/drawing/2014/main" id="{095CAFC1-D2DA-73F7-7FDC-9BC63BCDBD5C}"/>
              </a:ext>
            </a:extLst>
          </p:cNvPr>
          <p:cNvSpPr txBox="1"/>
          <p:nvPr/>
        </p:nvSpPr>
        <p:spPr>
          <a:xfrm>
            <a:off x="8049002" y="3636147"/>
            <a:ext cx="2350834" cy="338137"/>
          </a:xfrm>
          <a:prstGeom prst="rect">
            <a:avLst/>
          </a:prstGeom>
          <a:noFill/>
        </p:spPr>
        <p:txBody>
          <a:bodyPr wrap="square">
            <a:spAutoFit/>
          </a:bodyPr>
          <a:lstStyle/>
          <a:p>
            <a:pPr eaLnBrk="1" fontAlgn="auto" hangingPunct="1">
              <a:spcBef>
                <a:spcPts val="0"/>
              </a:spcBef>
              <a:spcAft>
                <a:spcPts val="0"/>
              </a:spcAft>
              <a:defRPr/>
            </a:pPr>
            <a:r>
              <a:rPr lang="es-CO" sz="1600" b="1">
                <a:solidFill>
                  <a:schemeClr val="tx2"/>
                </a:solidFill>
                <a:latin typeface="Poppins" panose="00000500000000000000" pitchFamily="2" charset="0"/>
                <a:ea typeface="Inter" panose="02000503000000020004" pitchFamily="2" charset="0"/>
                <a:cs typeface="Poppins" panose="00000500000000000000" pitchFamily="2" charset="0"/>
              </a:rPr>
              <a:t>Company Overview</a:t>
            </a:r>
            <a:endParaRPr lang="es-CO" sz="1600" b="1" dirty="0">
              <a:solidFill>
                <a:schemeClr val="tx2"/>
              </a:solidFill>
              <a:latin typeface="Poppins" panose="00000500000000000000" pitchFamily="2" charset="0"/>
              <a:ea typeface="Inter" panose="02000503000000020004" pitchFamily="2" charset="0"/>
              <a:cs typeface="Poppins" panose="00000500000000000000" pitchFamily="2" charset="0"/>
            </a:endParaRPr>
          </a:p>
        </p:txBody>
      </p:sp>
      <p:grpSp>
        <p:nvGrpSpPr>
          <p:cNvPr id="3" name="Group 2">
            <a:extLst>
              <a:ext uri="{FF2B5EF4-FFF2-40B4-BE49-F238E27FC236}">
                <a16:creationId xmlns:a16="http://schemas.microsoft.com/office/drawing/2014/main" id="{3FBBAE97-FEBC-B0DF-3318-04A5B2C4783D}"/>
              </a:ext>
            </a:extLst>
          </p:cNvPr>
          <p:cNvGrpSpPr/>
          <p:nvPr/>
        </p:nvGrpSpPr>
        <p:grpSpPr>
          <a:xfrm>
            <a:off x="7440991" y="4646797"/>
            <a:ext cx="447192" cy="447192"/>
            <a:chOff x="7056481" y="4646797"/>
            <a:chExt cx="447192" cy="447192"/>
          </a:xfrm>
        </p:grpSpPr>
        <p:sp>
          <p:nvSpPr>
            <p:cNvPr id="38" name="Google Shape;236;p23">
              <a:extLst>
                <a:ext uri="{FF2B5EF4-FFF2-40B4-BE49-F238E27FC236}">
                  <a16:creationId xmlns:a16="http://schemas.microsoft.com/office/drawing/2014/main" id="{85BA5FCD-4A7D-F89A-0490-9AA8C910204B}"/>
                </a:ext>
              </a:extLst>
            </p:cNvPr>
            <p:cNvSpPr/>
            <p:nvPr/>
          </p:nvSpPr>
          <p:spPr>
            <a:xfrm rot="5400000">
              <a:off x="7056481" y="4646797"/>
              <a:ext cx="447192" cy="447192"/>
            </a:xfrm>
            <a:prstGeom prst="teardrop">
              <a:avLst>
                <a:gd name="adj" fmla="val 100000"/>
              </a:avLst>
            </a:prstGeom>
            <a:solidFill>
              <a:schemeClr val="accent1"/>
            </a:solidFill>
            <a:ln>
              <a:no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sp>
          <p:nvSpPr>
            <p:cNvPr id="39" name="CuadroTexto 27">
              <a:extLst>
                <a:ext uri="{FF2B5EF4-FFF2-40B4-BE49-F238E27FC236}">
                  <a16:creationId xmlns:a16="http://schemas.microsoft.com/office/drawing/2014/main" id="{9E7D863A-5B3A-19C5-DB28-60474A1F9DDC}"/>
                </a:ext>
              </a:extLst>
            </p:cNvPr>
            <p:cNvSpPr txBox="1"/>
            <p:nvPr/>
          </p:nvSpPr>
          <p:spPr>
            <a:xfrm>
              <a:off x="7097174" y="4744746"/>
              <a:ext cx="365806" cy="276999"/>
            </a:xfrm>
            <a:prstGeom prst="rect">
              <a:avLst/>
            </a:prstGeom>
            <a:noFill/>
          </p:spPr>
          <p:txBody>
            <a:bodyPr wrap="none" rtlCol="0">
              <a:spAutoFit/>
            </a:bodyPr>
            <a:lstStyle/>
            <a:p>
              <a:r>
                <a:rPr lang="es-CO" sz="1200" b="1" dirty="0">
                  <a:solidFill>
                    <a:srgbClr val="07272D"/>
                  </a:solidFill>
                  <a:latin typeface="Poppins" panose="00000500000000000000" pitchFamily="2" charset="0"/>
                  <a:cs typeface="Poppins" panose="00000500000000000000" pitchFamily="2" charset="0"/>
                </a:rPr>
                <a:t>23</a:t>
              </a:r>
            </a:p>
          </p:txBody>
        </p:sp>
      </p:grpSp>
      <p:sp>
        <p:nvSpPr>
          <p:cNvPr id="44" name="TextBox 55">
            <a:extLst>
              <a:ext uri="{FF2B5EF4-FFF2-40B4-BE49-F238E27FC236}">
                <a16:creationId xmlns:a16="http://schemas.microsoft.com/office/drawing/2014/main" id="{21CE3EB2-BF07-5EF9-46B3-4E4DEA6680F4}"/>
              </a:ext>
            </a:extLst>
          </p:cNvPr>
          <p:cNvSpPr txBox="1"/>
          <p:nvPr/>
        </p:nvSpPr>
        <p:spPr>
          <a:xfrm>
            <a:off x="8049002" y="4701325"/>
            <a:ext cx="2702391" cy="338137"/>
          </a:xfrm>
          <a:prstGeom prst="rect">
            <a:avLst/>
          </a:prstGeom>
          <a:noFill/>
        </p:spPr>
        <p:txBody>
          <a:bodyPr wrap="square">
            <a:spAutoFit/>
          </a:bodyPr>
          <a:lstStyle/>
          <a:p>
            <a:pPr eaLnBrk="1" fontAlgn="auto" hangingPunct="1">
              <a:spcBef>
                <a:spcPts val="0"/>
              </a:spcBef>
              <a:spcAft>
                <a:spcPts val="0"/>
              </a:spcAft>
              <a:defRPr/>
            </a:pPr>
            <a:r>
              <a:rPr lang="es-CO" sz="1600" b="1" dirty="0" err="1">
                <a:solidFill>
                  <a:schemeClr val="tx2"/>
                </a:solidFill>
                <a:latin typeface="Poppins" panose="00000500000000000000" pitchFamily="2" charset="0"/>
                <a:ea typeface="Inter" panose="02000503000000020004" pitchFamily="2" charset="0"/>
                <a:cs typeface="Poppins" panose="00000500000000000000" pitchFamily="2" charset="0"/>
              </a:rPr>
              <a:t>Financial</a:t>
            </a:r>
            <a:r>
              <a:rPr lang="es-CO" sz="1600" b="1" dirty="0">
                <a:solidFill>
                  <a:schemeClr val="tx2"/>
                </a:solidFill>
                <a:latin typeface="Poppins" panose="00000500000000000000" pitchFamily="2" charset="0"/>
                <a:ea typeface="Inter" panose="02000503000000020004" pitchFamily="2" charset="0"/>
                <a:cs typeface="Poppins" panose="00000500000000000000" pitchFamily="2" charset="0"/>
              </a:rPr>
              <a:t> </a:t>
            </a:r>
            <a:r>
              <a:rPr lang="es-CO" sz="1600" b="1" dirty="0" err="1">
                <a:solidFill>
                  <a:schemeClr val="tx2"/>
                </a:solidFill>
                <a:latin typeface="Poppins" panose="00000500000000000000" pitchFamily="2" charset="0"/>
                <a:ea typeface="Inter" panose="02000503000000020004" pitchFamily="2" charset="0"/>
                <a:cs typeface="Poppins" panose="00000500000000000000" pitchFamily="2" charset="0"/>
              </a:rPr>
              <a:t>Information</a:t>
            </a:r>
            <a:endParaRPr lang="es-CO" sz="1600" b="1" dirty="0">
              <a:solidFill>
                <a:schemeClr val="tx2"/>
              </a:solidFill>
              <a:latin typeface="Poppins" panose="00000500000000000000" pitchFamily="2" charset="0"/>
              <a:ea typeface="Inter" panose="02000503000000020004" pitchFamily="2" charset="0"/>
              <a:cs typeface="Poppins" panose="00000500000000000000" pitchFamily="2" charset="0"/>
            </a:endParaRPr>
          </a:p>
        </p:txBody>
      </p:sp>
      <p:cxnSp>
        <p:nvCxnSpPr>
          <p:cNvPr id="22" name="Conector recto 12">
            <a:extLst>
              <a:ext uri="{FF2B5EF4-FFF2-40B4-BE49-F238E27FC236}">
                <a16:creationId xmlns:a16="http://schemas.microsoft.com/office/drawing/2014/main" id="{A6A9B741-3E70-87CF-50EC-4B81AE9F6677}"/>
              </a:ext>
            </a:extLst>
          </p:cNvPr>
          <p:cNvCxnSpPr>
            <a:cxnSpLocks/>
          </p:cNvCxnSpPr>
          <p:nvPr/>
        </p:nvCxnSpPr>
        <p:spPr>
          <a:xfrm>
            <a:off x="5992628" y="2203694"/>
            <a:ext cx="5373873" cy="0"/>
          </a:xfrm>
          <a:prstGeom prst="line">
            <a:avLst/>
          </a:prstGeom>
          <a:ln>
            <a:solidFill>
              <a:srgbClr val="EE5340"/>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A568A462-EEC7-9323-3A1C-C79D8B6D95A5}"/>
              </a:ext>
            </a:extLst>
          </p:cNvPr>
          <p:cNvGrpSpPr/>
          <p:nvPr/>
        </p:nvGrpSpPr>
        <p:grpSpPr>
          <a:xfrm>
            <a:off x="5867400" y="3268872"/>
            <a:ext cx="5499101" cy="1072686"/>
            <a:chOff x="7208657" y="3268872"/>
            <a:chExt cx="4157844" cy="1072686"/>
          </a:xfrm>
        </p:grpSpPr>
        <p:cxnSp>
          <p:nvCxnSpPr>
            <p:cNvPr id="53" name="Conector recto 12">
              <a:extLst>
                <a:ext uri="{FF2B5EF4-FFF2-40B4-BE49-F238E27FC236}">
                  <a16:creationId xmlns:a16="http://schemas.microsoft.com/office/drawing/2014/main" id="{005B7927-D4DA-6CC1-5F9E-4D025123DB87}"/>
                </a:ext>
              </a:extLst>
            </p:cNvPr>
            <p:cNvCxnSpPr>
              <a:cxnSpLocks/>
            </p:cNvCxnSpPr>
            <p:nvPr/>
          </p:nvCxnSpPr>
          <p:spPr>
            <a:xfrm flipV="1">
              <a:off x="7208657" y="3268872"/>
              <a:ext cx="4157844" cy="7508"/>
            </a:xfrm>
            <a:prstGeom prst="line">
              <a:avLst/>
            </a:prstGeom>
            <a:ln>
              <a:solidFill>
                <a:srgbClr val="EE5340"/>
              </a:solidFill>
            </a:ln>
          </p:spPr>
          <p:style>
            <a:lnRef idx="1">
              <a:schemeClr val="accent1"/>
            </a:lnRef>
            <a:fillRef idx="0">
              <a:schemeClr val="accent1"/>
            </a:fillRef>
            <a:effectRef idx="0">
              <a:schemeClr val="accent1"/>
            </a:effectRef>
            <a:fontRef idx="minor">
              <a:schemeClr val="tx1"/>
            </a:fontRef>
          </p:style>
        </p:cxnSp>
        <p:cxnSp>
          <p:nvCxnSpPr>
            <p:cNvPr id="54" name="Conector recto 12">
              <a:extLst>
                <a:ext uri="{FF2B5EF4-FFF2-40B4-BE49-F238E27FC236}">
                  <a16:creationId xmlns:a16="http://schemas.microsoft.com/office/drawing/2014/main" id="{3075C8FE-A4BF-10B1-BEEC-8219317D80AB}"/>
                </a:ext>
              </a:extLst>
            </p:cNvPr>
            <p:cNvCxnSpPr>
              <a:cxnSpLocks/>
            </p:cNvCxnSpPr>
            <p:nvPr/>
          </p:nvCxnSpPr>
          <p:spPr>
            <a:xfrm flipV="1">
              <a:off x="7208657" y="4334050"/>
              <a:ext cx="4157844" cy="7508"/>
            </a:xfrm>
            <a:prstGeom prst="line">
              <a:avLst/>
            </a:prstGeom>
            <a:ln>
              <a:solidFill>
                <a:srgbClr val="EE5340"/>
              </a:solidFill>
            </a:ln>
          </p:spPr>
          <p:style>
            <a:lnRef idx="1">
              <a:schemeClr val="accent1"/>
            </a:lnRef>
            <a:fillRef idx="0">
              <a:schemeClr val="accent1"/>
            </a:fillRef>
            <a:effectRef idx="0">
              <a:schemeClr val="accent1"/>
            </a:effectRef>
            <a:fontRef idx="minor">
              <a:schemeClr val="tx1"/>
            </a:fontRef>
          </p:style>
        </p:cxnSp>
      </p:grpSp>
      <p:cxnSp>
        <p:nvCxnSpPr>
          <p:cNvPr id="55" name="Conector recto 12">
            <a:extLst>
              <a:ext uri="{FF2B5EF4-FFF2-40B4-BE49-F238E27FC236}">
                <a16:creationId xmlns:a16="http://schemas.microsoft.com/office/drawing/2014/main" id="{4294E02D-922A-E742-60D3-0D627701250A}"/>
              </a:ext>
            </a:extLst>
          </p:cNvPr>
          <p:cNvCxnSpPr>
            <a:cxnSpLocks/>
          </p:cNvCxnSpPr>
          <p:nvPr/>
        </p:nvCxnSpPr>
        <p:spPr>
          <a:xfrm flipV="1">
            <a:off x="7208657" y="5399230"/>
            <a:ext cx="4157844" cy="7508"/>
          </a:xfrm>
          <a:prstGeom prst="line">
            <a:avLst/>
          </a:prstGeom>
          <a:ln>
            <a:solidFill>
              <a:srgbClr val="EE5340"/>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2230CB8C-8DC2-6E0F-0F27-5DA7129BB230}"/>
              </a:ext>
            </a:extLst>
          </p:cNvPr>
          <p:cNvSpPr>
            <a:spLocks noGrp="1" noRot="1" noMove="1" noResize="1" noEditPoints="1" noAdjustHandles="1" noChangeArrowheads="1" noChangeShapeType="1"/>
          </p:cNvSpPr>
          <p:nvPr/>
        </p:nvSpPr>
        <p:spPr>
          <a:xfrm>
            <a:off x="0" y="0"/>
            <a:ext cx="81279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11" name="Rectángulo: esquinas redondeadas 2">
            <a:extLst>
              <a:ext uri="{FF2B5EF4-FFF2-40B4-BE49-F238E27FC236}">
                <a16:creationId xmlns:a16="http://schemas.microsoft.com/office/drawing/2014/main" id="{8D1C604B-4C61-C430-A4B1-DAAE044DFF39}"/>
              </a:ext>
            </a:extLst>
          </p:cNvPr>
          <p:cNvSpPr/>
          <p:nvPr/>
        </p:nvSpPr>
        <p:spPr>
          <a:xfrm>
            <a:off x="0" y="0"/>
            <a:ext cx="6360928" cy="6858000"/>
          </a:xfrm>
          <a:prstGeom prst="roundRect">
            <a:avLst>
              <a:gd name="adj" fmla="val 3011"/>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pic>
        <p:nvPicPr>
          <p:cNvPr id="12" name="Imagen 17">
            <a:extLst>
              <a:ext uri="{FF2B5EF4-FFF2-40B4-BE49-F238E27FC236}">
                <a16:creationId xmlns:a16="http://schemas.microsoft.com/office/drawing/2014/main" id="{481BA0A1-B512-05EE-8358-B751FCC586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1746" y="2119684"/>
            <a:ext cx="4127142" cy="4738316"/>
          </a:xfrm>
          <a:prstGeom prst="rect">
            <a:avLst/>
          </a:prstGeom>
        </p:spPr>
      </p:pic>
      <p:sp>
        <p:nvSpPr>
          <p:cNvPr id="13" name="CuadroTexto 4">
            <a:extLst>
              <a:ext uri="{FF2B5EF4-FFF2-40B4-BE49-F238E27FC236}">
                <a16:creationId xmlns:a16="http://schemas.microsoft.com/office/drawing/2014/main" id="{57298A4A-8C2D-B3B5-0F64-4677286469EE}"/>
              </a:ext>
            </a:extLst>
          </p:cNvPr>
          <p:cNvSpPr txBox="1"/>
          <p:nvPr/>
        </p:nvSpPr>
        <p:spPr>
          <a:xfrm>
            <a:off x="1579378" y="774878"/>
            <a:ext cx="3202172" cy="1077218"/>
          </a:xfrm>
          <a:prstGeom prst="rect">
            <a:avLst/>
          </a:prstGeom>
          <a:noFill/>
        </p:spPr>
        <p:txBody>
          <a:bodyPr wrap="square" rtlCol="0">
            <a:spAutoFit/>
          </a:bodyPr>
          <a:lstStyle/>
          <a:p>
            <a:pPr algn="ctr"/>
            <a:r>
              <a:rPr lang="es-CO" sz="3200" dirty="0">
                <a:solidFill>
                  <a:schemeClr val="bg1"/>
                </a:solidFill>
                <a:latin typeface="Poppins" panose="00000500000000000000" pitchFamily="2" charset="0"/>
                <a:cs typeface="Poppins" panose="00000500000000000000" pitchFamily="2" charset="0"/>
              </a:rPr>
              <a:t>Executive </a:t>
            </a:r>
            <a:r>
              <a:rPr lang="es-CO" sz="3200" dirty="0" err="1">
                <a:solidFill>
                  <a:schemeClr val="bg1"/>
                </a:solidFill>
                <a:latin typeface="Poppins" panose="00000500000000000000" pitchFamily="2" charset="0"/>
                <a:cs typeface="Poppins" panose="00000500000000000000" pitchFamily="2" charset="0"/>
              </a:rPr>
              <a:t>Summary</a:t>
            </a:r>
            <a:endParaRPr lang="es-CO" sz="3200" dirty="0">
              <a:solidFill>
                <a:schemeClr val="bg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40339764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FA3FF-6577-929D-CF99-880B2C07705D}"/>
            </a:ext>
          </a:extLst>
        </p:cNvPr>
        <p:cNvGrpSpPr/>
        <p:nvPr/>
      </p:nvGrpSpPr>
      <p:grpSpPr>
        <a:xfrm>
          <a:off x="0" y="0"/>
          <a:ext cx="0" cy="0"/>
          <a:chOff x="0" y="0"/>
          <a:chExt cx="0" cy="0"/>
        </a:xfrm>
      </p:grpSpPr>
      <p:sp>
        <p:nvSpPr>
          <p:cNvPr id="21" name="Rectángulo: esquinas redondeadas 2">
            <a:extLst>
              <a:ext uri="{FF2B5EF4-FFF2-40B4-BE49-F238E27FC236}">
                <a16:creationId xmlns:a16="http://schemas.microsoft.com/office/drawing/2014/main" id="{E1217A21-08C4-62F4-895A-C27C49E8C52D}"/>
              </a:ext>
            </a:extLst>
          </p:cNvPr>
          <p:cNvSpPr/>
          <p:nvPr/>
        </p:nvSpPr>
        <p:spPr>
          <a:xfrm flipH="1">
            <a:off x="0" y="5057775"/>
            <a:ext cx="12192000" cy="1800226"/>
          </a:xfrm>
          <a:prstGeom prst="round2SameRect">
            <a:avLst>
              <a:gd name="adj1" fmla="val 19168"/>
              <a:gd name="adj2"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2" name="Title 1">
            <a:extLst>
              <a:ext uri="{FF2B5EF4-FFF2-40B4-BE49-F238E27FC236}">
                <a16:creationId xmlns:a16="http://schemas.microsoft.com/office/drawing/2014/main" id="{8187D47B-6C5E-2231-3AED-4B925D38BFA3}"/>
              </a:ext>
            </a:extLst>
          </p:cNvPr>
          <p:cNvSpPr>
            <a:spLocks noGrp="1"/>
          </p:cNvSpPr>
          <p:nvPr>
            <p:ph type="title"/>
          </p:nvPr>
        </p:nvSpPr>
        <p:spPr/>
        <p:txBody>
          <a:bodyPr/>
          <a:lstStyle/>
          <a:p>
            <a:r>
              <a:rPr lang="en-US" dirty="0"/>
              <a:t>High Standard Corporate Governance Practices</a:t>
            </a:r>
          </a:p>
        </p:txBody>
      </p:sp>
      <p:sp>
        <p:nvSpPr>
          <p:cNvPr id="3" name="Content Placeholder 2">
            <a:extLst>
              <a:ext uri="{FF2B5EF4-FFF2-40B4-BE49-F238E27FC236}">
                <a16:creationId xmlns:a16="http://schemas.microsoft.com/office/drawing/2014/main" id="{73DA33EA-DB73-D01E-9D9D-B9AB658112FD}"/>
              </a:ext>
            </a:extLst>
          </p:cNvPr>
          <p:cNvSpPr>
            <a:spLocks noGrp="1"/>
          </p:cNvSpPr>
          <p:nvPr>
            <p:ph sz="quarter" idx="13"/>
          </p:nvPr>
        </p:nvSpPr>
        <p:spPr/>
        <p:txBody>
          <a:bodyPr/>
          <a:lstStyle/>
          <a:p>
            <a:r>
              <a:rPr lang="en-US" dirty="0"/>
              <a:t>From the beginning, the Company has invested in </a:t>
            </a:r>
            <a:r>
              <a:rPr lang="en-US" b="1" dirty="0">
                <a:latin typeface="Source Serif Pro SemiBold" panose="02040703050405020204" pitchFamily="18" charset="0"/>
                <a:ea typeface="Source Serif Pro SemiBold" panose="02040703050405020204" pitchFamily="18" charset="0"/>
              </a:rPr>
              <a:t>training professionals</a:t>
            </a:r>
            <a:r>
              <a:rPr lang="en-US" dirty="0">
                <a:latin typeface="Source Serif Pro SemiBold" panose="02040703050405020204" pitchFamily="18" charset="0"/>
                <a:ea typeface="Source Serif Pro SemiBold" panose="02040703050405020204" pitchFamily="18" charset="0"/>
              </a:rPr>
              <a:t>, </a:t>
            </a:r>
            <a:r>
              <a:rPr lang="en-US" b="1" dirty="0">
                <a:latin typeface="Source Serif Pro SemiBold" panose="02040703050405020204" pitchFamily="18" charset="0"/>
                <a:ea typeface="Source Serif Pro SemiBold" panose="02040703050405020204" pitchFamily="18" charset="0"/>
              </a:rPr>
              <a:t>software</a:t>
            </a:r>
            <a:r>
              <a:rPr lang="en-US" dirty="0">
                <a:latin typeface="Source Serif Pro SemiBold" panose="02040703050405020204" pitchFamily="18" charset="0"/>
                <a:ea typeface="Source Serif Pro SemiBold" panose="02040703050405020204" pitchFamily="18" charset="0"/>
              </a:rPr>
              <a:t>, </a:t>
            </a:r>
            <a:r>
              <a:rPr lang="en-US" b="1" dirty="0">
                <a:latin typeface="Source Serif Pro SemiBold" panose="02040703050405020204" pitchFamily="18" charset="0"/>
                <a:ea typeface="Source Serif Pro SemiBold" panose="02040703050405020204" pitchFamily="18" charset="0"/>
              </a:rPr>
              <a:t>certifications</a:t>
            </a:r>
            <a:r>
              <a:rPr lang="en-US" dirty="0">
                <a:latin typeface="Source Serif Pro SemiBold" panose="02040703050405020204" pitchFamily="18" charset="0"/>
                <a:ea typeface="Source Serif Pro SemiBold" panose="02040703050405020204" pitchFamily="18" charset="0"/>
              </a:rPr>
              <a:t>, and </a:t>
            </a:r>
            <a:r>
              <a:rPr lang="en-US" b="1" dirty="0">
                <a:latin typeface="Source Serif Pro SemiBold" panose="02040703050405020204" pitchFamily="18" charset="0"/>
                <a:ea typeface="Source Serif Pro SemiBold" panose="02040703050405020204" pitchFamily="18" charset="0"/>
              </a:rPr>
              <a:t>has been active in social issues</a:t>
            </a:r>
          </a:p>
        </p:txBody>
      </p:sp>
      <p:sp>
        <p:nvSpPr>
          <p:cNvPr id="31" name="Text Placeholder 30">
            <a:extLst>
              <a:ext uri="{FF2B5EF4-FFF2-40B4-BE49-F238E27FC236}">
                <a16:creationId xmlns:a16="http://schemas.microsoft.com/office/drawing/2014/main" id="{B3131E94-B797-7164-B348-38E857A80BCB}"/>
              </a:ext>
            </a:extLst>
          </p:cNvPr>
          <p:cNvSpPr>
            <a:spLocks noGrp="1"/>
          </p:cNvSpPr>
          <p:nvPr>
            <p:ph type="body" sz="quarter" idx="36"/>
          </p:nvPr>
        </p:nvSpPr>
        <p:spPr/>
        <p:txBody>
          <a:bodyPr/>
          <a:lstStyle/>
          <a:p>
            <a:endParaRPr lang="pt-BR"/>
          </a:p>
        </p:txBody>
      </p:sp>
      <p:sp>
        <p:nvSpPr>
          <p:cNvPr id="29" name="Espaço Reservado para Número de Slide 3">
            <a:extLst>
              <a:ext uri="{FF2B5EF4-FFF2-40B4-BE49-F238E27FC236}">
                <a16:creationId xmlns:a16="http://schemas.microsoft.com/office/drawing/2014/main" id="{532E06E2-9D59-5B94-9219-1C7EBACD0224}"/>
              </a:ext>
            </a:extLst>
          </p:cNvPr>
          <p:cNvSpPr txBox="1">
            <a:spLocks/>
          </p:cNvSpPr>
          <p:nvPr/>
        </p:nvSpPr>
        <p:spPr>
          <a:xfrm>
            <a:off x="704942" y="6485499"/>
            <a:ext cx="280194" cy="363536"/>
          </a:xfrm>
          <a:prstGeom prst="rect">
            <a:avLst/>
          </a:prstGeom>
        </p:spPr>
        <p:txBody>
          <a:bodyPr vert="horz" lIns="0" tIns="72000" rIns="0" bIns="0" rtlCol="0" anchor="t" anchorCtr="0"/>
          <a:lstStyle>
            <a:defPPr>
              <a:defRPr lang="pt-BR"/>
            </a:defPPr>
            <a:lvl1pPr marL="0" algn="r" defTabSz="914400" rtl="0" eaLnBrk="1" latinLnBrk="0" hangingPunct="1">
              <a:defRPr lang="pt-BR" sz="1000" kern="1200" smtClean="0">
                <a:solidFill>
                  <a:srgbClr val="222F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D040F07-03C9-435C-8770-1A5512E66C10}" type="slidenum">
              <a:rPr lang="en-US" sz="700" b="0" kern="1200" smtClean="0">
                <a:solidFill>
                  <a:schemeClr val="accent1"/>
                </a:solidFill>
                <a:latin typeface="Source Serif Pro" panose="02040603050405020204" pitchFamily="18" charset="0"/>
                <a:ea typeface="Source Serif Pro" panose="02040603050405020204" pitchFamily="18" charset="0"/>
                <a:cs typeface="+mn-cs"/>
              </a:rPr>
              <a:pPr algn="ctr"/>
              <a:t>20</a:t>
            </a:fld>
            <a:endParaRPr lang="en-US" sz="800" b="0" kern="1200" dirty="0">
              <a:solidFill>
                <a:schemeClr val="accent1"/>
              </a:solidFill>
              <a:latin typeface="Source Serif Pro" panose="02040603050405020204" pitchFamily="18" charset="0"/>
              <a:ea typeface="Source Serif Pro" panose="02040603050405020204" pitchFamily="18" charset="0"/>
              <a:cs typeface="+mn-cs"/>
            </a:endParaRPr>
          </a:p>
        </p:txBody>
      </p:sp>
      <p:sp>
        <p:nvSpPr>
          <p:cNvPr id="30" name="Google Shape;236;p23">
            <a:extLst>
              <a:ext uri="{FF2B5EF4-FFF2-40B4-BE49-F238E27FC236}">
                <a16:creationId xmlns:a16="http://schemas.microsoft.com/office/drawing/2014/main" id="{3E6A4DA8-CDF3-ECC2-665B-479580E33AE9}"/>
              </a:ext>
            </a:extLst>
          </p:cNvPr>
          <p:cNvSpPr/>
          <p:nvPr/>
        </p:nvSpPr>
        <p:spPr>
          <a:xfrm rot="5400000">
            <a:off x="731837" y="6498179"/>
            <a:ext cx="212299" cy="212299"/>
          </a:xfrm>
          <a:prstGeom prst="teardrop">
            <a:avLst>
              <a:gd name="adj" fmla="val 100000"/>
            </a:avLst>
          </a:prstGeom>
          <a:noFill/>
          <a:ln w="6350">
            <a:solidFill>
              <a:schemeClr val="accent1"/>
            </a:solid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pic>
        <p:nvPicPr>
          <p:cNvPr id="34" name="Imagen 7">
            <a:extLst>
              <a:ext uri="{FF2B5EF4-FFF2-40B4-BE49-F238E27FC236}">
                <a16:creationId xmlns:a16="http://schemas.microsoft.com/office/drawing/2014/main" id="{A2F2B580-1482-E4CE-7C6A-FF23A837353E}"/>
              </a:ext>
            </a:extLst>
          </p:cNvPr>
          <p:cNvPicPr>
            <a:picLocks noGrp="1" noRo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10165546" y="6196049"/>
            <a:ext cx="1669265" cy="166795"/>
          </a:xfrm>
          <a:prstGeom prst="rect">
            <a:avLst/>
          </a:prstGeom>
        </p:spPr>
      </p:pic>
      <p:sp>
        <p:nvSpPr>
          <p:cNvPr id="235" name="Content Placeholder 6">
            <a:extLst>
              <a:ext uri="{FF2B5EF4-FFF2-40B4-BE49-F238E27FC236}">
                <a16:creationId xmlns:a16="http://schemas.microsoft.com/office/drawing/2014/main" id="{3C735A65-ED41-8C39-4B12-EEF076FD00ED}"/>
              </a:ext>
            </a:extLst>
          </p:cNvPr>
          <p:cNvSpPr txBox="1">
            <a:spLocks/>
          </p:cNvSpPr>
          <p:nvPr/>
        </p:nvSpPr>
        <p:spPr>
          <a:xfrm>
            <a:off x="788003" y="1487339"/>
            <a:ext cx="1558937" cy="975327"/>
          </a:xfrm>
          <a:prstGeom prst="rect">
            <a:avLst/>
          </a:prstGeom>
        </p:spPr>
        <p:txBody>
          <a:bodyPr vert="horz" wrap="square" lIns="0" tIns="36000" rIns="0" bIns="0" rtlCol="0">
            <a:spAutoFit/>
          </a:bodyPr>
          <a:lstStyle>
            <a:defPPr>
              <a:defRPr lang="pt-BR"/>
            </a:defPPr>
            <a:lvl1pPr indent="0">
              <a:lnSpc>
                <a:spcPct val="110000"/>
              </a:lnSpc>
              <a:spcBef>
                <a:spcPts val="0"/>
              </a:spcBef>
              <a:spcAft>
                <a:spcPts val="800"/>
              </a:spcAft>
              <a:buFont typeface="Arial" panose="020B0604020202020204" pitchFamily="34" charset="0"/>
              <a:buNone/>
              <a:defRPr sz="1200" b="1">
                <a:latin typeface="Source Serif Pro" panose="02040603050405020204" pitchFamily="18" charset="0"/>
                <a:ea typeface="Source Serif Pro" panose="02040603050405020204" pitchFamily="18" charset="0"/>
              </a:defRPr>
            </a:lvl1pPr>
            <a:lvl2pPr marL="108000" indent="-108000">
              <a:lnSpc>
                <a:spcPct val="110000"/>
              </a:lnSpc>
              <a:spcBef>
                <a:spcPts val="0"/>
              </a:spcBef>
              <a:spcAft>
                <a:spcPts val="800"/>
              </a:spcAft>
              <a:buClr>
                <a:schemeClr val="bg2"/>
              </a:buClr>
              <a:buFont typeface="Arial" panose="020B0604020202020204" pitchFamily="34" charset="0"/>
              <a:buChar char="•"/>
              <a:defRPr sz="1200">
                <a:latin typeface="Source Serif Pro" panose="02040603050405020204" pitchFamily="18" charset="0"/>
                <a:ea typeface="Source Serif Pro" panose="02040603050405020204" pitchFamily="18" charset="0"/>
              </a:defRPr>
            </a:lvl2pPr>
            <a:lvl3pPr marL="108000" indent="-108000">
              <a:lnSpc>
                <a:spcPct val="110000"/>
              </a:lnSpc>
              <a:spcBef>
                <a:spcPts val="0"/>
              </a:spcBef>
              <a:spcAft>
                <a:spcPts val="800"/>
              </a:spcAft>
              <a:buClr>
                <a:schemeClr val="bg2"/>
              </a:buClr>
              <a:buFont typeface="Source Sans Pro" panose="020B0503030403020204" pitchFamily="34" charset="0"/>
              <a:buChar char="−"/>
              <a:defRPr sz="1200">
                <a:latin typeface="Source Serif Pro Light" panose="02040303050405020204" pitchFamily="18" charset="0"/>
                <a:ea typeface="Source Serif Pro Light" panose="02040303050405020204" pitchFamily="18" charset="0"/>
              </a:defRPr>
            </a:lvl3pPr>
            <a:lvl4pPr marL="0" indent="0">
              <a:lnSpc>
                <a:spcPct val="110000"/>
              </a:lnSpc>
              <a:spcBef>
                <a:spcPts val="0"/>
              </a:spcBef>
              <a:spcAft>
                <a:spcPts val="800"/>
              </a:spcAft>
              <a:buFont typeface="Arial" panose="020B0604020202020204" pitchFamily="34" charset="0"/>
              <a:buNone/>
              <a:defRPr sz="1200" b="1">
                <a:latin typeface="Source Serif Pro" panose="02040603050405020204" pitchFamily="18" charset="0"/>
                <a:ea typeface="Source Serif Pro" panose="02040603050405020204" pitchFamily="18" charset="0"/>
              </a:defRPr>
            </a:lvl4pPr>
            <a:lvl5pPr marL="0" indent="0">
              <a:lnSpc>
                <a:spcPct val="110000"/>
              </a:lnSpc>
              <a:spcBef>
                <a:spcPts val="0"/>
              </a:spcBef>
              <a:spcAft>
                <a:spcPts val="800"/>
              </a:spcAft>
              <a:buFont typeface="Arial" panose="020B0604020202020204" pitchFamily="34" charset="0"/>
              <a:buNone/>
              <a:defRPr sz="1200">
                <a:solidFill>
                  <a:schemeClr val="accent1"/>
                </a:solidFill>
                <a:latin typeface="Source Serif Pro Black" panose="02040903050405020204" pitchFamily="18" charset="0"/>
                <a:ea typeface="Source Serif Pro Black" panose="02040903050405020204" pitchFamily="18"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1400" dirty="0">
                <a:solidFill>
                  <a:schemeClr val="accent2"/>
                </a:solidFill>
                <a:latin typeface="Poppins SemiBold" panose="00000700000000000000" pitchFamily="2" charset="0"/>
                <a:cs typeface="Poppins SemiBold" panose="00000700000000000000" pitchFamily="2" charset="0"/>
              </a:rPr>
              <a:t>Focus on                 Social Impact and a DNA of Sustainability</a:t>
            </a:r>
          </a:p>
        </p:txBody>
      </p:sp>
      <p:sp>
        <p:nvSpPr>
          <p:cNvPr id="236" name="Content Placeholder 6">
            <a:extLst>
              <a:ext uri="{FF2B5EF4-FFF2-40B4-BE49-F238E27FC236}">
                <a16:creationId xmlns:a16="http://schemas.microsoft.com/office/drawing/2014/main" id="{3393AF2F-6491-84A7-A7BC-18EAAB15704C}"/>
              </a:ext>
            </a:extLst>
          </p:cNvPr>
          <p:cNvSpPr txBox="1">
            <a:spLocks/>
          </p:cNvSpPr>
          <p:nvPr/>
        </p:nvSpPr>
        <p:spPr>
          <a:xfrm>
            <a:off x="788003" y="2516411"/>
            <a:ext cx="1558937" cy="639978"/>
          </a:xfrm>
          <a:prstGeom prst="rect">
            <a:avLst/>
          </a:prstGeom>
        </p:spPr>
        <p:txBody>
          <a:bodyPr vert="horz" wrap="square" lIns="0" tIns="36000" rIns="0" bIns="0" rtlCol="0">
            <a:spAutoFit/>
          </a:bodyPr>
          <a:lstStyle>
            <a:defPPr>
              <a:defRPr lang="pt-BR"/>
            </a:defPPr>
            <a:lvl1pPr indent="0">
              <a:lnSpc>
                <a:spcPct val="110000"/>
              </a:lnSpc>
              <a:spcBef>
                <a:spcPts val="0"/>
              </a:spcBef>
              <a:spcAft>
                <a:spcPts val="800"/>
              </a:spcAft>
              <a:buFont typeface="Arial" panose="020B0604020202020204" pitchFamily="34" charset="0"/>
              <a:buNone/>
              <a:defRPr sz="1200" b="1">
                <a:latin typeface="Source Serif Pro" panose="02040603050405020204" pitchFamily="18" charset="0"/>
                <a:ea typeface="Source Serif Pro" panose="02040603050405020204" pitchFamily="18" charset="0"/>
              </a:defRPr>
            </a:lvl1pPr>
            <a:lvl2pPr marL="108000" indent="-108000">
              <a:lnSpc>
                <a:spcPct val="110000"/>
              </a:lnSpc>
              <a:spcBef>
                <a:spcPts val="0"/>
              </a:spcBef>
              <a:spcAft>
                <a:spcPts val="800"/>
              </a:spcAft>
              <a:buClr>
                <a:schemeClr val="bg2"/>
              </a:buClr>
              <a:buFont typeface="Arial" panose="020B0604020202020204" pitchFamily="34" charset="0"/>
              <a:buChar char="•"/>
              <a:defRPr sz="1200">
                <a:latin typeface="Source Serif Pro" panose="02040603050405020204" pitchFamily="18" charset="0"/>
                <a:ea typeface="Source Serif Pro" panose="02040603050405020204" pitchFamily="18" charset="0"/>
              </a:defRPr>
            </a:lvl2pPr>
            <a:lvl3pPr marL="108000" indent="-108000">
              <a:lnSpc>
                <a:spcPct val="110000"/>
              </a:lnSpc>
              <a:spcBef>
                <a:spcPts val="0"/>
              </a:spcBef>
              <a:spcAft>
                <a:spcPts val="800"/>
              </a:spcAft>
              <a:buClr>
                <a:schemeClr val="bg2"/>
              </a:buClr>
              <a:buFont typeface="Source Sans Pro" panose="020B0503030403020204" pitchFamily="34" charset="0"/>
              <a:buChar char="−"/>
              <a:defRPr sz="1200">
                <a:latin typeface="Source Serif Pro Light" panose="02040303050405020204" pitchFamily="18" charset="0"/>
                <a:ea typeface="Source Serif Pro Light" panose="02040303050405020204" pitchFamily="18" charset="0"/>
              </a:defRPr>
            </a:lvl3pPr>
            <a:lvl4pPr marL="0" indent="0">
              <a:lnSpc>
                <a:spcPct val="110000"/>
              </a:lnSpc>
              <a:spcBef>
                <a:spcPts val="0"/>
              </a:spcBef>
              <a:spcAft>
                <a:spcPts val="800"/>
              </a:spcAft>
              <a:buFont typeface="Arial" panose="020B0604020202020204" pitchFamily="34" charset="0"/>
              <a:buNone/>
              <a:defRPr sz="1200" b="1">
                <a:latin typeface="Source Serif Pro" panose="02040603050405020204" pitchFamily="18" charset="0"/>
                <a:ea typeface="Source Serif Pro" panose="02040603050405020204" pitchFamily="18" charset="0"/>
              </a:defRPr>
            </a:lvl4pPr>
            <a:lvl5pPr marL="0" indent="0">
              <a:lnSpc>
                <a:spcPct val="110000"/>
              </a:lnSpc>
              <a:spcBef>
                <a:spcPts val="0"/>
              </a:spcBef>
              <a:spcAft>
                <a:spcPts val="800"/>
              </a:spcAft>
              <a:buFont typeface="Arial" panose="020B0604020202020204" pitchFamily="34" charset="0"/>
              <a:buNone/>
              <a:defRPr sz="1200">
                <a:solidFill>
                  <a:schemeClr val="accent1"/>
                </a:solidFill>
                <a:latin typeface="Source Serif Pro Black" panose="02040903050405020204" pitchFamily="18" charset="0"/>
                <a:ea typeface="Source Serif Pro Black" panose="02040903050405020204" pitchFamily="18"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900" b="0" dirty="0">
                <a:latin typeface="+mj-lt"/>
                <a:cs typeface="Poppins SemiBold" panose="00000700000000000000" pitchFamily="2" charset="0"/>
              </a:rPr>
              <a:t>The company distributes products sustainably and is committed to social responsibility</a:t>
            </a:r>
          </a:p>
        </p:txBody>
      </p:sp>
      <p:sp>
        <p:nvSpPr>
          <p:cNvPr id="237" name="Content Placeholder 6">
            <a:extLst>
              <a:ext uri="{FF2B5EF4-FFF2-40B4-BE49-F238E27FC236}">
                <a16:creationId xmlns:a16="http://schemas.microsoft.com/office/drawing/2014/main" id="{DC716DDA-E937-2392-6CF0-7A8444EA57C1}"/>
              </a:ext>
            </a:extLst>
          </p:cNvPr>
          <p:cNvSpPr txBox="1">
            <a:spLocks/>
          </p:cNvSpPr>
          <p:nvPr/>
        </p:nvSpPr>
        <p:spPr>
          <a:xfrm>
            <a:off x="788003" y="3407058"/>
            <a:ext cx="1558937" cy="501351"/>
          </a:xfrm>
          <a:prstGeom prst="rect">
            <a:avLst/>
          </a:prstGeom>
        </p:spPr>
        <p:txBody>
          <a:bodyPr vert="horz" wrap="square" lIns="0" tIns="36000" rIns="0" bIns="0" rtlCol="0">
            <a:spAutoFit/>
          </a:bodyPr>
          <a:lstStyle>
            <a:defPPr>
              <a:defRPr lang="pt-BR"/>
            </a:defPPr>
            <a:lvl1pPr indent="0">
              <a:lnSpc>
                <a:spcPct val="110000"/>
              </a:lnSpc>
              <a:spcBef>
                <a:spcPts val="0"/>
              </a:spcBef>
              <a:spcAft>
                <a:spcPts val="800"/>
              </a:spcAft>
              <a:buFont typeface="Arial" panose="020B0604020202020204" pitchFamily="34" charset="0"/>
              <a:buNone/>
              <a:defRPr sz="1200" b="1">
                <a:latin typeface="Source Serif Pro" panose="02040603050405020204" pitchFamily="18" charset="0"/>
                <a:ea typeface="Source Serif Pro" panose="02040603050405020204" pitchFamily="18" charset="0"/>
              </a:defRPr>
            </a:lvl1pPr>
            <a:lvl2pPr marL="108000" indent="-108000">
              <a:lnSpc>
                <a:spcPct val="110000"/>
              </a:lnSpc>
              <a:spcBef>
                <a:spcPts val="0"/>
              </a:spcBef>
              <a:spcAft>
                <a:spcPts val="800"/>
              </a:spcAft>
              <a:buClr>
                <a:schemeClr val="bg2"/>
              </a:buClr>
              <a:buFont typeface="Arial" panose="020B0604020202020204" pitchFamily="34" charset="0"/>
              <a:buChar char="•"/>
              <a:defRPr sz="1200">
                <a:latin typeface="Source Serif Pro" panose="02040603050405020204" pitchFamily="18" charset="0"/>
                <a:ea typeface="Source Serif Pro" panose="02040603050405020204" pitchFamily="18" charset="0"/>
              </a:defRPr>
            </a:lvl2pPr>
            <a:lvl3pPr marL="108000" indent="-108000">
              <a:lnSpc>
                <a:spcPct val="110000"/>
              </a:lnSpc>
              <a:spcBef>
                <a:spcPts val="0"/>
              </a:spcBef>
              <a:spcAft>
                <a:spcPts val="800"/>
              </a:spcAft>
              <a:buClr>
                <a:schemeClr val="bg2"/>
              </a:buClr>
              <a:buFont typeface="Source Sans Pro" panose="020B0503030403020204" pitchFamily="34" charset="0"/>
              <a:buChar char="−"/>
              <a:defRPr sz="1200">
                <a:latin typeface="Source Serif Pro Light" panose="02040303050405020204" pitchFamily="18" charset="0"/>
                <a:ea typeface="Source Serif Pro Light" panose="02040303050405020204" pitchFamily="18" charset="0"/>
              </a:defRPr>
            </a:lvl3pPr>
            <a:lvl4pPr marL="0" indent="0">
              <a:lnSpc>
                <a:spcPct val="110000"/>
              </a:lnSpc>
              <a:spcBef>
                <a:spcPts val="0"/>
              </a:spcBef>
              <a:spcAft>
                <a:spcPts val="800"/>
              </a:spcAft>
              <a:buFont typeface="Arial" panose="020B0604020202020204" pitchFamily="34" charset="0"/>
              <a:buNone/>
              <a:defRPr sz="1200" b="1">
                <a:latin typeface="Source Serif Pro" panose="02040603050405020204" pitchFamily="18" charset="0"/>
                <a:ea typeface="Source Serif Pro" panose="02040603050405020204" pitchFamily="18" charset="0"/>
              </a:defRPr>
            </a:lvl4pPr>
            <a:lvl5pPr marL="0" indent="0">
              <a:lnSpc>
                <a:spcPct val="110000"/>
              </a:lnSpc>
              <a:spcBef>
                <a:spcPts val="0"/>
              </a:spcBef>
              <a:spcAft>
                <a:spcPts val="800"/>
              </a:spcAft>
              <a:buFont typeface="Arial" panose="020B0604020202020204" pitchFamily="34" charset="0"/>
              <a:buNone/>
              <a:defRPr sz="1200">
                <a:solidFill>
                  <a:schemeClr val="accent1"/>
                </a:solidFill>
                <a:latin typeface="Source Serif Pro Black" panose="02040903050405020204" pitchFamily="18" charset="0"/>
                <a:ea typeface="Source Serif Pro Black" panose="02040903050405020204" pitchFamily="18"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1400" dirty="0">
                <a:solidFill>
                  <a:schemeClr val="bg2"/>
                </a:solidFill>
                <a:latin typeface="Poppins SemiBold" panose="00000700000000000000" pitchFamily="2" charset="0"/>
                <a:cs typeface="Poppins SemiBold" panose="00000700000000000000" pitchFamily="2" charset="0"/>
              </a:rPr>
              <a:t>Professionalized Governance</a:t>
            </a:r>
          </a:p>
        </p:txBody>
      </p:sp>
      <p:sp>
        <p:nvSpPr>
          <p:cNvPr id="238" name="Content Placeholder 6">
            <a:extLst>
              <a:ext uri="{FF2B5EF4-FFF2-40B4-BE49-F238E27FC236}">
                <a16:creationId xmlns:a16="http://schemas.microsoft.com/office/drawing/2014/main" id="{DE8716AD-A52C-9745-396B-AAB9A77CCFAA}"/>
              </a:ext>
            </a:extLst>
          </p:cNvPr>
          <p:cNvSpPr txBox="1">
            <a:spLocks/>
          </p:cNvSpPr>
          <p:nvPr/>
        </p:nvSpPr>
        <p:spPr>
          <a:xfrm>
            <a:off x="788003" y="3962153"/>
            <a:ext cx="1558937" cy="792328"/>
          </a:xfrm>
          <a:prstGeom prst="rect">
            <a:avLst/>
          </a:prstGeom>
        </p:spPr>
        <p:txBody>
          <a:bodyPr vert="horz" wrap="square" lIns="0" tIns="36000" rIns="0" bIns="0" rtlCol="0">
            <a:spAutoFit/>
          </a:bodyPr>
          <a:lstStyle>
            <a:defPPr>
              <a:defRPr lang="pt-BR"/>
            </a:defPPr>
            <a:lvl1pPr indent="0">
              <a:lnSpc>
                <a:spcPct val="110000"/>
              </a:lnSpc>
              <a:spcBef>
                <a:spcPts val="0"/>
              </a:spcBef>
              <a:spcAft>
                <a:spcPts val="800"/>
              </a:spcAft>
              <a:buFont typeface="Arial" panose="020B0604020202020204" pitchFamily="34" charset="0"/>
              <a:buNone/>
              <a:defRPr sz="1200" b="1">
                <a:latin typeface="Source Serif Pro" panose="02040603050405020204" pitchFamily="18" charset="0"/>
                <a:ea typeface="Source Serif Pro" panose="02040603050405020204" pitchFamily="18" charset="0"/>
              </a:defRPr>
            </a:lvl1pPr>
            <a:lvl2pPr marL="108000" indent="-108000">
              <a:lnSpc>
                <a:spcPct val="110000"/>
              </a:lnSpc>
              <a:spcBef>
                <a:spcPts val="0"/>
              </a:spcBef>
              <a:spcAft>
                <a:spcPts val="800"/>
              </a:spcAft>
              <a:buClr>
                <a:schemeClr val="bg2"/>
              </a:buClr>
              <a:buFont typeface="Arial" panose="020B0604020202020204" pitchFamily="34" charset="0"/>
              <a:buChar char="•"/>
              <a:defRPr sz="1200">
                <a:latin typeface="Source Serif Pro" panose="02040603050405020204" pitchFamily="18" charset="0"/>
                <a:ea typeface="Source Serif Pro" panose="02040603050405020204" pitchFamily="18" charset="0"/>
              </a:defRPr>
            </a:lvl2pPr>
            <a:lvl3pPr marL="108000" indent="-108000">
              <a:lnSpc>
                <a:spcPct val="110000"/>
              </a:lnSpc>
              <a:spcBef>
                <a:spcPts val="0"/>
              </a:spcBef>
              <a:spcAft>
                <a:spcPts val="800"/>
              </a:spcAft>
              <a:buClr>
                <a:schemeClr val="bg2"/>
              </a:buClr>
              <a:buFont typeface="Source Sans Pro" panose="020B0503030403020204" pitchFamily="34" charset="0"/>
              <a:buChar char="−"/>
              <a:defRPr sz="1200">
                <a:latin typeface="Source Serif Pro Light" panose="02040303050405020204" pitchFamily="18" charset="0"/>
                <a:ea typeface="Source Serif Pro Light" panose="02040303050405020204" pitchFamily="18" charset="0"/>
              </a:defRPr>
            </a:lvl3pPr>
            <a:lvl4pPr marL="0" indent="0">
              <a:lnSpc>
                <a:spcPct val="110000"/>
              </a:lnSpc>
              <a:spcBef>
                <a:spcPts val="0"/>
              </a:spcBef>
              <a:spcAft>
                <a:spcPts val="800"/>
              </a:spcAft>
              <a:buFont typeface="Arial" panose="020B0604020202020204" pitchFamily="34" charset="0"/>
              <a:buNone/>
              <a:defRPr sz="1200" b="1">
                <a:latin typeface="Source Serif Pro" panose="02040603050405020204" pitchFamily="18" charset="0"/>
                <a:ea typeface="Source Serif Pro" panose="02040603050405020204" pitchFamily="18" charset="0"/>
              </a:defRPr>
            </a:lvl4pPr>
            <a:lvl5pPr marL="0" indent="0">
              <a:lnSpc>
                <a:spcPct val="110000"/>
              </a:lnSpc>
              <a:spcBef>
                <a:spcPts val="0"/>
              </a:spcBef>
              <a:spcAft>
                <a:spcPts val="800"/>
              </a:spcAft>
              <a:buFont typeface="Arial" panose="020B0604020202020204" pitchFamily="34" charset="0"/>
              <a:buNone/>
              <a:defRPr sz="1200">
                <a:solidFill>
                  <a:schemeClr val="accent1"/>
                </a:solidFill>
                <a:latin typeface="Source Serif Pro Black" panose="02040903050405020204" pitchFamily="18" charset="0"/>
                <a:ea typeface="Source Serif Pro Black" panose="02040903050405020204" pitchFamily="18"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900" b="0" dirty="0">
                <a:latin typeface="+mj-lt"/>
                <a:cs typeface="Poppins SemiBold" panose="00000700000000000000" pitchFamily="2" charset="0"/>
              </a:rPr>
              <a:t>The company has an experienced management team and structured governance, winning various certifications</a:t>
            </a:r>
          </a:p>
        </p:txBody>
      </p:sp>
      <p:grpSp>
        <p:nvGrpSpPr>
          <p:cNvPr id="314" name="Group 313">
            <a:extLst>
              <a:ext uri="{FF2B5EF4-FFF2-40B4-BE49-F238E27FC236}">
                <a16:creationId xmlns:a16="http://schemas.microsoft.com/office/drawing/2014/main" id="{41FD5C1F-D41A-BBA9-6DF7-6D4A5C4800E1}"/>
              </a:ext>
            </a:extLst>
          </p:cNvPr>
          <p:cNvGrpSpPr/>
          <p:nvPr/>
        </p:nvGrpSpPr>
        <p:grpSpPr>
          <a:xfrm>
            <a:off x="2547553" y="1455839"/>
            <a:ext cx="2937224" cy="4523127"/>
            <a:chOff x="2823749" y="1455839"/>
            <a:chExt cx="2937224" cy="4523127"/>
          </a:xfrm>
        </p:grpSpPr>
        <p:sp>
          <p:nvSpPr>
            <p:cNvPr id="35" name="Retângulo: Cantos Arredondados 36">
              <a:extLst>
                <a:ext uri="{FF2B5EF4-FFF2-40B4-BE49-F238E27FC236}">
                  <a16:creationId xmlns:a16="http://schemas.microsoft.com/office/drawing/2014/main" id="{D8911C03-62D0-6CB7-CFB2-9A891A6778FB}"/>
                </a:ext>
              </a:extLst>
            </p:cNvPr>
            <p:cNvSpPr/>
            <p:nvPr/>
          </p:nvSpPr>
          <p:spPr>
            <a:xfrm>
              <a:off x="3089204" y="1670547"/>
              <a:ext cx="2671769" cy="4308419"/>
            </a:xfrm>
            <a:prstGeom prst="roundRect">
              <a:avLst>
                <a:gd name="adj" fmla="val 10158"/>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mj-lt"/>
                <a:ea typeface="Source Serif Pro" panose="02040603050405020204" pitchFamily="18" charset="0"/>
              </a:endParaRPr>
            </a:p>
          </p:txBody>
        </p:sp>
        <p:grpSp>
          <p:nvGrpSpPr>
            <p:cNvPr id="85" name="Group 84">
              <a:extLst>
                <a:ext uri="{FF2B5EF4-FFF2-40B4-BE49-F238E27FC236}">
                  <a16:creationId xmlns:a16="http://schemas.microsoft.com/office/drawing/2014/main" id="{DC401BB5-C3ED-999D-457A-9A11EBA4F3C0}"/>
                </a:ext>
              </a:extLst>
            </p:cNvPr>
            <p:cNvGrpSpPr/>
            <p:nvPr/>
          </p:nvGrpSpPr>
          <p:grpSpPr>
            <a:xfrm>
              <a:off x="2823749" y="1455839"/>
              <a:ext cx="679486" cy="681150"/>
              <a:chOff x="6448437" y="2714037"/>
              <a:chExt cx="412519" cy="413528"/>
            </a:xfrm>
          </p:grpSpPr>
          <p:sp>
            <p:nvSpPr>
              <p:cNvPr id="112" name="Google Shape;234;p23">
                <a:extLst>
                  <a:ext uri="{FF2B5EF4-FFF2-40B4-BE49-F238E27FC236}">
                    <a16:creationId xmlns:a16="http://schemas.microsoft.com/office/drawing/2014/main" id="{6983ED2B-136F-F74B-0453-315486DDEDC8}"/>
                  </a:ext>
                </a:extLst>
              </p:cNvPr>
              <p:cNvSpPr>
                <a:spLocks noChangeAspect="1"/>
              </p:cNvSpPr>
              <p:nvPr/>
            </p:nvSpPr>
            <p:spPr>
              <a:xfrm rot="5400000">
                <a:off x="6447933" y="2714541"/>
                <a:ext cx="413528" cy="412519"/>
              </a:xfrm>
              <a:prstGeom prst="teardrop">
                <a:avLst>
                  <a:gd name="adj" fmla="val 100000"/>
                </a:avLst>
              </a:prstGeom>
              <a:solidFill>
                <a:schemeClr val="accent2"/>
              </a:solidFill>
              <a:ln>
                <a:noFill/>
              </a:ln>
              <a:effectLst>
                <a:outerShdw blurRad="152400" dist="38100" dir="21540000" algn="bl" rotWithShape="0">
                  <a:schemeClr val="bg2">
                    <a:alpha val="25000"/>
                  </a:schemeClr>
                </a:outerShdw>
              </a:effectLst>
            </p:spPr>
            <p:txBody>
              <a:bodyPr spcFirstLastPara="1" wrap="square" lIns="91425" tIns="91425" rIns="91425" bIns="91425" anchor="ctr" anchorCtr="0">
                <a:noAutofit/>
              </a:bodyPr>
              <a:lstStyle/>
              <a:p>
                <a:pPr algn="ctr" defTabSz="457200"/>
                <a:endParaRPr lang="es-CO" sz="2000" dirty="0">
                  <a:latin typeface="+mj-lt"/>
                </a:endParaRPr>
              </a:p>
            </p:txBody>
          </p:sp>
          <p:sp>
            <p:nvSpPr>
              <p:cNvPr id="113" name="Rectangle 112">
                <a:extLst>
                  <a:ext uri="{FF2B5EF4-FFF2-40B4-BE49-F238E27FC236}">
                    <a16:creationId xmlns:a16="http://schemas.microsoft.com/office/drawing/2014/main" id="{13E56AAA-16E9-AC17-93EF-5EED0EBD3295}"/>
                  </a:ext>
                </a:extLst>
              </p:cNvPr>
              <p:cNvSpPr/>
              <p:nvPr/>
            </p:nvSpPr>
            <p:spPr>
              <a:xfrm>
                <a:off x="6510762" y="2802688"/>
                <a:ext cx="287034" cy="2343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3200" b="1" noProof="0" dirty="0">
                    <a:solidFill>
                      <a:schemeClr val="bg1"/>
                    </a:solidFill>
                    <a:latin typeface="+mj-lt"/>
                    <a:ea typeface="Source Serif Pro" panose="02040603050405020204" pitchFamily="18" charset="0"/>
                  </a:rPr>
                  <a:t>E</a:t>
                </a:r>
                <a:endParaRPr lang="en-US" sz="1600" b="1" noProof="0" dirty="0">
                  <a:solidFill>
                    <a:schemeClr val="bg1"/>
                  </a:solidFill>
                  <a:latin typeface="+mj-lt"/>
                  <a:ea typeface="Source Serif Pro" panose="02040603050405020204" pitchFamily="18" charset="0"/>
                </a:endParaRPr>
              </a:p>
            </p:txBody>
          </p:sp>
        </p:grpSp>
        <p:sp>
          <p:nvSpPr>
            <p:cNvPr id="114" name="CaixaDeTexto 42">
              <a:extLst>
                <a:ext uri="{FF2B5EF4-FFF2-40B4-BE49-F238E27FC236}">
                  <a16:creationId xmlns:a16="http://schemas.microsoft.com/office/drawing/2014/main" id="{E89F0C49-3DFE-7AAF-3266-F9AF4710EBDA}"/>
                </a:ext>
              </a:extLst>
            </p:cNvPr>
            <p:cNvSpPr txBox="1"/>
            <p:nvPr/>
          </p:nvSpPr>
          <p:spPr>
            <a:xfrm>
              <a:off x="3493809" y="2020008"/>
              <a:ext cx="1862558" cy="352917"/>
            </a:xfrm>
            <a:prstGeom prst="rect">
              <a:avLst/>
            </a:prstGeom>
            <a:noFill/>
          </p:spPr>
          <p:txBody>
            <a:bodyPr wrap="square">
              <a:spAutoFit/>
            </a:bodyPr>
            <a:lstStyle/>
            <a:p>
              <a:pPr marL="0" marR="0" lvl="0" indent="0" algn="ctr" defTabSz="914400" rtl="0" eaLnBrk="1" fontAlgn="auto" latinLnBrk="0" hangingPunct="1">
                <a:lnSpc>
                  <a:spcPct val="110000"/>
                </a:lnSpc>
                <a:spcBef>
                  <a:spcPts val="0"/>
                </a:spcBef>
                <a:spcAft>
                  <a:spcPts val="1600"/>
                </a:spcAft>
                <a:buClrTx/>
                <a:buSzTx/>
                <a:buFontTx/>
                <a:buNone/>
                <a:tabLst/>
                <a:defRPr/>
              </a:pPr>
              <a:r>
                <a:rPr kumimoji="0" lang="en-US" sz="1600" b="1" i="0" u="none" strike="noStrike" kern="1200" cap="none" spc="0" normalizeH="0" dirty="0">
                  <a:ln>
                    <a:noFill/>
                  </a:ln>
                  <a:solidFill>
                    <a:schemeClr val="tx2"/>
                  </a:solidFill>
                  <a:effectLst/>
                  <a:uLnTx/>
                  <a:uFillTx/>
                  <a:latin typeface="+mj-lt"/>
                  <a:ea typeface="Source Serif Pro" panose="02040603050405020204" pitchFamily="18" charset="0"/>
                  <a:cs typeface="Arial" panose="020B0604020202020204" pitchFamily="34" charset="0"/>
                </a:rPr>
                <a:t>Environmental</a:t>
              </a:r>
            </a:p>
          </p:txBody>
        </p:sp>
        <p:sp>
          <p:nvSpPr>
            <p:cNvPr id="115" name="TextBox 26">
              <a:extLst>
                <a:ext uri="{FF2B5EF4-FFF2-40B4-BE49-F238E27FC236}">
                  <a16:creationId xmlns:a16="http://schemas.microsoft.com/office/drawing/2014/main" id="{67E39282-6F88-D948-1957-2E88E77195BC}"/>
                </a:ext>
              </a:extLst>
            </p:cNvPr>
            <p:cNvSpPr txBox="1"/>
            <p:nvPr/>
          </p:nvSpPr>
          <p:spPr>
            <a:xfrm>
              <a:off x="3368461" y="2413647"/>
              <a:ext cx="2113254" cy="441083"/>
            </a:xfrm>
            <a:prstGeom prst="rect">
              <a:avLst/>
            </a:prstGeom>
            <a:noFill/>
          </p:spPr>
          <p:txBody>
            <a:bodyPr wrap="square">
              <a:spAutoFit/>
            </a:bodyPr>
            <a:lstStyle/>
            <a:p>
              <a:pPr marL="0" marR="0" lvl="0" indent="0" algn="ctr" defTabSz="914400" rtl="0" eaLnBrk="1" fontAlgn="auto" latinLnBrk="0" hangingPunct="1">
                <a:lnSpc>
                  <a:spcPct val="110000"/>
                </a:lnSpc>
                <a:spcBef>
                  <a:spcPts val="0"/>
                </a:spcBef>
                <a:spcAft>
                  <a:spcPts val="400"/>
                </a:spcAft>
                <a:buClrTx/>
                <a:buSzTx/>
                <a:buFontTx/>
                <a:buNone/>
                <a:tabLst/>
                <a:defRPr/>
              </a:pPr>
              <a:r>
                <a:rPr kumimoji="0" lang="en-US" sz="1050" i="0" u="none" strike="noStrike" kern="1200" cap="none" spc="0" normalizeH="0" baseline="0" noProof="0" dirty="0">
                  <a:ln>
                    <a:noFill/>
                  </a:ln>
                  <a:solidFill>
                    <a:schemeClr val="tx2"/>
                  </a:solidFill>
                  <a:effectLst/>
                  <a:uLnTx/>
                  <a:uFillTx/>
                  <a:latin typeface="+mj-lt"/>
                  <a:ea typeface="Source Serif Pro" panose="02040603050405020204" pitchFamily="18" charset="0"/>
                  <a:cs typeface="Arial" panose="020B0604020202020204" pitchFamily="34" charset="0"/>
                </a:rPr>
                <a:t>Highly </a:t>
              </a:r>
              <a:r>
                <a:rPr lang="en-US" sz="1050" dirty="0">
                  <a:solidFill>
                    <a:schemeClr val="tx2"/>
                  </a:solidFill>
                  <a:latin typeface="+mj-lt"/>
                  <a:ea typeface="Source Serif Pro" panose="02040603050405020204" pitchFamily="18" charset="0"/>
                  <a:cs typeface="Arial" panose="020B0604020202020204" pitchFamily="34" charset="0"/>
                </a:rPr>
                <a:t>commitment</a:t>
              </a:r>
              <a:r>
                <a:rPr kumimoji="0" lang="en-US" sz="1050" i="0" u="none" strike="noStrike" kern="1200" cap="none" spc="0" normalizeH="0" baseline="0" noProof="0" dirty="0">
                  <a:ln>
                    <a:noFill/>
                  </a:ln>
                  <a:solidFill>
                    <a:schemeClr val="tx2"/>
                  </a:solidFill>
                  <a:effectLst/>
                  <a:uLnTx/>
                  <a:uFillTx/>
                  <a:latin typeface="+mj-lt"/>
                  <a:ea typeface="Source Serif Pro" panose="02040603050405020204" pitchFamily="18" charset="0"/>
                  <a:cs typeface="Arial" panose="020B0604020202020204" pitchFamily="34" charset="0"/>
                </a:rPr>
                <a:t> to environmental conservation:</a:t>
              </a:r>
              <a:endParaRPr lang="en-US" sz="1050" dirty="0">
                <a:solidFill>
                  <a:schemeClr val="tx2"/>
                </a:solidFill>
                <a:latin typeface="+mj-lt"/>
                <a:ea typeface="Source Serif Pro" panose="02040603050405020204" pitchFamily="18" charset="0"/>
                <a:cs typeface="Arial" panose="020B0604020202020204" pitchFamily="34" charset="0"/>
              </a:endParaRPr>
            </a:p>
          </p:txBody>
        </p:sp>
        <p:grpSp>
          <p:nvGrpSpPr>
            <p:cNvPr id="312" name="Group 311">
              <a:extLst>
                <a:ext uri="{FF2B5EF4-FFF2-40B4-BE49-F238E27FC236}">
                  <a16:creationId xmlns:a16="http://schemas.microsoft.com/office/drawing/2014/main" id="{8467FFE9-200F-AF43-2C4F-FF96F1395116}"/>
                </a:ext>
              </a:extLst>
            </p:cNvPr>
            <p:cNvGrpSpPr/>
            <p:nvPr/>
          </p:nvGrpSpPr>
          <p:grpSpPr>
            <a:xfrm>
              <a:off x="3344631" y="3217201"/>
              <a:ext cx="2060569" cy="415498"/>
              <a:chOff x="3375575" y="3041881"/>
              <a:chExt cx="2060569" cy="415498"/>
            </a:xfrm>
          </p:grpSpPr>
          <p:sp>
            <p:nvSpPr>
              <p:cNvPr id="116" name="TextBox 23">
                <a:extLst>
                  <a:ext uri="{FF2B5EF4-FFF2-40B4-BE49-F238E27FC236}">
                    <a16:creationId xmlns:a16="http://schemas.microsoft.com/office/drawing/2014/main" id="{25D7537A-0BD5-3662-A606-FD2A3455279F}"/>
                  </a:ext>
                </a:extLst>
              </p:cNvPr>
              <p:cNvSpPr txBox="1"/>
              <p:nvPr/>
            </p:nvSpPr>
            <p:spPr>
              <a:xfrm>
                <a:off x="3874673" y="3041881"/>
                <a:ext cx="1561471" cy="415498"/>
              </a:xfrm>
              <a:prstGeom prst="rect">
                <a:avLst/>
              </a:prstGeom>
              <a:noFill/>
            </p:spPr>
            <p:txBody>
              <a:bodyPr wrap="square" lIns="0" tIns="0" rIns="0" bIns="0" rtlCol="0">
                <a:spAutoFit/>
              </a:bodyPr>
              <a:lstStyle/>
              <a:p>
                <a:r>
                  <a:rPr lang="en-US" sz="900" b="1" dirty="0">
                    <a:latin typeface="+mj-lt"/>
                    <a:ea typeface="Source Serif Pro" panose="02040603050405020204" pitchFamily="18" charset="0"/>
                  </a:rPr>
                  <a:t>Refines PKO subproducts</a:t>
                </a:r>
                <a:r>
                  <a:rPr lang="en-US" sz="900" dirty="0">
                    <a:latin typeface="+mj-lt"/>
                    <a:ea typeface="Source Serif Pro" panose="02040603050405020204" pitchFamily="18" charset="0"/>
                  </a:rPr>
                  <a:t>, supporting the circular economy</a:t>
                </a:r>
                <a:endParaRPr lang="en-US" sz="900" b="1" dirty="0">
                  <a:latin typeface="+mj-lt"/>
                  <a:ea typeface="Source Serif Pro" panose="02040603050405020204" pitchFamily="18" charset="0"/>
                </a:endParaRPr>
              </a:p>
            </p:txBody>
          </p:sp>
          <p:grpSp>
            <p:nvGrpSpPr>
              <p:cNvPr id="119" name="Agrupar 1757">
                <a:extLst>
                  <a:ext uri="{FF2B5EF4-FFF2-40B4-BE49-F238E27FC236}">
                    <a16:creationId xmlns:a16="http://schemas.microsoft.com/office/drawing/2014/main" id="{A2482F32-9CF1-E7A1-8E29-F00B2A24343E}"/>
                  </a:ext>
                </a:extLst>
              </p:cNvPr>
              <p:cNvGrpSpPr/>
              <p:nvPr/>
            </p:nvGrpSpPr>
            <p:grpSpPr>
              <a:xfrm>
                <a:off x="3375575" y="3041881"/>
                <a:ext cx="329149" cy="329149"/>
                <a:chOff x="6302965" y="3224578"/>
                <a:chExt cx="754757" cy="754758"/>
              </a:xfrm>
            </p:grpSpPr>
            <p:sp>
              <p:nvSpPr>
                <p:cNvPr id="120" name="Forma Livre: Forma 1758">
                  <a:extLst>
                    <a:ext uri="{FF2B5EF4-FFF2-40B4-BE49-F238E27FC236}">
                      <a16:creationId xmlns:a16="http://schemas.microsoft.com/office/drawing/2014/main" id="{8E184A28-9DA0-3F30-198B-34534426E346}"/>
                    </a:ext>
                  </a:extLst>
                </p:cNvPr>
                <p:cNvSpPr/>
                <p:nvPr/>
              </p:nvSpPr>
              <p:spPr>
                <a:xfrm>
                  <a:off x="6535996" y="3586233"/>
                  <a:ext cx="432790" cy="161235"/>
                </a:xfrm>
                <a:custGeom>
                  <a:avLst/>
                  <a:gdLst>
                    <a:gd name="connsiteX0" fmla="*/ 0 w 432790"/>
                    <a:gd name="connsiteY0" fmla="*/ 83244 h 161235"/>
                    <a:gd name="connsiteX1" fmla="*/ 175796 w 432790"/>
                    <a:gd name="connsiteY1" fmla="*/ 0 h 161235"/>
                    <a:gd name="connsiteX2" fmla="*/ 432791 w 432790"/>
                    <a:gd name="connsiteY2" fmla="*/ 161235 h 161235"/>
                  </a:gdLst>
                  <a:ahLst/>
                  <a:cxnLst>
                    <a:cxn ang="0">
                      <a:pos x="connsiteX0" y="connsiteY0"/>
                    </a:cxn>
                    <a:cxn ang="0">
                      <a:pos x="connsiteX1" y="connsiteY1"/>
                    </a:cxn>
                    <a:cxn ang="0">
                      <a:pos x="connsiteX2" y="connsiteY2"/>
                    </a:cxn>
                  </a:cxnLst>
                  <a:rect l="l" t="t" r="r" b="b"/>
                  <a:pathLst>
                    <a:path w="432790" h="161235">
                      <a:moveTo>
                        <a:pt x="0" y="83244"/>
                      </a:moveTo>
                      <a:cubicBezTo>
                        <a:pt x="50946" y="41103"/>
                        <a:pt x="115950" y="0"/>
                        <a:pt x="175796" y="0"/>
                      </a:cubicBezTo>
                      <a:cubicBezTo>
                        <a:pt x="279009" y="0"/>
                        <a:pt x="397663" y="122302"/>
                        <a:pt x="432791" y="161235"/>
                      </a:cubicBezTo>
                    </a:path>
                  </a:pathLst>
                </a:custGeom>
                <a:noFill/>
                <a:ln w="6350" cap="flat">
                  <a:solidFill>
                    <a:schemeClr val="accent2"/>
                  </a:solidFill>
                  <a:prstDash val="solid"/>
                  <a:miter/>
                </a:ln>
              </p:spPr>
              <p:txBody>
                <a:bodyPr rtlCol="0" anchor="ctr"/>
                <a:lstStyle/>
                <a:p>
                  <a:endParaRPr lang="pt-BR"/>
                </a:p>
              </p:txBody>
            </p:sp>
            <p:sp>
              <p:nvSpPr>
                <p:cNvPr id="121" name="Forma Livre: Forma 1759">
                  <a:extLst>
                    <a:ext uri="{FF2B5EF4-FFF2-40B4-BE49-F238E27FC236}">
                      <a16:creationId xmlns:a16="http://schemas.microsoft.com/office/drawing/2014/main" id="{35C89181-E984-BB19-C34E-55C48DDF744B}"/>
                    </a:ext>
                  </a:extLst>
                </p:cNvPr>
                <p:cNvSpPr/>
                <p:nvPr/>
              </p:nvSpPr>
              <p:spPr>
                <a:xfrm>
                  <a:off x="6302965" y="3664837"/>
                  <a:ext cx="566068" cy="141533"/>
                </a:xfrm>
                <a:custGeom>
                  <a:avLst/>
                  <a:gdLst>
                    <a:gd name="connsiteX0" fmla="*/ 0 w 566068"/>
                    <a:gd name="connsiteY0" fmla="*/ 141533 h 141533"/>
                    <a:gd name="connsiteX1" fmla="*/ 182777 w 566068"/>
                    <a:gd name="connsiteY1" fmla="*/ 24829 h 141533"/>
                    <a:gd name="connsiteX2" fmla="*/ 319389 w 566068"/>
                    <a:gd name="connsiteY2" fmla="*/ 3444 h 141533"/>
                    <a:gd name="connsiteX3" fmla="*/ 471724 w 566068"/>
                    <a:gd name="connsiteY3" fmla="*/ 47157 h 141533"/>
                    <a:gd name="connsiteX4" fmla="*/ 518896 w 566068"/>
                    <a:gd name="connsiteY4" fmla="*/ 47157 h 141533"/>
                    <a:gd name="connsiteX5" fmla="*/ 566069 w 566068"/>
                    <a:gd name="connsiteY5" fmla="*/ 94329 h 141533"/>
                    <a:gd name="connsiteX6" fmla="*/ 518896 w 566068"/>
                    <a:gd name="connsiteY6" fmla="*/ 141502 h 141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068" h="141533">
                      <a:moveTo>
                        <a:pt x="0" y="141533"/>
                      </a:moveTo>
                      <a:lnTo>
                        <a:pt x="182777" y="24829"/>
                      </a:lnTo>
                      <a:cubicBezTo>
                        <a:pt x="208030" y="8727"/>
                        <a:pt x="252215" y="-7185"/>
                        <a:pt x="319389" y="3444"/>
                      </a:cubicBezTo>
                      <a:cubicBezTo>
                        <a:pt x="377190" y="12595"/>
                        <a:pt x="408827" y="47157"/>
                        <a:pt x="471724" y="47157"/>
                      </a:cubicBezTo>
                      <a:lnTo>
                        <a:pt x="518896" y="47157"/>
                      </a:lnTo>
                      <a:cubicBezTo>
                        <a:pt x="544935" y="47157"/>
                        <a:pt x="566069" y="68290"/>
                        <a:pt x="566069" y="94329"/>
                      </a:cubicBezTo>
                      <a:cubicBezTo>
                        <a:pt x="566069" y="120369"/>
                        <a:pt x="544935" y="141502"/>
                        <a:pt x="518896" y="141502"/>
                      </a:cubicBezTo>
                    </a:path>
                  </a:pathLst>
                </a:custGeom>
                <a:noFill/>
                <a:ln w="6350" cap="flat">
                  <a:solidFill>
                    <a:schemeClr val="accent2"/>
                  </a:solidFill>
                  <a:prstDash val="solid"/>
                  <a:miter/>
                </a:ln>
              </p:spPr>
              <p:txBody>
                <a:bodyPr rtlCol="0" anchor="ctr"/>
                <a:lstStyle/>
                <a:p>
                  <a:endParaRPr lang="pt-BR"/>
                </a:p>
              </p:txBody>
            </p:sp>
            <p:sp>
              <p:nvSpPr>
                <p:cNvPr id="122" name="Forma Livre: Forma 1760">
                  <a:extLst>
                    <a:ext uri="{FF2B5EF4-FFF2-40B4-BE49-F238E27FC236}">
                      <a16:creationId xmlns:a16="http://schemas.microsoft.com/office/drawing/2014/main" id="{D48A29E4-A24F-A00B-68AB-7ADD2CB73431}"/>
                    </a:ext>
                  </a:extLst>
                </p:cNvPr>
                <p:cNvSpPr/>
                <p:nvPr/>
              </p:nvSpPr>
              <p:spPr>
                <a:xfrm>
                  <a:off x="6350137" y="3727750"/>
                  <a:ext cx="707585" cy="251586"/>
                </a:xfrm>
                <a:custGeom>
                  <a:avLst/>
                  <a:gdLst>
                    <a:gd name="connsiteX0" fmla="*/ 0 w 707585"/>
                    <a:gd name="connsiteY0" fmla="*/ 251586 h 251586"/>
                    <a:gd name="connsiteX1" fmla="*/ 125793 w 707585"/>
                    <a:gd name="connsiteY1" fmla="*/ 172965 h 251586"/>
                    <a:gd name="connsiteX2" fmla="*/ 463359 w 707585"/>
                    <a:gd name="connsiteY2" fmla="*/ 172965 h 251586"/>
                    <a:gd name="connsiteX3" fmla="*/ 542451 w 707585"/>
                    <a:gd name="connsiteY3" fmla="*/ 151612 h 251586"/>
                    <a:gd name="connsiteX4" fmla="*/ 688906 w 707585"/>
                    <a:gd name="connsiteY4" fmla="*/ 66387 h 251586"/>
                    <a:gd name="connsiteX5" fmla="*/ 707586 w 707585"/>
                    <a:gd name="connsiteY5" fmla="*/ 35379 h 251586"/>
                    <a:gd name="connsiteX6" fmla="*/ 672207 w 707585"/>
                    <a:gd name="connsiteY6" fmla="*/ 0 h 251586"/>
                    <a:gd name="connsiteX7" fmla="*/ 654816 w 707585"/>
                    <a:gd name="connsiteY7" fmla="*/ 4151 h 251586"/>
                    <a:gd name="connsiteX8" fmla="*/ 487542 w 707585"/>
                    <a:gd name="connsiteY8" fmla="*/ 76042 h 251586"/>
                    <a:gd name="connsiteX9" fmla="*/ 475120 w 707585"/>
                    <a:gd name="connsiteY9" fmla="*/ 78589 h 251586"/>
                    <a:gd name="connsiteX10" fmla="*/ 298758 w 707585"/>
                    <a:gd name="connsiteY10" fmla="*/ 78589 h 251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07585" h="251586">
                      <a:moveTo>
                        <a:pt x="0" y="251586"/>
                      </a:moveTo>
                      <a:lnTo>
                        <a:pt x="125793" y="172965"/>
                      </a:lnTo>
                      <a:lnTo>
                        <a:pt x="463359" y="172965"/>
                      </a:lnTo>
                      <a:cubicBezTo>
                        <a:pt x="491159" y="172965"/>
                        <a:pt x="518425" y="165607"/>
                        <a:pt x="542451" y="151612"/>
                      </a:cubicBezTo>
                      <a:lnTo>
                        <a:pt x="688906" y="66387"/>
                      </a:lnTo>
                      <a:cubicBezTo>
                        <a:pt x="699975" y="60412"/>
                        <a:pt x="707586" y="48839"/>
                        <a:pt x="707586" y="35379"/>
                      </a:cubicBezTo>
                      <a:cubicBezTo>
                        <a:pt x="707586" y="15850"/>
                        <a:pt x="691736" y="0"/>
                        <a:pt x="672207" y="0"/>
                      </a:cubicBezTo>
                      <a:cubicBezTo>
                        <a:pt x="666106" y="0"/>
                        <a:pt x="660036" y="1918"/>
                        <a:pt x="654816" y="4151"/>
                      </a:cubicBezTo>
                      <a:lnTo>
                        <a:pt x="487542" y="76042"/>
                      </a:lnTo>
                      <a:cubicBezTo>
                        <a:pt x="483611" y="77740"/>
                        <a:pt x="479397" y="78589"/>
                        <a:pt x="475120" y="78589"/>
                      </a:cubicBezTo>
                      <a:lnTo>
                        <a:pt x="298758" y="78589"/>
                      </a:lnTo>
                    </a:path>
                  </a:pathLst>
                </a:custGeom>
                <a:noFill/>
                <a:ln w="6350" cap="flat">
                  <a:solidFill>
                    <a:schemeClr val="accent2"/>
                  </a:solidFill>
                  <a:prstDash val="solid"/>
                  <a:miter/>
                </a:ln>
              </p:spPr>
              <p:txBody>
                <a:bodyPr rtlCol="0" anchor="ctr"/>
                <a:lstStyle/>
                <a:p>
                  <a:endParaRPr lang="pt-BR"/>
                </a:p>
              </p:txBody>
            </p:sp>
            <p:sp>
              <p:nvSpPr>
                <p:cNvPr id="123" name="Forma Livre: Forma 1761">
                  <a:extLst>
                    <a:ext uri="{FF2B5EF4-FFF2-40B4-BE49-F238E27FC236}">
                      <a16:creationId xmlns:a16="http://schemas.microsoft.com/office/drawing/2014/main" id="{66A82E76-7432-9C62-CFF7-149BF946F4AE}"/>
                    </a:ext>
                  </a:extLst>
                </p:cNvPr>
                <p:cNvSpPr/>
                <p:nvPr/>
              </p:nvSpPr>
              <p:spPr>
                <a:xfrm>
                  <a:off x="6743247" y="3224578"/>
                  <a:ext cx="267303" cy="220138"/>
                </a:xfrm>
                <a:custGeom>
                  <a:avLst/>
                  <a:gdLst>
                    <a:gd name="connsiteX0" fmla="*/ 16912 w 267303"/>
                    <a:gd name="connsiteY0" fmla="*/ 212810 h 220138"/>
                    <a:gd name="connsiteX1" fmla="*/ 267304 w 267303"/>
                    <a:gd name="connsiteY1" fmla="*/ 0 h 220138"/>
                    <a:gd name="connsiteX2" fmla="*/ 16912 w 267303"/>
                    <a:gd name="connsiteY2" fmla="*/ 212810 h 220138"/>
                  </a:gdLst>
                  <a:ahLst/>
                  <a:cxnLst>
                    <a:cxn ang="0">
                      <a:pos x="connsiteX0" y="connsiteY0"/>
                    </a:cxn>
                    <a:cxn ang="0">
                      <a:pos x="connsiteX1" y="connsiteY1"/>
                    </a:cxn>
                    <a:cxn ang="0">
                      <a:pos x="connsiteX2" y="connsiteY2"/>
                    </a:cxn>
                  </a:cxnLst>
                  <a:rect l="l" t="t" r="r" b="b"/>
                  <a:pathLst>
                    <a:path w="267303" h="220138">
                      <a:moveTo>
                        <a:pt x="16912" y="212810"/>
                      </a:moveTo>
                      <a:cubicBezTo>
                        <a:pt x="-57431" y="26102"/>
                        <a:pt x="129246" y="0"/>
                        <a:pt x="267304" y="0"/>
                      </a:cubicBezTo>
                      <a:cubicBezTo>
                        <a:pt x="211546" y="46260"/>
                        <a:pt x="227773" y="262341"/>
                        <a:pt x="16912" y="212810"/>
                      </a:cubicBezTo>
                      <a:close/>
                    </a:path>
                  </a:pathLst>
                </a:custGeom>
                <a:noFill/>
                <a:ln w="6350" cap="flat">
                  <a:solidFill>
                    <a:schemeClr val="accent2"/>
                  </a:solidFill>
                  <a:prstDash val="solid"/>
                  <a:miter/>
                </a:ln>
              </p:spPr>
              <p:txBody>
                <a:bodyPr rtlCol="0" anchor="ctr"/>
                <a:lstStyle/>
                <a:p>
                  <a:endParaRPr lang="pt-BR"/>
                </a:p>
              </p:txBody>
            </p:sp>
            <p:sp>
              <p:nvSpPr>
                <p:cNvPr id="124" name="Forma Livre: Forma 1762">
                  <a:extLst>
                    <a:ext uri="{FF2B5EF4-FFF2-40B4-BE49-F238E27FC236}">
                      <a16:creationId xmlns:a16="http://schemas.microsoft.com/office/drawing/2014/main" id="{B9379DEA-143B-5C9C-0310-7AA693795DEC}"/>
                    </a:ext>
                  </a:extLst>
                </p:cNvPr>
                <p:cNvSpPr/>
                <p:nvPr/>
              </p:nvSpPr>
              <p:spPr>
                <a:xfrm>
                  <a:off x="6491654" y="3271750"/>
                  <a:ext cx="188685" cy="188693"/>
                </a:xfrm>
                <a:custGeom>
                  <a:avLst/>
                  <a:gdLst>
                    <a:gd name="connsiteX0" fmla="*/ 174632 w 188685"/>
                    <a:gd name="connsiteY0" fmla="*/ 178154 h 188693"/>
                    <a:gd name="connsiteX1" fmla="*/ 0 w 188685"/>
                    <a:gd name="connsiteY1" fmla="*/ 0 h 188693"/>
                    <a:gd name="connsiteX2" fmla="*/ 174632 w 188685"/>
                    <a:gd name="connsiteY2" fmla="*/ 178154 h 188693"/>
                  </a:gdLst>
                  <a:ahLst/>
                  <a:cxnLst>
                    <a:cxn ang="0">
                      <a:pos x="connsiteX0" y="connsiteY0"/>
                    </a:cxn>
                    <a:cxn ang="0">
                      <a:pos x="connsiteX1" y="connsiteY1"/>
                    </a:cxn>
                    <a:cxn ang="0">
                      <a:pos x="connsiteX2" y="connsiteY2"/>
                    </a:cxn>
                  </a:cxnLst>
                  <a:rect l="l" t="t" r="r" b="b"/>
                  <a:pathLst>
                    <a:path w="188685" h="188693">
                      <a:moveTo>
                        <a:pt x="174632" y="178154"/>
                      </a:moveTo>
                      <a:cubicBezTo>
                        <a:pt x="233440" y="30253"/>
                        <a:pt x="94596" y="0"/>
                        <a:pt x="0" y="0"/>
                      </a:cubicBezTo>
                      <a:cubicBezTo>
                        <a:pt x="29341" y="25882"/>
                        <a:pt x="-4120" y="237812"/>
                        <a:pt x="174632" y="178154"/>
                      </a:cubicBezTo>
                      <a:close/>
                    </a:path>
                  </a:pathLst>
                </a:custGeom>
                <a:noFill/>
                <a:ln w="6350" cap="flat">
                  <a:solidFill>
                    <a:schemeClr val="accent2"/>
                  </a:solidFill>
                  <a:prstDash val="solid"/>
                  <a:miter/>
                </a:ln>
              </p:spPr>
              <p:txBody>
                <a:bodyPr rtlCol="0" anchor="ctr"/>
                <a:lstStyle/>
                <a:p>
                  <a:endParaRPr lang="pt-BR"/>
                </a:p>
              </p:txBody>
            </p:sp>
            <p:sp>
              <p:nvSpPr>
                <p:cNvPr id="125" name="Forma Livre: Forma 1763">
                  <a:extLst>
                    <a:ext uri="{FF2B5EF4-FFF2-40B4-BE49-F238E27FC236}">
                      <a16:creationId xmlns:a16="http://schemas.microsoft.com/office/drawing/2014/main" id="{546A0B1F-BC35-15E8-BBC5-DB334588A1C7}"/>
                    </a:ext>
                  </a:extLst>
                </p:cNvPr>
                <p:cNvSpPr/>
                <p:nvPr/>
              </p:nvSpPr>
              <p:spPr>
                <a:xfrm>
                  <a:off x="6711792" y="3287474"/>
                  <a:ext cx="188689" cy="298758"/>
                </a:xfrm>
                <a:custGeom>
                  <a:avLst/>
                  <a:gdLst>
                    <a:gd name="connsiteX0" fmla="*/ 0 w 188689"/>
                    <a:gd name="connsiteY0" fmla="*/ 298758 h 298758"/>
                    <a:gd name="connsiteX1" fmla="*/ 188690 w 188689"/>
                    <a:gd name="connsiteY1" fmla="*/ 0 h 298758"/>
                  </a:gdLst>
                  <a:ahLst/>
                  <a:cxnLst>
                    <a:cxn ang="0">
                      <a:pos x="connsiteX0" y="connsiteY0"/>
                    </a:cxn>
                    <a:cxn ang="0">
                      <a:pos x="connsiteX1" y="connsiteY1"/>
                    </a:cxn>
                  </a:cxnLst>
                  <a:rect l="l" t="t" r="r" b="b"/>
                  <a:pathLst>
                    <a:path w="188689" h="298758">
                      <a:moveTo>
                        <a:pt x="0" y="298758"/>
                      </a:moveTo>
                      <a:cubicBezTo>
                        <a:pt x="31448" y="82709"/>
                        <a:pt x="188690" y="0"/>
                        <a:pt x="188690" y="0"/>
                      </a:cubicBezTo>
                    </a:path>
                  </a:pathLst>
                </a:custGeom>
                <a:noFill/>
                <a:ln w="6350" cap="flat">
                  <a:solidFill>
                    <a:schemeClr val="accent2"/>
                  </a:solidFill>
                  <a:prstDash val="solid"/>
                  <a:miter/>
                </a:ln>
              </p:spPr>
              <p:txBody>
                <a:bodyPr rtlCol="0" anchor="ctr"/>
                <a:lstStyle/>
                <a:p>
                  <a:endParaRPr lang="pt-BR"/>
                </a:p>
              </p:txBody>
            </p:sp>
            <p:sp>
              <p:nvSpPr>
                <p:cNvPr id="126" name="Forma Livre: Forma 1764">
                  <a:extLst>
                    <a:ext uri="{FF2B5EF4-FFF2-40B4-BE49-F238E27FC236}">
                      <a16:creationId xmlns:a16="http://schemas.microsoft.com/office/drawing/2014/main" id="{954C6A5E-D3CB-BE75-FD0A-04CEBCB8E3BC}"/>
                    </a:ext>
                  </a:extLst>
                </p:cNvPr>
                <p:cNvSpPr/>
                <p:nvPr/>
              </p:nvSpPr>
              <p:spPr>
                <a:xfrm>
                  <a:off x="6585999" y="3350371"/>
                  <a:ext cx="125793" cy="235861"/>
                </a:xfrm>
                <a:custGeom>
                  <a:avLst/>
                  <a:gdLst>
                    <a:gd name="connsiteX0" fmla="*/ 0 w 125793"/>
                    <a:gd name="connsiteY0" fmla="*/ 0 h 235861"/>
                    <a:gd name="connsiteX1" fmla="*/ 125793 w 125793"/>
                    <a:gd name="connsiteY1" fmla="*/ 235862 h 235861"/>
                  </a:gdLst>
                  <a:ahLst/>
                  <a:cxnLst>
                    <a:cxn ang="0">
                      <a:pos x="connsiteX0" y="connsiteY0"/>
                    </a:cxn>
                    <a:cxn ang="0">
                      <a:pos x="connsiteX1" y="connsiteY1"/>
                    </a:cxn>
                  </a:cxnLst>
                  <a:rect l="l" t="t" r="r" b="b"/>
                  <a:pathLst>
                    <a:path w="125793" h="235861">
                      <a:moveTo>
                        <a:pt x="0" y="0"/>
                      </a:moveTo>
                      <a:cubicBezTo>
                        <a:pt x="0" y="0"/>
                        <a:pt x="106547" y="82520"/>
                        <a:pt x="125793" y="235862"/>
                      </a:cubicBezTo>
                    </a:path>
                  </a:pathLst>
                </a:custGeom>
                <a:noFill/>
                <a:ln w="6350" cap="flat">
                  <a:solidFill>
                    <a:schemeClr val="accent2"/>
                  </a:solidFill>
                  <a:prstDash val="solid"/>
                  <a:miter/>
                </a:ln>
              </p:spPr>
              <p:txBody>
                <a:bodyPr rtlCol="0" anchor="ctr"/>
                <a:lstStyle/>
                <a:p>
                  <a:endParaRPr lang="pt-BR"/>
                </a:p>
              </p:txBody>
            </p:sp>
          </p:grpSp>
        </p:grpSp>
        <p:grpSp>
          <p:nvGrpSpPr>
            <p:cNvPr id="311" name="Group 310">
              <a:extLst>
                <a:ext uri="{FF2B5EF4-FFF2-40B4-BE49-F238E27FC236}">
                  <a16:creationId xmlns:a16="http://schemas.microsoft.com/office/drawing/2014/main" id="{915FF644-4C28-DD36-D94D-ABB3E0988275}"/>
                </a:ext>
              </a:extLst>
            </p:cNvPr>
            <p:cNvGrpSpPr/>
            <p:nvPr/>
          </p:nvGrpSpPr>
          <p:grpSpPr>
            <a:xfrm>
              <a:off x="3358927" y="3922372"/>
              <a:ext cx="2179079" cy="553998"/>
              <a:chOff x="3389871" y="3918858"/>
              <a:chExt cx="2179079" cy="553998"/>
            </a:xfrm>
          </p:grpSpPr>
          <p:sp>
            <p:nvSpPr>
              <p:cNvPr id="239" name="Graphic 52" descr="Palm tree outline">
                <a:extLst>
                  <a:ext uri="{FF2B5EF4-FFF2-40B4-BE49-F238E27FC236}">
                    <a16:creationId xmlns:a16="http://schemas.microsoft.com/office/drawing/2014/main" id="{9F4C11E0-F1B5-7F79-36C1-B84B8892806E}"/>
                  </a:ext>
                </a:extLst>
              </p:cNvPr>
              <p:cNvSpPr/>
              <p:nvPr/>
            </p:nvSpPr>
            <p:spPr>
              <a:xfrm>
                <a:off x="3389871" y="3918858"/>
                <a:ext cx="275249" cy="346450"/>
              </a:xfrm>
              <a:custGeom>
                <a:avLst/>
                <a:gdLst>
                  <a:gd name="connsiteX0" fmla="*/ 275038 w 275249"/>
                  <a:gd name="connsiteY0" fmla="*/ 129859 h 346450"/>
                  <a:gd name="connsiteX1" fmla="*/ 244254 w 275249"/>
                  <a:gd name="connsiteY1" fmla="*/ 65748 h 346450"/>
                  <a:gd name="connsiteX2" fmla="*/ 180872 w 275249"/>
                  <a:gd name="connsiteY2" fmla="*/ 42996 h 346450"/>
                  <a:gd name="connsiteX3" fmla="*/ 155499 w 275249"/>
                  <a:gd name="connsiteY3" fmla="*/ 58190 h 346450"/>
                  <a:gd name="connsiteX4" fmla="*/ 155435 w 275249"/>
                  <a:gd name="connsiteY4" fmla="*/ 58155 h 346450"/>
                  <a:gd name="connsiteX5" fmla="*/ 154775 w 275249"/>
                  <a:gd name="connsiteY5" fmla="*/ 35888 h 346450"/>
                  <a:gd name="connsiteX6" fmla="*/ 107984 w 275249"/>
                  <a:gd name="connsiteY6" fmla="*/ 308 h 346450"/>
                  <a:gd name="connsiteX7" fmla="*/ 45080 w 275249"/>
                  <a:gd name="connsiteY7" fmla="*/ 5925 h 346450"/>
                  <a:gd name="connsiteX8" fmla="*/ 41852 w 275249"/>
                  <a:gd name="connsiteY8" fmla="*/ 10867 h 346450"/>
                  <a:gd name="connsiteX9" fmla="*/ 44440 w 275249"/>
                  <a:gd name="connsiteY9" fmla="*/ 13906 h 346450"/>
                  <a:gd name="connsiteX10" fmla="*/ 84996 w 275249"/>
                  <a:gd name="connsiteY10" fmla="*/ 32797 h 346450"/>
                  <a:gd name="connsiteX11" fmla="*/ 84978 w 275249"/>
                  <a:gd name="connsiteY11" fmla="*/ 32873 h 346450"/>
                  <a:gd name="connsiteX12" fmla="*/ 40649 w 275249"/>
                  <a:gd name="connsiteY12" fmla="*/ 53275 h 346450"/>
                  <a:gd name="connsiteX13" fmla="*/ 470 w 275249"/>
                  <a:gd name="connsiteY13" fmla="*/ 112884 h 346450"/>
                  <a:gd name="connsiteX14" fmla="*/ 2253 w 275249"/>
                  <a:gd name="connsiteY14" fmla="*/ 118511 h 346450"/>
                  <a:gd name="connsiteX15" fmla="*/ 6303 w 275249"/>
                  <a:gd name="connsiteY15" fmla="*/ 118397 h 346450"/>
                  <a:gd name="connsiteX16" fmla="*/ 59290 w 275249"/>
                  <a:gd name="connsiteY16" fmla="*/ 92424 h 346450"/>
                  <a:gd name="connsiteX17" fmla="*/ 59337 w 275249"/>
                  <a:gd name="connsiteY17" fmla="*/ 92485 h 346450"/>
                  <a:gd name="connsiteX18" fmla="*/ 49955 w 275249"/>
                  <a:gd name="connsiteY18" fmla="*/ 114910 h 346450"/>
                  <a:gd name="connsiteX19" fmla="*/ 47469 w 275249"/>
                  <a:gd name="connsiteY19" fmla="*/ 174693 h 346450"/>
                  <a:gd name="connsiteX20" fmla="*/ 51931 w 275249"/>
                  <a:gd name="connsiteY20" fmla="*/ 178558 h 346450"/>
                  <a:gd name="connsiteX21" fmla="*/ 55340 w 275249"/>
                  <a:gd name="connsiteY21" fmla="*/ 176311 h 346450"/>
                  <a:gd name="connsiteX22" fmla="*/ 86424 w 275249"/>
                  <a:gd name="connsiteY22" fmla="*/ 128148 h 346450"/>
                  <a:gd name="connsiteX23" fmla="*/ 106769 w 275249"/>
                  <a:gd name="connsiteY23" fmla="*/ 144678 h 346450"/>
                  <a:gd name="connsiteX24" fmla="*/ 113916 w 275249"/>
                  <a:gd name="connsiteY24" fmla="*/ 143334 h 346450"/>
                  <a:gd name="connsiteX25" fmla="*/ 98951 w 275249"/>
                  <a:gd name="connsiteY25" fmla="*/ 333707 h 346450"/>
                  <a:gd name="connsiteX26" fmla="*/ 104321 w 275249"/>
                  <a:gd name="connsiteY26" fmla="*/ 344228 h 346450"/>
                  <a:gd name="connsiteX27" fmla="*/ 111924 w 275249"/>
                  <a:gd name="connsiteY27" fmla="*/ 346450 h 346450"/>
                  <a:gd name="connsiteX28" fmla="*/ 128618 w 275249"/>
                  <a:gd name="connsiteY28" fmla="*/ 346450 h 346450"/>
                  <a:gd name="connsiteX29" fmla="*/ 141136 w 275249"/>
                  <a:gd name="connsiteY29" fmla="*/ 333979 h 346450"/>
                  <a:gd name="connsiteX30" fmla="*/ 141018 w 275249"/>
                  <a:gd name="connsiteY30" fmla="*/ 332240 h 346450"/>
                  <a:gd name="connsiteX31" fmla="*/ 140942 w 275249"/>
                  <a:gd name="connsiteY31" fmla="*/ 143571 h 346450"/>
                  <a:gd name="connsiteX32" fmla="*/ 170080 w 275249"/>
                  <a:gd name="connsiteY32" fmla="*/ 141962 h 346450"/>
                  <a:gd name="connsiteX33" fmla="*/ 173667 w 275249"/>
                  <a:gd name="connsiteY33" fmla="*/ 136341 h 346450"/>
                  <a:gd name="connsiteX34" fmla="*/ 173671 w 275249"/>
                  <a:gd name="connsiteY34" fmla="*/ 136341 h 346450"/>
                  <a:gd name="connsiteX35" fmla="*/ 196078 w 275249"/>
                  <a:gd name="connsiteY35" fmla="*/ 199054 h 346450"/>
                  <a:gd name="connsiteX36" fmla="*/ 199938 w 275249"/>
                  <a:gd name="connsiteY36" fmla="*/ 202252 h 346450"/>
                  <a:gd name="connsiteX37" fmla="*/ 200138 w 275249"/>
                  <a:gd name="connsiteY37" fmla="*/ 202256 h 346450"/>
                  <a:gd name="connsiteX38" fmla="*/ 204088 w 275249"/>
                  <a:gd name="connsiteY38" fmla="*/ 199435 h 346450"/>
                  <a:gd name="connsiteX39" fmla="*/ 217923 w 275249"/>
                  <a:gd name="connsiteY39" fmla="*/ 135778 h 346450"/>
                  <a:gd name="connsiteX40" fmla="*/ 207580 w 275249"/>
                  <a:gd name="connsiteY40" fmla="*/ 98879 h 346450"/>
                  <a:gd name="connsiteX41" fmla="*/ 207626 w 275249"/>
                  <a:gd name="connsiteY41" fmla="*/ 98818 h 346450"/>
                  <a:gd name="connsiteX42" fmla="*/ 268595 w 275249"/>
                  <a:gd name="connsiteY42" fmla="*/ 134536 h 346450"/>
                  <a:gd name="connsiteX43" fmla="*/ 274433 w 275249"/>
                  <a:gd name="connsiteY43" fmla="*/ 133658 h 346450"/>
                  <a:gd name="connsiteX44" fmla="*/ 275036 w 275249"/>
                  <a:gd name="connsiteY44" fmla="*/ 129861 h 346450"/>
                  <a:gd name="connsiteX45" fmla="*/ 94568 w 275249"/>
                  <a:gd name="connsiteY45" fmla="*/ 126372 h 346450"/>
                  <a:gd name="connsiteX46" fmla="*/ 97914 w 275249"/>
                  <a:gd name="connsiteY46" fmla="*/ 115163 h 346450"/>
                  <a:gd name="connsiteX47" fmla="*/ 98075 w 275249"/>
                  <a:gd name="connsiteY47" fmla="*/ 115006 h 346450"/>
                  <a:gd name="connsiteX48" fmla="*/ 109278 w 275249"/>
                  <a:gd name="connsiteY48" fmla="*/ 111689 h 346450"/>
                  <a:gd name="connsiteX49" fmla="*/ 118990 w 275249"/>
                  <a:gd name="connsiteY49" fmla="*/ 121473 h 346450"/>
                  <a:gd name="connsiteX50" fmla="*/ 109140 w 275249"/>
                  <a:gd name="connsiteY50" fmla="*/ 136103 h 346450"/>
                  <a:gd name="connsiteX51" fmla="*/ 104348 w 275249"/>
                  <a:gd name="connsiteY51" fmla="*/ 136101 h 346450"/>
                  <a:gd name="connsiteX52" fmla="*/ 94568 w 275249"/>
                  <a:gd name="connsiteY52" fmla="*/ 126372 h 346450"/>
                  <a:gd name="connsiteX53" fmla="*/ 135672 w 275249"/>
                  <a:gd name="connsiteY53" fmla="*/ 111786 h 346450"/>
                  <a:gd name="connsiteX54" fmla="*/ 121024 w 275249"/>
                  <a:gd name="connsiteY54" fmla="*/ 101960 h 346450"/>
                  <a:gd name="connsiteX55" fmla="*/ 121023 w 275249"/>
                  <a:gd name="connsiteY55" fmla="*/ 97143 h 346450"/>
                  <a:gd name="connsiteX56" fmla="*/ 130785 w 275249"/>
                  <a:gd name="connsiteY56" fmla="*/ 87363 h 346450"/>
                  <a:gd name="connsiteX57" fmla="*/ 145449 w 275249"/>
                  <a:gd name="connsiteY57" fmla="*/ 97163 h 346450"/>
                  <a:gd name="connsiteX58" fmla="*/ 145450 w 275249"/>
                  <a:gd name="connsiteY58" fmla="*/ 102022 h 346450"/>
                  <a:gd name="connsiteX59" fmla="*/ 135672 w 275249"/>
                  <a:gd name="connsiteY59" fmla="*/ 111786 h 346450"/>
                  <a:gd name="connsiteX60" fmla="*/ 132750 w 275249"/>
                  <a:gd name="connsiteY60" fmla="*/ 333381 h 346450"/>
                  <a:gd name="connsiteX61" fmla="*/ 129207 w 275249"/>
                  <a:gd name="connsiteY61" fmla="*/ 338063 h 346450"/>
                  <a:gd name="connsiteX62" fmla="*/ 128618 w 275249"/>
                  <a:gd name="connsiteY62" fmla="*/ 338102 h 346450"/>
                  <a:gd name="connsiteX63" fmla="*/ 111473 w 275249"/>
                  <a:gd name="connsiteY63" fmla="*/ 338102 h 346450"/>
                  <a:gd name="connsiteX64" fmla="*/ 108473 w 275249"/>
                  <a:gd name="connsiteY64" fmla="*/ 336850 h 346450"/>
                  <a:gd name="connsiteX65" fmla="*/ 107299 w 275249"/>
                  <a:gd name="connsiteY65" fmla="*/ 333876 h 346450"/>
                  <a:gd name="connsiteX66" fmla="*/ 123922 w 275249"/>
                  <a:gd name="connsiteY66" fmla="*/ 135608 h 346450"/>
                  <a:gd name="connsiteX67" fmla="*/ 127021 w 275249"/>
                  <a:gd name="connsiteY67" fmla="*/ 119309 h 346450"/>
                  <a:gd name="connsiteX68" fmla="*/ 135411 w 275249"/>
                  <a:gd name="connsiteY68" fmla="*/ 120144 h 346450"/>
                  <a:gd name="connsiteX69" fmla="*/ 134471 w 275249"/>
                  <a:gd name="connsiteY69" fmla="*/ 132907 h 346450"/>
                  <a:gd name="connsiteX70" fmla="*/ 132752 w 275249"/>
                  <a:gd name="connsiteY70" fmla="*/ 333381 h 346450"/>
                  <a:gd name="connsiteX71" fmla="*/ 167072 w 275249"/>
                  <a:gd name="connsiteY71" fmla="*/ 128041 h 346450"/>
                  <a:gd name="connsiteX72" fmla="*/ 154557 w 275249"/>
                  <a:gd name="connsiteY72" fmla="*/ 140501 h 346450"/>
                  <a:gd name="connsiteX73" fmla="*/ 150668 w 275249"/>
                  <a:gd name="connsiteY73" fmla="*/ 139871 h 346450"/>
                  <a:gd name="connsiteX74" fmla="*/ 142796 w 275249"/>
                  <a:gd name="connsiteY74" fmla="*/ 131994 h 346450"/>
                  <a:gd name="connsiteX75" fmla="*/ 150581 w 275249"/>
                  <a:gd name="connsiteY75" fmla="*/ 116247 h 346450"/>
                  <a:gd name="connsiteX76" fmla="*/ 164369 w 275249"/>
                  <a:gd name="connsiteY76" fmla="*/ 120390 h 346450"/>
                  <a:gd name="connsiteX77" fmla="*/ 166111 w 275249"/>
                  <a:gd name="connsiteY77" fmla="*/ 123259 h 346450"/>
                  <a:gd name="connsiteX78" fmla="*/ 167074 w 275249"/>
                  <a:gd name="connsiteY78" fmla="*/ 128041 h 346450"/>
                  <a:gd name="connsiteX79" fmla="*/ 208385 w 275249"/>
                  <a:gd name="connsiteY79" fmla="*/ 90156 h 346450"/>
                  <a:gd name="connsiteX80" fmla="*/ 187276 w 275249"/>
                  <a:gd name="connsiteY80" fmla="*/ 83082 h 346450"/>
                  <a:gd name="connsiteX81" fmla="*/ 182360 w 275249"/>
                  <a:gd name="connsiteY81" fmla="*/ 85697 h 346450"/>
                  <a:gd name="connsiteX82" fmla="*/ 184739 w 275249"/>
                  <a:gd name="connsiteY82" fmla="*/ 91031 h 346450"/>
                  <a:gd name="connsiteX83" fmla="*/ 209592 w 275249"/>
                  <a:gd name="connsiteY83" fmla="*/ 135293 h 346450"/>
                  <a:gd name="connsiteX84" fmla="*/ 200454 w 275249"/>
                  <a:gd name="connsiteY84" fmla="*/ 182820 h 346450"/>
                  <a:gd name="connsiteX85" fmla="*/ 200379 w 275249"/>
                  <a:gd name="connsiteY85" fmla="*/ 182820 h 346450"/>
                  <a:gd name="connsiteX86" fmla="*/ 181498 w 275249"/>
                  <a:gd name="connsiteY86" fmla="*/ 133246 h 346450"/>
                  <a:gd name="connsiteX87" fmla="*/ 173067 w 275249"/>
                  <a:gd name="connsiteY87" fmla="*/ 118637 h 346450"/>
                  <a:gd name="connsiteX88" fmla="*/ 171325 w 275249"/>
                  <a:gd name="connsiteY88" fmla="*/ 115769 h 346450"/>
                  <a:gd name="connsiteX89" fmla="*/ 171057 w 275249"/>
                  <a:gd name="connsiteY89" fmla="*/ 115328 h 346450"/>
                  <a:gd name="connsiteX90" fmla="*/ 170434 w 275249"/>
                  <a:gd name="connsiteY90" fmla="*/ 114690 h 346450"/>
                  <a:gd name="connsiteX91" fmla="*/ 154629 w 275249"/>
                  <a:gd name="connsiteY91" fmla="*/ 107246 h 346450"/>
                  <a:gd name="connsiteX92" fmla="*/ 152458 w 275249"/>
                  <a:gd name="connsiteY92" fmla="*/ 107466 h 346450"/>
                  <a:gd name="connsiteX93" fmla="*/ 153326 w 275249"/>
                  <a:gd name="connsiteY93" fmla="*/ 94176 h 346450"/>
                  <a:gd name="connsiteX94" fmla="*/ 137278 w 275249"/>
                  <a:gd name="connsiteY94" fmla="*/ 79160 h 346450"/>
                  <a:gd name="connsiteX95" fmla="*/ 112864 w 275249"/>
                  <a:gd name="connsiteY95" fmla="*/ 95282 h 346450"/>
                  <a:gd name="connsiteX96" fmla="*/ 112989 w 275249"/>
                  <a:gd name="connsiteY96" fmla="*/ 104148 h 346450"/>
                  <a:gd name="connsiteX97" fmla="*/ 93464 w 275249"/>
                  <a:gd name="connsiteY97" fmla="*/ 108042 h 346450"/>
                  <a:gd name="connsiteX98" fmla="*/ 92931 w 275249"/>
                  <a:gd name="connsiteY98" fmla="*/ 108371 h 346450"/>
                  <a:gd name="connsiteX99" fmla="*/ 92163 w 275249"/>
                  <a:gd name="connsiteY99" fmla="*/ 109116 h 346450"/>
                  <a:gd name="connsiteX100" fmla="*/ 92021 w 275249"/>
                  <a:gd name="connsiteY100" fmla="*/ 109254 h 346450"/>
                  <a:gd name="connsiteX101" fmla="*/ 86230 w 275249"/>
                  <a:gd name="connsiteY101" fmla="*/ 115584 h 346450"/>
                  <a:gd name="connsiteX102" fmla="*/ 81791 w 275249"/>
                  <a:gd name="connsiteY102" fmla="*/ 120743 h 346450"/>
                  <a:gd name="connsiteX103" fmla="*/ 55324 w 275249"/>
                  <a:gd name="connsiteY103" fmla="*/ 159055 h 346450"/>
                  <a:gd name="connsiteX104" fmla="*/ 55248 w 275249"/>
                  <a:gd name="connsiteY104" fmla="*/ 159036 h 346450"/>
                  <a:gd name="connsiteX105" fmla="*/ 58148 w 275249"/>
                  <a:gd name="connsiteY105" fmla="*/ 116502 h 346450"/>
                  <a:gd name="connsiteX106" fmla="*/ 79863 w 275249"/>
                  <a:gd name="connsiteY106" fmla="*/ 85999 h 346450"/>
                  <a:gd name="connsiteX107" fmla="*/ 81835 w 275249"/>
                  <a:gd name="connsiteY107" fmla="*/ 80435 h 346450"/>
                  <a:gd name="connsiteX108" fmla="*/ 77034 w 275249"/>
                  <a:gd name="connsiteY108" fmla="*/ 78187 h 346450"/>
                  <a:gd name="connsiteX109" fmla="*/ 69812 w 275249"/>
                  <a:gd name="connsiteY109" fmla="*/ 80107 h 346450"/>
                  <a:gd name="connsiteX110" fmla="*/ 15145 w 275249"/>
                  <a:gd name="connsiteY110" fmla="*/ 103869 h 346450"/>
                  <a:gd name="connsiteX111" fmla="*/ 15093 w 275249"/>
                  <a:gd name="connsiteY111" fmla="*/ 103815 h 346450"/>
                  <a:gd name="connsiteX112" fmla="*/ 46778 w 275249"/>
                  <a:gd name="connsiteY112" fmla="*/ 58944 h 346450"/>
                  <a:gd name="connsiteX113" fmla="*/ 101143 w 275249"/>
                  <a:gd name="connsiteY113" fmla="*/ 44383 h 346450"/>
                  <a:gd name="connsiteX114" fmla="*/ 108541 w 275249"/>
                  <a:gd name="connsiteY114" fmla="*/ 48588 h 346450"/>
                  <a:gd name="connsiteX115" fmla="*/ 114371 w 275249"/>
                  <a:gd name="connsiteY115" fmla="*/ 47660 h 346450"/>
                  <a:gd name="connsiteX116" fmla="*/ 113587 w 275249"/>
                  <a:gd name="connsiteY116" fmla="*/ 41940 h 346450"/>
                  <a:gd name="connsiteX117" fmla="*/ 106059 w 275249"/>
                  <a:gd name="connsiteY117" fmla="*/ 36190 h 346450"/>
                  <a:gd name="connsiteX118" fmla="*/ 60890 w 275249"/>
                  <a:gd name="connsiteY118" fmla="*/ 11696 h 346450"/>
                  <a:gd name="connsiteX119" fmla="*/ 60900 w 275249"/>
                  <a:gd name="connsiteY119" fmla="*/ 11622 h 346450"/>
                  <a:gd name="connsiteX120" fmla="*/ 107404 w 275249"/>
                  <a:gd name="connsiteY120" fmla="*/ 8634 h 346450"/>
                  <a:gd name="connsiteX121" fmla="*/ 146785 w 275249"/>
                  <a:gd name="connsiteY121" fmla="*/ 38301 h 346450"/>
                  <a:gd name="connsiteX122" fmla="*/ 142105 w 275249"/>
                  <a:gd name="connsiteY122" fmla="*/ 73276 h 346450"/>
                  <a:gd name="connsiteX123" fmla="*/ 144264 w 275249"/>
                  <a:gd name="connsiteY123" fmla="*/ 78770 h 346450"/>
                  <a:gd name="connsiteX124" fmla="*/ 149259 w 275249"/>
                  <a:gd name="connsiteY124" fmla="*/ 77464 h 346450"/>
                  <a:gd name="connsiteX125" fmla="*/ 183088 w 275249"/>
                  <a:gd name="connsiteY125" fmla="*/ 51042 h 346450"/>
                  <a:gd name="connsiteX126" fmla="*/ 237446 w 275249"/>
                  <a:gd name="connsiteY126" fmla="*/ 70583 h 346450"/>
                  <a:gd name="connsiteX127" fmla="*/ 262497 w 275249"/>
                  <a:gd name="connsiteY127" fmla="*/ 119963 h 346450"/>
                  <a:gd name="connsiteX128" fmla="*/ 262438 w 275249"/>
                  <a:gd name="connsiteY128" fmla="*/ 120012 h 346450"/>
                  <a:gd name="connsiteX129" fmla="*/ 208387 w 275249"/>
                  <a:gd name="connsiteY129" fmla="*/ 90156 h 34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Lst>
                <a:rect l="l" t="t" r="r" b="b"/>
                <a:pathLst>
                  <a:path w="275249" h="346450">
                    <a:moveTo>
                      <a:pt x="275038" y="129859"/>
                    </a:moveTo>
                    <a:cubicBezTo>
                      <a:pt x="274508" y="128259"/>
                      <a:pt x="261798" y="90433"/>
                      <a:pt x="244254" y="65748"/>
                    </a:cubicBezTo>
                    <a:cubicBezTo>
                      <a:pt x="230308" y="45206"/>
                      <a:pt x="204698" y="36014"/>
                      <a:pt x="180872" y="42996"/>
                    </a:cubicBezTo>
                    <a:cubicBezTo>
                      <a:pt x="171347" y="46018"/>
                      <a:pt x="162660" y="51220"/>
                      <a:pt x="155499" y="58190"/>
                    </a:cubicBezTo>
                    <a:cubicBezTo>
                      <a:pt x="155452" y="58231"/>
                      <a:pt x="155424" y="58217"/>
                      <a:pt x="155435" y="58155"/>
                    </a:cubicBezTo>
                    <a:cubicBezTo>
                      <a:pt x="156954" y="50782"/>
                      <a:pt x="156728" y="43158"/>
                      <a:pt x="154775" y="35888"/>
                    </a:cubicBezTo>
                    <a:cubicBezTo>
                      <a:pt x="148491" y="15173"/>
                      <a:pt x="129625" y="827"/>
                      <a:pt x="107984" y="308"/>
                    </a:cubicBezTo>
                    <a:cubicBezTo>
                      <a:pt x="81162" y="-1553"/>
                      <a:pt x="46538" y="5617"/>
                      <a:pt x="45080" y="5925"/>
                    </a:cubicBezTo>
                    <a:cubicBezTo>
                      <a:pt x="42824" y="6398"/>
                      <a:pt x="41379" y="8611"/>
                      <a:pt x="41852" y="10867"/>
                    </a:cubicBezTo>
                    <a:cubicBezTo>
                      <a:pt x="42143" y="12254"/>
                      <a:pt x="43117" y="13398"/>
                      <a:pt x="44440" y="13906"/>
                    </a:cubicBezTo>
                    <a:cubicBezTo>
                      <a:pt x="58326" y="19381"/>
                      <a:pt x="71869" y="25689"/>
                      <a:pt x="84996" y="32797"/>
                    </a:cubicBezTo>
                    <a:cubicBezTo>
                      <a:pt x="85074" y="32838"/>
                      <a:pt x="85068" y="32874"/>
                      <a:pt x="84978" y="32873"/>
                    </a:cubicBezTo>
                    <a:cubicBezTo>
                      <a:pt x="67916" y="32801"/>
                      <a:pt x="51692" y="40268"/>
                      <a:pt x="40649" y="53275"/>
                    </a:cubicBezTo>
                    <a:cubicBezTo>
                      <a:pt x="19856" y="75746"/>
                      <a:pt x="1252" y="111379"/>
                      <a:pt x="470" y="112884"/>
                    </a:cubicBezTo>
                    <a:cubicBezTo>
                      <a:pt x="-592" y="114931"/>
                      <a:pt x="207" y="117450"/>
                      <a:pt x="2253" y="118511"/>
                    </a:cubicBezTo>
                    <a:cubicBezTo>
                      <a:pt x="3532" y="119175"/>
                      <a:pt x="5063" y="119132"/>
                      <a:pt x="6303" y="118397"/>
                    </a:cubicBezTo>
                    <a:cubicBezTo>
                      <a:pt x="23314" y="108471"/>
                      <a:pt x="41023" y="99791"/>
                      <a:pt x="59290" y="92424"/>
                    </a:cubicBezTo>
                    <a:cubicBezTo>
                      <a:pt x="59360" y="92398"/>
                      <a:pt x="59382" y="92424"/>
                      <a:pt x="59337" y="92485"/>
                    </a:cubicBezTo>
                    <a:cubicBezTo>
                      <a:pt x="54581" y="99169"/>
                      <a:pt x="51376" y="106831"/>
                      <a:pt x="49955" y="114910"/>
                    </a:cubicBezTo>
                    <a:cubicBezTo>
                      <a:pt x="45088" y="139937"/>
                      <a:pt x="47367" y="173286"/>
                      <a:pt x="47469" y="174693"/>
                    </a:cubicBezTo>
                    <a:cubicBezTo>
                      <a:pt x="47634" y="176993"/>
                      <a:pt x="49631" y="178723"/>
                      <a:pt x="51931" y="178558"/>
                    </a:cubicBezTo>
                    <a:cubicBezTo>
                      <a:pt x="53381" y="178454"/>
                      <a:pt x="54672" y="177603"/>
                      <a:pt x="55340" y="176311"/>
                    </a:cubicBezTo>
                    <a:cubicBezTo>
                      <a:pt x="64172" y="159320"/>
                      <a:pt x="74578" y="143195"/>
                      <a:pt x="86424" y="128148"/>
                    </a:cubicBezTo>
                    <a:cubicBezTo>
                      <a:pt x="88451" y="137771"/>
                      <a:pt x="96935" y="144663"/>
                      <a:pt x="106769" y="144678"/>
                    </a:cubicBezTo>
                    <a:cubicBezTo>
                      <a:pt x="109213" y="144658"/>
                      <a:pt x="111633" y="144203"/>
                      <a:pt x="113916" y="143334"/>
                    </a:cubicBezTo>
                    <a:cubicBezTo>
                      <a:pt x="102384" y="207037"/>
                      <a:pt x="99557" y="304099"/>
                      <a:pt x="98951" y="333707"/>
                    </a:cubicBezTo>
                    <a:cubicBezTo>
                      <a:pt x="98860" y="337893"/>
                      <a:pt x="100877" y="341846"/>
                      <a:pt x="104321" y="344228"/>
                    </a:cubicBezTo>
                    <a:cubicBezTo>
                      <a:pt x="106620" y="345615"/>
                      <a:pt x="109240" y="346381"/>
                      <a:pt x="111924" y="346450"/>
                    </a:cubicBezTo>
                    <a:lnTo>
                      <a:pt x="128618" y="346450"/>
                    </a:lnTo>
                    <a:cubicBezTo>
                      <a:pt x="135519" y="346463"/>
                      <a:pt x="141123" y="340880"/>
                      <a:pt x="141136" y="333979"/>
                    </a:cubicBezTo>
                    <a:cubicBezTo>
                      <a:pt x="141137" y="333397"/>
                      <a:pt x="141098" y="332816"/>
                      <a:pt x="141018" y="332240"/>
                    </a:cubicBezTo>
                    <a:cubicBezTo>
                      <a:pt x="133764" y="279671"/>
                      <a:pt x="130221" y="203905"/>
                      <a:pt x="140942" y="143571"/>
                    </a:cubicBezTo>
                    <a:cubicBezTo>
                      <a:pt x="149432" y="151173"/>
                      <a:pt x="162478" y="150452"/>
                      <a:pt x="170080" y="141962"/>
                    </a:cubicBezTo>
                    <a:cubicBezTo>
                      <a:pt x="171572" y="140295"/>
                      <a:pt x="172784" y="138397"/>
                      <a:pt x="173667" y="136341"/>
                    </a:cubicBezTo>
                    <a:lnTo>
                      <a:pt x="173671" y="136341"/>
                    </a:lnTo>
                    <a:cubicBezTo>
                      <a:pt x="186436" y="159173"/>
                      <a:pt x="195983" y="198664"/>
                      <a:pt x="196078" y="199054"/>
                    </a:cubicBezTo>
                    <a:cubicBezTo>
                      <a:pt x="196510" y="200860"/>
                      <a:pt x="198083" y="202163"/>
                      <a:pt x="199938" y="202252"/>
                    </a:cubicBezTo>
                    <a:lnTo>
                      <a:pt x="200138" y="202256"/>
                    </a:lnTo>
                    <a:cubicBezTo>
                      <a:pt x="201922" y="202256"/>
                      <a:pt x="203509" y="201122"/>
                      <a:pt x="204088" y="199435"/>
                    </a:cubicBezTo>
                    <a:cubicBezTo>
                      <a:pt x="204585" y="197980"/>
                      <a:pt x="216318" y="163478"/>
                      <a:pt x="217923" y="135778"/>
                    </a:cubicBezTo>
                    <a:cubicBezTo>
                      <a:pt x="219147" y="122623"/>
                      <a:pt x="215463" y="109481"/>
                      <a:pt x="207580" y="98879"/>
                    </a:cubicBezTo>
                    <a:cubicBezTo>
                      <a:pt x="207531" y="98815"/>
                      <a:pt x="207551" y="98788"/>
                      <a:pt x="207626" y="98818"/>
                    </a:cubicBezTo>
                    <a:cubicBezTo>
                      <a:pt x="234848" y="109702"/>
                      <a:pt x="268253" y="134281"/>
                      <a:pt x="268595" y="134536"/>
                    </a:cubicBezTo>
                    <a:cubicBezTo>
                      <a:pt x="270449" y="135905"/>
                      <a:pt x="273063" y="135513"/>
                      <a:pt x="274433" y="133658"/>
                    </a:cubicBezTo>
                    <a:cubicBezTo>
                      <a:pt x="275240" y="132566"/>
                      <a:pt x="275465" y="131149"/>
                      <a:pt x="275036" y="129861"/>
                    </a:cubicBezTo>
                    <a:close/>
                    <a:moveTo>
                      <a:pt x="94568" y="126372"/>
                    </a:moveTo>
                    <a:cubicBezTo>
                      <a:pt x="93744" y="122312"/>
                      <a:pt x="94999" y="118107"/>
                      <a:pt x="97914" y="115163"/>
                    </a:cubicBezTo>
                    <a:lnTo>
                      <a:pt x="98075" y="115006"/>
                    </a:lnTo>
                    <a:cubicBezTo>
                      <a:pt x="101023" y="112102"/>
                      <a:pt x="105224" y="110859"/>
                      <a:pt x="109278" y="111689"/>
                    </a:cubicBezTo>
                    <a:cubicBezTo>
                      <a:pt x="114032" y="112979"/>
                      <a:pt x="117735" y="116709"/>
                      <a:pt x="118990" y="121473"/>
                    </a:cubicBezTo>
                    <a:cubicBezTo>
                      <a:pt x="120310" y="128233"/>
                      <a:pt x="115900" y="134783"/>
                      <a:pt x="109140" y="136103"/>
                    </a:cubicBezTo>
                    <a:cubicBezTo>
                      <a:pt x="107557" y="136412"/>
                      <a:pt x="105930" y="136411"/>
                      <a:pt x="104348" y="136101"/>
                    </a:cubicBezTo>
                    <a:cubicBezTo>
                      <a:pt x="99581" y="134843"/>
                      <a:pt x="95851" y="131132"/>
                      <a:pt x="94568" y="126372"/>
                    </a:cubicBezTo>
                    <a:close/>
                    <a:moveTo>
                      <a:pt x="135672" y="111786"/>
                    </a:moveTo>
                    <a:cubicBezTo>
                      <a:pt x="128914" y="113117"/>
                      <a:pt x="122356" y="108718"/>
                      <a:pt x="121024" y="101960"/>
                    </a:cubicBezTo>
                    <a:cubicBezTo>
                      <a:pt x="120711" y="100370"/>
                      <a:pt x="120711" y="98734"/>
                      <a:pt x="121023" y="97143"/>
                    </a:cubicBezTo>
                    <a:cubicBezTo>
                      <a:pt x="122287" y="92368"/>
                      <a:pt x="126012" y="88636"/>
                      <a:pt x="130785" y="87363"/>
                    </a:cubicBezTo>
                    <a:cubicBezTo>
                      <a:pt x="137540" y="86020"/>
                      <a:pt x="144106" y="90407"/>
                      <a:pt x="145449" y="97163"/>
                    </a:cubicBezTo>
                    <a:cubicBezTo>
                      <a:pt x="145768" y="98767"/>
                      <a:pt x="145769" y="100417"/>
                      <a:pt x="145450" y="102022"/>
                    </a:cubicBezTo>
                    <a:cubicBezTo>
                      <a:pt x="144180" y="106796"/>
                      <a:pt x="140448" y="110523"/>
                      <a:pt x="135672" y="111786"/>
                    </a:cubicBezTo>
                    <a:close/>
                    <a:moveTo>
                      <a:pt x="132750" y="333381"/>
                    </a:moveTo>
                    <a:cubicBezTo>
                      <a:pt x="133064" y="335652"/>
                      <a:pt x="131478" y="337748"/>
                      <a:pt x="129207" y="338063"/>
                    </a:cubicBezTo>
                    <a:cubicBezTo>
                      <a:pt x="129012" y="338090"/>
                      <a:pt x="128815" y="338103"/>
                      <a:pt x="128618" y="338102"/>
                    </a:cubicBezTo>
                    <a:lnTo>
                      <a:pt x="111473" y="338102"/>
                    </a:lnTo>
                    <a:cubicBezTo>
                      <a:pt x="110345" y="338108"/>
                      <a:pt x="109263" y="337656"/>
                      <a:pt x="108473" y="336850"/>
                    </a:cubicBezTo>
                    <a:cubicBezTo>
                      <a:pt x="107696" y="336058"/>
                      <a:pt x="107272" y="334985"/>
                      <a:pt x="107299" y="333876"/>
                    </a:cubicBezTo>
                    <a:cubicBezTo>
                      <a:pt x="107933" y="302946"/>
                      <a:pt x="110997" y="197994"/>
                      <a:pt x="123922" y="135608"/>
                    </a:cubicBezTo>
                    <a:cubicBezTo>
                      <a:pt x="127224" y="130863"/>
                      <a:pt x="128351" y="124936"/>
                      <a:pt x="127021" y="119309"/>
                    </a:cubicBezTo>
                    <a:cubicBezTo>
                      <a:pt x="129692" y="120339"/>
                      <a:pt x="132591" y="120627"/>
                      <a:pt x="135411" y="120144"/>
                    </a:cubicBezTo>
                    <a:cubicBezTo>
                      <a:pt x="133703" y="124179"/>
                      <a:pt x="133372" y="128664"/>
                      <a:pt x="134471" y="132907"/>
                    </a:cubicBezTo>
                    <a:cubicBezTo>
                      <a:pt x="121465" y="195578"/>
                      <a:pt x="125037" y="277487"/>
                      <a:pt x="132752" y="333381"/>
                    </a:cubicBezTo>
                    <a:close/>
                    <a:moveTo>
                      <a:pt x="167072" y="128041"/>
                    </a:moveTo>
                    <a:cubicBezTo>
                      <a:pt x="167056" y="134938"/>
                      <a:pt x="161454" y="140516"/>
                      <a:pt x="154557" y="140501"/>
                    </a:cubicBezTo>
                    <a:cubicBezTo>
                      <a:pt x="153236" y="140498"/>
                      <a:pt x="151923" y="140285"/>
                      <a:pt x="150668" y="139871"/>
                    </a:cubicBezTo>
                    <a:cubicBezTo>
                      <a:pt x="147057" y="138463"/>
                      <a:pt x="144201" y="135606"/>
                      <a:pt x="142796" y="131994"/>
                    </a:cubicBezTo>
                    <a:cubicBezTo>
                      <a:pt x="140597" y="125495"/>
                      <a:pt x="144083" y="118445"/>
                      <a:pt x="150581" y="116247"/>
                    </a:cubicBezTo>
                    <a:cubicBezTo>
                      <a:pt x="155590" y="114552"/>
                      <a:pt x="161123" y="116215"/>
                      <a:pt x="164369" y="120390"/>
                    </a:cubicBezTo>
                    <a:cubicBezTo>
                      <a:pt x="164968" y="121326"/>
                      <a:pt x="165525" y="122304"/>
                      <a:pt x="166111" y="123259"/>
                    </a:cubicBezTo>
                    <a:cubicBezTo>
                      <a:pt x="166746" y="124773"/>
                      <a:pt x="167074" y="126399"/>
                      <a:pt x="167074" y="128041"/>
                    </a:cubicBezTo>
                    <a:close/>
                    <a:moveTo>
                      <a:pt x="208385" y="90156"/>
                    </a:moveTo>
                    <a:cubicBezTo>
                      <a:pt x="201754" y="87656"/>
                      <a:pt x="194650" y="85276"/>
                      <a:pt x="187276" y="83082"/>
                    </a:cubicBezTo>
                    <a:cubicBezTo>
                      <a:pt x="185200" y="82487"/>
                      <a:pt x="183026" y="83643"/>
                      <a:pt x="182360" y="85697"/>
                    </a:cubicBezTo>
                    <a:cubicBezTo>
                      <a:pt x="181667" y="87822"/>
                      <a:pt x="182695" y="90127"/>
                      <a:pt x="184739" y="91031"/>
                    </a:cubicBezTo>
                    <a:cubicBezTo>
                      <a:pt x="192774" y="94658"/>
                      <a:pt x="211279" y="106233"/>
                      <a:pt x="209592" y="135293"/>
                    </a:cubicBezTo>
                    <a:cubicBezTo>
                      <a:pt x="208146" y="151402"/>
                      <a:pt x="205084" y="167324"/>
                      <a:pt x="200454" y="182820"/>
                    </a:cubicBezTo>
                    <a:cubicBezTo>
                      <a:pt x="200432" y="182895"/>
                      <a:pt x="200400" y="182895"/>
                      <a:pt x="200379" y="182820"/>
                    </a:cubicBezTo>
                    <a:cubicBezTo>
                      <a:pt x="195747" y="165710"/>
                      <a:pt x="189422" y="149103"/>
                      <a:pt x="181498" y="133246"/>
                    </a:cubicBezTo>
                    <a:cubicBezTo>
                      <a:pt x="178902" y="128481"/>
                      <a:pt x="176062" y="123502"/>
                      <a:pt x="173067" y="118637"/>
                    </a:cubicBezTo>
                    <a:cubicBezTo>
                      <a:pt x="172565" y="117635"/>
                      <a:pt x="171983" y="116676"/>
                      <a:pt x="171325" y="115769"/>
                    </a:cubicBezTo>
                    <a:cubicBezTo>
                      <a:pt x="171233" y="115625"/>
                      <a:pt x="171150" y="115472"/>
                      <a:pt x="171057" y="115328"/>
                    </a:cubicBezTo>
                    <a:cubicBezTo>
                      <a:pt x="170874" y="115093"/>
                      <a:pt x="170665" y="114878"/>
                      <a:pt x="170434" y="114690"/>
                    </a:cubicBezTo>
                    <a:cubicBezTo>
                      <a:pt x="166525" y="109994"/>
                      <a:pt x="160739" y="107268"/>
                      <a:pt x="154629" y="107246"/>
                    </a:cubicBezTo>
                    <a:cubicBezTo>
                      <a:pt x="153902" y="107281"/>
                      <a:pt x="153177" y="107354"/>
                      <a:pt x="152458" y="107466"/>
                    </a:cubicBezTo>
                    <a:cubicBezTo>
                      <a:pt x="154206" y="103253"/>
                      <a:pt x="154511" y="98580"/>
                      <a:pt x="153326" y="94176"/>
                    </a:cubicBezTo>
                    <a:cubicBezTo>
                      <a:pt x="150857" y="86782"/>
                      <a:pt x="144821" y="81133"/>
                      <a:pt x="137278" y="79160"/>
                    </a:cubicBezTo>
                    <a:cubicBezTo>
                      <a:pt x="126085" y="76870"/>
                      <a:pt x="115154" y="84088"/>
                      <a:pt x="112864" y="95282"/>
                    </a:cubicBezTo>
                    <a:cubicBezTo>
                      <a:pt x="112264" y="98211"/>
                      <a:pt x="112307" y="101236"/>
                      <a:pt x="112989" y="104148"/>
                    </a:cubicBezTo>
                    <a:cubicBezTo>
                      <a:pt x="106253" y="101860"/>
                      <a:pt x="98807" y="103345"/>
                      <a:pt x="93464" y="108042"/>
                    </a:cubicBezTo>
                    <a:cubicBezTo>
                      <a:pt x="93278" y="108137"/>
                      <a:pt x="93100" y="108248"/>
                      <a:pt x="92931" y="108371"/>
                    </a:cubicBezTo>
                    <a:cubicBezTo>
                      <a:pt x="92642" y="108642"/>
                      <a:pt x="92427" y="108863"/>
                      <a:pt x="92163" y="109116"/>
                    </a:cubicBezTo>
                    <a:lnTo>
                      <a:pt x="92021" y="109254"/>
                    </a:lnTo>
                    <a:cubicBezTo>
                      <a:pt x="89961" y="111242"/>
                      <a:pt x="88027" y="113356"/>
                      <a:pt x="86230" y="115584"/>
                    </a:cubicBezTo>
                    <a:cubicBezTo>
                      <a:pt x="85076" y="116976"/>
                      <a:pt x="83751" y="118570"/>
                      <a:pt x="81791" y="120743"/>
                    </a:cubicBezTo>
                    <a:cubicBezTo>
                      <a:pt x="71761" y="132636"/>
                      <a:pt x="62898" y="145466"/>
                      <a:pt x="55324" y="159055"/>
                    </a:cubicBezTo>
                    <a:cubicBezTo>
                      <a:pt x="55282" y="159127"/>
                      <a:pt x="55249" y="159119"/>
                      <a:pt x="55248" y="159036"/>
                    </a:cubicBezTo>
                    <a:cubicBezTo>
                      <a:pt x="54862" y="144798"/>
                      <a:pt x="55833" y="130555"/>
                      <a:pt x="58148" y="116502"/>
                    </a:cubicBezTo>
                    <a:cubicBezTo>
                      <a:pt x="61719" y="98165"/>
                      <a:pt x="71926" y="89792"/>
                      <a:pt x="79863" y="85999"/>
                    </a:cubicBezTo>
                    <a:cubicBezTo>
                      <a:pt x="81944" y="85007"/>
                      <a:pt x="82827" y="82516"/>
                      <a:pt x="81835" y="80435"/>
                    </a:cubicBezTo>
                    <a:cubicBezTo>
                      <a:pt x="80977" y="78635"/>
                      <a:pt x="78966" y="77693"/>
                      <a:pt x="77034" y="78187"/>
                    </a:cubicBezTo>
                    <a:cubicBezTo>
                      <a:pt x="74657" y="78790"/>
                      <a:pt x="72256" y="79422"/>
                      <a:pt x="69812" y="80107"/>
                    </a:cubicBezTo>
                    <a:cubicBezTo>
                      <a:pt x="50847" y="86196"/>
                      <a:pt x="32535" y="94156"/>
                      <a:pt x="15145" y="103869"/>
                    </a:cubicBezTo>
                    <a:cubicBezTo>
                      <a:pt x="15075" y="103907"/>
                      <a:pt x="15053" y="103883"/>
                      <a:pt x="15093" y="103815"/>
                    </a:cubicBezTo>
                    <a:cubicBezTo>
                      <a:pt x="24132" y="87839"/>
                      <a:pt x="34747" y="72807"/>
                      <a:pt x="46778" y="58944"/>
                    </a:cubicBezTo>
                    <a:cubicBezTo>
                      <a:pt x="68817" y="35118"/>
                      <a:pt x="92138" y="40823"/>
                      <a:pt x="101143" y="44383"/>
                    </a:cubicBezTo>
                    <a:cubicBezTo>
                      <a:pt x="103778" y="45464"/>
                      <a:pt x="106264" y="46877"/>
                      <a:pt x="108541" y="48588"/>
                    </a:cubicBezTo>
                    <a:cubicBezTo>
                      <a:pt x="110407" y="49941"/>
                      <a:pt x="113017" y="49526"/>
                      <a:pt x="114371" y="47660"/>
                    </a:cubicBezTo>
                    <a:cubicBezTo>
                      <a:pt x="115684" y="45851"/>
                      <a:pt x="115338" y="43329"/>
                      <a:pt x="113587" y="41940"/>
                    </a:cubicBezTo>
                    <a:cubicBezTo>
                      <a:pt x="111162" y="40026"/>
                      <a:pt x="108667" y="38101"/>
                      <a:pt x="106059" y="36190"/>
                    </a:cubicBezTo>
                    <a:cubicBezTo>
                      <a:pt x="91859" y="26536"/>
                      <a:pt x="76727" y="18331"/>
                      <a:pt x="60890" y="11696"/>
                    </a:cubicBezTo>
                    <a:cubicBezTo>
                      <a:pt x="60820" y="11665"/>
                      <a:pt x="60824" y="11633"/>
                      <a:pt x="60900" y="11622"/>
                    </a:cubicBezTo>
                    <a:cubicBezTo>
                      <a:pt x="76260" y="9051"/>
                      <a:pt x="91841" y="8050"/>
                      <a:pt x="107404" y="8634"/>
                    </a:cubicBezTo>
                    <a:cubicBezTo>
                      <a:pt x="135445" y="10582"/>
                      <a:pt x="144286" y="30030"/>
                      <a:pt x="146785" y="38301"/>
                    </a:cubicBezTo>
                    <a:cubicBezTo>
                      <a:pt x="150808" y="51608"/>
                      <a:pt x="144221" y="68435"/>
                      <a:pt x="142105" y="73276"/>
                    </a:cubicBezTo>
                    <a:cubicBezTo>
                      <a:pt x="141184" y="75389"/>
                      <a:pt x="142151" y="77849"/>
                      <a:pt x="144264" y="78770"/>
                    </a:cubicBezTo>
                    <a:cubicBezTo>
                      <a:pt x="146031" y="79540"/>
                      <a:pt x="148095" y="79000"/>
                      <a:pt x="149259" y="77464"/>
                    </a:cubicBezTo>
                    <a:cubicBezTo>
                      <a:pt x="153087" y="72397"/>
                      <a:pt x="166840" y="55522"/>
                      <a:pt x="183088" y="51042"/>
                    </a:cubicBezTo>
                    <a:cubicBezTo>
                      <a:pt x="203535" y="44823"/>
                      <a:pt x="225639" y="52769"/>
                      <a:pt x="237446" y="70583"/>
                    </a:cubicBezTo>
                    <a:cubicBezTo>
                      <a:pt x="247611" y="86058"/>
                      <a:pt x="256014" y="102621"/>
                      <a:pt x="262497" y="119963"/>
                    </a:cubicBezTo>
                    <a:cubicBezTo>
                      <a:pt x="262524" y="120032"/>
                      <a:pt x="262497" y="120053"/>
                      <a:pt x="262438" y="120012"/>
                    </a:cubicBezTo>
                    <a:cubicBezTo>
                      <a:pt x="245528" y="108175"/>
                      <a:pt x="227409" y="98168"/>
                      <a:pt x="208387" y="90156"/>
                    </a:cubicBezTo>
                    <a:close/>
                  </a:path>
                </a:pathLst>
              </a:custGeom>
              <a:solidFill>
                <a:schemeClr val="accent2"/>
              </a:solidFill>
              <a:ln w="4167" cap="flat">
                <a:noFill/>
                <a:prstDash val="solid"/>
                <a:miter/>
              </a:ln>
            </p:spPr>
            <p:txBody>
              <a:bodyPr rtlCol="0" anchor="ctr"/>
              <a:lstStyle/>
              <a:p>
                <a:endParaRPr lang="pt-BR"/>
              </a:p>
            </p:txBody>
          </p:sp>
          <p:sp>
            <p:nvSpPr>
              <p:cNvPr id="139" name="TextBox 23">
                <a:extLst>
                  <a:ext uri="{FF2B5EF4-FFF2-40B4-BE49-F238E27FC236}">
                    <a16:creationId xmlns:a16="http://schemas.microsoft.com/office/drawing/2014/main" id="{5B91ADC2-3ABE-D318-8540-A4493650C57F}"/>
                  </a:ext>
                </a:extLst>
              </p:cNvPr>
              <p:cNvSpPr txBox="1"/>
              <p:nvPr/>
            </p:nvSpPr>
            <p:spPr>
              <a:xfrm>
                <a:off x="3874672" y="3918858"/>
                <a:ext cx="1694278" cy="553998"/>
              </a:xfrm>
              <a:prstGeom prst="rect">
                <a:avLst/>
              </a:prstGeom>
              <a:noFill/>
            </p:spPr>
            <p:txBody>
              <a:bodyPr wrap="square" lIns="0" tIns="0" rIns="0" bIns="0" rtlCol="0">
                <a:spAutoFit/>
              </a:bodyPr>
              <a:lstStyle/>
              <a:p>
                <a:r>
                  <a:rPr lang="en-US" sz="900" dirty="0">
                    <a:latin typeface="+mj-lt"/>
                    <a:ea typeface="Source Serif Pro" panose="02040603050405020204" pitchFamily="18" charset="0"/>
                  </a:rPr>
                  <a:t>Promotes regional development through local sourcing of fats, oils, glycerin, and corn derivatives</a:t>
                </a:r>
              </a:p>
            </p:txBody>
          </p:sp>
        </p:grpSp>
        <p:grpSp>
          <p:nvGrpSpPr>
            <p:cNvPr id="310" name="Group 309">
              <a:extLst>
                <a:ext uri="{FF2B5EF4-FFF2-40B4-BE49-F238E27FC236}">
                  <a16:creationId xmlns:a16="http://schemas.microsoft.com/office/drawing/2014/main" id="{FA77D0B3-9D16-675A-D53F-AB00CE31D2A0}"/>
                </a:ext>
              </a:extLst>
            </p:cNvPr>
            <p:cNvGrpSpPr/>
            <p:nvPr/>
          </p:nvGrpSpPr>
          <p:grpSpPr>
            <a:xfrm>
              <a:off x="3312170" y="4766042"/>
              <a:ext cx="2225836" cy="415498"/>
              <a:chOff x="3343114" y="5033289"/>
              <a:chExt cx="2225836" cy="415498"/>
            </a:xfrm>
          </p:grpSpPr>
          <p:grpSp>
            <p:nvGrpSpPr>
              <p:cNvPr id="240" name="Graphic 46" descr="Solar Panels outline">
                <a:extLst>
                  <a:ext uri="{FF2B5EF4-FFF2-40B4-BE49-F238E27FC236}">
                    <a16:creationId xmlns:a16="http://schemas.microsoft.com/office/drawing/2014/main" id="{ED482ED7-38C3-68C2-E453-A6F5A66EA52F}"/>
                  </a:ext>
                </a:extLst>
              </p:cNvPr>
              <p:cNvGrpSpPr/>
              <p:nvPr/>
            </p:nvGrpSpPr>
            <p:grpSpPr>
              <a:xfrm>
                <a:off x="3343114" y="5033289"/>
                <a:ext cx="368763" cy="333063"/>
                <a:chOff x="10507238" y="1773626"/>
                <a:chExt cx="368763" cy="333063"/>
              </a:xfrm>
              <a:solidFill>
                <a:schemeClr val="accent2"/>
              </a:solidFill>
            </p:grpSpPr>
            <p:sp>
              <p:nvSpPr>
                <p:cNvPr id="241" name="Forma Livre: Forma 39">
                  <a:extLst>
                    <a:ext uri="{FF2B5EF4-FFF2-40B4-BE49-F238E27FC236}">
                      <a16:creationId xmlns:a16="http://schemas.microsoft.com/office/drawing/2014/main" id="{C957BA6A-32C7-7999-1ABF-75595986FFD1}"/>
                    </a:ext>
                  </a:extLst>
                </p:cNvPr>
                <p:cNvSpPr/>
                <p:nvPr/>
              </p:nvSpPr>
              <p:spPr>
                <a:xfrm>
                  <a:off x="10553767" y="1858183"/>
                  <a:ext cx="322234" cy="248506"/>
                </a:xfrm>
                <a:custGeom>
                  <a:avLst/>
                  <a:gdLst>
                    <a:gd name="connsiteX0" fmla="*/ 322235 w 322234"/>
                    <a:gd name="connsiteY0" fmla="*/ 194384 h 248506"/>
                    <a:gd name="connsiteX1" fmla="*/ 322235 w 322234"/>
                    <a:gd name="connsiteY1" fmla="*/ 155861 h 248506"/>
                    <a:gd name="connsiteX2" fmla="*/ 252096 w 322234"/>
                    <a:gd name="connsiteY2" fmla="*/ 0 h 248506"/>
                    <a:gd name="connsiteX3" fmla="*/ 70160 w 322234"/>
                    <a:gd name="connsiteY3" fmla="*/ 0 h 248506"/>
                    <a:gd name="connsiteX4" fmla="*/ 0 w 322234"/>
                    <a:gd name="connsiteY4" fmla="*/ 155861 h 248506"/>
                    <a:gd name="connsiteX5" fmla="*/ 0 w 322234"/>
                    <a:gd name="connsiteY5" fmla="*/ 194384 h 248506"/>
                    <a:gd name="connsiteX6" fmla="*/ 156956 w 322234"/>
                    <a:gd name="connsiteY6" fmla="*/ 194384 h 248506"/>
                    <a:gd name="connsiteX7" fmla="*/ 156956 w 322234"/>
                    <a:gd name="connsiteY7" fmla="*/ 240180 h 248506"/>
                    <a:gd name="connsiteX8" fmla="*/ 104440 w 322234"/>
                    <a:gd name="connsiteY8" fmla="*/ 240180 h 248506"/>
                    <a:gd name="connsiteX9" fmla="*/ 104440 w 322234"/>
                    <a:gd name="connsiteY9" fmla="*/ 248507 h 248506"/>
                    <a:gd name="connsiteX10" fmla="*/ 217794 w 322234"/>
                    <a:gd name="connsiteY10" fmla="*/ 248507 h 248506"/>
                    <a:gd name="connsiteX11" fmla="*/ 217794 w 322234"/>
                    <a:gd name="connsiteY11" fmla="*/ 240180 h 248506"/>
                    <a:gd name="connsiteX12" fmla="*/ 165283 w 322234"/>
                    <a:gd name="connsiteY12" fmla="*/ 240180 h 248506"/>
                    <a:gd name="connsiteX13" fmla="*/ 165283 w 322234"/>
                    <a:gd name="connsiteY13" fmla="*/ 194384 h 248506"/>
                    <a:gd name="connsiteX14" fmla="*/ 195254 w 322234"/>
                    <a:gd name="connsiteY14" fmla="*/ 51920 h 248506"/>
                    <a:gd name="connsiteX15" fmla="*/ 201441 w 322234"/>
                    <a:gd name="connsiteY15" fmla="*/ 100294 h 248506"/>
                    <a:gd name="connsiteX16" fmla="*/ 120798 w 322234"/>
                    <a:gd name="connsiteY16" fmla="*/ 100294 h 248506"/>
                    <a:gd name="connsiteX17" fmla="*/ 126997 w 322234"/>
                    <a:gd name="connsiteY17" fmla="*/ 51920 h 248506"/>
                    <a:gd name="connsiteX18" fmla="*/ 128075 w 322234"/>
                    <a:gd name="connsiteY18" fmla="*/ 43594 h 248506"/>
                    <a:gd name="connsiteX19" fmla="*/ 132597 w 322234"/>
                    <a:gd name="connsiteY19" fmla="*/ 8327 h 248506"/>
                    <a:gd name="connsiteX20" fmla="*/ 189650 w 322234"/>
                    <a:gd name="connsiteY20" fmla="*/ 8327 h 248506"/>
                    <a:gd name="connsiteX21" fmla="*/ 194172 w 322234"/>
                    <a:gd name="connsiteY21" fmla="*/ 43594 h 248506"/>
                    <a:gd name="connsiteX22" fmla="*/ 288091 w 322234"/>
                    <a:gd name="connsiteY22" fmla="*/ 100294 h 248506"/>
                    <a:gd name="connsiteX23" fmla="*/ 209822 w 322234"/>
                    <a:gd name="connsiteY23" fmla="*/ 100294 h 248506"/>
                    <a:gd name="connsiteX24" fmla="*/ 203635 w 322234"/>
                    <a:gd name="connsiteY24" fmla="*/ 51920 h 248506"/>
                    <a:gd name="connsiteX25" fmla="*/ 266330 w 322234"/>
                    <a:gd name="connsiteY25" fmla="*/ 51920 h 248506"/>
                    <a:gd name="connsiteX26" fmla="*/ 112401 w 322234"/>
                    <a:gd name="connsiteY26" fmla="*/ 100294 h 248506"/>
                    <a:gd name="connsiteX27" fmla="*/ 34131 w 322234"/>
                    <a:gd name="connsiteY27" fmla="*/ 100294 h 248506"/>
                    <a:gd name="connsiteX28" fmla="*/ 55892 w 322234"/>
                    <a:gd name="connsiteY28" fmla="*/ 51937 h 248506"/>
                    <a:gd name="connsiteX29" fmla="*/ 118604 w 322234"/>
                    <a:gd name="connsiteY29" fmla="*/ 51937 h 248506"/>
                    <a:gd name="connsiteX30" fmla="*/ 111331 w 322234"/>
                    <a:gd name="connsiteY30" fmla="*/ 108620 h 248506"/>
                    <a:gd name="connsiteX31" fmla="*/ 105693 w 322234"/>
                    <a:gd name="connsiteY31" fmla="*/ 152593 h 248506"/>
                    <a:gd name="connsiteX32" fmla="*/ 10604 w 322234"/>
                    <a:gd name="connsiteY32" fmla="*/ 152593 h 248506"/>
                    <a:gd name="connsiteX33" fmla="*/ 30400 w 322234"/>
                    <a:gd name="connsiteY33" fmla="*/ 108620 h 248506"/>
                    <a:gd name="connsiteX34" fmla="*/ 119724 w 322234"/>
                    <a:gd name="connsiteY34" fmla="*/ 108620 h 248506"/>
                    <a:gd name="connsiteX35" fmla="*/ 202507 w 322234"/>
                    <a:gd name="connsiteY35" fmla="*/ 108620 h 248506"/>
                    <a:gd name="connsiteX36" fmla="*/ 208148 w 322234"/>
                    <a:gd name="connsiteY36" fmla="*/ 152610 h 248506"/>
                    <a:gd name="connsiteX37" fmla="*/ 114087 w 322234"/>
                    <a:gd name="connsiteY37" fmla="*/ 152610 h 248506"/>
                    <a:gd name="connsiteX38" fmla="*/ 216541 w 322234"/>
                    <a:gd name="connsiteY38" fmla="*/ 152593 h 248506"/>
                    <a:gd name="connsiteX39" fmla="*/ 210900 w 322234"/>
                    <a:gd name="connsiteY39" fmla="*/ 108620 h 248506"/>
                    <a:gd name="connsiteX40" fmla="*/ 291838 w 322234"/>
                    <a:gd name="connsiteY40" fmla="*/ 108620 h 248506"/>
                    <a:gd name="connsiteX41" fmla="*/ 311635 w 322234"/>
                    <a:gd name="connsiteY41" fmla="*/ 152610 h 248506"/>
                    <a:gd name="connsiteX42" fmla="*/ 262583 w 322234"/>
                    <a:gd name="connsiteY42" fmla="*/ 43594 h 248506"/>
                    <a:gd name="connsiteX43" fmla="*/ 202565 w 322234"/>
                    <a:gd name="connsiteY43" fmla="*/ 43594 h 248506"/>
                    <a:gd name="connsiteX44" fmla="*/ 198044 w 322234"/>
                    <a:gd name="connsiteY44" fmla="*/ 8327 h 248506"/>
                    <a:gd name="connsiteX45" fmla="*/ 246713 w 322234"/>
                    <a:gd name="connsiteY45" fmla="*/ 8327 h 248506"/>
                    <a:gd name="connsiteX46" fmla="*/ 75526 w 322234"/>
                    <a:gd name="connsiteY46" fmla="*/ 8327 h 248506"/>
                    <a:gd name="connsiteX47" fmla="*/ 124191 w 322234"/>
                    <a:gd name="connsiteY47" fmla="*/ 8327 h 248506"/>
                    <a:gd name="connsiteX48" fmla="*/ 119670 w 322234"/>
                    <a:gd name="connsiteY48" fmla="*/ 43594 h 248506"/>
                    <a:gd name="connsiteX49" fmla="*/ 59656 w 322234"/>
                    <a:gd name="connsiteY49" fmla="*/ 43594 h 248506"/>
                    <a:gd name="connsiteX50" fmla="*/ 8327 w 322234"/>
                    <a:gd name="connsiteY50" fmla="*/ 160920 h 248506"/>
                    <a:gd name="connsiteX51" fmla="*/ 313912 w 322234"/>
                    <a:gd name="connsiteY51" fmla="*/ 160920 h 248506"/>
                    <a:gd name="connsiteX52" fmla="*/ 313912 w 322234"/>
                    <a:gd name="connsiteY52" fmla="*/ 186058 h 248506"/>
                    <a:gd name="connsiteX53" fmla="*/ 8327 w 322234"/>
                    <a:gd name="connsiteY53" fmla="*/ 186058 h 248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22234" h="248506">
                      <a:moveTo>
                        <a:pt x="322235" y="194384"/>
                      </a:moveTo>
                      <a:lnTo>
                        <a:pt x="322235" y="155861"/>
                      </a:lnTo>
                      <a:lnTo>
                        <a:pt x="252096" y="0"/>
                      </a:lnTo>
                      <a:lnTo>
                        <a:pt x="70160" y="0"/>
                      </a:lnTo>
                      <a:lnTo>
                        <a:pt x="0" y="155861"/>
                      </a:lnTo>
                      <a:lnTo>
                        <a:pt x="0" y="194384"/>
                      </a:lnTo>
                      <a:lnTo>
                        <a:pt x="156956" y="194384"/>
                      </a:lnTo>
                      <a:lnTo>
                        <a:pt x="156956" y="240180"/>
                      </a:lnTo>
                      <a:lnTo>
                        <a:pt x="104440" y="240180"/>
                      </a:lnTo>
                      <a:lnTo>
                        <a:pt x="104440" y="248507"/>
                      </a:lnTo>
                      <a:lnTo>
                        <a:pt x="217794" y="248507"/>
                      </a:lnTo>
                      <a:lnTo>
                        <a:pt x="217794" y="240180"/>
                      </a:lnTo>
                      <a:lnTo>
                        <a:pt x="165283" y="240180"/>
                      </a:lnTo>
                      <a:lnTo>
                        <a:pt x="165283" y="194384"/>
                      </a:lnTo>
                      <a:close/>
                      <a:moveTo>
                        <a:pt x="195254" y="51920"/>
                      </a:moveTo>
                      <a:lnTo>
                        <a:pt x="201441" y="100294"/>
                      </a:lnTo>
                      <a:lnTo>
                        <a:pt x="120798" y="100294"/>
                      </a:lnTo>
                      <a:lnTo>
                        <a:pt x="126997" y="51920"/>
                      </a:lnTo>
                      <a:close/>
                      <a:moveTo>
                        <a:pt x="128075" y="43594"/>
                      </a:moveTo>
                      <a:lnTo>
                        <a:pt x="132597" y="8327"/>
                      </a:lnTo>
                      <a:lnTo>
                        <a:pt x="189650" y="8327"/>
                      </a:lnTo>
                      <a:lnTo>
                        <a:pt x="194172" y="43594"/>
                      </a:lnTo>
                      <a:close/>
                      <a:moveTo>
                        <a:pt x="288091" y="100294"/>
                      </a:moveTo>
                      <a:lnTo>
                        <a:pt x="209822" y="100294"/>
                      </a:lnTo>
                      <a:lnTo>
                        <a:pt x="203635" y="51920"/>
                      </a:lnTo>
                      <a:lnTo>
                        <a:pt x="266330" y="51920"/>
                      </a:lnTo>
                      <a:close/>
                      <a:moveTo>
                        <a:pt x="112401" y="100294"/>
                      </a:moveTo>
                      <a:lnTo>
                        <a:pt x="34131" y="100294"/>
                      </a:lnTo>
                      <a:lnTo>
                        <a:pt x="55892" y="51937"/>
                      </a:lnTo>
                      <a:lnTo>
                        <a:pt x="118604" y="51937"/>
                      </a:lnTo>
                      <a:close/>
                      <a:moveTo>
                        <a:pt x="111331" y="108620"/>
                      </a:moveTo>
                      <a:lnTo>
                        <a:pt x="105693" y="152593"/>
                      </a:lnTo>
                      <a:lnTo>
                        <a:pt x="10604" y="152593"/>
                      </a:lnTo>
                      <a:lnTo>
                        <a:pt x="30400" y="108620"/>
                      </a:lnTo>
                      <a:close/>
                      <a:moveTo>
                        <a:pt x="119724" y="108620"/>
                      </a:moveTo>
                      <a:lnTo>
                        <a:pt x="202507" y="108620"/>
                      </a:lnTo>
                      <a:lnTo>
                        <a:pt x="208148" y="152610"/>
                      </a:lnTo>
                      <a:lnTo>
                        <a:pt x="114087" y="152610"/>
                      </a:lnTo>
                      <a:close/>
                      <a:moveTo>
                        <a:pt x="216541" y="152593"/>
                      </a:moveTo>
                      <a:lnTo>
                        <a:pt x="210900" y="108620"/>
                      </a:lnTo>
                      <a:lnTo>
                        <a:pt x="291838" y="108620"/>
                      </a:lnTo>
                      <a:lnTo>
                        <a:pt x="311635" y="152610"/>
                      </a:lnTo>
                      <a:close/>
                      <a:moveTo>
                        <a:pt x="262583" y="43594"/>
                      </a:moveTo>
                      <a:lnTo>
                        <a:pt x="202565" y="43594"/>
                      </a:lnTo>
                      <a:lnTo>
                        <a:pt x="198044" y="8327"/>
                      </a:lnTo>
                      <a:lnTo>
                        <a:pt x="246713" y="8327"/>
                      </a:lnTo>
                      <a:close/>
                      <a:moveTo>
                        <a:pt x="75526" y="8327"/>
                      </a:moveTo>
                      <a:lnTo>
                        <a:pt x="124191" y="8327"/>
                      </a:lnTo>
                      <a:lnTo>
                        <a:pt x="119670" y="43594"/>
                      </a:lnTo>
                      <a:lnTo>
                        <a:pt x="59656" y="43594"/>
                      </a:lnTo>
                      <a:close/>
                      <a:moveTo>
                        <a:pt x="8327" y="160920"/>
                      </a:moveTo>
                      <a:lnTo>
                        <a:pt x="313912" y="160920"/>
                      </a:lnTo>
                      <a:lnTo>
                        <a:pt x="313912" y="186058"/>
                      </a:lnTo>
                      <a:lnTo>
                        <a:pt x="8327" y="186058"/>
                      </a:lnTo>
                      <a:close/>
                    </a:path>
                  </a:pathLst>
                </a:custGeom>
                <a:grpFill/>
                <a:ln w="4068" cap="flat">
                  <a:noFill/>
                  <a:prstDash val="solid"/>
                  <a:miter/>
                </a:ln>
              </p:spPr>
              <p:txBody>
                <a:bodyPr rtlCol="0" anchor="ctr"/>
                <a:lstStyle/>
                <a:p>
                  <a:endParaRPr lang="pt-BR"/>
                </a:p>
              </p:txBody>
            </p:sp>
            <p:sp>
              <p:nvSpPr>
                <p:cNvPr id="242" name="Forma Livre: Forma 40">
                  <a:extLst>
                    <a:ext uri="{FF2B5EF4-FFF2-40B4-BE49-F238E27FC236}">
                      <a16:creationId xmlns:a16="http://schemas.microsoft.com/office/drawing/2014/main" id="{0D7790D2-1E37-07A0-1B4D-D97F581EDBFC}"/>
                    </a:ext>
                  </a:extLst>
                </p:cNvPr>
                <p:cNvSpPr/>
                <p:nvPr/>
              </p:nvSpPr>
              <p:spPr>
                <a:xfrm>
                  <a:off x="10557197" y="1773626"/>
                  <a:ext cx="8326" cy="20816"/>
                </a:xfrm>
                <a:custGeom>
                  <a:avLst/>
                  <a:gdLst>
                    <a:gd name="connsiteX0" fmla="*/ 0 w 8326"/>
                    <a:gd name="connsiteY0" fmla="*/ 0 h 20816"/>
                    <a:gd name="connsiteX1" fmla="*/ 8327 w 8326"/>
                    <a:gd name="connsiteY1" fmla="*/ 0 h 20816"/>
                    <a:gd name="connsiteX2" fmla="*/ 8327 w 8326"/>
                    <a:gd name="connsiteY2" fmla="*/ 20816 h 20816"/>
                    <a:gd name="connsiteX3" fmla="*/ 0 w 8326"/>
                    <a:gd name="connsiteY3" fmla="*/ 20816 h 20816"/>
                  </a:gdLst>
                  <a:ahLst/>
                  <a:cxnLst>
                    <a:cxn ang="0">
                      <a:pos x="connsiteX0" y="connsiteY0"/>
                    </a:cxn>
                    <a:cxn ang="0">
                      <a:pos x="connsiteX1" y="connsiteY1"/>
                    </a:cxn>
                    <a:cxn ang="0">
                      <a:pos x="connsiteX2" y="connsiteY2"/>
                    </a:cxn>
                    <a:cxn ang="0">
                      <a:pos x="connsiteX3" y="connsiteY3"/>
                    </a:cxn>
                  </a:cxnLst>
                  <a:rect l="l" t="t" r="r" b="b"/>
                  <a:pathLst>
                    <a:path w="8326" h="20816">
                      <a:moveTo>
                        <a:pt x="0" y="0"/>
                      </a:moveTo>
                      <a:lnTo>
                        <a:pt x="8327" y="0"/>
                      </a:lnTo>
                      <a:lnTo>
                        <a:pt x="8327" y="20816"/>
                      </a:lnTo>
                      <a:lnTo>
                        <a:pt x="0" y="20816"/>
                      </a:lnTo>
                      <a:close/>
                    </a:path>
                  </a:pathLst>
                </a:custGeom>
                <a:grpFill/>
                <a:ln w="4068" cap="flat">
                  <a:noFill/>
                  <a:prstDash val="solid"/>
                  <a:miter/>
                </a:ln>
              </p:spPr>
              <p:txBody>
                <a:bodyPr rtlCol="0" anchor="ctr"/>
                <a:lstStyle/>
                <a:p>
                  <a:endParaRPr lang="pt-BR"/>
                </a:p>
              </p:txBody>
            </p:sp>
            <p:sp>
              <p:nvSpPr>
                <p:cNvPr id="243" name="Forma Livre: Forma 41">
                  <a:extLst>
                    <a:ext uri="{FF2B5EF4-FFF2-40B4-BE49-F238E27FC236}">
                      <a16:creationId xmlns:a16="http://schemas.microsoft.com/office/drawing/2014/main" id="{B3AD78FA-7FDE-F859-577F-F12DD37358FE}"/>
                    </a:ext>
                  </a:extLst>
                </p:cNvPr>
                <p:cNvSpPr/>
                <p:nvPr/>
              </p:nvSpPr>
              <p:spPr>
                <a:xfrm>
                  <a:off x="10557197" y="1861055"/>
                  <a:ext cx="8326" cy="20816"/>
                </a:xfrm>
                <a:custGeom>
                  <a:avLst/>
                  <a:gdLst>
                    <a:gd name="connsiteX0" fmla="*/ 0 w 8326"/>
                    <a:gd name="connsiteY0" fmla="*/ 0 h 20816"/>
                    <a:gd name="connsiteX1" fmla="*/ 8327 w 8326"/>
                    <a:gd name="connsiteY1" fmla="*/ 0 h 20816"/>
                    <a:gd name="connsiteX2" fmla="*/ 8327 w 8326"/>
                    <a:gd name="connsiteY2" fmla="*/ 20816 h 20816"/>
                    <a:gd name="connsiteX3" fmla="*/ 0 w 8326"/>
                    <a:gd name="connsiteY3" fmla="*/ 20816 h 20816"/>
                  </a:gdLst>
                  <a:ahLst/>
                  <a:cxnLst>
                    <a:cxn ang="0">
                      <a:pos x="connsiteX0" y="connsiteY0"/>
                    </a:cxn>
                    <a:cxn ang="0">
                      <a:pos x="connsiteX1" y="connsiteY1"/>
                    </a:cxn>
                    <a:cxn ang="0">
                      <a:pos x="connsiteX2" y="connsiteY2"/>
                    </a:cxn>
                    <a:cxn ang="0">
                      <a:pos x="connsiteX3" y="connsiteY3"/>
                    </a:cxn>
                  </a:cxnLst>
                  <a:rect l="l" t="t" r="r" b="b"/>
                  <a:pathLst>
                    <a:path w="8326" h="20816">
                      <a:moveTo>
                        <a:pt x="0" y="0"/>
                      </a:moveTo>
                      <a:lnTo>
                        <a:pt x="8327" y="0"/>
                      </a:lnTo>
                      <a:lnTo>
                        <a:pt x="8327" y="20816"/>
                      </a:lnTo>
                      <a:lnTo>
                        <a:pt x="0" y="20816"/>
                      </a:lnTo>
                      <a:close/>
                    </a:path>
                  </a:pathLst>
                </a:custGeom>
                <a:grpFill/>
                <a:ln w="4068" cap="flat">
                  <a:noFill/>
                  <a:prstDash val="solid"/>
                  <a:miter/>
                </a:ln>
              </p:spPr>
              <p:txBody>
                <a:bodyPr rtlCol="0" anchor="ctr"/>
                <a:lstStyle/>
                <a:p>
                  <a:endParaRPr lang="pt-BR"/>
                </a:p>
              </p:txBody>
            </p:sp>
            <p:sp>
              <p:nvSpPr>
                <p:cNvPr id="244" name="Forma Livre: Forma 43">
                  <a:extLst>
                    <a:ext uri="{FF2B5EF4-FFF2-40B4-BE49-F238E27FC236}">
                      <a16:creationId xmlns:a16="http://schemas.microsoft.com/office/drawing/2014/main" id="{866702B2-5C3B-F960-8D4D-3D8B1EE10190}"/>
                    </a:ext>
                  </a:extLst>
                </p:cNvPr>
                <p:cNvSpPr/>
                <p:nvPr/>
              </p:nvSpPr>
              <p:spPr>
                <a:xfrm>
                  <a:off x="10594667" y="1823586"/>
                  <a:ext cx="20816" cy="8326"/>
                </a:xfrm>
                <a:custGeom>
                  <a:avLst/>
                  <a:gdLst>
                    <a:gd name="connsiteX0" fmla="*/ 0 w 20816"/>
                    <a:gd name="connsiteY0" fmla="*/ 0 h 8326"/>
                    <a:gd name="connsiteX1" fmla="*/ 20816 w 20816"/>
                    <a:gd name="connsiteY1" fmla="*/ 0 h 8326"/>
                    <a:gd name="connsiteX2" fmla="*/ 20816 w 20816"/>
                    <a:gd name="connsiteY2" fmla="*/ 8327 h 8326"/>
                    <a:gd name="connsiteX3" fmla="*/ 0 w 20816"/>
                    <a:gd name="connsiteY3" fmla="*/ 8327 h 8326"/>
                  </a:gdLst>
                  <a:ahLst/>
                  <a:cxnLst>
                    <a:cxn ang="0">
                      <a:pos x="connsiteX0" y="connsiteY0"/>
                    </a:cxn>
                    <a:cxn ang="0">
                      <a:pos x="connsiteX1" y="connsiteY1"/>
                    </a:cxn>
                    <a:cxn ang="0">
                      <a:pos x="connsiteX2" y="connsiteY2"/>
                    </a:cxn>
                    <a:cxn ang="0">
                      <a:pos x="connsiteX3" y="connsiteY3"/>
                    </a:cxn>
                  </a:cxnLst>
                  <a:rect l="l" t="t" r="r" b="b"/>
                  <a:pathLst>
                    <a:path w="20816" h="8326">
                      <a:moveTo>
                        <a:pt x="0" y="0"/>
                      </a:moveTo>
                      <a:lnTo>
                        <a:pt x="20816" y="0"/>
                      </a:lnTo>
                      <a:lnTo>
                        <a:pt x="20816" y="8327"/>
                      </a:lnTo>
                      <a:lnTo>
                        <a:pt x="0" y="8327"/>
                      </a:lnTo>
                      <a:close/>
                    </a:path>
                  </a:pathLst>
                </a:custGeom>
                <a:grpFill/>
                <a:ln w="4068" cap="flat">
                  <a:noFill/>
                  <a:prstDash val="solid"/>
                  <a:miter/>
                </a:ln>
              </p:spPr>
              <p:txBody>
                <a:bodyPr rtlCol="0" anchor="ctr"/>
                <a:lstStyle/>
                <a:p>
                  <a:endParaRPr lang="pt-BR"/>
                </a:p>
              </p:txBody>
            </p:sp>
            <p:sp>
              <p:nvSpPr>
                <p:cNvPr id="245" name="Forma Livre: Forma 44">
                  <a:extLst>
                    <a:ext uri="{FF2B5EF4-FFF2-40B4-BE49-F238E27FC236}">
                      <a16:creationId xmlns:a16="http://schemas.microsoft.com/office/drawing/2014/main" id="{BCB0152B-FCF5-EEAC-2E8D-CB059E148B4C}"/>
                    </a:ext>
                  </a:extLst>
                </p:cNvPr>
                <p:cNvSpPr/>
                <p:nvPr/>
              </p:nvSpPr>
              <p:spPr>
                <a:xfrm>
                  <a:off x="10507238" y="1823586"/>
                  <a:ext cx="20816" cy="8326"/>
                </a:xfrm>
                <a:custGeom>
                  <a:avLst/>
                  <a:gdLst>
                    <a:gd name="connsiteX0" fmla="*/ 0 w 20816"/>
                    <a:gd name="connsiteY0" fmla="*/ 0 h 8326"/>
                    <a:gd name="connsiteX1" fmla="*/ 20816 w 20816"/>
                    <a:gd name="connsiteY1" fmla="*/ 0 h 8326"/>
                    <a:gd name="connsiteX2" fmla="*/ 20816 w 20816"/>
                    <a:gd name="connsiteY2" fmla="*/ 8327 h 8326"/>
                    <a:gd name="connsiteX3" fmla="*/ 0 w 20816"/>
                    <a:gd name="connsiteY3" fmla="*/ 8327 h 8326"/>
                  </a:gdLst>
                  <a:ahLst/>
                  <a:cxnLst>
                    <a:cxn ang="0">
                      <a:pos x="connsiteX0" y="connsiteY0"/>
                    </a:cxn>
                    <a:cxn ang="0">
                      <a:pos x="connsiteX1" y="connsiteY1"/>
                    </a:cxn>
                    <a:cxn ang="0">
                      <a:pos x="connsiteX2" y="connsiteY2"/>
                    </a:cxn>
                    <a:cxn ang="0">
                      <a:pos x="connsiteX3" y="connsiteY3"/>
                    </a:cxn>
                  </a:cxnLst>
                  <a:rect l="l" t="t" r="r" b="b"/>
                  <a:pathLst>
                    <a:path w="20816" h="8326">
                      <a:moveTo>
                        <a:pt x="0" y="0"/>
                      </a:moveTo>
                      <a:lnTo>
                        <a:pt x="20816" y="0"/>
                      </a:lnTo>
                      <a:lnTo>
                        <a:pt x="20816" y="8327"/>
                      </a:lnTo>
                      <a:lnTo>
                        <a:pt x="0" y="8327"/>
                      </a:lnTo>
                      <a:close/>
                    </a:path>
                  </a:pathLst>
                </a:custGeom>
                <a:grpFill/>
                <a:ln w="4068" cap="flat">
                  <a:noFill/>
                  <a:prstDash val="solid"/>
                  <a:miter/>
                </a:ln>
              </p:spPr>
              <p:txBody>
                <a:bodyPr rtlCol="0" anchor="ctr"/>
                <a:lstStyle/>
                <a:p>
                  <a:endParaRPr lang="pt-BR"/>
                </a:p>
              </p:txBody>
            </p:sp>
            <p:sp>
              <p:nvSpPr>
                <p:cNvPr id="246" name="Forma Livre: Forma 46">
                  <a:extLst>
                    <a:ext uri="{FF2B5EF4-FFF2-40B4-BE49-F238E27FC236}">
                      <a16:creationId xmlns:a16="http://schemas.microsoft.com/office/drawing/2014/main" id="{B2667E2B-24E9-92CC-F148-D2B4E04F4DDE}"/>
                    </a:ext>
                  </a:extLst>
                </p:cNvPr>
                <p:cNvSpPr/>
                <p:nvPr/>
              </p:nvSpPr>
              <p:spPr>
                <a:xfrm rot="-2700000">
                  <a:off x="10581864" y="1792672"/>
                  <a:ext cx="20816" cy="8326"/>
                </a:xfrm>
                <a:custGeom>
                  <a:avLst/>
                  <a:gdLst>
                    <a:gd name="connsiteX0" fmla="*/ 0 w 20816"/>
                    <a:gd name="connsiteY0" fmla="*/ 0 h 8326"/>
                    <a:gd name="connsiteX1" fmla="*/ 20816 w 20816"/>
                    <a:gd name="connsiteY1" fmla="*/ 0 h 8326"/>
                    <a:gd name="connsiteX2" fmla="*/ 20816 w 20816"/>
                    <a:gd name="connsiteY2" fmla="*/ 8327 h 8326"/>
                    <a:gd name="connsiteX3" fmla="*/ 0 w 20816"/>
                    <a:gd name="connsiteY3" fmla="*/ 8327 h 8326"/>
                  </a:gdLst>
                  <a:ahLst/>
                  <a:cxnLst>
                    <a:cxn ang="0">
                      <a:pos x="connsiteX0" y="connsiteY0"/>
                    </a:cxn>
                    <a:cxn ang="0">
                      <a:pos x="connsiteX1" y="connsiteY1"/>
                    </a:cxn>
                    <a:cxn ang="0">
                      <a:pos x="connsiteX2" y="connsiteY2"/>
                    </a:cxn>
                    <a:cxn ang="0">
                      <a:pos x="connsiteX3" y="connsiteY3"/>
                    </a:cxn>
                  </a:cxnLst>
                  <a:rect l="l" t="t" r="r" b="b"/>
                  <a:pathLst>
                    <a:path w="20816" h="8326">
                      <a:moveTo>
                        <a:pt x="0" y="0"/>
                      </a:moveTo>
                      <a:lnTo>
                        <a:pt x="20816" y="0"/>
                      </a:lnTo>
                      <a:lnTo>
                        <a:pt x="20816" y="8327"/>
                      </a:lnTo>
                      <a:lnTo>
                        <a:pt x="0" y="8327"/>
                      </a:lnTo>
                      <a:close/>
                    </a:path>
                  </a:pathLst>
                </a:custGeom>
                <a:grpFill/>
                <a:ln w="4068" cap="flat">
                  <a:noFill/>
                  <a:prstDash val="solid"/>
                  <a:miter/>
                </a:ln>
              </p:spPr>
              <p:txBody>
                <a:bodyPr rtlCol="0" anchor="ctr"/>
                <a:lstStyle/>
                <a:p>
                  <a:endParaRPr lang="pt-BR"/>
                </a:p>
              </p:txBody>
            </p:sp>
            <p:sp>
              <p:nvSpPr>
                <p:cNvPr id="247" name="Forma Livre: Forma 47">
                  <a:extLst>
                    <a:ext uri="{FF2B5EF4-FFF2-40B4-BE49-F238E27FC236}">
                      <a16:creationId xmlns:a16="http://schemas.microsoft.com/office/drawing/2014/main" id="{92B0ABED-50CA-8962-9D33-CCACF3318050}"/>
                    </a:ext>
                  </a:extLst>
                </p:cNvPr>
                <p:cNvSpPr/>
                <p:nvPr/>
              </p:nvSpPr>
              <p:spPr>
                <a:xfrm rot="-2700000">
                  <a:off x="10520042" y="1854498"/>
                  <a:ext cx="20816" cy="8326"/>
                </a:xfrm>
                <a:custGeom>
                  <a:avLst/>
                  <a:gdLst>
                    <a:gd name="connsiteX0" fmla="*/ 0 w 20816"/>
                    <a:gd name="connsiteY0" fmla="*/ 0 h 8326"/>
                    <a:gd name="connsiteX1" fmla="*/ 20816 w 20816"/>
                    <a:gd name="connsiteY1" fmla="*/ 0 h 8326"/>
                    <a:gd name="connsiteX2" fmla="*/ 20816 w 20816"/>
                    <a:gd name="connsiteY2" fmla="*/ 8327 h 8326"/>
                    <a:gd name="connsiteX3" fmla="*/ 0 w 20816"/>
                    <a:gd name="connsiteY3" fmla="*/ 8327 h 8326"/>
                  </a:gdLst>
                  <a:ahLst/>
                  <a:cxnLst>
                    <a:cxn ang="0">
                      <a:pos x="connsiteX0" y="connsiteY0"/>
                    </a:cxn>
                    <a:cxn ang="0">
                      <a:pos x="connsiteX1" y="connsiteY1"/>
                    </a:cxn>
                    <a:cxn ang="0">
                      <a:pos x="connsiteX2" y="connsiteY2"/>
                    </a:cxn>
                    <a:cxn ang="0">
                      <a:pos x="connsiteX3" y="connsiteY3"/>
                    </a:cxn>
                  </a:cxnLst>
                  <a:rect l="l" t="t" r="r" b="b"/>
                  <a:pathLst>
                    <a:path w="20816" h="8326">
                      <a:moveTo>
                        <a:pt x="0" y="0"/>
                      </a:moveTo>
                      <a:lnTo>
                        <a:pt x="20816" y="0"/>
                      </a:lnTo>
                      <a:lnTo>
                        <a:pt x="20816" y="8327"/>
                      </a:lnTo>
                      <a:lnTo>
                        <a:pt x="0" y="8327"/>
                      </a:lnTo>
                      <a:close/>
                    </a:path>
                  </a:pathLst>
                </a:custGeom>
                <a:grpFill/>
                <a:ln w="4068" cap="flat">
                  <a:noFill/>
                  <a:prstDash val="solid"/>
                  <a:miter/>
                </a:ln>
              </p:spPr>
              <p:txBody>
                <a:bodyPr rtlCol="0" anchor="ctr"/>
                <a:lstStyle/>
                <a:p>
                  <a:endParaRPr lang="pt-BR"/>
                </a:p>
              </p:txBody>
            </p:sp>
            <p:sp>
              <p:nvSpPr>
                <p:cNvPr id="248" name="Forma Livre: Forma 48">
                  <a:extLst>
                    <a:ext uri="{FF2B5EF4-FFF2-40B4-BE49-F238E27FC236}">
                      <a16:creationId xmlns:a16="http://schemas.microsoft.com/office/drawing/2014/main" id="{87A7D2BE-A892-0AC0-293B-4D7AD62389F6}"/>
                    </a:ext>
                  </a:extLst>
                </p:cNvPr>
                <p:cNvSpPr/>
                <p:nvPr/>
              </p:nvSpPr>
              <p:spPr>
                <a:xfrm rot="-2700241">
                  <a:off x="10526289" y="1786426"/>
                  <a:ext cx="8326" cy="20816"/>
                </a:xfrm>
                <a:custGeom>
                  <a:avLst/>
                  <a:gdLst>
                    <a:gd name="connsiteX0" fmla="*/ 0 w 8326"/>
                    <a:gd name="connsiteY0" fmla="*/ 0 h 20816"/>
                    <a:gd name="connsiteX1" fmla="*/ 8327 w 8326"/>
                    <a:gd name="connsiteY1" fmla="*/ 0 h 20816"/>
                    <a:gd name="connsiteX2" fmla="*/ 8327 w 8326"/>
                    <a:gd name="connsiteY2" fmla="*/ 20816 h 20816"/>
                    <a:gd name="connsiteX3" fmla="*/ 0 w 8326"/>
                    <a:gd name="connsiteY3" fmla="*/ 20816 h 20816"/>
                  </a:gdLst>
                  <a:ahLst/>
                  <a:cxnLst>
                    <a:cxn ang="0">
                      <a:pos x="connsiteX0" y="connsiteY0"/>
                    </a:cxn>
                    <a:cxn ang="0">
                      <a:pos x="connsiteX1" y="connsiteY1"/>
                    </a:cxn>
                    <a:cxn ang="0">
                      <a:pos x="connsiteX2" y="connsiteY2"/>
                    </a:cxn>
                    <a:cxn ang="0">
                      <a:pos x="connsiteX3" y="connsiteY3"/>
                    </a:cxn>
                  </a:cxnLst>
                  <a:rect l="l" t="t" r="r" b="b"/>
                  <a:pathLst>
                    <a:path w="8326" h="20816">
                      <a:moveTo>
                        <a:pt x="0" y="0"/>
                      </a:moveTo>
                      <a:lnTo>
                        <a:pt x="8327" y="0"/>
                      </a:lnTo>
                      <a:lnTo>
                        <a:pt x="8327" y="20816"/>
                      </a:lnTo>
                      <a:lnTo>
                        <a:pt x="0" y="20816"/>
                      </a:lnTo>
                      <a:close/>
                    </a:path>
                  </a:pathLst>
                </a:custGeom>
                <a:grpFill/>
                <a:ln w="4068" cap="flat">
                  <a:noFill/>
                  <a:prstDash val="solid"/>
                  <a:miter/>
                </a:ln>
              </p:spPr>
              <p:txBody>
                <a:bodyPr rtlCol="0" anchor="ctr"/>
                <a:lstStyle/>
                <a:p>
                  <a:endParaRPr lang="pt-BR"/>
                </a:p>
              </p:txBody>
            </p:sp>
            <p:sp>
              <p:nvSpPr>
                <p:cNvPr id="249" name="Forma Livre: Forma 49">
                  <a:extLst>
                    <a:ext uri="{FF2B5EF4-FFF2-40B4-BE49-F238E27FC236}">
                      <a16:creationId xmlns:a16="http://schemas.microsoft.com/office/drawing/2014/main" id="{66C756BB-DF58-C2B4-43C9-54AEDB8BEA19}"/>
                    </a:ext>
                  </a:extLst>
                </p:cNvPr>
                <p:cNvSpPr/>
                <p:nvPr/>
              </p:nvSpPr>
              <p:spPr>
                <a:xfrm rot="-2700241">
                  <a:off x="10588112" y="1848252"/>
                  <a:ext cx="8326" cy="20816"/>
                </a:xfrm>
                <a:custGeom>
                  <a:avLst/>
                  <a:gdLst>
                    <a:gd name="connsiteX0" fmla="*/ 0 w 8326"/>
                    <a:gd name="connsiteY0" fmla="*/ 0 h 20816"/>
                    <a:gd name="connsiteX1" fmla="*/ 8327 w 8326"/>
                    <a:gd name="connsiteY1" fmla="*/ 0 h 20816"/>
                    <a:gd name="connsiteX2" fmla="*/ 8327 w 8326"/>
                    <a:gd name="connsiteY2" fmla="*/ 20816 h 20816"/>
                    <a:gd name="connsiteX3" fmla="*/ 0 w 8326"/>
                    <a:gd name="connsiteY3" fmla="*/ 20816 h 20816"/>
                  </a:gdLst>
                  <a:ahLst/>
                  <a:cxnLst>
                    <a:cxn ang="0">
                      <a:pos x="connsiteX0" y="connsiteY0"/>
                    </a:cxn>
                    <a:cxn ang="0">
                      <a:pos x="connsiteX1" y="connsiteY1"/>
                    </a:cxn>
                    <a:cxn ang="0">
                      <a:pos x="connsiteX2" y="connsiteY2"/>
                    </a:cxn>
                    <a:cxn ang="0">
                      <a:pos x="connsiteX3" y="connsiteY3"/>
                    </a:cxn>
                  </a:cxnLst>
                  <a:rect l="l" t="t" r="r" b="b"/>
                  <a:pathLst>
                    <a:path w="8326" h="20816">
                      <a:moveTo>
                        <a:pt x="0" y="0"/>
                      </a:moveTo>
                      <a:lnTo>
                        <a:pt x="8327" y="0"/>
                      </a:lnTo>
                      <a:lnTo>
                        <a:pt x="8327" y="20816"/>
                      </a:lnTo>
                      <a:lnTo>
                        <a:pt x="0" y="20816"/>
                      </a:lnTo>
                      <a:close/>
                    </a:path>
                  </a:pathLst>
                </a:custGeom>
                <a:grpFill/>
                <a:ln w="4068" cap="flat">
                  <a:noFill/>
                  <a:prstDash val="solid"/>
                  <a:miter/>
                </a:ln>
              </p:spPr>
              <p:txBody>
                <a:bodyPr rtlCol="0" anchor="ctr"/>
                <a:lstStyle/>
                <a:p>
                  <a:endParaRPr lang="pt-BR"/>
                </a:p>
              </p:txBody>
            </p:sp>
            <p:sp>
              <p:nvSpPr>
                <p:cNvPr id="250" name="Forma Livre: Forma 50">
                  <a:extLst>
                    <a:ext uri="{FF2B5EF4-FFF2-40B4-BE49-F238E27FC236}">
                      <a16:creationId xmlns:a16="http://schemas.microsoft.com/office/drawing/2014/main" id="{C398C94B-80EA-C656-2D8F-431F3654B78E}"/>
                    </a:ext>
                  </a:extLst>
                </p:cNvPr>
                <p:cNvSpPr/>
                <p:nvPr/>
              </p:nvSpPr>
              <p:spPr>
                <a:xfrm>
                  <a:off x="10536381" y="1802769"/>
                  <a:ext cx="49959" cy="49959"/>
                </a:xfrm>
                <a:custGeom>
                  <a:avLst/>
                  <a:gdLst>
                    <a:gd name="connsiteX0" fmla="*/ 49960 w 49959"/>
                    <a:gd name="connsiteY0" fmla="*/ 24980 h 49959"/>
                    <a:gd name="connsiteX1" fmla="*/ 24980 w 49959"/>
                    <a:gd name="connsiteY1" fmla="*/ 0 h 49959"/>
                    <a:gd name="connsiteX2" fmla="*/ 0 w 49959"/>
                    <a:gd name="connsiteY2" fmla="*/ 24980 h 49959"/>
                    <a:gd name="connsiteX3" fmla="*/ 24980 w 49959"/>
                    <a:gd name="connsiteY3" fmla="*/ 49960 h 49959"/>
                    <a:gd name="connsiteX4" fmla="*/ 49960 w 49959"/>
                    <a:gd name="connsiteY4" fmla="*/ 24980 h 49959"/>
                    <a:gd name="connsiteX5" fmla="*/ 8327 w 49959"/>
                    <a:gd name="connsiteY5" fmla="*/ 24980 h 49959"/>
                    <a:gd name="connsiteX6" fmla="*/ 24980 w 49959"/>
                    <a:gd name="connsiteY6" fmla="*/ 8327 h 49959"/>
                    <a:gd name="connsiteX7" fmla="*/ 41633 w 49959"/>
                    <a:gd name="connsiteY7" fmla="*/ 24980 h 49959"/>
                    <a:gd name="connsiteX8" fmla="*/ 24980 w 49959"/>
                    <a:gd name="connsiteY8" fmla="*/ 41633 h 49959"/>
                    <a:gd name="connsiteX9" fmla="*/ 8327 w 49959"/>
                    <a:gd name="connsiteY9" fmla="*/ 24980 h 49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959" h="49959">
                      <a:moveTo>
                        <a:pt x="49960" y="24980"/>
                      </a:moveTo>
                      <a:cubicBezTo>
                        <a:pt x="49960" y="11184"/>
                        <a:pt x="38776" y="0"/>
                        <a:pt x="24980" y="0"/>
                      </a:cubicBezTo>
                      <a:cubicBezTo>
                        <a:pt x="11184" y="0"/>
                        <a:pt x="0" y="11184"/>
                        <a:pt x="0" y="24980"/>
                      </a:cubicBezTo>
                      <a:cubicBezTo>
                        <a:pt x="0" y="38776"/>
                        <a:pt x="11184" y="49960"/>
                        <a:pt x="24980" y="49960"/>
                      </a:cubicBezTo>
                      <a:cubicBezTo>
                        <a:pt x="38770" y="49946"/>
                        <a:pt x="49946" y="38770"/>
                        <a:pt x="49960" y="24980"/>
                      </a:cubicBezTo>
                      <a:close/>
                      <a:moveTo>
                        <a:pt x="8327" y="24980"/>
                      </a:moveTo>
                      <a:cubicBezTo>
                        <a:pt x="8327" y="15783"/>
                        <a:pt x="15783" y="8327"/>
                        <a:pt x="24980" y="8327"/>
                      </a:cubicBezTo>
                      <a:cubicBezTo>
                        <a:pt x="34177" y="8327"/>
                        <a:pt x="41633" y="15783"/>
                        <a:pt x="41633" y="24980"/>
                      </a:cubicBezTo>
                      <a:cubicBezTo>
                        <a:pt x="41633" y="34177"/>
                        <a:pt x="34177" y="41633"/>
                        <a:pt x="24980" y="41633"/>
                      </a:cubicBezTo>
                      <a:cubicBezTo>
                        <a:pt x="15783" y="41633"/>
                        <a:pt x="8327" y="34177"/>
                        <a:pt x="8327" y="24980"/>
                      </a:cubicBezTo>
                      <a:close/>
                    </a:path>
                  </a:pathLst>
                </a:custGeom>
                <a:grpFill/>
                <a:ln w="4068" cap="flat">
                  <a:noFill/>
                  <a:prstDash val="solid"/>
                  <a:miter/>
                </a:ln>
              </p:spPr>
              <p:txBody>
                <a:bodyPr rtlCol="0" anchor="ctr"/>
                <a:lstStyle/>
                <a:p>
                  <a:endParaRPr lang="pt-BR"/>
                </a:p>
              </p:txBody>
            </p:sp>
          </p:grpSp>
          <p:sp>
            <p:nvSpPr>
              <p:cNvPr id="148" name="TextBox 23">
                <a:extLst>
                  <a:ext uri="{FF2B5EF4-FFF2-40B4-BE49-F238E27FC236}">
                    <a16:creationId xmlns:a16="http://schemas.microsoft.com/office/drawing/2014/main" id="{55B37540-3F54-E981-7443-8B95679C1FF3}"/>
                  </a:ext>
                </a:extLst>
              </p:cNvPr>
              <p:cNvSpPr txBox="1"/>
              <p:nvPr/>
            </p:nvSpPr>
            <p:spPr>
              <a:xfrm>
                <a:off x="3874672" y="5033289"/>
                <a:ext cx="1694278" cy="415498"/>
              </a:xfrm>
              <a:prstGeom prst="rect">
                <a:avLst/>
              </a:prstGeom>
              <a:noFill/>
            </p:spPr>
            <p:txBody>
              <a:bodyPr wrap="square" lIns="0" tIns="0" rIns="0" bIns="0" rtlCol="0">
                <a:spAutoFit/>
              </a:bodyPr>
              <a:lstStyle/>
              <a:p>
                <a:r>
                  <a:rPr lang="en-US" sz="900" dirty="0">
                    <a:latin typeface="+mj-lt"/>
                    <a:ea typeface="Source Serif Pro" panose="02040603050405020204" pitchFamily="18" charset="0"/>
                  </a:rPr>
                  <a:t>20% of the energy used comes from the </a:t>
                </a:r>
                <a:r>
                  <a:rPr lang="en-US" sz="900" b="1" dirty="0">
                    <a:latin typeface="+mj-lt"/>
                    <a:ea typeface="Source Serif Pro" panose="02040603050405020204" pitchFamily="18" charset="0"/>
                  </a:rPr>
                  <a:t>solar panels installed in the facilities</a:t>
                </a:r>
              </a:p>
            </p:txBody>
          </p:sp>
        </p:grpSp>
      </p:grpSp>
      <p:grpSp>
        <p:nvGrpSpPr>
          <p:cNvPr id="317" name="Group 316">
            <a:extLst>
              <a:ext uri="{FF2B5EF4-FFF2-40B4-BE49-F238E27FC236}">
                <a16:creationId xmlns:a16="http://schemas.microsoft.com/office/drawing/2014/main" id="{7B3ECA60-CCD6-886A-6BDE-613B6D924111}"/>
              </a:ext>
            </a:extLst>
          </p:cNvPr>
          <p:cNvGrpSpPr/>
          <p:nvPr/>
        </p:nvGrpSpPr>
        <p:grpSpPr>
          <a:xfrm>
            <a:off x="5685390" y="1455839"/>
            <a:ext cx="2937224" cy="4523127"/>
            <a:chOff x="5843174" y="1455839"/>
            <a:chExt cx="2937224" cy="4523127"/>
          </a:xfrm>
        </p:grpSpPr>
        <p:sp>
          <p:nvSpPr>
            <p:cNvPr id="162" name="Retângulo: Cantos Arredondados 36">
              <a:extLst>
                <a:ext uri="{FF2B5EF4-FFF2-40B4-BE49-F238E27FC236}">
                  <a16:creationId xmlns:a16="http://schemas.microsoft.com/office/drawing/2014/main" id="{5024DC05-0DDE-FA05-83E1-F7BA0EA4BA98}"/>
                </a:ext>
              </a:extLst>
            </p:cNvPr>
            <p:cNvSpPr/>
            <p:nvPr/>
          </p:nvSpPr>
          <p:spPr>
            <a:xfrm>
              <a:off x="6108629" y="1670547"/>
              <a:ext cx="2671769" cy="4308419"/>
            </a:xfrm>
            <a:prstGeom prst="roundRect">
              <a:avLst>
                <a:gd name="adj" fmla="val 10158"/>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mj-lt"/>
                <a:ea typeface="Source Serif Pro" panose="02040603050405020204" pitchFamily="18" charset="0"/>
              </a:endParaRPr>
            </a:p>
          </p:txBody>
        </p:sp>
        <p:grpSp>
          <p:nvGrpSpPr>
            <p:cNvPr id="315" name="Group 314">
              <a:extLst>
                <a:ext uri="{FF2B5EF4-FFF2-40B4-BE49-F238E27FC236}">
                  <a16:creationId xmlns:a16="http://schemas.microsoft.com/office/drawing/2014/main" id="{A4051E21-DE72-27C0-808A-2775521452B7}"/>
                </a:ext>
              </a:extLst>
            </p:cNvPr>
            <p:cNvGrpSpPr/>
            <p:nvPr/>
          </p:nvGrpSpPr>
          <p:grpSpPr>
            <a:xfrm>
              <a:off x="5843174" y="1455839"/>
              <a:ext cx="2662754" cy="3725701"/>
              <a:chOff x="5843174" y="1455839"/>
              <a:chExt cx="2662754" cy="3725701"/>
            </a:xfrm>
          </p:grpSpPr>
          <p:grpSp>
            <p:nvGrpSpPr>
              <p:cNvPr id="163" name="Group 162">
                <a:extLst>
                  <a:ext uri="{FF2B5EF4-FFF2-40B4-BE49-F238E27FC236}">
                    <a16:creationId xmlns:a16="http://schemas.microsoft.com/office/drawing/2014/main" id="{CA48ABA8-2BB9-3F8F-2AB7-364B901BF2BF}"/>
                  </a:ext>
                </a:extLst>
              </p:cNvPr>
              <p:cNvGrpSpPr/>
              <p:nvPr/>
            </p:nvGrpSpPr>
            <p:grpSpPr>
              <a:xfrm>
                <a:off x="5843174" y="1455839"/>
                <a:ext cx="679486" cy="681150"/>
                <a:chOff x="6448437" y="2714037"/>
                <a:chExt cx="412519" cy="413528"/>
              </a:xfrm>
            </p:grpSpPr>
            <p:sp>
              <p:nvSpPr>
                <p:cNvPr id="196" name="Google Shape;234;p23">
                  <a:extLst>
                    <a:ext uri="{FF2B5EF4-FFF2-40B4-BE49-F238E27FC236}">
                      <a16:creationId xmlns:a16="http://schemas.microsoft.com/office/drawing/2014/main" id="{D947F0B8-8825-1741-C4CC-CDCC2C0C7C1E}"/>
                    </a:ext>
                  </a:extLst>
                </p:cNvPr>
                <p:cNvSpPr>
                  <a:spLocks noChangeAspect="1"/>
                </p:cNvSpPr>
                <p:nvPr/>
              </p:nvSpPr>
              <p:spPr>
                <a:xfrm rot="5400000">
                  <a:off x="6447933" y="2714541"/>
                  <a:ext cx="413528" cy="412519"/>
                </a:xfrm>
                <a:prstGeom prst="teardrop">
                  <a:avLst>
                    <a:gd name="adj" fmla="val 100000"/>
                  </a:avLst>
                </a:prstGeom>
                <a:solidFill>
                  <a:schemeClr val="accent2"/>
                </a:solidFill>
                <a:ln>
                  <a:noFill/>
                </a:ln>
                <a:effectLst>
                  <a:outerShdw blurRad="152400" dist="38100" dir="21540000" algn="bl" rotWithShape="0">
                    <a:schemeClr val="bg2">
                      <a:alpha val="25000"/>
                    </a:schemeClr>
                  </a:outerShdw>
                </a:effectLst>
              </p:spPr>
              <p:txBody>
                <a:bodyPr spcFirstLastPara="1" wrap="square" lIns="91425" tIns="91425" rIns="91425" bIns="91425" anchor="ctr" anchorCtr="0">
                  <a:noAutofit/>
                </a:bodyPr>
                <a:lstStyle/>
                <a:p>
                  <a:pPr algn="ctr" defTabSz="457200"/>
                  <a:endParaRPr lang="es-CO" sz="2000" dirty="0">
                    <a:latin typeface="+mj-lt"/>
                  </a:endParaRPr>
                </a:p>
              </p:txBody>
            </p:sp>
            <p:sp>
              <p:nvSpPr>
                <p:cNvPr id="197" name="Rectangle 196">
                  <a:extLst>
                    <a:ext uri="{FF2B5EF4-FFF2-40B4-BE49-F238E27FC236}">
                      <a16:creationId xmlns:a16="http://schemas.microsoft.com/office/drawing/2014/main" id="{156735A6-6DEA-B992-A0D9-CF0166F8E978}"/>
                    </a:ext>
                  </a:extLst>
                </p:cNvPr>
                <p:cNvSpPr/>
                <p:nvPr/>
              </p:nvSpPr>
              <p:spPr>
                <a:xfrm>
                  <a:off x="6510762" y="2802688"/>
                  <a:ext cx="287034" cy="2343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3200" b="1" noProof="0" dirty="0">
                      <a:solidFill>
                        <a:schemeClr val="bg1"/>
                      </a:solidFill>
                      <a:latin typeface="+mj-lt"/>
                      <a:ea typeface="Source Serif Pro" panose="02040603050405020204" pitchFamily="18" charset="0"/>
                    </a:rPr>
                    <a:t>S</a:t>
                  </a:r>
                  <a:endParaRPr lang="en-US" sz="1600" b="1" noProof="0" dirty="0">
                    <a:solidFill>
                      <a:schemeClr val="bg1"/>
                    </a:solidFill>
                    <a:latin typeface="+mj-lt"/>
                    <a:ea typeface="Source Serif Pro" panose="02040603050405020204" pitchFamily="18" charset="0"/>
                  </a:endParaRPr>
                </a:p>
              </p:txBody>
            </p:sp>
          </p:grpSp>
          <p:sp>
            <p:nvSpPr>
              <p:cNvPr id="164" name="CaixaDeTexto 42">
                <a:extLst>
                  <a:ext uri="{FF2B5EF4-FFF2-40B4-BE49-F238E27FC236}">
                    <a16:creationId xmlns:a16="http://schemas.microsoft.com/office/drawing/2014/main" id="{85AA6EDC-BC40-96C5-4B0E-61A124831B15}"/>
                  </a:ext>
                </a:extLst>
              </p:cNvPr>
              <p:cNvSpPr txBox="1"/>
              <p:nvPr/>
            </p:nvSpPr>
            <p:spPr>
              <a:xfrm>
                <a:off x="6513234" y="2020008"/>
                <a:ext cx="1862558" cy="352917"/>
              </a:xfrm>
              <a:prstGeom prst="rect">
                <a:avLst/>
              </a:prstGeom>
              <a:noFill/>
            </p:spPr>
            <p:txBody>
              <a:bodyPr wrap="square">
                <a:spAutoFit/>
              </a:bodyPr>
              <a:lstStyle/>
              <a:p>
                <a:pPr marL="0" marR="0" lvl="0" indent="0" algn="ctr" defTabSz="914400" rtl="0" eaLnBrk="1" fontAlgn="auto" latinLnBrk="0" hangingPunct="1">
                  <a:lnSpc>
                    <a:spcPct val="110000"/>
                  </a:lnSpc>
                  <a:spcBef>
                    <a:spcPts val="0"/>
                  </a:spcBef>
                  <a:spcAft>
                    <a:spcPts val="1600"/>
                  </a:spcAft>
                  <a:buClrTx/>
                  <a:buSzTx/>
                  <a:buFontTx/>
                  <a:buNone/>
                  <a:tabLst/>
                  <a:defRPr/>
                </a:pPr>
                <a:r>
                  <a:rPr lang="en-US" sz="1600" b="1" dirty="0">
                    <a:solidFill>
                      <a:schemeClr val="tx2"/>
                    </a:solidFill>
                    <a:latin typeface="+mj-lt"/>
                    <a:ea typeface="Source Serif Pro" panose="02040603050405020204" pitchFamily="18" charset="0"/>
                    <a:cs typeface="Arial" panose="020B0604020202020204" pitchFamily="34" charset="0"/>
                  </a:rPr>
                  <a:t>Social</a:t>
                </a:r>
                <a:endParaRPr kumimoji="0" lang="en-US" sz="1600" b="1" i="0" u="none" strike="noStrike" kern="1200" cap="none" spc="0" normalizeH="0" dirty="0">
                  <a:ln>
                    <a:noFill/>
                  </a:ln>
                  <a:solidFill>
                    <a:schemeClr val="tx2"/>
                  </a:solidFill>
                  <a:effectLst/>
                  <a:uLnTx/>
                  <a:uFillTx/>
                  <a:latin typeface="+mj-lt"/>
                  <a:ea typeface="Source Serif Pro" panose="02040603050405020204" pitchFamily="18" charset="0"/>
                  <a:cs typeface="Arial" panose="020B0604020202020204" pitchFamily="34" charset="0"/>
                </a:endParaRPr>
              </a:p>
            </p:txBody>
          </p:sp>
          <p:sp>
            <p:nvSpPr>
              <p:cNvPr id="165" name="TextBox 26">
                <a:extLst>
                  <a:ext uri="{FF2B5EF4-FFF2-40B4-BE49-F238E27FC236}">
                    <a16:creationId xmlns:a16="http://schemas.microsoft.com/office/drawing/2014/main" id="{8D94FC08-7213-18CA-F591-491498B69923}"/>
                  </a:ext>
                </a:extLst>
              </p:cNvPr>
              <p:cNvSpPr txBox="1"/>
              <p:nvPr/>
            </p:nvSpPr>
            <p:spPr>
              <a:xfrm>
                <a:off x="6632313" y="2413647"/>
                <a:ext cx="1624400" cy="441083"/>
              </a:xfrm>
              <a:prstGeom prst="rect">
                <a:avLst/>
              </a:prstGeom>
              <a:noFill/>
            </p:spPr>
            <p:txBody>
              <a:bodyPr wrap="square">
                <a:spAutoFit/>
              </a:bodyPr>
              <a:lstStyle/>
              <a:p>
                <a:pPr marL="0" marR="0" lvl="0" indent="0" algn="ctr" defTabSz="914400" rtl="0" eaLnBrk="1" fontAlgn="auto" latinLnBrk="0" hangingPunct="1">
                  <a:lnSpc>
                    <a:spcPct val="110000"/>
                  </a:lnSpc>
                  <a:spcBef>
                    <a:spcPts val="0"/>
                  </a:spcBef>
                  <a:spcAft>
                    <a:spcPts val="400"/>
                  </a:spcAft>
                  <a:buClrTx/>
                  <a:buSzTx/>
                  <a:buFontTx/>
                  <a:buNone/>
                  <a:tabLst/>
                  <a:defRPr/>
                </a:pPr>
                <a:r>
                  <a:rPr kumimoji="0" lang="en-US" sz="1050" i="0" u="none" strike="noStrike" kern="1200" cap="none" spc="0" normalizeH="0" baseline="0" noProof="0" dirty="0">
                    <a:ln>
                      <a:noFill/>
                    </a:ln>
                    <a:solidFill>
                      <a:schemeClr val="tx2"/>
                    </a:solidFill>
                    <a:effectLst/>
                    <a:uLnTx/>
                    <a:uFillTx/>
                    <a:latin typeface="+mj-lt"/>
                    <a:ea typeface="Source Serif Pro" panose="02040603050405020204" pitchFamily="18" charset="0"/>
                    <a:cs typeface="Arial" panose="020B0604020202020204" pitchFamily="34" charset="0"/>
                  </a:rPr>
                  <a:t>Active in funding social causes:</a:t>
                </a:r>
              </a:p>
            </p:txBody>
          </p:sp>
          <p:grpSp>
            <p:nvGrpSpPr>
              <p:cNvPr id="308" name="Group 307">
                <a:extLst>
                  <a:ext uri="{FF2B5EF4-FFF2-40B4-BE49-F238E27FC236}">
                    <a16:creationId xmlns:a16="http://schemas.microsoft.com/office/drawing/2014/main" id="{D40504B4-899F-6C9F-3AED-65217C3D6487}"/>
                  </a:ext>
                </a:extLst>
              </p:cNvPr>
              <p:cNvGrpSpPr/>
              <p:nvPr/>
            </p:nvGrpSpPr>
            <p:grpSpPr>
              <a:xfrm>
                <a:off x="6427925" y="3217201"/>
                <a:ext cx="2078003" cy="553998"/>
                <a:chOff x="6410425" y="3041881"/>
                <a:chExt cx="2078003" cy="553998"/>
              </a:xfrm>
            </p:grpSpPr>
            <p:grpSp>
              <p:nvGrpSpPr>
                <p:cNvPr id="254" name="Agrupar 1006">
                  <a:extLst>
                    <a:ext uri="{FF2B5EF4-FFF2-40B4-BE49-F238E27FC236}">
                      <a16:creationId xmlns:a16="http://schemas.microsoft.com/office/drawing/2014/main" id="{685E03F0-0D05-92BD-9578-5A683FCA1C50}"/>
                    </a:ext>
                  </a:extLst>
                </p:cNvPr>
                <p:cNvGrpSpPr/>
                <p:nvPr/>
              </p:nvGrpSpPr>
              <p:grpSpPr>
                <a:xfrm>
                  <a:off x="6410425" y="3041881"/>
                  <a:ext cx="275249" cy="301661"/>
                  <a:chOff x="4333875" y="5500689"/>
                  <a:chExt cx="314326" cy="344487"/>
                </a:xfrm>
              </p:grpSpPr>
              <p:sp>
                <p:nvSpPr>
                  <p:cNvPr id="255" name="Freeform 802">
                    <a:extLst>
                      <a:ext uri="{FF2B5EF4-FFF2-40B4-BE49-F238E27FC236}">
                        <a16:creationId xmlns:a16="http://schemas.microsoft.com/office/drawing/2014/main" id="{4627CD52-D3D3-216C-0768-7810EB553285}"/>
                      </a:ext>
                    </a:extLst>
                  </p:cNvPr>
                  <p:cNvSpPr>
                    <a:spLocks/>
                  </p:cNvSpPr>
                  <p:nvPr/>
                </p:nvSpPr>
                <p:spPr bwMode="auto">
                  <a:xfrm>
                    <a:off x="4438650" y="5751513"/>
                    <a:ext cx="107950" cy="39688"/>
                  </a:xfrm>
                  <a:custGeom>
                    <a:avLst/>
                    <a:gdLst>
                      <a:gd name="T0" fmla="*/ 32 w 32"/>
                      <a:gd name="T1" fmla="*/ 12 h 12"/>
                      <a:gd name="T2" fmla="*/ 32 w 32"/>
                      <a:gd name="T3" fmla="*/ 10 h 12"/>
                      <a:gd name="T4" fmla="*/ 16 w 32"/>
                      <a:gd name="T5" fmla="*/ 0 h 12"/>
                      <a:gd name="T6" fmla="*/ 0 w 32"/>
                      <a:gd name="T7" fmla="*/ 10 h 12"/>
                      <a:gd name="T8" fmla="*/ 0 w 32"/>
                      <a:gd name="T9" fmla="*/ 12 h 12"/>
                    </a:gdLst>
                    <a:ahLst/>
                    <a:cxnLst>
                      <a:cxn ang="0">
                        <a:pos x="T0" y="T1"/>
                      </a:cxn>
                      <a:cxn ang="0">
                        <a:pos x="T2" y="T3"/>
                      </a:cxn>
                      <a:cxn ang="0">
                        <a:pos x="T4" y="T5"/>
                      </a:cxn>
                      <a:cxn ang="0">
                        <a:pos x="T6" y="T7"/>
                      </a:cxn>
                      <a:cxn ang="0">
                        <a:pos x="T8" y="T9"/>
                      </a:cxn>
                    </a:cxnLst>
                    <a:rect l="0" t="0" r="r" b="b"/>
                    <a:pathLst>
                      <a:path w="32" h="12">
                        <a:moveTo>
                          <a:pt x="32" y="12"/>
                        </a:moveTo>
                        <a:cubicBezTo>
                          <a:pt x="32" y="10"/>
                          <a:pt x="32" y="10"/>
                          <a:pt x="32" y="10"/>
                        </a:cubicBezTo>
                        <a:cubicBezTo>
                          <a:pt x="32" y="3"/>
                          <a:pt x="21" y="0"/>
                          <a:pt x="16" y="0"/>
                        </a:cubicBezTo>
                        <a:cubicBezTo>
                          <a:pt x="10" y="0"/>
                          <a:pt x="0" y="3"/>
                          <a:pt x="0" y="10"/>
                        </a:cubicBezTo>
                        <a:cubicBezTo>
                          <a:pt x="0" y="12"/>
                          <a:pt x="0" y="12"/>
                          <a:pt x="0" y="12"/>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56" name="Freeform 803">
                    <a:extLst>
                      <a:ext uri="{FF2B5EF4-FFF2-40B4-BE49-F238E27FC236}">
                        <a16:creationId xmlns:a16="http://schemas.microsoft.com/office/drawing/2014/main" id="{B3A36254-08A5-0BC3-3D4C-FF18B523B210}"/>
                      </a:ext>
                    </a:extLst>
                  </p:cNvPr>
                  <p:cNvSpPr>
                    <a:spLocks/>
                  </p:cNvSpPr>
                  <p:nvPr/>
                </p:nvSpPr>
                <p:spPr bwMode="auto">
                  <a:xfrm>
                    <a:off x="4462463" y="5683251"/>
                    <a:ext cx="60325" cy="68263"/>
                  </a:xfrm>
                  <a:custGeom>
                    <a:avLst/>
                    <a:gdLst>
                      <a:gd name="T0" fmla="*/ 9 w 18"/>
                      <a:gd name="T1" fmla="*/ 20 h 20"/>
                      <a:gd name="T2" fmla="*/ 18 w 18"/>
                      <a:gd name="T3" fmla="*/ 11 h 20"/>
                      <a:gd name="T4" fmla="*/ 18 w 18"/>
                      <a:gd name="T5" fmla="*/ 8 h 20"/>
                      <a:gd name="T6" fmla="*/ 9 w 18"/>
                      <a:gd name="T7" fmla="*/ 0 h 20"/>
                      <a:gd name="T8" fmla="*/ 0 w 18"/>
                      <a:gd name="T9" fmla="*/ 8 h 20"/>
                      <a:gd name="T10" fmla="*/ 0 w 18"/>
                      <a:gd name="T11" fmla="*/ 11 h 20"/>
                      <a:gd name="T12" fmla="*/ 9 w 18"/>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18" h="20">
                        <a:moveTo>
                          <a:pt x="9" y="20"/>
                        </a:moveTo>
                        <a:cubicBezTo>
                          <a:pt x="14" y="20"/>
                          <a:pt x="18" y="16"/>
                          <a:pt x="18" y="11"/>
                        </a:cubicBezTo>
                        <a:cubicBezTo>
                          <a:pt x="18" y="8"/>
                          <a:pt x="18" y="8"/>
                          <a:pt x="18" y="8"/>
                        </a:cubicBezTo>
                        <a:cubicBezTo>
                          <a:pt x="18" y="4"/>
                          <a:pt x="14" y="0"/>
                          <a:pt x="9" y="0"/>
                        </a:cubicBezTo>
                        <a:cubicBezTo>
                          <a:pt x="3" y="0"/>
                          <a:pt x="0" y="4"/>
                          <a:pt x="0" y="8"/>
                        </a:cubicBezTo>
                        <a:cubicBezTo>
                          <a:pt x="0" y="11"/>
                          <a:pt x="0" y="11"/>
                          <a:pt x="0" y="11"/>
                        </a:cubicBezTo>
                        <a:cubicBezTo>
                          <a:pt x="0" y="16"/>
                          <a:pt x="3" y="20"/>
                          <a:pt x="9" y="20"/>
                        </a:cubicBezTo>
                        <a:close/>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57" name="Freeform 804">
                    <a:extLst>
                      <a:ext uri="{FF2B5EF4-FFF2-40B4-BE49-F238E27FC236}">
                        <a16:creationId xmlns:a16="http://schemas.microsoft.com/office/drawing/2014/main" id="{40676844-2435-CA51-1CBA-5D934E691C32}"/>
                      </a:ext>
                    </a:extLst>
                  </p:cNvPr>
                  <p:cNvSpPr>
                    <a:spLocks/>
                  </p:cNvSpPr>
                  <p:nvPr/>
                </p:nvSpPr>
                <p:spPr bwMode="auto">
                  <a:xfrm>
                    <a:off x="4357688" y="5703888"/>
                    <a:ext cx="57150" cy="71438"/>
                  </a:xfrm>
                  <a:custGeom>
                    <a:avLst/>
                    <a:gdLst>
                      <a:gd name="T0" fmla="*/ 9 w 17"/>
                      <a:gd name="T1" fmla="*/ 21 h 21"/>
                      <a:gd name="T2" fmla="*/ 0 w 17"/>
                      <a:gd name="T3" fmla="*/ 12 h 21"/>
                      <a:gd name="T4" fmla="*/ 0 w 17"/>
                      <a:gd name="T5" fmla="*/ 9 h 21"/>
                      <a:gd name="T6" fmla="*/ 9 w 17"/>
                      <a:gd name="T7" fmla="*/ 0 h 21"/>
                      <a:gd name="T8" fmla="*/ 17 w 17"/>
                      <a:gd name="T9" fmla="*/ 9 h 21"/>
                      <a:gd name="T10" fmla="*/ 17 w 17"/>
                      <a:gd name="T11" fmla="*/ 12 h 21"/>
                      <a:gd name="T12" fmla="*/ 9 w 17"/>
                      <a:gd name="T13" fmla="*/ 21 h 21"/>
                    </a:gdLst>
                    <a:ahLst/>
                    <a:cxnLst>
                      <a:cxn ang="0">
                        <a:pos x="T0" y="T1"/>
                      </a:cxn>
                      <a:cxn ang="0">
                        <a:pos x="T2" y="T3"/>
                      </a:cxn>
                      <a:cxn ang="0">
                        <a:pos x="T4" y="T5"/>
                      </a:cxn>
                      <a:cxn ang="0">
                        <a:pos x="T6" y="T7"/>
                      </a:cxn>
                      <a:cxn ang="0">
                        <a:pos x="T8" y="T9"/>
                      </a:cxn>
                      <a:cxn ang="0">
                        <a:pos x="T10" y="T11"/>
                      </a:cxn>
                      <a:cxn ang="0">
                        <a:pos x="T12" y="T13"/>
                      </a:cxn>
                    </a:cxnLst>
                    <a:rect l="0" t="0" r="r" b="b"/>
                    <a:pathLst>
                      <a:path w="17" h="21">
                        <a:moveTo>
                          <a:pt x="9" y="21"/>
                        </a:moveTo>
                        <a:cubicBezTo>
                          <a:pt x="4" y="21"/>
                          <a:pt x="0" y="17"/>
                          <a:pt x="0" y="12"/>
                        </a:cubicBezTo>
                        <a:cubicBezTo>
                          <a:pt x="0" y="9"/>
                          <a:pt x="0" y="9"/>
                          <a:pt x="0" y="9"/>
                        </a:cubicBezTo>
                        <a:cubicBezTo>
                          <a:pt x="0" y="4"/>
                          <a:pt x="4" y="0"/>
                          <a:pt x="9" y="0"/>
                        </a:cubicBezTo>
                        <a:cubicBezTo>
                          <a:pt x="13" y="0"/>
                          <a:pt x="17" y="4"/>
                          <a:pt x="17" y="9"/>
                        </a:cubicBezTo>
                        <a:cubicBezTo>
                          <a:pt x="17" y="12"/>
                          <a:pt x="17" y="12"/>
                          <a:pt x="17" y="12"/>
                        </a:cubicBezTo>
                        <a:cubicBezTo>
                          <a:pt x="17" y="17"/>
                          <a:pt x="13" y="21"/>
                          <a:pt x="9" y="21"/>
                        </a:cubicBezTo>
                        <a:close/>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58" name="Freeform 805">
                    <a:extLst>
                      <a:ext uri="{FF2B5EF4-FFF2-40B4-BE49-F238E27FC236}">
                        <a16:creationId xmlns:a16="http://schemas.microsoft.com/office/drawing/2014/main" id="{C3B7D239-2958-5F1F-0440-8C07F1F2C967}"/>
                      </a:ext>
                    </a:extLst>
                  </p:cNvPr>
                  <p:cNvSpPr>
                    <a:spLocks/>
                  </p:cNvSpPr>
                  <p:nvPr/>
                </p:nvSpPr>
                <p:spPr bwMode="auto">
                  <a:xfrm>
                    <a:off x="4333875" y="5775326"/>
                    <a:ext cx="141288" cy="69850"/>
                  </a:xfrm>
                  <a:custGeom>
                    <a:avLst/>
                    <a:gdLst>
                      <a:gd name="T0" fmla="*/ 0 w 42"/>
                      <a:gd name="T1" fmla="*/ 21 h 21"/>
                      <a:gd name="T2" fmla="*/ 3 w 42"/>
                      <a:gd name="T3" fmla="*/ 7 h 21"/>
                      <a:gd name="T4" fmla="*/ 10 w 42"/>
                      <a:gd name="T5" fmla="*/ 0 h 21"/>
                      <a:gd name="T6" fmla="*/ 14 w 42"/>
                      <a:gd name="T7" fmla="*/ 0 h 21"/>
                      <a:gd name="T8" fmla="*/ 19 w 42"/>
                      <a:gd name="T9" fmla="*/ 2 h 21"/>
                      <a:gd name="T10" fmla="*/ 28 w 42"/>
                      <a:gd name="T11" fmla="*/ 12 h 21"/>
                      <a:gd name="T12" fmla="*/ 42 w 42"/>
                      <a:gd name="T13" fmla="*/ 12 h 21"/>
                      <a:gd name="T14" fmla="*/ 35 w 42"/>
                      <a:gd name="T15" fmla="*/ 21 h 21"/>
                      <a:gd name="T16" fmla="*/ 21 w 42"/>
                      <a:gd name="T17" fmla="*/ 21 h 21"/>
                      <a:gd name="T18" fmla="*/ 14 w 42"/>
                      <a:gd name="T19" fmla="*/ 1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21">
                        <a:moveTo>
                          <a:pt x="0" y="21"/>
                        </a:moveTo>
                        <a:cubicBezTo>
                          <a:pt x="3" y="7"/>
                          <a:pt x="3" y="7"/>
                          <a:pt x="3" y="7"/>
                        </a:cubicBezTo>
                        <a:cubicBezTo>
                          <a:pt x="4" y="2"/>
                          <a:pt x="6" y="0"/>
                          <a:pt x="10" y="0"/>
                        </a:cubicBezTo>
                        <a:cubicBezTo>
                          <a:pt x="14" y="0"/>
                          <a:pt x="14" y="0"/>
                          <a:pt x="14" y="0"/>
                        </a:cubicBezTo>
                        <a:cubicBezTo>
                          <a:pt x="16" y="0"/>
                          <a:pt x="17" y="1"/>
                          <a:pt x="19" y="2"/>
                        </a:cubicBezTo>
                        <a:cubicBezTo>
                          <a:pt x="28" y="12"/>
                          <a:pt x="28" y="12"/>
                          <a:pt x="28" y="12"/>
                        </a:cubicBezTo>
                        <a:cubicBezTo>
                          <a:pt x="42" y="12"/>
                          <a:pt x="42" y="12"/>
                          <a:pt x="42" y="12"/>
                        </a:cubicBezTo>
                        <a:cubicBezTo>
                          <a:pt x="42" y="12"/>
                          <a:pt x="42" y="21"/>
                          <a:pt x="35" y="21"/>
                        </a:cubicBezTo>
                        <a:cubicBezTo>
                          <a:pt x="31" y="21"/>
                          <a:pt x="21" y="21"/>
                          <a:pt x="21" y="21"/>
                        </a:cubicBezTo>
                        <a:cubicBezTo>
                          <a:pt x="14" y="14"/>
                          <a:pt x="14" y="14"/>
                          <a:pt x="14" y="14"/>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59" name="Freeform 806">
                    <a:extLst>
                      <a:ext uri="{FF2B5EF4-FFF2-40B4-BE49-F238E27FC236}">
                        <a16:creationId xmlns:a16="http://schemas.microsoft.com/office/drawing/2014/main" id="{9D459F30-C55E-EC9A-60DB-858EF275C2C3}"/>
                      </a:ext>
                    </a:extLst>
                  </p:cNvPr>
                  <p:cNvSpPr>
                    <a:spLocks/>
                  </p:cNvSpPr>
                  <p:nvPr/>
                </p:nvSpPr>
                <p:spPr bwMode="auto">
                  <a:xfrm>
                    <a:off x="4506913" y="5775326"/>
                    <a:ext cx="141288" cy="69850"/>
                  </a:xfrm>
                  <a:custGeom>
                    <a:avLst/>
                    <a:gdLst>
                      <a:gd name="T0" fmla="*/ 42 w 42"/>
                      <a:gd name="T1" fmla="*/ 21 h 21"/>
                      <a:gd name="T2" fmla="*/ 40 w 42"/>
                      <a:gd name="T3" fmla="*/ 7 h 21"/>
                      <a:gd name="T4" fmla="*/ 33 w 42"/>
                      <a:gd name="T5" fmla="*/ 0 h 21"/>
                      <a:gd name="T6" fmla="*/ 29 w 42"/>
                      <a:gd name="T7" fmla="*/ 0 h 21"/>
                      <a:gd name="T8" fmla="*/ 24 w 42"/>
                      <a:gd name="T9" fmla="*/ 2 h 21"/>
                      <a:gd name="T10" fmla="*/ 14 w 42"/>
                      <a:gd name="T11" fmla="*/ 12 h 21"/>
                      <a:gd name="T12" fmla="*/ 0 w 42"/>
                      <a:gd name="T13" fmla="*/ 12 h 21"/>
                      <a:gd name="T14" fmla="*/ 7 w 42"/>
                      <a:gd name="T15" fmla="*/ 21 h 21"/>
                      <a:gd name="T16" fmla="*/ 21 w 42"/>
                      <a:gd name="T17" fmla="*/ 21 h 21"/>
                      <a:gd name="T18" fmla="*/ 28 w 42"/>
                      <a:gd name="T19" fmla="*/ 1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21">
                        <a:moveTo>
                          <a:pt x="42" y="21"/>
                        </a:moveTo>
                        <a:cubicBezTo>
                          <a:pt x="40" y="7"/>
                          <a:pt x="40" y="7"/>
                          <a:pt x="40" y="7"/>
                        </a:cubicBezTo>
                        <a:cubicBezTo>
                          <a:pt x="39" y="2"/>
                          <a:pt x="37" y="0"/>
                          <a:pt x="33" y="0"/>
                        </a:cubicBezTo>
                        <a:cubicBezTo>
                          <a:pt x="29" y="0"/>
                          <a:pt x="29" y="0"/>
                          <a:pt x="29" y="0"/>
                        </a:cubicBezTo>
                        <a:cubicBezTo>
                          <a:pt x="27" y="0"/>
                          <a:pt x="25" y="1"/>
                          <a:pt x="24" y="2"/>
                        </a:cubicBezTo>
                        <a:cubicBezTo>
                          <a:pt x="14" y="12"/>
                          <a:pt x="14" y="12"/>
                          <a:pt x="14" y="12"/>
                        </a:cubicBezTo>
                        <a:cubicBezTo>
                          <a:pt x="0" y="12"/>
                          <a:pt x="0" y="12"/>
                          <a:pt x="0" y="12"/>
                        </a:cubicBezTo>
                        <a:cubicBezTo>
                          <a:pt x="0" y="12"/>
                          <a:pt x="0" y="21"/>
                          <a:pt x="7" y="21"/>
                        </a:cubicBezTo>
                        <a:cubicBezTo>
                          <a:pt x="12" y="21"/>
                          <a:pt x="21" y="21"/>
                          <a:pt x="21" y="21"/>
                        </a:cubicBezTo>
                        <a:cubicBezTo>
                          <a:pt x="28" y="14"/>
                          <a:pt x="28" y="14"/>
                          <a:pt x="28" y="14"/>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60" name="Freeform 807">
                    <a:extLst>
                      <a:ext uri="{FF2B5EF4-FFF2-40B4-BE49-F238E27FC236}">
                        <a16:creationId xmlns:a16="http://schemas.microsoft.com/office/drawing/2014/main" id="{09A287F6-7F9B-7219-2442-063A6562C1E3}"/>
                      </a:ext>
                    </a:extLst>
                  </p:cNvPr>
                  <p:cNvSpPr>
                    <a:spLocks/>
                  </p:cNvSpPr>
                  <p:nvPr/>
                </p:nvSpPr>
                <p:spPr bwMode="auto">
                  <a:xfrm>
                    <a:off x="4570413" y="5703888"/>
                    <a:ext cx="53975" cy="71438"/>
                  </a:xfrm>
                  <a:custGeom>
                    <a:avLst/>
                    <a:gdLst>
                      <a:gd name="T0" fmla="*/ 8 w 16"/>
                      <a:gd name="T1" fmla="*/ 21 h 21"/>
                      <a:gd name="T2" fmla="*/ 16 w 16"/>
                      <a:gd name="T3" fmla="*/ 12 h 21"/>
                      <a:gd name="T4" fmla="*/ 16 w 16"/>
                      <a:gd name="T5" fmla="*/ 9 h 21"/>
                      <a:gd name="T6" fmla="*/ 8 w 16"/>
                      <a:gd name="T7" fmla="*/ 0 h 21"/>
                      <a:gd name="T8" fmla="*/ 0 w 16"/>
                      <a:gd name="T9" fmla="*/ 9 h 21"/>
                      <a:gd name="T10" fmla="*/ 0 w 16"/>
                      <a:gd name="T11" fmla="*/ 12 h 21"/>
                      <a:gd name="T12" fmla="*/ 8 w 16"/>
                      <a:gd name="T13" fmla="*/ 21 h 21"/>
                    </a:gdLst>
                    <a:ahLst/>
                    <a:cxnLst>
                      <a:cxn ang="0">
                        <a:pos x="T0" y="T1"/>
                      </a:cxn>
                      <a:cxn ang="0">
                        <a:pos x="T2" y="T3"/>
                      </a:cxn>
                      <a:cxn ang="0">
                        <a:pos x="T4" y="T5"/>
                      </a:cxn>
                      <a:cxn ang="0">
                        <a:pos x="T6" y="T7"/>
                      </a:cxn>
                      <a:cxn ang="0">
                        <a:pos x="T8" y="T9"/>
                      </a:cxn>
                      <a:cxn ang="0">
                        <a:pos x="T10" y="T11"/>
                      </a:cxn>
                      <a:cxn ang="0">
                        <a:pos x="T12" y="T13"/>
                      </a:cxn>
                    </a:cxnLst>
                    <a:rect l="0" t="0" r="r" b="b"/>
                    <a:pathLst>
                      <a:path w="16" h="21">
                        <a:moveTo>
                          <a:pt x="8" y="21"/>
                        </a:moveTo>
                        <a:cubicBezTo>
                          <a:pt x="13" y="21"/>
                          <a:pt x="16" y="17"/>
                          <a:pt x="16" y="12"/>
                        </a:cubicBezTo>
                        <a:cubicBezTo>
                          <a:pt x="16" y="9"/>
                          <a:pt x="16" y="9"/>
                          <a:pt x="16" y="9"/>
                        </a:cubicBezTo>
                        <a:cubicBezTo>
                          <a:pt x="16" y="4"/>
                          <a:pt x="13" y="0"/>
                          <a:pt x="8" y="0"/>
                        </a:cubicBezTo>
                        <a:cubicBezTo>
                          <a:pt x="3" y="0"/>
                          <a:pt x="0" y="4"/>
                          <a:pt x="0" y="9"/>
                        </a:cubicBezTo>
                        <a:cubicBezTo>
                          <a:pt x="0" y="12"/>
                          <a:pt x="0" y="12"/>
                          <a:pt x="0" y="12"/>
                        </a:cubicBezTo>
                        <a:cubicBezTo>
                          <a:pt x="0" y="17"/>
                          <a:pt x="3" y="21"/>
                          <a:pt x="8" y="21"/>
                        </a:cubicBezTo>
                        <a:close/>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61" name="Freeform 809">
                    <a:extLst>
                      <a:ext uri="{FF2B5EF4-FFF2-40B4-BE49-F238E27FC236}">
                        <a16:creationId xmlns:a16="http://schemas.microsoft.com/office/drawing/2014/main" id="{9932382C-1E6F-4B4E-3CB7-71C101266C72}"/>
                      </a:ext>
                    </a:extLst>
                  </p:cNvPr>
                  <p:cNvSpPr>
                    <a:spLocks/>
                  </p:cNvSpPr>
                  <p:nvPr/>
                </p:nvSpPr>
                <p:spPr bwMode="auto">
                  <a:xfrm>
                    <a:off x="4367213" y="5500689"/>
                    <a:ext cx="250825" cy="176213"/>
                  </a:xfrm>
                  <a:custGeom>
                    <a:avLst/>
                    <a:gdLst>
                      <a:gd name="T0" fmla="*/ 3 w 74"/>
                      <a:gd name="T1" fmla="*/ 52 h 52"/>
                      <a:gd name="T2" fmla="*/ 0 w 74"/>
                      <a:gd name="T3" fmla="*/ 37 h 52"/>
                      <a:gd name="T4" fmla="*/ 37 w 74"/>
                      <a:gd name="T5" fmla="*/ 0 h 52"/>
                      <a:gd name="T6" fmla="*/ 74 w 74"/>
                      <a:gd name="T7" fmla="*/ 37 h 52"/>
                      <a:gd name="T8" fmla="*/ 71 w 74"/>
                      <a:gd name="T9" fmla="*/ 52 h 52"/>
                    </a:gdLst>
                    <a:ahLst/>
                    <a:cxnLst>
                      <a:cxn ang="0">
                        <a:pos x="T0" y="T1"/>
                      </a:cxn>
                      <a:cxn ang="0">
                        <a:pos x="T2" y="T3"/>
                      </a:cxn>
                      <a:cxn ang="0">
                        <a:pos x="T4" y="T5"/>
                      </a:cxn>
                      <a:cxn ang="0">
                        <a:pos x="T6" y="T7"/>
                      </a:cxn>
                      <a:cxn ang="0">
                        <a:pos x="T8" y="T9"/>
                      </a:cxn>
                    </a:cxnLst>
                    <a:rect l="0" t="0" r="r" b="b"/>
                    <a:pathLst>
                      <a:path w="74" h="52">
                        <a:moveTo>
                          <a:pt x="3" y="52"/>
                        </a:moveTo>
                        <a:cubicBezTo>
                          <a:pt x="1" y="47"/>
                          <a:pt x="0" y="42"/>
                          <a:pt x="0" y="37"/>
                        </a:cubicBezTo>
                        <a:cubicBezTo>
                          <a:pt x="0" y="17"/>
                          <a:pt x="16" y="0"/>
                          <a:pt x="37" y="0"/>
                        </a:cubicBezTo>
                        <a:cubicBezTo>
                          <a:pt x="57" y="0"/>
                          <a:pt x="74" y="17"/>
                          <a:pt x="74" y="37"/>
                        </a:cubicBezTo>
                        <a:cubicBezTo>
                          <a:pt x="74" y="43"/>
                          <a:pt x="73" y="48"/>
                          <a:pt x="71" y="52"/>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62" name="Freeform 810">
                    <a:extLst>
                      <a:ext uri="{FF2B5EF4-FFF2-40B4-BE49-F238E27FC236}">
                        <a16:creationId xmlns:a16="http://schemas.microsoft.com/office/drawing/2014/main" id="{CCF20356-2CB9-0B4B-C6D3-2FC3FA263362}"/>
                      </a:ext>
                    </a:extLst>
                  </p:cNvPr>
                  <p:cNvSpPr>
                    <a:spLocks/>
                  </p:cNvSpPr>
                  <p:nvPr/>
                </p:nvSpPr>
                <p:spPr bwMode="auto">
                  <a:xfrm>
                    <a:off x="4483101" y="5548314"/>
                    <a:ext cx="134938" cy="87313"/>
                  </a:xfrm>
                  <a:custGeom>
                    <a:avLst/>
                    <a:gdLst>
                      <a:gd name="T0" fmla="*/ 68 w 85"/>
                      <a:gd name="T1" fmla="*/ 0 h 55"/>
                      <a:gd name="T2" fmla="*/ 29 w 85"/>
                      <a:gd name="T3" fmla="*/ 0 h 55"/>
                      <a:gd name="T4" fmla="*/ 21 w 85"/>
                      <a:gd name="T5" fmla="*/ 11 h 55"/>
                      <a:gd name="T6" fmla="*/ 10 w 85"/>
                      <a:gd name="T7" fmla="*/ 11 h 55"/>
                      <a:gd name="T8" fmla="*/ 0 w 85"/>
                      <a:gd name="T9" fmla="*/ 19 h 55"/>
                      <a:gd name="T10" fmla="*/ 0 w 85"/>
                      <a:gd name="T11" fmla="*/ 30 h 55"/>
                      <a:gd name="T12" fmla="*/ 25 w 85"/>
                      <a:gd name="T13" fmla="*/ 30 h 55"/>
                      <a:gd name="T14" fmla="*/ 44 w 85"/>
                      <a:gd name="T15" fmla="*/ 49 h 55"/>
                      <a:gd name="T16" fmla="*/ 44 w 85"/>
                      <a:gd name="T17" fmla="*/ 49 h 55"/>
                      <a:gd name="T18" fmla="*/ 55 w 85"/>
                      <a:gd name="T19" fmla="*/ 49 h 55"/>
                      <a:gd name="T20" fmla="*/ 59 w 85"/>
                      <a:gd name="T21" fmla="*/ 45 h 55"/>
                      <a:gd name="T22" fmla="*/ 66 w 85"/>
                      <a:gd name="T23" fmla="*/ 45 h 55"/>
                      <a:gd name="T24" fmla="*/ 74 w 85"/>
                      <a:gd name="T25" fmla="*/ 55 h 55"/>
                      <a:gd name="T26" fmla="*/ 74 w 85"/>
                      <a:gd name="T27" fmla="*/ 55 h 55"/>
                      <a:gd name="T28" fmla="*/ 85 w 85"/>
                      <a:gd name="T29"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 h="55">
                        <a:moveTo>
                          <a:pt x="68" y="0"/>
                        </a:moveTo>
                        <a:lnTo>
                          <a:pt x="29" y="0"/>
                        </a:lnTo>
                        <a:lnTo>
                          <a:pt x="21" y="11"/>
                        </a:lnTo>
                        <a:lnTo>
                          <a:pt x="10" y="11"/>
                        </a:lnTo>
                        <a:lnTo>
                          <a:pt x="0" y="19"/>
                        </a:lnTo>
                        <a:lnTo>
                          <a:pt x="0" y="30"/>
                        </a:lnTo>
                        <a:lnTo>
                          <a:pt x="25" y="30"/>
                        </a:lnTo>
                        <a:lnTo>
                          <a:pt x="44" y="49"/>
                        </a:lnTo>
                        <a:lnTo>
                          <a:pt x="44" y="49"/>
                        </a:lnTo>
                        <a:lnTo>
                          <a:pt x="55" y="49"/>
                        </a:lnTo>
                        <a:lnTo>
                          <a:pt x="59" y="45"/>
                        </a:lnTo>
                        <a:lnTo>
                          <a:pt x="66" y="45"/>
                        </a:lnTo>
                        <a:lnTo>
                          <a:pt x="74" y="55"/>
                        </a:lnTo>
                        <a:lnTo>
                          <a:pt x="74" y="55"/>
                        </a:lnTo>
                        <a:lnTo>
                          <a:pt x="85" y="55"/>
                        </a:ln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63" name="Freeform 811">
                    <a:extLst>
                      <a:ext uri="{FF2B5EF4-FFF2-40B4-BE49-F238E27FC236}">
                        <a16:creationId xmlns:a16="http://schemas.microsoft.com/office/drawing/2014/main" id="{BE8CB13D-EC36-3D32-3880-238744240743}"/>
                      </a:ext>
                    </a:extLst>
                  </p:cNvPr>
                  <p:cNvSpPr>
                    <a:spLocks/>
                  </p:cNvSpPr>
                  <p:nvPr/>
                </p:nvSpPr>
                <p:spPr bwMode="auto">
                  <a:xfrm>
                    <a:off x="4468813" y="5626101"/>
                    <a:ext cx="77788" cy="63500"/>
                  </a:xfrm>
                  <a:custGeom>
                    <a:avLst/>
                    <a:gdLst>
                      <a:gd name="T0" fmla="*/ 0 w 49"/>
                      <a:gd name="T1" fmla="*/ 21 h 40"/>
                      <a:gd name="T2" fmla="*/ 0 w 49"/>
                      <a:gd name="T3" fmla="*/ 11 h 40"/>
                      <a:gd name="T4" fmla="*/ 9 w 49"/>
                      <a:gd name="T5" fmla="*/ 0 h 40"/>
                      <a:gd name="T6" fmla="*/ 30 w 49"/>
                      <a:gd name="T7" fmla="*/ 0 h 40"/>
                      <a:gd name="T8" fmla="*/ 49 w 49"/>
                      <a:gd name="T9" fmla="*/ 21 h 40"/>
                      <a:gd name="T10" fmla="*/ 49 w 49"/>
                      <a:gd name="T11" fmla="*/ 40 h 40"/>
                    </a:gdLst>
                    <a:ahLst/>
                    <a:cxnLst>
                      <a:cxn ang="0">
                        <a:pos x="T0" y="T1"/>
                      </a:cxn>
                      <a:cxn ang="0">
                        <a:pos x="T2" y="T3"/>
                      </a:cxn>
                      <a:cxn ang="0">
                        <a:pos x="T4" y="T5"/>
                      </a:cxn>
                      <a:cxn ang="0">
                        <a:pos x="T6" y="T7"/>
                      </a:cxn>
                      <a:cxn ang="0">
                        <a:pos x="T8" y="T9"/>
                      </a:cxn>
                      <a:cxn ang="0">
                        <a:pos x="T10" y="T11"/>
                      </a:cxn>
                    </a:cxnLst>
                    <a:rect l="0" t="0" r="r" b="b"/>
                    <a:pathLst>
                      <a:path w="49" h="40">
                        <a:moveTo>
                          <a:pt x="0" y="21"/>
                        </a:moveTo>
                        <a:lnTo>
                          <a:pt x="0" y="11"/>
                        </a:lnTo>
                        <a:lnTo>
                          <a:pt x="9" y="0"/>
                        </a:lnTo>
                        <a:lnTo>
                          <a:pt x="30" y="0"/>
                        </a:lnTo>
                        <a:lnTo>
                          <a:pt x="49" y="21"/>
                        </a:lnTo>
                        <a:lnTo>
                          <a:pt x="49" y="40"/>
                        </a:ln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64" name="Freeform 812">
                    <a:extLst>
                      <a:ext uri="{FF2B5EF4-FFF2-40B4-BE49-F238E27FC236}">
                        <a16:creationId xmlns:a16="http://schemas.microsoft.com/office/drawing/2014/main" id="{7761DB1C-600A-58BF-B544-2CE33396966E}"/>
                      </a:ext>
                    </a:extLst>
                  </p:cNvPr>
                  <p:cNvSpPr>
                    <a:spLocks/>
                  </p:cNvSpPr>
                  <p:nvPr/>
                </p:nvSpPr>
                <p:spPr bwMode="auto">
                  <a:xfrm>
                    <a:off x="4367213" y="5557839"/>
                    <a:ext cx="61913" cy="85725"/>
                  </a:xfrm>
                  <a:custGeom>
                    <a:avLst/>
                    <a:gdLst>
                      <a:gd name="T0" fmla="*/ 5 w 18"/>
                      <a:gd name="T1" fmla="*/ 0 h 25"/>
                      <a:gd name="T2" fmla="*/ 9 w 18"/>
                      <a:gd name="T3" fmla="*/ 4 h 25"/>
                      <a:gd name="T4" fmla="*/ 11 w 18"/>
                      <a:gd name="T5" fmla="*/ 4 h 25"/>
                      <a:gd name="T6" fmla="*/ 18 w 18"/>
                      <a:gd name="T7" fmla="*/ 11 h 25"/>
                      <a:gd name="T8" fmla="*/ 18 w 18"/>
                      <a:gd name="T9" fmla="*/ 16 h 25"/>
                      <a:gd name="T10" fmla="*/ 11 w 18"/>
                      <a:gd name="T11" fmla="*/ 16 h 25"/>
                      <a:gd name="T12" fmla="*/ 7 w 18"/>
                      <a:gd name="T13" fmla="*/ 20 h 25"/>
                      <a:gd name="T14" fmla="*/ 7 w 18"/>
                      <a:gd name="T15" fmla="*/ 23 h 25"/>
                      <a:gd name="T16" fmla="*/ 4 w 18"/>
                      <a:gd name="T17" fmla="*/ 25 h 25"/>
                      <a:gd name="T18" fmla="*/ 0 w 18"/>
                      <a:gd name="T19"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25">
                        <a:moveTo>
                          <a:pt x="5" y="0"/>
                        </a:moveTo>
                        <a:cubicBezTo>
                          <a:pt x="9" y="4"/>
                          <a:pt x="9" y="4"/>
                          <a:pt x="9" y="4"/>
                        </a:cubicBezTo>
                        <a:cubicBezTo>
                          <a:pt x="11" y="4"/>
                          <a:pt x="11" y="4"/>
                          <a:pt x="11" y="4"/>
                        </a:cubicBezTo>
                        <a:cubicBezTo>
                          <a:pt x="15" y="4"/>
                          <a:pt x="18" y="7"/>
                          <a:pt x="18" y="11"/>
                        </a:cubicBezTo>
                        <a:cubicBezTo>
                          <a:pt x="18" y="16"/>
                          <a:pt x="18" y="16"/>
                          <a:pt x="18" y="16"/>
                        </a:cubicBezTo>
                        <a:cubicBezTo>
                          <a:pt x="11" y="16"/>
                          <a:pt x="11" y="16"/>
                          <a:pt x="11" y="16"/>
                        </a:cubicBezTo>
                        <a:cubicBezTo>
                          <a:pt x="7" y="20"/>
                          <a:pt x="7" y="20"/>
                          <a:pt x="7" y="20"/>
                        </a:cubicBezTo>
                        <a:cubicBezTo>
                          <a:pt x="7" y="23"/>
                          <a:pt x="7" y="23"/>
                          <a:pt x="7" y="23"/>
                        </a:cubicBezTo>
                        <a:cubicBezTo>
                          <a:pt x="4" y="25"/>
                          <a:pt x="4" y="25"/>
                          <a:pt x="4" y="25"/>
                        </a:cubicBezTo>
                        <a:cubicBezTo>
                          <a:pt x="0" y="25"/>
                          <a:pt x="0" y="25"/>
                          <a:pt x="0" y="25"/>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grpSp>
            <p:sp>
              <p:nvSpPr>
                <p:cNvPr id="187" name="TextBox 23">
                  <a:extLst>
                    <a:ext uri="{FF2B5EF4-FFF2-40B4-BE49-F238E27FC236}">
                      <a16:creationId xmlns:a16="http://schemas.microsoft.com/office/drawing/2014/main" id="{3F7DA1B7-3F16-C6E0-DAFC-D65697E28A91}"/>
                    </a:ext>
                  </a:extLst>
                </p:cNvPr>
                <p:cNvSpPr txBox="1"/>
                <p:nvPr/>
              </p:nvSpPr>
              <p:spPr>
                <a:xfrm>
                  <a:off x="6864028" y="3041881"/>
                  <a:ext cx="1624400" cy="553998"/>
                </a:xfrm>
                <a:prstGeom prst="rect">
                  <a:avLst/>
                </a:prstGeom>
                <a:noFill/>
              </p:spPr>
              <p:txBody>
                <a:bodyPr wrap="square" lIns="0" tIns="0" rIns="0" bIns="0" rtlCol="0">
                  <a:spAutoFit/>
                </a:bodyPr>
                <a:lstStyle/>
                <a:p>
                  <a:r>
                    <a:rPr lang="en-US" sz="900" dirty="0">
                      <a:latin typeface="+mj-lt"/>
                      <a:ea typeface="Source Serif Pro" panose="02040603050405020204" pitchFamily="18" charset="0"/>
                    </a:rPr>
                    <a:t>Supports the development                        of communities through projects like the Magdalena River Nut Project</a:t>
                  </a:r>
                </a:p>
              </p:txBody>
            </p:sp>
          </p:grpSp>
          <p:grpSp>
            <p:nvGrpSpPr>
              <p:cNvPr id="307" name="Group 306">
                <a:extLst>
                  <a:ext uri="{FF2B5EF4-FFF2-40B4-BE49-F238E27FC236}">
                    <a16:creationId xmlns:a16="http://schemas.microsoft.com/office/drawing/2014/main" id="{42942E64-521E-9FB4-DD92-B25EB0270FFD}"/>
                  </a:ext>
                </a:extLst>
              </p:cNvPr>
              <p:cNvGrpSpPr/>
              <p:nvPr/>
            </p:nvGrpSpPr>
            <p:grpSpPr>
              <a:xfrm>
                <a:off x="6383098" y="4130121"/>
                <a:ext cx="1806852" cy="276999"/>
                <a:chOff x="6365598" y="4230402"/>
                <a:chExt cx="1806852" cy="276999"/>
              </a:xfrm>
            </p:grpSpPr>
            <p:sp>
              <p:nvSpPr>
                <p:cNvPr id="178" name="TextBox 23">
                  <a:extLst>
                    <a:ext uri="{FF2B5EF4-FFF2-40B4-BE49-F238E27FC236}">
                      <a16:creationId xmlns:a16="http://schemas.microsoft.com/office/drawing/2014/main" id="{ADB4F45E-9C48-F064-6593-E5237E6CD07A}"/>
                    </a:ext>
                  </a:extLst>
                </p:cNvPr>
                <p:cNvSpPr txBox="1"/>
                <p:nvPr/>
              </p:nvSpPr>
              <p:spPr>
                <a:xfrm>
                  <a:off x="6864028" y="4230402"/>
                  <a:ext cx="1308422" cy="276999"/>
                </a:xfrm>
                <a:prstGeom prst="rect">
                  <a:avLst/>
                </a:prstGeom>
                <a:noFill/>
              </p:spPr>
              <p:txBody>
                <a:bodyPr wrap="square" lIns="0" tIns="0" rIns="0" bIns="0" rtlCol="0">
                  <a:spAutoFit/>
                </a:bodyPr>
                <a:lstStyle/>
                <a:p>
                  <a:r>
                    <a:rPr lang="en-US" sz="900" dirty="0">
                      <a:latin typeface="+mj-lt"/>
                      <a:ea typeface="Source Serif Pro" panose="02040603050405020204" pitchFamily="18" charset="0"/>
                    </a:rPr>
                    <a:t>Collective agreement inside the company</a:t>
                  </a:r>
                </a:p>
              </p:txBody>
            </p:sp>
            <p:grpSp>
              <p:nvGrpSpPr>
                <p:cNvPr id="265" name="Agrupar 888">
                  <a:extLst>
                    <a:ext uri="{FF2B5EF4-FFF2-40B4-BE49-F238E27FC236}">
                      <a16:creationId xmlns:a16="http://schemas.microsoft.com/office/drawing/2014/main" id="{5CCFDDD4-59BF-0E25-D1DC-D5CFFE027711}"/>
                    </a:ext>
                  </a:extLst>
                </p:cNvPr>
                <p:cNvGrpSpPr/>
                <p:nvPr/>
              </p:nvGrpSpPr>
              <p:grpSpPr>
                <a:xfrm>
                  <a:off x="6365598" y="4265107"/>
                  <a:ext cx="364903" cy="218605"/>
                  <a:chOff x="4321175" y="4365626"/>
                  <a:chExt cx="344488" cy="206375"/>
                </a:xfrm>
              </p:grpSpPr>
              <p:sp>
                <p:nvSpPr>
                  <p:cNvPr id="266" name="Freeform 697">
                    <a:extLst>
                      <a:ext uri="{FF2B5EF4-FFF2-40B4-BE49-F238E27FC236}">
                        <a16:creationId xmlns:a16="http://schemas.microsoft.com/office/drawing/2014/main" id="{C5BC7F31-9714-FD43-4014-1333001CE74C}"/>
                      </a:ext>
                    </a:extLst>
                  </p:cNvPr>
                  <p:cNvSpPr>
                    <a:spLocks/>
                  </p:cNvSpPr>
                  <p:nvPr/>
                </p:nvSpPr>
                <p:spPr bwMode="auto">
                  <a:xfrm>
                    <a:off x="4441825" y="4365626"/>
                    <a:ext cx="223838" cy="74613"/>
                  </a:xfrm>
                  <a:custGeom>
                    <a:avLst/>
                    <a:gdLst>
                      <a:gd name="T0" fmla="*/ 66 w 66"/>
                      <a:gd name="T1" fmla="*/ 5 h 22"/>
                      <a:gd name="T2" fmla="*/ 50 w 66"/>
                      <a:gd name="T3" fmla="*/ 5 h 22"/>
                      <a:gd name="T4" fmla="*/ 43 w 66"/>
                      <a:gd name="T5" fmla="*/ 3 h 22"/>
                      <a:gd name="T6" fmla="*/ 42 w 66"/>
                      <a:gd name="T7" fmla="*/ 2 h 22"/>
                      <a:gd name="T8" fmla="*/ 36 w 66"/>
                      <a:gd name="T9" fmla="*/ 0 h 22"/>
                      <a:gd name="T10" fmla="*/ 18 w 66"/>
                      <a:gd name="T11" fmla="*/ 0 h 22"/>
                      <a:gd name="T12" fmla="*/ 14 w 66"/>
                      <a:gd name="T13" fmla="*/ 2 h 22"/>
                      <a:gd name="T14" fmla="*/ 7 w 66"/>
                      <a:gd name="T15" fmla="*/ 8 h 22"/>
                      <a:gd name="T16" fmla="*/ 0 w 66"/>
                      <a:gd name="T17" fmla="*/ 16 h 22"/>
                      <a:gd name="T18" fmla="*/ 11 w 66"/>
                      <a:gd name="T19" fmla="*/ 18 h 22"/>
                      <a:gd name="T20" fmla="*/ 18 w 66"/>
                      <a:gd name="T21" fmla="*/ 14 h 22"/>
                      <a:gd name="T22" fmla="*/ 24 w 66"/>
                      <a:gd name="T23" fmla="*/ 14 h 22"/>
                      <a:gd name="T24" fmla="*/ 33 w 66"/>
                      <a:gd name="T2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22">
                        <a:moveTo>
                          <a:pt x="66" y="5"/>
                        </a:moveTo>
                        <a:cubicBezTo>
                          <a:pt x="50" y="5"/>
                          <a:pt x="50" y="5"/>
                          <a:pt x="50" y="5"/>
                        </a:cubicBezTo>
                        <a:cubicBezTo>
                          <a:pt x="47" y="5"/>
                          <a:pt x="45" y="4"/>
                          <a:pt x="43" y="3"/>
                        </a:cubicBezTo>
                        <a:cubicBezTo>
                          <a:pt x="42" y="2"/>
                          <a:pt x="42" y="2"/>
                          <a:pt x="42" y="2"/>
                        </a:cubicBezTo>
                        <a:cubicBezTo>
                          <a:pt x="40" y="1"/>
                          <a:pt x="38" y="0"/>
                          <a:pt x="36" y="0"/>
                        </a:cubicBezTo>
                        <a:cubicBezTo>
                          <a:pt x="18" y="0"/>
                          <a:pt x="18" y="0"/>
                          <a:pt x="18" y="0"/>
                        </a:cubicBezTo>
                        <a:cubicBezTo>
                          <a:pt x="16" y="0"/>
                          <a:pt x="15" y="1"/>
                          <a:pt x="14" y="2"/>
                        </a:cubicBezTo>
                        <a:cubicBezTo>
                          <a:pt x="7" y="8"/>
                          <a:pt x="7" y="8"/>
                          <a:pt x="7" y="8"/>
                        </a:cubicBezTo>
                        <a:cubicBezTo>
                          <a:pt x="7" y="8"/>
                          <a:pt x="3" y="12"/>
                          <a:pt x="0" y="16"/>
                        </a:cubicBezTo>
                        <a:cubicBezTo>
                          <a:pt x="4" y="19"/>
                          <a:pt x="7" y="19"/>
                          <a:pt x="11" y="18"/>
                        </a:cubicBezTo>
                        <a:cubicBezTo>
                          <a:pt x="14" y="17"/>
                          <a:pt x="18" y="14"/>
                          <a:pt x="18" y="14"/>
                        </a:cubicBezTo>
                        <a:cubicBezTo>
                          <a:pt x="24" y="14"/>
                          <a:pt x="24" y="14"/>
                          <a:pt x="24" y="14"/>
                        </a:cubicBezTo>
                        <a:cubicBezTo>
                          <a:pt x="33" y="22"/>
                          <a:pt x="33" y="22"/>
                          <a:pt x="33" y="22"/>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67" name="Freeform 698">
                    <a:extLst>
                      <a:ext uri="{FF2B5EF4-FFF2-40B4-BE49-F238E27FC236}">
                        <a16:creationId xmlns:a16="http://schemas.microsoft.com/office/drawing/2014/main" id="{36ABCCA0-8777-424A-0963-BF0899334A3F}"/>
                      </a:ext>
                    </a:extLst>
                  </p:cNvPr>
                  <p:cNvSpPr>
                    <a:spLocks/>
                  </p:cNvSpPr>
                  <p:nvPr/>
                </p:nvSpPr>
                <p:spPr bwMode="auto">
                  <a:xfrm>
                    <a:off x="4603750" y="4483101"/>
                    <a:ext cx="30163" cy="11113"/>
                  </a:xfrm>
                  <a:custGeom>
                    <a:avLst/>
                    <a:gdLst>
                      <a:gd name="T0" fmla="*/ 0 w 9"/>
                      <a:gd name="T1" fmla="*/ 3 h 3"/>
                      <a:gd name="T2" fmla="*/ 9 w 9"/>
                      <a:gd name="T3" fmla="*/ 0 h 3"/>
                    </a:gdLst>
                    <a:ahLst/>
                    <a:cxnLst>
                      <a:cxn ang="0">
                        <a:pos x="T0" y="T1"/>
                      </a:cxn>
                      <a:cxn ang="0">
                        <a:pos x="T2" y="T3"/>
                      </a:cxn>
                    </a:cxnLst>
                    <a:rect l="0" t="0" r="r" b="b"/>
                    <a:pathLst>
                      <a:path w="9" h="3">
                        <a:moveTo>
                          <a:pt x="0" y="3"/>
                        </a:moveTo>
                        <a:cubicBezTo>
                          <a:pt x="2" y="0"/>
                          <a:pt x="5" y="0"/>
                          <a:pt x="9"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68" name="Freeform 699">
                    <a:extLst>
                      <a:ext uri="{FF2B5EF4-FFF2-40B4-BE49-F238E27FC236}">
                        <a16:creationId xmlns:a16="http://schemas.microsoft.com/office/drawing/2014/main" id="{FE273965-3967-FFDC-9D59-0E1430B644B7}"/>
                      </a:ext>
                    </a:extLst>
                  </p:cNvPr>
                  <p:cNvSpPr>
                    <a:spLocks/>
                  </p:cNvSpPr>
                  <p:nvPr/>
                </p:nvSpPr>
                <p:spPr bwMode="auto">
                  <a:xfrm>
                    <a:off x="4533900" y="4440238"/>
                    <a:ext cx="84138" cy="90488"/>
                  </a:xfrm>
                  <a:custGeom>
                    <a:avLst/>
                    <a:gdLst>
                      <a:gd name="T0" fmla="*/ 6 w 25"/>
                      <a:gd name="T1" fmla="*/ 0 h 27"/>
                      <a:gd name="T2" fmla="*/ 21 w 25"/>
                      <a:gd name="T3" fmla="*/ 16 h 27"/>
                      <a:gd name="T4" fmla="*/ 14 w 25"/>
                      <a:gd name="T5" fmla="*/ 22 h 27"/>
                      <a:gd name="T6" fmla="*/ 0 w 25"/>
                      <a:gd name="T7" fmla="*/ 9 h 27"/>
                    </a:gdLst>
                    <a:ahLst/>
                    <a:cxnLst>
                      <a:cxn ang="0">
                        <a:pos x="T0" y="T1"/>
                      </a:cxn>
                      <a:cxn ang="0">
                        <a:pos x="T2" y="T3"/>
                      </a:cxn>
                      <a:cxn ang="0">
                        <a:pos x="T4" y="T5"/>
                      </a:cxn>
                      <a:cxn ang="0">
                        <a:pos x="T6" y="T7"/>
                      </a:cxn>
                    </a:cxnLst>
                    <a:rect l="0" t="0" r="r" b="b"/>
                    <a:pathLst>
                      <a:path w="25" h="27">
                        <a:moveTo>
                          <a:pt x="6" y="0"/>
                        </a:moveTo>
                        <a:cubicBezTo>
                          <a:pt x="6" y="0"/>
                          <a:pt x="18" y="13"/>
                          <a:pt x="21" y="16"/>
                        </a:cubicBezTo>
                        <a:cubicBezTo>
                          <a:pt x="25" y="19"/>
                          <a:pt x="20" y="27"/>
                          <a:pt x="14" y="22"/>
                        </a:cubicBezTo>
                        <a:cubicBezTo>
                          <a:pt x="11" y="19"/>
                          <a:pt x="0" y="9"/>
                          <a:pt x="0" y="9"/>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69" name="Freeform 700">
                    <a:extLst>
                      <a:ext uri="{FF2B5EF4-FFF2-40B4-BE49-F238E27FC236}">
                        <a16:creationId xmlns:a16="http://schemas.microsoft.com/office/drawing/2014/main" id="{DE70D1A5-AA51-FD4D-896E-444CC85F2354}"/>
                      </a:ext>
                    </a:extLst>
                  </p:cNvPr>
                  <p:cNvSpPr>
                    <a:spLocks/>
                  </p:cNvSpPr>
                  <p:nvPr/>
                </p:nvSpPr>
                <p:spPr bwMode="auto">
                  <a:xfrm>
                    <a:off x="4516438" y="4500563"/>
                    <a:ext cx="71438" cy="44450"/>
                  </a:xfrm>
                  <a:custGeom>
                    <a:avLst/>
                    <a:gdLst>
                      <a:gd name="T0" fmla="*/ 21 w 21"/>
                      <a:gd name="T1" fmla="*/ 5 h 13"/>
                      <a:gd name="T2" fmla="*/ 11 w 21"/>
                      <a:gd name="T3" fmla="*/ 9 h 13"/>
                      <a:gd name="T4" fmla="*/ 0 w 21"/>
                      <a:gd name="T5" fmla="*/ 0 h 13"/>
                    </a:gdLst>
                    <a:ahLst/>
                    <a:cxnLst>
                      <a:cxn ang="0">
                        <a:pos x="T0" y="T1"/>
                      </a:cxn>
                      <a:cxn ang="0">
                        <a:pos x="T2" y="T3"/>
                      </a:cxn>
                      <a:cxn ang="0">
                        <a:pos x="T4" y="T5"/>
                      </a:cxn>
                    </a:cxnLst>
                    <a:rect l="0" t="0" r="r" b="b"/>
                    <a:pathLst>
                      <a:path w="21" h="13">
                        <a:moveTo>
                          <a:pt x="21" y="5"/>
                        </a:moveTo>
                        <a:cubicBezTo>
                          <a:pt x="20" y="7"/>
                          <a:pt x="16" y="13"/>
                          <a:pt x="11" y="9"/>
                        </a:cubicBezTo>
                        <a:cubicBezTo>
                          <a:pt x="7" y="6"/>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70" name="Freeform 701">
                    <a:extLst>
                      <a:ext uri="{FF2B5EF4-FFF2-40B4-BE49-F238E27FC236}">
                        <a16:creationId xmlns:a16="http://schemas.microsoft.com/office/drawing/2014/main" id="{16E7BB1E-88EC-E62F-6FA7-2ABCDB2AC003}"/>
                      </a:ext>
                    </a:extLst>
                  </p:cNvPr>
                  <p:cNvSpPr>
                    <a:spLocks/>
                  </p:cNvSpPr>
                  <p:nvPr/>
                </p:nvSpPr>
                <p:spPr bwMode="auto">
                  <a:xfrm>
                    <a:off x="4498975" y="4527551"/>
                    <a:ext cx="57150" cy="30163"/>
                  </a:xfrm>
                  <a:custGeom>
                    <a:avLst/>
                    <a:gdLst>
                      <a:gd name="T0" fmla="*/ 17 w 17"/>
                      <a:gd name="T1" fmla="*/ 2 h 9"/>
                      <a:gd name="T2" fmla="*/ 7 w 17"/>
                      <a:gd name="T3" fmla="*/ 6 h 9"/>
                      <a:gd name="T4" fmla="*/ 0 w 17"/>
                      <a:gd name="T5" fmla="*/ 0 h 9"/>
                    </a:gdLst>
                    <a:ahLst/>
                    <a:cxnLst>
                      <a:cxn ang="0">
                        <a:pos x="T0" y="T1"/>
                      </a:cxn>
                      <a:cxn ang="0">
                        <a:pos x="T2" y="T3"/>
                      </a:cxn>
                      <a:cxn ang="0">
                        <a:pos x="T4" y="T5"/>
                      </a:cxn>
                    </a:cxnLst>
                    <a:rect l="0" t="0" r="r" b="b"/>
                    <a:pathLst>
                      <a:path w="17" h="9">
                        <a:moveTo>
                          <a:pt x="17" y="2"/>
                        </a:moveTo>
                        <a:cubicBezTo>
                          <a:pt x="15" y="7"/>
                          <a:pt x="11" y="9"/>
                          <a:pt x="7" y="6"/>
                        </a:cubicBezTo>
                        <a:cubicBezTo>
                          <a:pt x="4" y="4"/>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71" name="Freeform 702">
                    <a:extLst>
                      <a:ext uri="{FF2B5EF4-FFF2-40B4-BE49-F238E27FC236}">
                        <a16:creationId xmlns:a16="http://schemas.microsoft.com/office/drawing/2014/main" id="{247E569D-481C-66C0-2DE8-848A897B9EED}"/>
                      </a:ext>
                    </a:extLst>
                  </p:cNvPr>
                  <p:cNvSpPr>
                    <a:spLocks/>
                  </p:cNvSpPr>
                  <p:nvPr/>
                </p:nvSpPr>
                <p:spPr bwMode="auto">
                  <a:xfrm>
                    <a:off x="4479925" y="4551363"/>
                    <a:ext cx="46038" cy="20638"/>
                  </a:xfrm>
                  <a:custGeom>
                    <a:avLst/>
                    <a:gdLst>
                      <a:gd name="T0" fmla="*/ 14 w 14"/>
                      <a:gd name="T1" fmla="*/ 0 h 6"/>
                      <a:gd name="T2" fmla="*/ 5 w 14"/>
                      <a:gd name="T3" fmla="*/ 4 h 6"/>
                      <a:gd name="T4" fmla="*/ 0 w 14"/>
                      <a:gd name="T5" fmla="*/ 0 h 6"/>
                    </a:gdLst>
                    <a:ahLst/>
                    <a:cxnLst>
                      <a:cxn ang="0">
                        <a:pos x="T0" y="T1"/>
                      </a:cxn>
                      <a:cxn ang="0">
                        <a:pos x="T2" y="T3"/>
                      </a:cxn>
                      <a:cxn ang="0">
                        <a:pos x="T4" y="T5"/>
                      </a:cxn>
                    </a:cxnLst>
                    <a:rect l="0" t="0" r="r" b="b"/>
                    <a:pathLst>
                      <a:path w="14" h="6">
                        <a:moveTo>
                          <a:pt x="14" y="0"/>
                        </a:moveTo>
                        <a:cubicBezTo>
                          <a:pt x="13" y="3"/>
                          <a:pt x="9" y="6"/>
                          <a:pt x="5" y="4"/>
                        </a:cubicBezTo>
                        <a:cubicBezTo>
                          <a:pt x="4" y="3"/>
                          <a:pt x="0"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72" name="Freeform 703">
                    <a:extLst>
                      <a:ext uri="{FF2B5EF4-FFF2-40B4-BE49-F238E27FC236}">
                        <a16:creationId xmlns:a16="http://schemas.microsoft.com/office/drawing/2014/main" id="{2068BCA9-B6D9-FABD-001F-8FC4A6A14C36}"/>
                      </a:ext>
                    </a:extLst>
                  </p:cNvPr>
                  <p:cNvSpPr>
                    <a:spLocks/>
                  </p:cNvSpPr>
                  <p:nvPr/>
                </p:nvSpPr>
                <p:spPr bwMode="auto">
                  <a:xfrm>
                    <a:off x="4321175" y="4365626"/>
                    <a:ext cx="165100" cy="15875"/>
                  </a:xfrm>
                  <a:custGeom>
                    <a:avLst/>
                    <a:gdLst>
                      <a:gd name="T0" fmla="*/ 0 w 49"/>
                      <a:gd name="T1" fmla="*/ 5 h 5"/>
                      <a:gd name="T2" fmla="*/ 20 w 49"/>
                      <a:gd name="T3" fmla="*/ 5 h 5"/>
                      <a:gd name="T4" fmla="*/ 25 w 49"/>
                      <a:gd name="T5" fmla="*/ 3 h 5"/>
                      <a:gd name="T6" fmla="*/ 28 w 49"/>
                      <a:gd name="T7" fmla="*/ 2 h 5"/>
                      <a:gd name="T8" fmla="*/ 33 w 49"/>
                      <a:gd name="T9" fmla="*/ 0 h 5"/>
                      <a:gd name="T10" fmla="*/ 44 w 49"/>
                      <a:gd name="T11" fmla="*/ 0 h 5"/>
                      <a:gd name="T12" fmla="*/ 47 w 49"/>
                      <a:gd name="T13" fmla="*/ 1 h 5"/>
                      <a:gd name="T14" fmla="*/ 49 w 49"/>
                      <a:gd name="T15" fmla="*/ 2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5">
                        <a:moveTo>
                          <a:pt x="0" y="5"/>
                        </a:moveTo>
                        <a:cubicBezTo>
                          <a:pt x="20" y="5"/>
                          <a:pt x="20" y="5"/>
                          <a:pt x="20" y="5"/>
                        </a:cubicBezTo>
                        <a:cubicBezTo>
                          <a:pt x="22" y="5"/>
                          <a:pt x="24" y="4"/>
                          <a:pt x="25" y="3"/>
                        </a:cubicBezTo>
                        <a:cubicBezTo>
                          <a:pt x="28" y="2"/>
                          <a:pt x="28" y="2"/>
                          <a:pt x="28" y="2"/>
                        </a:cubicBezTo>
                        <a:cubicBezTo>
                          <a:pt x="29" y="1"/>
                          <a:pt x="31" y="0"/>
                          <a:pt x="33" y="0"/>
                        </a:cubicBezTo>
                        <a:cubicBezTo>
                          <a:pt x="44" y="0"/>
                          <a:pt x="44" y="0"/>
                          <a:pt x="44" y="0"/>
                        </a:cubicBezTo>
                        <a:cubicBezTo>
                          <a:pt x="45" y="0"/>
                          <a:pt x="46" y="0"/>
                          <a:pt x="47" y="1"/>
                        </a:cubicBezTo>
                        <a:cubicBezTo>
                          <a:pt x="49" y="2"/>
                          <a:pt x="49" y="2"/>
                          <a:pt x="49" y="2"/>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73" name="Freeform 704">
                    <a:extLst>
                      <a:ext uri="{FF2B5EF4-FFF2-40B4-BE49-F238E27FC236}">
                        <a16:creationId xmlns:a16="http://schemas.microsoft.com/office/drawing/2014/main" id="{688BB4E8-354E-B055-247A-FFD95C8C919D}"/>
                      </a:ext>
                    </a:extLst>
                  </p:cNvPr>
                  <p:cNvSpPr>
                    <a:spLocks/>
                  </p:cNvSpPr>
                  <p:nvPr/>
                </p:nvSpPr>
                <p:spPr bwMode="auto">
                  <a:xfrm>
                    <a:off x="4375150" y="4479926"/>
                    <a:ext cx="39688" cy="38100"/>
                  </a:xfrm>
                  <a:custGeom>
                    <a:avLst/>
                    <a:gdLst>
                      <a:gd name="T0" fmla="*/ 10 w 12"/>
                      <a:gd name="T1" fmla="*/ 7 h 11"/>
                      <a:gd name="T2" fmla="*/ 10 w 12"/>
                      <a:gd name="T3" fmla="*/ 1 h 11"/>
                      <a:gd name="T4" fmla="*/ 10 w 12"/>
                      <a:gd name="T5" fmla="*/ 1 h 11"/>
                      <a:gd name="T6" fmla="*/ 4 w 12"/>
                      <a:gd name="T7" fmla="*/ 1 h 11"/>
                      <a:gd name="T8" fmla="*/ 1 w 12"/>
                      <a:gd name="T9" fmla="*/ 3 h 11"/>
                      <a:gd name="T10" fmla="*/ 1 w 12"/>
                      <a:gd name="T11" fmla="*/ 9 h 11"/>
                      <a:gd name="T12" fmla="*/ 7 w 12"/>
                      <a:gd name="T13" fmla="*/ 9 h 11"/>
                    </a:gdLst>
                    <a:ahLst/>
                    <a:cxnLst>
                      <a:cxn ang="0">
                        <a:pos x="T0" y="T1"/>
                      </a:cxn>
                      <a:cxn ang="0">
                        <a:pos x="T2" y="T3"/>
                      </a:cxn>
                      <a:cxn ang="0">
                        <a:pos x="T4" y="T5"/>
                      </a:cxn>
                      <a:cxn ang="0">
                        <a:pos x="T6" y="T7"/>
                      </a:cxn>
                      <a:cxn ang="0">
                        <a:pos x="T8" y="T9"/>
                      </a:cxn>
                      <a:cxn ang="0">
                        <a:pos x="T10" y="T11"/>
                      </a:cxn>
                      <a:cxn ang="0">
                        <a:pos x="T12" y="T13"/>
                      </a:cxn>
                    </a:cxnLst>
                    <a:rect l="0" t="0" r="r" b="b"/>
                    <a:pathLst>
                      <a:path w="12" h="11">
                        <a:moveTo>
                          <a:pt x="10" y="7"/>
                        </a:moveTo>
                        <a:cubicBezTo>
                          <a:pt x="12" y="5"/>
                          <a:pt x="11" y="3"/>
                          <a:pt x="10" y="1"/>
                        </a:cubicBezTo>
                        <a:cubicBezTo>
                          <a:pt x="10" y="1"/>
                          <a:pt x="10" y="1"/>
                          <a:pt x="10" y="1"/>
                        </a:cubicBezTo>
                        <a:cubicBezTo>
                          <a:pt x="8" y="0"/>
                          <a:pt x="5" y="0"/>
                          <a:pt x="4" y="1"/>
                        </a:cubicBezTo>
                        <a:cubicBezTo>
                          <a:pt x="1" y="3"/>
                          <a:pt x="1" y="3"/>
                          <a:pt x="1" y="3"/>
                        </a:cubicBezTo>
                        <a:cubicBezTo>
                          <a:pt x="0" y="5"/>
                          <a:pt x="0" y="8"/>
                          <a:pt x="1" y="9"/>
                        </a:cubicBezTo>
                        <a:cubicBezTo>
                          <a:pt x="3" y="11"/>
                          <a:pt x="6" y="11"/>
                          <a:pt x="7" y="9"/>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74" name="Freeform 705">
                    <a:extLst>
                      <a:ext uri="{FF2B5EF4-FFF2-40B4-BE49-F238E27FC236}">
                        <a16:creationId xmlns:a16="http://schemas.microsoft.com/office/drawing/2014/main" id="{43D52687-49C6-1CEB-EACC-B1838F0515F7}"/>
                      </a:ext>
                    </a:extLst>
                  </p:cNvPr>
                  <p:cNvSpPr>
                    <a:spLocks/>
                  </p:cNvSpPr>
                  <p:nvPr/>
                </p:nvSpPr>
                <p:spPr bwMode="auto">
                  <a:xfrm>
                    <a:off x="4391025" y="4486276"/>
                    <a:ext cx="53975" cy="55563"/>
                  </a:xfrm>
                  <a:custGeom>
                    <a:avLst/>
                    <a:gdLst>
                      <a:gd name="T0" fmla="*/ 15 w 16"/>
                      <a:gd name="T1" fmla="*/ 1 h 16"/>
                      <a:gd name="T2" fmla="*/ 15 w 16"/>
                      <a:gd name="T3" fmla="*/ 1 h 16"/>
                      <a:gd name="T4" fmla="*/ 9 w 16"/>
                      <a:gd name="T5" fmla="*/ 1 h 16"/>
                      <a:gd name="T6" fmla="*/ 2 w 16"/>
                      <a:gd name="T7" fmla="*/ 8 h 16"/>
                      <a:gd name="T8" fmla="*/ 2 w 16"/>
                      <a:gd name="T9" fmla="*/ 14 h 16"/>
                      <a:gd name="T10" fmla="*/ 8 w 16"/>
                      <a:gd name="T11" fmla="*/ 14 h 16"/>
                      <a:gd name="T12" fmla="*/ 15 w 16"/>
                      <a:gd name="T13" fmla="*/ 7 h 16"/>
                      <a:gd name="T14" fmla="*/ 15 w 16"/>
                      <a:gd name="T15" fmla="*/ 1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16">
                        <a:moveTo>
                          <a:pt x="15" y="1"/>
                        </a:moveTo>
                        <a:cubicBezTo>
                          <a:pt x="15" y="1"/>
                          <a:pt x="15" y="1"/>
                          <a:pt x="15" y="1"/>
                        </a:cubicBezTo>
                        <a:cubicBezTo>
                          <a:pt x="13" y="0"/>
                          <a:pt x="10" y="0"/>
                          <a:pt x="9" y="1"/>
                        </a:cubicBezTo>
                        <a:cubicBezTo>
                          <a:pt x="2" y="8"/>
                          <a:pt x="2" y="8"/>
                          <a:pt x="2" y="8"/>
                        </a:cubicBezTo>
                        <a:cubicBezTo>
                          <a:pt x="0" y="10"/>
                          <a:pt x="0" y="12"/>
                          <a:pt x="2" y="14"/>
                        </a:cubicBezTo>
                        <a:cubicBezTo>
                          <a:pt x="3" y="16"/>
                          <a:pt x="6" y="16"/>
                          <a:pt x="8" y="14"/>
                        </a:cubicBezTo>
                        <a:cubicBezTo>
                          <a:pt x="15" y="7"/>
                          <a:pt x="15" y="7"/>
                          <a:pt x="15" y="7"/>
                        </a:cubicBezTo>
                        <a:cubicBezTo>
                          <a:pt x="16" y="6"/>
                          <a:pt x="16" y="3"/>
                          <a:pt x="15" y="1"/>
                        </a:cubicBezTo>
                        <a:close/>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75" name="Freeform 706">
                    <a:extLst>
                      <a:ext uri="{FF2B5EF4-FFF2-40B4-BE49-F238E27FC236}">
                        <a16:creationId xmlns:a16="http://schemas.microsoft.com/office/drawing/2014/main" id="{ACF34AD6-694E-03DD-1DD5-B362083FFEB8}"/>
                      </a:ext>
                    </a:extLst>
                  </p:cNvPr>
                  <p:cNvSpPr>
                    <a:spLocks/>
                  </p:cNvSpPr>
                  <p:nvPr/>
                </p:nvSpPr>
                <p:spPr bwMode="auto">
                  <a:xfrm>
                    <a:off x="4414838" y="4503738"/>
                    <a:ext cx="53975" cy="53975"/>
                  </a:xfrm>
                  <a:custGeom>
                    <a:avLst/>
                    <a:gdLst>
                      <a:gd name="T0" fmla="*/ 2 w 16"/>
                      <a:gd name="T1" fmla="*/ 8 h 16"/>
                      <a:gd name="T2" fmla="*/ 2 w 16"/>
                      <a:gd name="T3" fmla="*/ 14 h 16"/>
                      <a:gd name="T4" fmla="*/ 8 w 16"/>
                      <a:gd name="T5" fmla="*/ 14 h 16"/>
                      <a:gd name="T6" fmla="*/ 14 w 16"/>
                      <a:gd name="T7" fmla="*/ 8 h 16"/>
                      <a:gd name="T8" fmla="*/ 14 w 16"/>
                      <a:gd name="T9" fmla="*/ 2 h 16"/>
                      <a:gd name="T10" fmla="*/ 14 w 16"/>
                      <a:gd name="T11" fmla="*/ 2 h 16"/>
                      <a:gd name="T12" fmla="*/ 8 w 16"/>
                      <a:gd name="T13" fmla="*/ 2 h 16"/>
                    </a:gdLst>
                    <a:ahLst/>
                    <a:cxnLst>
                      <a:cxn ang="0">
                        <a:pos x="T0" y="T1"/>
                      </a:cxn>
                      <a:cxn ang="0">
                        <a:pos x="T2" y="T3"/>
                      </a:cxn>
                      <a:cxn ang="0">
                        <a:pos x="T4" y="T5"/>
                      </a:cxn>
                      <a:cxn ang="0">
                        <a:pos x="T6" y="T7"/>
                      </a:cxn>
                      <a:cxn ang="0">
                        <a:pos x="T8" y="T9"/>
                      </a:cxn>
                      <a:cxn ang="0">
                        <a:pos x="T10" y="T11"/>
                      </a:cxn>
                      <a:cxn ang="0">
                        <a:pos x="T12" y="T13"/>
                      </a:cxn>
                    </a:cxnLst>
                    <a:rect l="0" t="0" r="r" b="b"/>
                    <a:pathLst>
                      <a:path w="16" h="16">
                        <a:moveTo>
                          <a:pt x="2" y="8"/>
                        </a:moveTo>
                        <a:cubicBezTo>
                          <a:pt x="0" y="9"/>
                          <a:pt x="0" y="12"/>
                          <a:pt x="2" y="14"/>
                        </a:cubicBezTo>
                        <a:cubicBezTo>
                          <a:pt x="3" y="16"/>
                          <a:pt x="6" y="16"/>
                          <a:pt x="8" y="14"/>
                        </a:cubicBezTo>
                        <a:cubicBezTo>
                          <a:pt x="14" y="8"/>
                          <a:pt x="14" y="8"/>
                          <a:pt x="14" y="8"/>
                        </a:cubicBezTo>
                        <a:cubicBezTo>
                          <a:pt x="16" y="6"/>
                          <a:pt x="16" y="4"/>
                          <a:pt x="14" y="2"/>
                        </a:cubicBezTo>
                        <a:cubicBezTo>
                          <a:pt x="14" y="2"/>
                          <a:pt x="14" y="2"/>
                          <a:pt x="14" y="2"/>
                        </a:cubicBezTo>
                        <a:cubicBezTo>
                          <a:pt x="12" y="0"/>
                          <a:pt x="10" y="0"/>
                          <a:pt x="8" y="2"/>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76" name="Freeform 707">
                    <a:extLst>
                      <a:ext uri="{FF2B5EF4-FFF2-40B4-BE49-F238E27FC236}">
                        <a16:creationId xmlns:a16="http://schemas.microsoft.com/office/drawing/2014/main" id="{4D060E86-2C93-5A98-1322-C8187192F055}"/>
                      </a:ext>
                    </a:extLst>
                  </p:cNvPr>
                  <p:cNvSpPr>
                    <a:spLocks/>
                  </p:cNvSpPr>
                  <p:nvPr/>
                </p:nvSpPr>
                <p:spPr bwMode="auto">
                  <a:xfrm>
                    <a:off x="4445000" y="4530726"/>
                    <a:ext cx="38100" cy="38100"/>
                  </a:xfrm>
                  <a:custGeom>
                    <a:avLst/>
                    <a:gdLst>
                      <a:gd name="T0" fmla="*/ 2 w 11"/>
                      <a:gd name="T1" fmla="*/ 3 h 11"/>
                      <a:gd name="T2" fmla="*/ 2 w 11"/>
                      <a:gd name="T3" fmla="*/ 9 h 11"/>
                      <a:gd name="T4" fmla="*/ 8 w 11"/>
                      <a:gd name="T5" fmla="*/ 9 h 11"/>
                      <a:gd name="T6" fmla="*/ 9 w 11"/>
                      <a:gd name="T7" fmla="*/ 8 h 11"/>
                      <a:gd name="T8" fmla="*/ 9 w 11"/>
                      <a:gd name="T9" fmla="*/ 2 h 11"/>
                      <a:gd name="T10" fmla="*/ 9 w 11"/>
                      <a:gd name="T11" fmla="*/ 2 h 11"/>
                      <a:gd name="T12" fmla="*/ 3 w 11"/>
                      <a:gd name="T13" fmla="*/ 1 h 11"/>
                    </a:gdLst>
                    <a:ahLst/>
                    <a:cxnLst>
                      <a:cxn ang="0">
                        <a:pos x="T0" y="T1"/>
                      </a:cxn>
                      <a:cxn ang="0">
                        <a:pos x="T2" y="T3"/>
                      </a:cxn>
                      <a:cxn ang="0">
                        <a:pos x="T4" y="T5"/>
                      </a:cxn>
                      <a:cxn ang="0">
                        <a:pos x="T6" y="T7"/>
                      </a:cxn>
                      <a:cxn ang="0">
                        <a:pos x="T8" y="T9"/>
                      </a:cxn>
                      <a:cxn ang="0">
                        <a:pos x="T10" y="T11"/>
                      </a:cxn>
                      <a:cxn ang="0">
                        <a:pos x="T12" y="T13"/>
                      </a:cxn>
                    </a:cxnLst>
                    <a:rect l="0" t="0" r="r" b="b"/>
                    <a:pathLst>
                      <a:path w="11" h="11">
                        <a:moveTo>
                          <a:pt x="2" y="3"/>
                        </a:moveTo>
                        <a:cubicBezTo>
                          <a:pt x="0" y="5"/>
                          <a:pt x="0" y="7"/>
                          <a:pt x="2" y="9"/>
                        </a:cubicBezTo>
                        <a:cubicBezTo>
                          <a:pt x="3" y="11"/>
                          <a:pt x="6" y="11"/>
                          <a:pt x="8" y="9"/>
                        </a:cubicBezTo>
                        <a:cubicBezTo>
                          <a:pt x="9" y="8"/>
                          <a:pt x="9" y="8"/>
                          <a:pt x="9" y="8"/>
                        </a:cubicBezTo>
                        <a:cubicBezTo>
                          <a:pt x="11" y="6"/>
                          <a:pt x="11" y="3"/>
                          <a:pt x="9" y="2"/>
                        </a:cubicBezTo>
                        <a:cubicBezTo>
                          <a:pt x="9" y="2"/>
                          <a:pt x="9" y="2"/>
                          <a:pt x="9" y="2"/>
                        </a:cubicBezTo>
                        <a:cubicBezTo>
                          <a:pt x="8" y="0"/>
                          <a:pt x="5" y="0"/>
                          <a:pt x="3" y="1"/>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77" name="Freeform 708">
                    <a:extLst>
                      <a:ext uri="{FF2B5EF4-FFF2-40B4-BE49-F238E27FC236}">
                        <a16:creationId xmlns:a16="http://schemas.microsoft.com/office/drawing/2014/main" id="{AAD76662-ECDA-6341-FDFF-0144AB54A42B}"/>
                      </a:ext>
                    </a:extLst>
                  </p:cNvPr>
                  <p:cNvSpPr>
                    <a:spLocks/>
                  </p:cNvSpPr>
                  <p:nvPr/>
                </p:nvSpPr>
                <p:spPr bwMode="auto">
                  <a:xfrm>
                    <a:off x="4552950" y="4440238"/>
                    <a:ext cx="34925" cy="9525"/>
                  </a:xfrm>
                  <a:custGeom>
                    <a:avLst/>
                    <a:gdLst>
                      <a:gd name="T0" fmla="*/ 10 w 10"/>
                      <a:gd name="T1" fmla="*/ 2 h 3"/>
                      <a:gd name="T2" fmla="*/ 0 w 10"/>
                      <a:gd name="T3" fmla="*/ 0 h 3"/>
                    </a:gdLst>
                    <a:ahLst/>
                    <a:cxnLst>
                      <a:cxn ang="0">
                        <a:pos x="T0" y="T1"/>
                      </a:cxn>
                      <a:cxn ang="0">
                        <a:pos x="T2" y="T3"/>
                      </a:cxn>
                    </a:cxnLst>
                    <a:rect l="0" t="0" r="r" b="b"/>
                    <a:pathLst>
                      <a:path w="10" h="3">
                        <a:moveTo>
                          <a:pt x="10" y="2"/>
                        </a:moveTo>
                        <a:cubicBezTo>
                          <a:pt x="4" y="3"/>
                          <a:pt x="3" y="2"/>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78" name="Freeform 709">
                    <a:extLst>
                      <a:ext uri="{FF2B5EF4-FFF2-40B4-BE49-F238E27FC236}">
                        <a16:creationId xmlns:a16="http://schemas.microsoft.com/office/drawing/2014/main" id="{A60772E5-9830-9904-4921-00487C736212}"/>
                      </a:ext>
                    </a:extLst>
                  </p:cNvPr>
                  <p:cNvSpPr>
                    <a:spLocks/>
                  </p:cNvSpPr>
                  <p:nvPr/>
                </p:nvSpPr>
                <p:spPr bwMode="auto">
                  <a:xfrm>
                    <a:off x="4351338" y="4483101"/>
                    <a:ext cx="26988" cy="11113"/>
                  </a:xfrm>
                  <a:custGeom>
                    <a:avLst/>
                    <a:gdLst>
                      <a:gd name="T0" fmla="*/ 8 w 8"/>
                      <a:gd name="T1" fmla="*/ 3 h 3"/>
                      <a:gd name="T2" fmla="*/ 0 w 8"/>
                      <a:gd name="T3" fmla="*/ 0 h 3"/>
                    </a:gdLst>
                    <a:ahLst/>
                    <a:cxnLst>
                      <a:cxn ang="0">
                        <a:pos x="T0" y="T1"/>
                      </a:cxn>
                      <a:cxn ang="0">
                        <a:pos x="T2" y="T3"/>
                      </a:cxn>
                    </a:cxnLst>
                    <a:rect l="0" t="0" r="r" b="b"/>
                    <a:pathLst>
                      <a:path w="8" h="3">
                        <a:moveTo>
                          <a:pt x="8" y="3"/>
                        </a:moveTo>
                        <a:cubicBezTo>
                          <a:pt x="7" y="1"/>
                          <a:pt x="4" y="0"/>
                          <a:pt x="0" y="0"/>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grpSp>
          </p:grpSp>
          <p:grpSp>
            <p:nvGrpSpPr>
              <p:cNvPr id="306" name="Group 305">
                <a:extLst>
                  <a:ext uri="{FF2B5EF4-FFF2-40B4-BE49-F238E27FC236}">
                    <a16:creationId xmlns:a16="http://schemas.microsoft.com/office/drawing/2014/main" id="{E666B428-2C42-173A-923B-26930D9D4CD5}"/>
                  </a:ext>
                </a:extLst>
              </p:cNvPr>
              <p:cNvGrpSpPr/>
              <p:nvPr/>
            </p:nvGrpSpPr>
            <p:grpSpPr>
              <a:xfrm>
                <a:off x="6429517" y="4766042"/>
                <a:ext cx="2076410" cy="415498"/>
                <a:chOff x="6412017" y="5033289"/>
                <a:chExt cx="2076410" cy="415498"/>
              </a:xfrm>
            </p:grpSpPr>
            <p:sp>
              <p:nvSpPr>
                <p:cNvPr id="169" name="TextBox 23">
                  <a:extLst>
                    <a:ext uri="{FF2B5EF4-FFF2-40B4-BE49-F238E27FC236}">
                      <a16:creationId xmlns:a16="http://schemas.microsoft.com/office/drawing/2014/main" id="{6C162D67-80CF-98D6-3194-BEBEF56C56F4}"/>
                    </a:ext>
                  </a:extLst>
                </p:cNvPr>
                <p:cNvSpPr txBox="1"/>
                <p:nvPr/>
              </p:nvSpPr>
              <p:spPr>
                <a:xfrm>
                  <a:off x="6864028" y="5033289"/>
                  <a:ext cx="1624399" cy="415498"/>
                </a:xfrm>
                <a:prstGeom prst="rect">
                  <a:avLst/>
                </a:prstGeom>
                <a:noFill/>
              </p:spPr>
              <p:txBody>
                <a:bodyPr wrap="square" lIns="0" tIns="0" rIns="0" bIns="0" rtlCol="0">
                  <a:spAutoFit/>
                </a:bodyPr>
                <a:lstStyle/>
                <a:p>
                  <a:r>
                    <a:rPr lang="en-US" sz="900" dirty="0">
                      <a:latin typeface="+mj-lt"/>
                      <a:ea typeface="Source Serif Pro" panose="02040603050405020204" pitchFamily="18" charset="0"/>
                    </a:rPr>
                    <a:t>Financial assistance to employees for education, housing, vehicles, and more</a:t>
                  </a:r>
                </a:p>
              </p:txBody>
            </p:sp>
            <p:grpSp>
              <p:nvGrpSpPr>
                <p:cNvPr id="279" name="Agrupar 98">
                  <a:extLst>
                    <a:ext uri="{FF2B5EF4-FFF2-40B4-BE49-F238E27FC236}">
                      <a16:creationId xmlns:a16="http://schemas.microsoft.com/office/drawing/2014/main" id="{63C9D400-2A27-C362-13EA-DED9B9824A68}"/>
                    </a:ext>
                  </a:extLst>
                </p:cNvPr>
                <p:cNvGrpSpPr/>
                <p:nvPr/>
              </p:nvGrpSpPr>
              <p:grpSpPr>
                <a:xfrm>
                  <a:off x="6412017" y="5033289"/>
                  <a:ext cx="305366" cy="251396"/>
                  <a:chOff x="158107" y="1004925"/>
                  <a:chExt cx="249177" cy="205138"/>
                </a:xfrm>
              </p:grpSpPr>
              <p:grpSp>
                <p:nvGrpSpPr>
                  <p:cNvPr id="280" name="Gráfico 3">
                    <a:extLst>
                      <a:ext uri="{FF2B5EF4-FFF2-40B4-BE49-F238E27FC236}">
                        <a16:creationId xmlns:a16="http://schemas.microsoft.com/office/drawing/2014/main" id="{57D2335C-0842-9998-D6AC-E984C6DD1879}"/>
                      </a:ext>
                    </a:extLst>
                  </p:cNvPr>
                  <p:cNvGrpSpPr/>
                  <p:nvPr/>
                </p:nvGrpSpPr>
                <p:grpSpPr>
                  <a:xfrm>
                    <a:off x="158107" y="1039934"/>
                    <a:ext cx="112131" cy="170129"/>
                    <a:chOff x="10598097" y="5318475"/>
                    <a:chExt cx="106209" cy="159432"/>
                  </a:xfrm>
                  <a:noFill/>
                </p:grpSpPr>
                <p:sp>
                  <p:nvSpPr>
                    <p:cNvPr id="287" name="Forma Livre: Forma 1583">
                      <a:extLst>
                        <a:ext uri="{FF2B5EF4-FFF2-40B4-BE49-F238E27FC236}">
                          <a16:creationId xmlns:a16="http://schemas.microsoft.com/office/drawing/2014/main" id="{41E84280-EA64-CAF3-CD74-8C594E2E3F6F}"/>
                        </a:ext>
                      </a:extLst>
                    </p:cNvPr>
                    <p:cNvSpPr/>
                    <p:nvPr/>
                  </p:nvSpPr>
                  <p:spPr>
                    <a:xfrm>
                      <a:off x="10598097" y="5318475"/>
                      <a:ext cx="47204" cy="159373"/>
                    </a:xfrm>
                    <a:custGeom>
                      <a:avLst/>
                      <a:gdLst>
                        <a:gd name="connsiteX0" fmla="*/ 47204 w 47204"/>
                        <a:gd name="connsiteY0" fmla="*/ 159373 h 159373"/>
                        <a:gd name="connsiteX1" fmla="*/ 47204 w 47204"/>
                        <a:gd name="connsiteY1" fmla="*/ 153060 h 159373"/>
                        <a:gd name="connsiteX2" fmla="*/ 43428 w 47204"/>
                        <a:gd name="connsiteY2" fmla="*/ 143560 h 159373"/>
                        <a:gd name="connsiteX3" fmla="*/ 6609 w 47204"/>
                        <a:gd name="connsiteY3" fmla="*/ 104557 h 159373"/>
                        <a:gd name="connsiteX4" fmla="*/ 0 w 47204"/>
                        <a:gd name="connsiteY4" fmla="*/ 88508 h 159373"/>
                        <a:gd name="connsiteX5" fmla="*/ 0 w 47204"/>
                        <a:gd name="connsiteY5" fmla="*/ 14751 h 159373"/>
                        <a:gd name="connsiteX6" fmla="*/ 14751 w 47204"/>
                        <a:gd name="connsiteY6" fmla="*/ 0 h 159373"/>
                        <a:gd name="connsiteX7" fmla="*/ 14751 w 47204"/>
                        <a:gd name="connsiteY7" fmla="*/ 0 h 159373"/>
                        <a:gd name="connsiteX8" fmla="*/ 29503 w 47204"/>
                        <a:gd name="connsiteY8" fmla="*/ 14751 h 159373"/>
                        <a:gd name="connsiteX9" fmla="*/ 29503 w 47204"/>
                        <a:gd name="connsiteY9" fmla="*/ 70806 h 15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204" h="159373">
                          <a:moveTo>
                            <a:pt x="47204" y="159373"/>
                          </a:moveTo>
                          <a:lnTo>
                            <a:pt x="47204" y="153060"/>
                          </a:lnTo>
                          <a:cubicBezTo>
                            <a:pt x="47204" y="149519"/>
                            <a:pt x="45846" y="146156"/>
                            <a:pt x="43428" y="143560"/>
                          </a:cubicBezTo>
                          <a:lnTo>
                            <a:pt x="6609" y="104557"/>
                          </a:lnTo>
                          <a:cubicBezTo>
                            <a:pt x="2360" y="100309"/>
                            <a:pt x="0" y="94526"/>
                            <a:pt x="0" y="88508"/>
                          </a:cubicBezTo>
                          <a:lnTo>
                            <a:pt x="0" y="14751"/>
                          </a:lnTo>
                          <a:cubicBezTo>
                            <a:pt x="0" y="6609"/>
                            <a:pt x="6609" y="0"/>
                            <a:pt x="14751" y="0"/>
                          </a:cubicBezTo>
                          <a:lnTo>
                            <a:pt x="14751" y="0"/>
                          </a:lnTo>
                          <a:cubicBezTo>
                            <a:pt x="22894" y="0"/>
                            <a:pt x="29503" y="6609"/>
                            <a:pt x="29503" y="14751"/>
                          </a:cubicBezTo>
                          <a:lnTo>
                            <a:pt x="29503" y="70806"/>
                          </a:lnTo>
                        </a:path>
                      </a:pathLst>
                    </a:custGeom>
                    <a:noFill/>
                    <a:ln w="6350" cap="flat">
                      <a:solidFill>
                        <a:schemeClr val="accent2"/>
                      </a:solidFill>
                      <a:prstDash val="solid"/>
                      <a:miter/>
                    </a:ln>
                  </p:spPr>
                  <p:txBody>
                    <a:bodyPr rtlCol="0" anchor="ctr"/>
                    <a:lstStyle/>
                    <a:p>
                      <a:endParaRPr lang="pt-BR"/>
                    </a:p>
                  </p:txBody>
                </p:sp>
                <p:sp>
                  <p:nvSpPr>
                    <p:cNvPr id="288" name="Forma Livre: Forma 1584">
                      <a:extLst>
                        <a:ext uri="{FF2B5EF4-FFF2-40B4-BE49-F238E27FC236}">
                          <a16:creationId xmlns:a16="http://schemas.microsoft.com/office/drawing/2014/main" id="{E57F5483-E099-613E-53CC-0C0C141EFE08}"/>
                        </a:ext>
                      </a:extLst>
                    </p:cNvPr>
                    <p:cNvSpPr/>
                    <p:nvPr/>
                  </p:nvSpPr>
                  <p:spPr>
                    <a:xfrm>
                      <a:off x="10627599" y="5377598"/>
                      <a:ext cx="76707" cy="100309"/>
                    </a:xfrm>
                    <a:custGeom>
                      <a:avLst/>
                      <a:gdLst>
                        <a:gd name="connsiteX0" fmla="*/ 34341 w 76707"/>
                        <a:gd name="connsiteY0" fmla="*/ 53105 h 100309"/>
                        <a:gd name="connsiteX1" fmla="*/ 3894 w 76707"/>
                        <a:gd name="connsiteY1" fmla="*/ 22658 h 100309"/>
                        <a:gd name="connsiteX2" fmla="*/ 3894 w 76707"/>
                        <a:gd name="connsiteY2" fmla="*/ 3894 h 100309"/>
                        <a:gd name="connsiteX3" fmla="*/ 3894 w 76707"/>
                        <a:gd name="connsiteY3" fmla="*/ 3894 h 100309"/>
                        <a:gd name="connsiteX4" fmla="*/ 22658 w 76707"/>
                        <a:gd name="connsiteY4" fmla="*/ 3894 h 100309"/>
                        <a:gd name="connsiteX5" fmla="*/ 67502 w 76707"/>
                        <a:gd name="connsiteY5" fmla="*/ 48739 h 100309"/>
                        <a:gd name="connsiteX6" fmla="*/ 69214 w 76707"/>
                        <a:gd name="connsiteY6" fmla="*/ 50450 h 100309"/>
                        <a:gd name="connsiteX7" fmla="*/ 76707 w 76707"/>
                        <a:gd name="connsiteY7" fmla="*/ 68564 h 100309"/>
                        <a:gd name="connsiteX8" fmla="*/ 76707 w 76707"/>
                        <a:gd name="connsiteY8" fmla="*/ 100309 h 100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707" h="100309">
                          <a:moveTo>
                            <a:pt x="34341" y="53105"/>
                          </a:moveTo>
                          <a:lnTo>
                            <a:pt x="3894" y="22658"/>
                          </a:lnTo>
                          <a:cubicBezTo>
                            <a:pt x="-1298" y="17465"/>
                            <a:pt x="-1298" y="9087"/>
                            <a:pt x="3894" y="3894"/>
                          </a:cubicBezTo>
                          <a:lnTo>
                            <a:pt x="3894" y="3894"/>
                          </a:lnTo>
                          <a:cubicBezTo>
                            <a:pt x="9087" y="-1298"/>
                            <a:pt x="17466" y="-1298"/>
                            <a:pt x="22658" y="3894"/>
                          </a:cubicBezTo>
                          <a:lnTo>
                            <a:pt x="67502" y="48739"/>
                          </a:lnTo>
                          <a:lnTo>
                            <a:pt x="69214" y="50450"/>
                          </a:lnTo>
                          <a:cubicBezTo>
                            <a:pt x="73993" y="55229"/>
                            <a:pt x="76707" y="61778"/>
                            <a:pt x="76707" y="68564"/>
                          </a:cubicBezTo>
                          <a:lnTo>
                            <a:pt x="76707" y="100309"/>
                          </a:lnTo>
                        </a:path>
                      </a:pathLst>
                    </a:custGeom>
                    <a:noFill/>
                    <a:ln w="6350" cap="flat">
                      <a:solidFill>
                        <a:schemeClr val="accent2"/>
                      </a:solidFill>
                      <a:prstDash val="solid"/>
                      <a:miter/>
                    </a:ln>
                  </p:spPr>
                  <p:txBody>
                    <a:bodyPr rtlCol="0" anchor="ctr"/>
                    <a:lstStyle/>
                    <a:p>
                      <a:endParaRPr lang="pt-BR"/>
                    </a:p>
                  </p:txBody>
                </p:sp>
              </p:grpSp>
              <p:grpSp>
                <p:nvGrpSpPr>
                  <p:cNvPr id="281" name="Gráfico 3">
                    <a:extLst>
                      <a:ext uri="{FF2B5EF4-FFF2-40B4-BE49-F238E27FC236}">
                        <a16:creationId xmlns:a16="http://schemas.microsoft.com/office/drawing/2014/main" id="{5B83D7C4-18B4-B3E3-67D1-52FC6F26DAFC}"/>
                      </a:ext>
                    </a:extLst>
                  </p:cNvPr>
                  <p:cNvGrpSpPr/>
                  <p:nvPr/>
                </p:nvGrpSpPr>
                <p:grpSpPr>
                  <a:xfrm>
                    <a:off x="295153" y="1039921"/>
                    <a:ext cx="112131" cy="170128"/>
                    <a:chOff x="10727909" y="5318475"/>
                    <a:chExt cx="106209" cy="159432"/>
                  </a:xfrm>
                  <a:noFill/>
                </p:grpSpPr>
                <p:sp>
                  <p:nvSpPr>
                    <p:cNvPr id="285" name="Forma Livre: Forma 1581">
                      <a:extLst>
                        <a:ext uri="{FF2B5EF4-FFF2-40B4-BE49-F238E27FC236}">
                          <a16:creationId xmlns:a16="http://schemas.microsoft.com/office/drawing/2014/main" id="{BA9875D7-CBB7-3817-F408-63137F5EFD94}"/>
                        </a:ext>
                      </a:extLst>
                    </p:cNvPr>
                    <p:cNvSpPr/>
                    <p:nvPr/>
                  </p:nvSpPr>
                  <p:spPr>
                    <a:xfrm>
                      <a:off x="10786914" y="5318475"/>
                      <a:ext cx="47204" cy="159373"/>
                    </a:xfrm>
                    <a:custGeom>
                      <a:avLst/>
                      <a:gdLst>
                        <a:gd name="connsiteX0" fmla="*/ 0 w 47204"/>
                        <a:gd name="connsiteY0" fmla="*/ 159373 h 159373"/>
                        <a:gd name="connsiteX1" fmla="*/ 0 w 47204"/>
                        <a:gd name="connsiteY1" fmla="*/ 153060 h 159373"/>
                        <a:gd name="connsiteX2" fmla="*/ 3776 w 47204"/>
                        <a:gd name="connsiteY2" fmla="*/ 143560 h 159373"/>
                        <a:gd name="connsiteX3" fmla="*/ 40596 w 47204"/>
                        <a:gd name="connsiteY3" fmla="*/ 104557 h 159373"/>
                        <a:gd name="connsiteX4" fmla="*/ 47204 w 47204"/>
                        <a:gd name="connsiteY4" fmla="*/ 88508 h 159373"/>
                        <a:gd name="connsiteX5" fmla="*/ 47204 w 47204"/>
                        <a:gd name="connsiteY5" fmla="*/ 14751 h 159373"/>
                        <a:gd name="connsiteX6" fmla="*/ 32453 w 47204"/>
                        <a:gd name="connsiteY6" fmla="*/ 0 h 159373"/>
                        <a:gd name="connsiteX7" fmla="*/ 32453 w 47204"/>
                        <a:gd name="connsiteY7" fmla="*/ 0 h 159373"/>
                        <a:gd name="connsiteX8" fmla="*/ 17702 w 47204"/>
                        <a:gd name="connsiteY8" fmla="*/ 14751 h 159373"/>
                        <a:gd name="connsiteX9" fmla="*/ 17702 w 47204"/>
                        <a:gd name="connsiteY9" fmla="*/ 70806 h 15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204" h="159373">
                          <a:moveTo>
                            <a:pt x="0" y="159373"/>
                          </a:moveTo>
                          <a:lnTo>
                            <a:pt x="0" y="153060"/>
                          </a:lnTo>
                          <a:cubicBezTo>
                            <a:pt x="0" y="149519"/>
                            <a:pt x="1357" y="146156"/>
                            <a:pt x="3776" y="143560"/>
                          </a:cubicBezTo>
                          <a:lnTo>
                            <a:pt x="40596" y="104557"/>
                          </a:lnTo>
                          <a:cubicBezTo>
                            <a:pt x="44844" y="100309"/>
                            <a:pt x="47204" y="94526"/>
                            <a:pt x="47204" y="88508"/>
                          </a:cubicBezTo>
                          <a:lnTo>
                            <a:pt x="47204" y="14751"/>
                          </a:lnTo>
                          <a:cubicBezTo>
                            <a:pt x="47204" y="6609"/>
                            <a:pt x="40596" y="0"/>
                            <a:pt x="32453" y="0"/>
                          </a:cubicBezTo>
                          <a:lnTo>
                            <a:pt x="32453" y="0"/>
                          </a:lnTo>
                          <a:cubicBezTo>
                            <a:pt x="24310" y="0"/>
                            <a:pt x="17702" y="6609"/>
                            <a:pt x="17702" y="14751"/>
                          </a:cubicBezTo>
                          <a:lnTo>
                            <a:pt x="17702" y="70806"/>
                          </a:lnTo>
                        </a:path>
                      </a:pathLst>
                    </a:custGeom>
                    <a:noFill/>
                    <a:ln w="6350" cap="flat">
                      <a:solidFill>
                        <a:schemeClr val="accent2"/>
                      </a:solidFill>
                      <a:prstDash val="solid"/>
                      <a:miter/>
                    </a:ln>
                  </p:spPr>
                  <p:txBody>
                    <a:bodyPr rtlCol="0" anchor="ctr"/>
                    <a:lstStyle/>
                    <a:p>
                      <a:endParaRPr lang="pt-BR"/>
                    </a:p>
                  </p:txBody>
                </p:sp>
                <p:sp>
                  <p:nvSpPr>
                    <p:cNvPr id="286" name="Forma Livre: Forma 1582">
                      <a:extLst>
                        <a:ext uri="{FF2B5EF4-FFF2-40B4-BE49-F238E27FC236}">
                          <a16:creationId xmlns:a16="http://schemas.microsoft.com/office/drawing/2014/main" id="{057B0E54-1613-89D5-7295-FCC357A518A3}"/>
                        </a:ext>
                      </a:extLst>
                    </p:cNvPr>
                    <p:cNvSpPr/>
                    <p:nvPr/>
                  </p:nvSpPr>
                  <p:spPr>
                    <a:xfrm>
                      <a:off x="10727909" y="5377598"/>
                      <a:ext cx="76706" cy="100309"/>
                    </a:xfrm>
                    <a:custGeom>
                      <a:avLst/>
                      <a:gdLst>
                        <a:gd name="connsiteX0" fmla="*/ 42365 w 76706"/>
                        <a:gd name="connsiteY0" fmla="*/ 53105 h 100309"/>
                        <a:gd name="connsiteX1" fmla="*/ 72812 w 76706"/>
                        <a:gd name="connsiteY1" fmla="*/ 22658 h 100309"/>
                        <a:gd name="connsiteX2" fmla="*/ 72812 w 76706"/>
                        <a:gd name="connsiteY2" fmla="*/ 3894 h 100309"/>
                        <a:gd name="connsiteX3" fmla="*/ 72812 w 76706"/>
                        <a:gd name="connsiteY3" fmla="*/ 3894 h 100309"/>
                        <a:gd name="connsiteX4" fmla="*/ 54048 w 76706"/>
                        <a:gd name="connsiteY4" fmla="*/ 3894 h 100309"/>
                        <a:gd name="connsiteX5" fmla="*/ 9204 w 76706"/>
                        <a:gd name="connsiteY5" fmla="*/ 48739 h 100309"/>
                        <a:gd name="connsiteX6" fmla="*/ 7493 w 76706"/>
                        <a:gd name="connsiteY6" fmla="*/ 50450 h 100309"/>
                        <a:gd name="connsiteX7" fmla="*/ 0 w 76706"/>
                        <a:gd name="connsiteY7" fmla="*/ 68564 h 100309"/>
                        <a:gd name="connsiteX8" fmla="*/ 0 w 76706"/>
                        <a:gd name="connsiteY8" fmla="*/ 100309 h 100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706" h="100309">
                          <a:moveTo>
                            <a:pt x="42365" y="53105"/>
                          </a:moveTo>
                          <a:lnTo>
                            <a:pt x="72812" y="22658"/>
                          </a:lnTo>
                          <a:cubicBezTo>
                            <a:pt x="78005" y="17465"/>
                            <a:pt x="78005" y="9087"/>
                            <a:pt x="72812" y="3894"/>
                          </a:cubicBezTo>
                          <a:lnTo>
                            <a:pt x="72812" y="3894"/>
                          </a:lnTo>
                          <a:cubicBezTo>
                            <a:pt x="67620" y="-1298"/>
                            <a:pt x="59241" y="-1298"/>
                            <a:pt x="54048" y="3894"/>
                          </a:cubicBezTo>
                          <a:lnTo>
                            <a:pt x="9204" y="48739"/>
                          </a:lnTo>
                          <a:lnTo>
                            <a:pt x="7493" y="50450"/>
                          </a:lnTo>
                          <a:cubicBezTo>
                            <a:pt x="2714" y="55229"/>
                            <a:pt x="0" y="61778"/>
                            <a:pt x="0" y="68564"/>
                          </a:cubicBezTo>
                          <a:lnTo>
                            <a:pt x="0" y="100309"/>
                          </a:lnTo>
                        </a:path>
                      </a:pathLst>
                    </a:custGeom>
                    <a:noFill/>
                    <a:ln w="6350" cap="flat">
                      <a:solidFill>
                        <a:schemeClr val="accent2"/>
                      </a:solidFill>
                      <a:prstDash val="solid"/>
                      <a:miter/>
                    </a:ln>
                  </p:spPr>
                  <p:txBody>
                    <a:bodyPr rtlCol="0" anchor="ctr"/>
                    <a:lstStyle/>
                    <a:p>
                      <a:endParaRPr lang="pt-BR"/>
                    </a:p>
                  </p:txBody>
                </p:sp>
              </p:grpSp>
              <p:grpSp>
                <p:nvGrpSpPr>
                  <p:cNvPr id="282" name="Agrupar 1428">
                    <a:extLst>
                      <a:ext uri="{FF2B5EF4-FFF2-40B4-BE49-F238E27FC236}">
                        <a16:creationId xmlns:a16="http://schemas.microsoft.com/office/drawing/2014/main" id="{318A599C-0579-047D-0189-BDB24A0AC22B}"/>
                      </a:ext>
                    </a:extLst>
                  </p:cNvPr>
                  <p:cNvGrpSpPr/>
                  <p:nvPr/>
                </p:nvGrpSpPr>
                <p:grpSpPr>
                  <a:xfrm>
                    <a:off x="242203" y="1004925"/>
                    <a:ext cx="80984" cy="96071"/>
                    <a:chOff x="2687638" y="1015623"/>
                    <a:chExt cx="180975" cy="214690"/>
                  </a:xfrm>
                </p:grpSpPr>
                <p:sp>
                  <p:nvSpPr>
                    <p:cNvPr id="283" name="Freeform 1295">
                      <a:extLst>
                        <a:ext uri="{FF2B5EF4-FFF2-40B4-BE49-F238E27FC236}">
                          <a16:creationId xmlns:a16="http://schemas.microsoft.com/office/drawing/2014/main" id="{1B843D0B-9C82-01DA-FC08-15C6C4F6A0A6}"/>
                        </a:ext>
                      </a:extLst>
                    </p:cNvPr>
                    <p:cNvSpPr>
                      <a:spLocks/>
                    </p:cNvSpPr>
                    <p:nvPr/>
                  </p:nvSpPr>
                  <p:spPr bwMode="auto">
                    <a:xfrm>
                      <a:off x="2727324" y="1015623"/>
                      <a:ext cx="101600" cy="128589"/>
                    </a:xfrm>
                    <a:custGeom>
                      <a:avLst/>
                      <a:gdLst>
                        <a:gd name="T0" fmla="*/ 15 w 30"/>
                        <a:gd name="T1" fmla="*/ 0 h 38"/>
                        <a:gd name="T2" fmla="*/ 30 w 30"/>
                        <a:gd name="T3" fmla="*/ 15 h 38"/>
                        <a:gd name="T4" fmla="*/ 30 w 30"/>
                        <a:gd name="T5" fmla="*/ 23 h 38"/>
                        <a:gd name="T6" fmla="*/ 15 w 30"/>
                        <a:gd name="T7" fmla="*/ 38 h 38"/>
                        <a:gd name="T8" fmla="*/ 0 w 30"/>
                        <a:gd name="T9" fmla="*/ 23 h 38"/>
                        <a:gd name="T10" fmla="*/ 0 w 30"/>
                        <a:gd name="T11" fmla="*/ 15 h 38"/>
                        <a:gd name="T12" fmla="*/ 15 w 30"/>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30" h="38">
                          <a:moveTo>
                            <a:pt x="15" y="0"/>
                          </a:moveTo>
                          <a:cubicBezTo>
                            <a:pt x="23" y="0"/>
                            <a:pt x="30" y="7"/>
                            <a:pt x="30" y="15"/>
                          </a:cubicBezTo>
                          <a:cubicBezTo>
                            <a:pt x="30" y="23"/>
                            <a:pt x="30" y="23"/>
                            <a:pt x="30" y="23"/>
                          </a:cubicBezTo>
                          <a:cubicBezTo>
                            <a:pt x="30" y="31"/>
                            <a:pt x="23" y="38"/>
                            <a:pt x="15" y="38"/>
                          </a:cubicBezTo>
                          <a:cubicBezTo>
                            <a:pt x="6" y="38"/>
                            <a:pt x="0" y="31"/>
                            <a:pt x="0" y="23"/>
                          </a:cubicBezTo>
                          <a:cubicBezTo>
                            <a:pt x="0" y="15"/>
                            <a:pt x="0" y="15"/>
                            <a:pt x="0" y="15"/>
                          </a:cubicBezTo>
                          <a:cubicBezTo>
                            <a:pt x="0" y="7"/>
                            <a:pt x="6" y="0"/>
                            <a:pt x="15" y="0"/>
                          </a:cubicBezTo>
                          <a:close/>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84" name="Freeform 1296">
                      <a:extLst>
                        <a:ext uri="{FF2B5EF4-FFF2-40B4-BE49-F238E27FC236}">
                          <a16:creationId xmlns:a16="http://schemas.microsoft.com/office/drawing/2014/main" id="{DE793113-E8C2-FB0E-2FF4-53431164332F}"/>
                        </a:ext>
                      </a:extLst>
                    </p:cNvPr>
                    <p:cNvSpPr>
                      <a:spLocks/>
                    </p:cNvSpPr>
                    <p:nvPr/>
                  </p:nvSpPr>
                  <p:spPr bwMode="auto">
                    <a:xfrm>
                      <a:off x="2687638" y="1176338"/>
                      <a:ext cx="180975" cy="53975"/>
                    </a:xfrm>
                    <a:custGeom>
                      <a:avLst/>
                      <a:gdLst>
                        <a:gd name="T0" fmla="*/ 0 w 54"/>
                        <a:gd name="T1" fmla="*/ 16 h 16"/>
                        <a:gd name="T2" fmla="*/ 0 w 54"/>
                        <a:gd name="T3" fmla="*/ 13 h 16"/>
                        <a:gd name="T4" fmla="*/ 27 w 54"/>
                        <a:gd name="T5" fmla="*/ 0 h 16"/>
                        <a:gd name="T6" fmla="*/ 54 w 54"/>
                        <a:gd name="T7" fmla="*/ 13 h 16"/>
                        <a:gd name="T8" fmla="*/ 54 w 54"/>
                        <a:gd name="T9" fmla="*/ 16 h 16"/>
                      </a:gdLst>
                      <a:ahLst/>
                      <a:cxnLst>
                        <a:cxn ang="0">
                          <a:pos x="T0" y="T1"/>
                        </a:cxn>
                        <a:cxn ang="0">
                          <a:pos x="T2" y="T3"/>
                        </a:cxn>
                        <a:cxn ang="0">
                          <a:pos x="T4" y="T5"/>
                        </a:cxn>
                        <a:cxn ang="0">
                          <a:pos x="T6" y="T7"/>
                        </a:cxn>
                        <a:cxn ang="0">
                          <a:pos x="T8" y="T9"/>
                        </a:cxn>
                      </a:cxnLst>
                      <a:rect l="0" t="0" r="r" b="b"/>
                      <a:pathLst>
                        <a:path w="54" h="16">
                          <a:moveTo>
                            <a:pt x="0" y="16"/>
                          </a:moveTo>
                          <a:cubicBezTo>
                            <a:pt x="0" y="13"/>
                            <a:pt x="0" y="13"/>
                            <a:pt x="0" y="13"/>
                          </a:cubicBezTo>
                          <a:cubicBezTo>
                            <a:pt x="0" y="6"/>
                            <a:pt x="12" y="0"/>
                            <a:pt x="27" y="0"/>
                          </a:cubicBezTo>
                          <a:cubicBezTo>
                            <a:pt x="42" y="0"/>
                            <a:pt x="54" y="6"/>
                            <a:pt x="54" y="13"/>
                          </a:cubicBezTo>
                          <a:cubicBezTo>
                            <a:pt x="54" y="16"/>
                            <a:pt x="54" y="16"/>
                            <a:pt x="54" y="16"/>
                          </a:cubicBezTo>
                        </a:path>
                      </a:pathLst>
                    </a:custGeom>
                    <a:noFill/>
                    <a:ln w="63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grpSp>
            </p:grpSp>
          </p:grpSp>
        </p:grpSp>
      </p:grpSp>
      <p:sp>
        <p:nvSpPr>
          <p:cNvPr id="199" name="Retângulo: Cantos Arredondados 36">
            <a:extLst>
              <a:ext uri="{FF2B5EF4-FFF2-40B4-BE49-F238E27FC236}">
                <a16:creationId xmlns:a16="http://schemas.microsoft.com/office/drawing/2014/main" id="{AC042A34-D905-DBB8-2131-611E224ABC8C}"/>
              </a:ext>
            </a:extLst>
          </p:cNvPr>
          <p:cNvSpPr/>
          <p:nvPr/>
        </p:nvSpPr>
        <p:spPr>
          <a:xfrm>
            <a:off x="9088682" y="1670547"/>
            <a:ext cx="2671769" cy="4308419"/>
          </a:xfrm>
          <a:prstGeom prst="roundRect">
            <a:avLst>
              <a:gd name="adj" fmla="val 10158"/>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mj-lt"/>
              <a:ea typeface="Source Serif Pro" panose="02040603050405020204" pitchFamily="18" charset="0"/>
            </a:endParaRPr>
          </a:p>
        </p:txBody>
      </p:sp>
      <p:grpSp>
        <p:nvGrpSpPr>
          <p:cNvPr id="200" name="Group 199">
            <a:extLst>
              <a:ext uri="{FF2B5EF4-FFF2-40B4-BE49-F238E27FC236}">
                <a16:creationId xmlns:a16="http://schemas.microsoft.com/office/drawing/2014/main" id="{2557FDE0-A8D2-21F4-B4F1-5D89B384A8F5}"/>
              </a:ext>
            </a:extLst>
          </p:cNvPr>
          <p:cNvGrpSpPr/>
          <p:nvPr/>
        </p:nvGrpSpPr>
        <p:grpSpPr>
          <a:xfrm>
            <a:off x="8823227" y="1455839"/>
            <a:ext cx="679486" cy="681150"/>
            <a:chOff x="6448437" y="2714037"/>
            <a:chExt cx="412519" cy="413528"/>
          </a:xfrm>
        </p:grpSpPr>
        <p:sp>
          <p:nvSpPr>
            <p:cNvPr id="233" name="Google Shape;234;p23">
              <a:extLst>
                <a:ext uri="{FF2B5EF4-FFF2-40B4-BE49-F238E27FC236}">
                  <a16:creationId xmlns:a16="http://schemas.microsoft.com/office/drawing/2014/main" id="{47C2B0D5-8E45-35D5-391E-A021BDC473AC}"/>
                </a:ext>
              </a:extLst>
            </p:cNvPr>
            <p:cNvSpPr>
              <a:spLocks noChangeAspect="1"/>
            </p:cNvSpPr>
            <p:nvPr/>
          </p:nvSpPr>
          <p:spPr>
            <a:xfrm rot="5400000">
              <a:off x="6447933" y="2714541"/>
              <a:ext cx="413528" cy="412519"/>
            </a:xfrm>
            <a:prstGeom prst="teardrop">
              <a:avLst>
                <a:gd name="adj" fmla="val 100000"/>
              </a:avLst>
            </a:prstGeom>
            <a:solidFill>
              <a:schemeClr val="bg2"/>
            </a:solidFill>
            <a:ln>
              <a:noFill/>
            </a:ln>
            <a:effectLst>
              <a:outerShdw blurRad="152400" dist="38100" dir="21540000" algn="bl" rotWithShape="0">
                <a:schemeClr val="bg2">
                  <a:alpha val="25000"/>
                </a:schemeClr>
              </a:outerShdw>
            </a:effectLst>
          </p:spPr>
          <p:txBody>
            <a:bodyPr spcFirstLastPara="1" wrap="square" lIns="91425" tIns="91425" rIns="91425" bIns="91425" anchor="ctr" anchorCtr="0">
              <a:noAutofit/>
            </a:bodyPr>
            <a:lstStyle/>
            <a:p>
              <a:pPr algn="ctr" defTabSz="457200"/>
              <a:endParaRPr lang="es-CO" sz="2000" dirty="0">
                <a:latin typeface="+mj-lt"/>
              </a:endParaRPr>
            </a:p>
          </p:txBody>
        </p:sp>
        <p:sp>
          <p:nvSpPr>
            <p:cNvPr id="234" name="Rectangle 233">
              <a:extLst>
                <a:ext uri="{FF2B5EF4-FFF2-40B4-BE49-F238E27FC236}">
                  <a16:creationId xmlns:a16="http://schemas.microsoft.com/office/drawing/2014/main" id="{66E1678F-F6DB-7402-5D68-172CDFE2206E}"/>
                </a:ext>
              </a:extLst>
            </p:cNvPr>
            <p:cNvSpPr/>
            <p:nvPr/>
          </p:nvSpPr>
          <p:spPr>
            <a:xfrm>
              <a:off x="6510762" y="2802688"/>
              <a:ext cx="287034" cy="2343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3200" b="1" noProof="0" dirty="0">
                  <a:solidFill>
                    <a:schemeClr val="bg1"/>
                  </a:solidFill>
                  <a:latin typeface="+mj-lt"/>
                  <a:ea typeface="Source Serif Pro" panose="02040603050405020204" pitchFamily="18" charset="0"/>
                </a:rPr>
                <a:t>G</a:t>
              </a:r>
              <a:endParaRPr lang="en-US" sz="1600" b="1" noProof="0" dirty="0">
                <a:solidFill>
                  <a:schemeClr val="bg1"/>
                </a:solidFill>
                <a:latin typeface="+mj-lt"/>
                <a:ea typeface="Source Serif Pro" panose="02040603050405020204" pitchFamily="18" charset="0"/>
              </a:endParaRPr>
            </a:p>
          </p:txBody>
        </p:sp>
      </p:grpSp>
      <p:sp>
        <p:nvSpPr>
          <p:cNvPr id="201" name="CaixaDeTexto 42">
            <a:extLst>
              <a:ext uri="{FF2B5EF4-FFF2-40B4-BE49-F238E27FC236}">
                <a16:creationId xmlns:a16="http://schemas.microsoft.com/office/drawing/2014/main" id="{10205F07-CB4F-2523-57B4-F5D63BED096E}"/>
              </a:ext>
            </a:extLst>
          </p:cNvPr>
          <p:cNvSpPr txBox="1"/>
          <p:nvPr/>
        </p:nvSpPr>
        <p:spPr>
          <a:xfrm>
            <a:off x="9493287" y="2020008"/>
            <a:ext cx="1862558" cy="352917"/>
          </a:xfrm>
          <a:prstGeom prst="rect">
            <a:avLst/>
          </a:prstGeom>
          <a:noFill/>
        </p:spPr>
        <p:txBody>
          <a:bodyPr wrap="square">
            <a:spAutoFit/>
          </a:bodyPr>
          <a:lstStyle/>
          <a:p>
            <a:pPr marL="0" marR="0" lvl="0" indent="0" algn="ctr" defTabSz="914400" rtl="0" eaLnBrk="1" fontAlgn="auto" latinLnBrk="0" hangingPunct="1">
              <a:lnSpc>
                <a:spcPct val="110000"/>
              </a:lnSpc>
              <a:spcBef>
                <a:spcPts val="0"/>
              </a:spcBef>
              <a:spcAft>
                <a:spcPts val="1600"/>
              </a:spcAft>
              <a:buClrTx/>
              <a:buSzTx/>
              <a:buFontTx/>
              <a:buNone/>
              <a:tabLst/>
              <a:defRPr/>
            </a:pPr>
            <a:r>
              <a:rPr kumimoji="0" lang="en-US" sz="1600" b="1" i="0" u="none" strike="noStrike" kern="1200" cap="none" spc="0" normalizeH="0" dirty="0">
                <a:ln>
                  <a:noFill/>
                </a:ln>
                <a:solidFill>
                  <a:schemeClr val="tx2"/>
                </a:solidFill>
                <a:effectLst/>
                <a:uLnTx/>
                <a:uFillTx/>
                <a:latin typeface="+mj-lt"/>
                <a:ea typeface="Source Serif Pro" panose="02040603050405020204" pitchFamily="18" charset="0"/>
                <a:cs typeface="Arial" panose="020B0604020202020204" pitchFamily="34" charset="0"/>
              </a:rPr>
              <a:t>Governance</a:t>
            </a:r>
          </a:p>
        </p:txBody>
      </p:sp>
      <p:grpSp>
        <p:nvGrpSpPr>
          <p:cNvPr id="304" name="Group 303">
            <a:extLst>
              <a:ext uri="{FF2B5EF4-FFF2-40B4-BE49-F238E27FC236}">
                <a16:creationId xmlns:a16="http://schemas.microsoft.com/office/drawing/2014/main" id="{E9C2AFE5-4969-0D7B-A9FD-3A7AA3DF3797}"/>
              </a:ext>
            </a:extLst>
          </p:cNvPr>
          <p:cNvGrpSpPr/>
          <p:nvPr/>
        </p:nvGrpSpPr>
        <p:grpSpPr>
          <a:xfrm>
            <a:off x="9205328" y="3217201"/>
            <a:ext cx="2175837" cy="445053"/>
            <a:chOff x="9205328" y="3131678"/>
            <a:chExt cx="2175837" cy="445053"/>
          </a:xfrm>
        </p:grpSpPr>
        <p:sp>
          <p:nvSpPr>
            <p:cNvPr id="224" name="TextBox 23">
              <a:extLst>
                <a:ext uri="{FF2B5EF4-FFF2-40B4-BE49-F238E27FC236}">
                  <a16:creationId xmlns:a16="http://schemas.microsoft.com/office/drawing/2014/main" id="{7C88E4DC-C9C7-6D33-C5BA-7896A3E1FA62}"/>
                </a:ext>
              </a:extLst>
            </p:cNvPr>
            <p:cNvSpPr txBox="1"/>
            <p:nvPr/>
          </p:nvSpPr>
          <p:spPr>
            <a:xfrm>
              <a:off x="10195367" y="3161233"/>
              <a:ext cx="1185798" cy="415498"/>
            </a:xfrm>
            <a:prstGeom prst="rect">
              <a:avLst/>
            </a:prstGeom>
            <a:noFill/>
          </p:spPr>
          <p:txBody>
            <a:bodyPr wrap="square" lIns="0" tIns="0" rIns="0" bIns="0" rtlCol="0">
              <a:spAutoFit/>
            </a:bodyPr>
            <a:lstStyle/>
            <a:p>
              <a:r>
                <a:rPr lang="en-US" sz="900" dirty="0">
                  <a:latin typeface="+mj-lt"/>
                  <a:ea typeface="Source Serif Pro" panose="02040603050405020204" pitchFamily="18" charset="0"/>
                </a:rPr>
                <a:t>The company        has used </a:t>
              </a:r>
              <a:r>
                <a:rPr lang="en-US" sz="900" b="1" dirty="0" err="1">
                  <a:latin typeface="+mj-lt"/>
                  <a:ea typeface="Source Serif Pro" panose="02040603050405020204" pitchFamily="18" charset="0"/>
                </a:rPr>
                <a:t>Siesa</a:t>
              </a:r>
              <a:r>
                <a:rPr lang="en-US" sz="900" dirty="0">
                  <a:latin typeface="+mj-lt"/>
                  <a:ea typeface="Source Serif Pro" panose="02040603050405020204" pitchFamily="18" charset="0"/>
                </a:rPr>
                <a:t> as their ERP since 2015</a:t>
              </a:r>
            </a:p>
          </p:txBody>
        </p:sp>
        <p:pic>
          <p:nvPicPr>
            <p:cNvPr id="289" name="Picture 10" descr="Sector Industria Química | Portal ERP Colombia | Software y Gestión |  Software y Gestión">
              <a:extLst>
                <a:ext uri="{FF2B5EF4-FFF2-40B4-BE49-F238E27FC236}">
                  <a16:creationId xmlns:a16="http://schemas.microsoft.com/office/drawing/2014/main" id="{04021C50-27EE-4668-9AB9-DBD7D9B0F9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05328" y="3131678"/>
              <a:ext cx="934288" cy="35072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05" name="Group 304">
            <a:extLst>
              <a:ext uri="{FF2B5EF4-FFF2-40B4-BE49-F238E27FC236}">
                <a16:creationId xmlns:a16="http://schemas.microsoft.com/office/drawing/2014/main" id="{16D75E46-5D5F-9427-EFE2-DDEB2340DD9C}"/>
              </a:ext>
            </a:extLst>
          </p:cNvPr>
          <p:cNvGrpSpPr/>
          <p:nvPr/>
        </p:nvGrpSpPr>
        <p:grpSpPr>
          <a:xfrm>
            <a:off x="9442803" y="3811880"/>
            <a:ext cx="2086517" cy="415498"/>
            <a:chOff x="9442803" y="3807425"/>
            <a:chExt cx="2086517" cy="415498"/>
          </a:xfrm>
        </p:grpSpPr>
        <p:sp>
          <p:nvSpPr>
            <p:cNvPr id="206" name="TextBox 23">
              <a:extLst>
                <a:ext uri="{FF2B5EF4-FFF2-40B4-BE49-F238E27FC236}">
                  <a16:creationId xmlns:a16="http://schemas.microsoft.com/office/drawing/2014/main" id="{292C7511-53A8-6652-BD5C-98D6F59AC6C2}"/>
                </a:ext>
              </a:extLst>
            </p:cNvPr>
            <p:cNvSpPr txBox="1"/>
            <p:nvPr/>
          </p:nvSpPr>
          <p:spPr>
            <a:xfrm>
              <a:off x="10195367" y="3807425"/>
              <a:ext cx="1333953" cy="415498"/>
            </a:xfrm>
            <a:prstGeom prst="rect">
              <a:avLst/>
            </a:prstGeom>
            <a:noFill/>
          </p:spPr>
          <p:txBody>
            <a:bodyPr wrap="square" lIns="0" tIns="0" rIns="0" bIns="0" rtlCol="0">
              <a:spAutoFit/>
            </a:bodyPr>
            <a:lstStyle/>
            <a:p>
              <a:r>
                <a:rPr lang="en-US" sz="900" dirty="0">
                  <a:latin typeface="+mj-lt"/>
                  <a:ea typeface="Source Serif Pro" panose="02040603050405020204" pitchFamily="18" charset="0"/>
                </a:rPr>
                <a:t>The company has been </a:t>
              </a:r>
              <a:r>
                <a:rPr lang="en-US" sz="900" b="1" dirty="0">
                  <a:latin typeface="+mj-lt"/>
                  <a:ea typeface="Source Serif Pro" panose="02040603050405020204" pitchFamily="18" charset="0"/>
                </a:rPr>
                <a:t>audited for more than 5 years</a:t>
              </a:r>
              <a:r>
                <a:rPr lang="en-US" sz="900" dirty="0">
                  <a:latin typeface="+mj-lt"/>
                  <a:ea typeface="Source Serif Pro" panose="02040603050405020204" pitchFamily="18" charset="0"/>
                </a:rPr>
                <a:t> by RSM</a:t>
              </a:r>
            </a:p>
          </p:txBody>
        </p:sp>
        <p:pic>
          <p:nvPicPr>
            <p:cNvPr id="290" name="Picture 8" descr="Home">
              <a:extLst>
                <a:ext uri="{FF2B5EF4-FFF2-40B4-BE49-F238E27FC236}">
                  <a16:creationId xmlns:a16="http://schemas.microsoft.com/office/drawing/2014/main" id="{B0686022-2A64-6416-0990-5028064862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42803" y="3807425"/>
              <a:ext cx="568767" cy="239841"/>
            </a:xfrm>
            <a:prstGeom prst="rect">
              <a:avLst/>
            </a:prstGeom>
            <a:noFill/>
            <a:extLst>
              <a:ext uri="{909E8E84-426E-40DD-AFC4-6F175D3DCCD1}">
                <a14:hiddenFill xmlns:a14="http://schemas.microsoft.com/office/drawing/2010/main">
                  <a:solidFill>
                    <a:srgbClr val="FFFFFF"/>
                  </a:solidFill>
                </a14:hiddenFill>
              </a:ext>
            </a:extLst>
          </p:spPr>
        </p:pic>
      </p:grpSp>
      <p:sp>
        <p:nvSpPr>
          <p:cNvPr id="291" name="TextBox 26">
            <a:extLst>
              <a:ext uri="{FF2B5EF4-FFF2-40B4-BE49-F238E27FC236}">
                <a16:creationId xmlns:a16="http://schemas.microsoft.com/office/drawing/2014/main" id="{79A30BD8-D9E6-7F58-954B-B88DE557B726}"/>
              </a:ext>
            </a:extLst>
          </p:cNvPr>
          <p:cNvSpPr txBox="1"/>
          <p:nvPr/>
        </p:nvSpPr>
        <p:spPr>
          <a:xfrm>
            <a:off x="9215429" y="2413647"/>
            <a:ext cx="2418274" cy="543610"/>
          </a:xfrm>
          <a:prstGeom prst="rect">
            <a:avLst/>
          </a:prstGeom>
          <a:noFill/>
        </p:spPr>
        <p:txBody>
          <a:bodyPr wrap="square">
            <a:spAutoFit/>
          </a:bodyPr>
          <a:lstStyle/>
          <a:p>
            <a:pPr marL="0" marR="0" lvl="0" indent="0" algn="ctr" defTabSz="914400" rtl="0" eaLnBrk="1" fontAlgn="auto" latinLnBrk="0" hangingPunct="1">
              <a:lnSpc>
                <a:spcPct val="110000"/>
              </a:lnSpc>
              <a:spcBef>
                <a:spcPts val="0"/>
              </a:spcBef>
              <a:spcAft>
                <a:spcPts val="400"/>
              </a:spcAft>
              <a:buClrTx/>
              <a:buSzTx/>
              <a:buFontTx/>
              <a:buNone/>
              <a:tabLst/>
              <a:defRPr/>
            </a:pPr>
            <a:r>
              <a:rPr kumimoji="0" lang="en-US" sz="900" b="1" i="0" u="none" strike="noStrike" kern="1200" cap="none" spc="0" normalizeH="0" baseline="0" noProof="0" dirty="0">
                <a:ln>
                  <a:noFill/>
                </a:ln>
                <a:solidFill>
                  <a:schemeClr val="tx2"/>
                </a:solidFill>
                <a:effectLst/>
                <a:uLnTx/>
                <a:uFillTx/>
                <a:latin typeface="+mj-lt"/>
                <a:ea typeface="Source Serif Pro" panose="02040603050405020204" pitchFamily="18" charset="0"/>
                <a:cs typeface="Arial" panose="020B0604020202020204" pitchFamily="34" charset="0"/>
              </a:rPr>
              <a:t>Highly qualified management</a:t>
            </a:r>
            <a:r>
              <a:rPr kumimoji="0" lang="en-US" sz="900" i="0" u="none" strike="noStrike" kern="1200" cap="none" spc="0" normalizeH="0" baseline="0" noProof="0" dirty="0">
                <a:ln>
                  <a:noFill/>
                </a:ln>
                <a:solidFill>
                  <a:schemeClr val="tx2"/>
                </a:solidFill>
                <a:effectLst/>
                <a:uLnTx/>
                <a:uFillTx/>
                <a:latin typeface="+mj-lt"/>
                <a:ea typeface="Source Serif Pro" panose="02040603050405020204" pitchFamily="18" charset="0"/>
                <a:cs typeface="Arial" panose="020B0604020202020204" pitchFamily="34" charset="0"/>
              </a:rPr>
              <a:t>, with     an average of 15 years of experience in the industry and advanced pedigree</a:t>
            </a:r>
          </a:p>
        </p:txBody>
      </p:sp>
      <p:grpSp>
        <p:nvGrpSpPr>
          <p:cNvPr id="303" name="Group 302">
            <a:extLst>
              <a:ext uri="{FF2B5EF4-FFF2-40B4-BE49-F238E27FC236}">
                <a16:creationId xmlns:a16="http://schemas.microsoft.com/office/drawing/2014/main" id="{C3799BE2-D5A8-F6BC-A9B1-0B8BF37A403C}"/>
              </a:ext>
            </a:extLst>
          </p:cNvPr>
          <p:cNvGrpSpPr/>
          <p:nvPr/>
        </p:nvGrpSpPr>
        <p:grpSpPr>
          <a:xfrm>
            <a:off x="9361982" y="5145424"/>
            <a:ext cx="2125168" cy="524792"/>
            <a:chOff x="9303560" y="5004060"/>
            <a:chExt cx="2242012" cy="553646"/>
          </a:xfrm>
        </p:grpSpPr>
        <p:pic>
          <p:nvPicPr>
            <p:cNvPr id="292" name="Picture 2" descr="Roundtable on Sustainable Palm Oil (RSPO) - Proforest">
              <a:extLst>
                <a:ext uri="{FF2B5EF4-FFF2-40B4-BE49-F238E27FC236}">
                  <a16:creationId xmlns:a16="http://schemas.microsoft.com/office/drawing/2014/main" id="{71C7893C-1397-CBEF-7421-4F9D3AC47AF3}"/>
                </a:ext>
              </a:extLst>
            </p:cNvPr>
            <p:cNvPicPr>
              <a:picLocks noChangeAspect="1" noChangeArrowheads="1"/>
            </p:cNvPicPr>
            <p:nvPr/>
          </p:nvPicPr>
          <p:blipFill>
            <a:blip r:embed="rId6">
              <a:duotone>
                <a:prstClr val="black"/>
                <a:schemeClr val="tx2">
                  <a:tint val="45000"/>
                  <a:satMod val="400000"/>
                </a:schemeClr>
              </a:duotone>
              <a:extLst>
                <a:ext uri="{BEBA8EAE-BF5A-486C-A8C5-ECC9F3942E4B}">
                  <a14:imgProps xmlns:a14="http://schemas.microsoft.com/office/drawing/2010/main">
                    <a14:imgLayer r:embed="rId7">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9303560" y="5038338"/>
              <a:ext cx="494858" cy="501118"/>
            </a:xfrm>
            <a:prstGeom prst="rect">
              <a:avLst/>
            </a:prstGeom>
            <a:noFill/>
            <a:extLst>
              <a:ext uri="{909E8E84-426E-40DD-AFC4-6F175D3DCCD1}">
                <a14:hiddenFill xmlns:a14="http://schemas.microsoft.com/office/drawing/2010/main">
                  <a:solidFill>
                    <a:srgbClr val="FFFFFF"/>
                  </a:solidFill>
                </a14:hiddenFill>
              </a:ext>
            </a:extLst>
          </p:spPr>
        </p:pic>
        <p:pic>
          <p:nvPicPr>
            <p:cNvPr id="294" name="Picture 6" descr="ISO 9000 Definition | Arena">
              <a:extLst>
                <a:ext uri="{FF2B5EF4-FFF2-40B4-BE49-F238E27FC236}">
                  <a16:creationId xmlns:a16="http://schemas.microsoft.com/office/drawing/2014/main" id="{B822428B-307B-CFC3-A049-49E91B83CBFE}"/>
                </a:ext>
              </a:extLst>
            </p:cNvPr>
            <p:cNvPicPr>
              <a:picLocks noChangeAspect="1" noChangeArrowheads="1"/>
            </p:cNvPicPr>
            <p:nvPr/>
          </p:nvPicPr>
          <p:blipFill>
            <a:blip r:embed="rId8">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11049462" y="5004060"/>
              <a:ext cx="496110" cy="535396"/>
            </a:xfrm>
            <a:prstGeom prst="rect">
              <a:avLst/>
            </a:prstGeom>
            <a:noFill/>
            <a:extLst>
              <a:ext uri="{909E8E84-426E-40DD-AFC4-6F175D3DCCD1}">
                <a14:hiddenFill xmlns:a14="http://schemas.microsoft.com/office/drawing/2010/main">
                  <a:solidFill>
                    <a:srgbClr val="FFFFFF"/>
                  </a:solidFill>
                </a14:hiddenFill>
              </a:ext>
            </a:extLst>
          </p:spPr>
        </p:pic>
        <p:pic>
          <p:nvPicPr>
            <p:cNvPr id="293" name="Picture 4" descr="Certificação FSSC 22000 - AIB International, Inc.">
              <a:extLst>
                <a:ext uri="{FF2B5EF4-FFF2-40B4-BE49-F238E27FC236}">
                  <a16:creationId xmlns:a16="http://schemas.microsoft.com/office/drawing/2014/main" id="{EB734D7D-2B58-3AFA-97B8-65A2F3943A6C}"/>
                </a:ext>
              </a:extLst>
            </p:cNvPr>
            <p:cNvPicPr>
              <a:picLocks noChangeAspect="1" noChangeArrowheads="1"/>
            </p:cNvPicPr>
            <p:nvPr/>
          </p:nvPicPr>
          <p:blipFill>
            <a:blip r:embed="rId9">
              <a:clrChange>
                <a:clrFrom>
                  <a:srgbClr val="FFFFFF"/>
                </a:clrFrom>
                <a:clrTo>
                  <a:srgbClr val="FFFFFF">
                    <a:alpha val="0"/>
                  </a:srgbClr>
                </a:clrTo>
              </a:clrChange>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10036891" y="5054603"/>
              <a:ext cx="800750" cy="155440"/>
            </a:xfrm>
            <a:prstGeom prst="rect">
              <a:avLst/>
            </a:prstGeom>
            <a:noFill/>
            <a:extLst>
              <a:ext uri="{909E8E84-426E-40DD-AFC4-6F175D3DCCD1}">
                <a14:hiddenFill xmlns:a14="http://schemas.microsoft.com/office/drawing/2010/main">
                  <a:solidFill>
                    <a:srgbClr val="FFFFFF"/>
                  </a:solidFill>
                </a14:hiddenFill>
              </a:ext>
            </a:extLst>
          </p:spPr>
        </p:pic>
        <p:pic>
          <p:nvPicPr>
            <p:cNvPr id="295" name="Picture 294" descr="A black background with gold text&#10;&#10;Description automatically generated">
              <a:extLst>
                <a:ext uri="{FF2B5EF4-FFF2-40B4-BE49-F238E27FC236}">
                  <a16:creationId xmlns:a16="http://schemas.microsoft.com/office/drawing/2014/main" id="{F22C740A-C8A7-9545-46BF-5B6937431A37}"/>
                </a:ext>
              </a:extLst>
            </p:cNvPr>
            <p:cNvPicPr>
              <a:picLocks noChangeAspect="1"/>
            </p:cNvPicPr>
            <p:nvPr/>
          </p:nvPicPr>
          <p:blipFill>
            <a:blip r:embed="rId10">
              <a:duotone>
                <a:prstClr val="black"/>
                <a:schemeClr val="tx2">
                  <a:tint val="45000"/>
                  <a:satMod val="400000"/>
                </a:schemeClr>
              </a:duotone>
              <a:extLst>
                <a:ext uri="{28A0092B-C50C-407E-A947-70E740481C1C}">
                  <a14:useLocalDpi xmlns:a14="http://schemas.microsoft.com/office/drawing/2010/main" val="0"/>
                </a:ext>
              </a:extLst>
            </a:blip>
            <a:srcRect b="32132"/>
            <a:stretch/>
          </p:blipFill>
          <p:spPr>
            <a:xfrm>
              <a:off x="10009248" y="5333933"/>
              <a:ext cx="830636" cy="223773"/>
            </a:xfrm>
            <a:prstGeom prst="rect">
              <a:avLst/>
            </a:prstGeom>
          </p:spPr>
        </p:pic>
      </p:grpSp>
      <p:sp>
        <p:nvSpPr>
          <p:cNvPr id="297" name="TextBox 296">
            <a:extLst>
              <a:ext uri="{FF2B5EF4-FFF2-40B4-BE49-F238E27FC236}">
                <a16:creationId xmlns:a16="http://schemas.microsoft.com/office/drawing/2014/main" id="{7A219FA3-1857-AF6F-DE4A-F5E3F98E4BE2}"/>
              </a:ext>
            </a:extLst>
          </p:cNvPr>
          <p:cNvSpPr txBox="1"/>
          <p:nvPr/>
        </p:nvSpPr>
        <p:spPr>
          <a:xfrm>
            <a:off x="9315394" y="4569065"/>
            <a:ext cx="2133656" cy="391261"/>
          </a:xfrm>
          <a:prstGeom prst="rect">
            <a:avLst/>
          </a:prstGeom>
          <a:noFill/>
        </p:spPr>
        <p:txBody>
          <a:bodyPr wrap="square">
            <a:spAutoFit/>
          </a:bodyPr>
          <a:lstStyle/>
          <a:p>
            <a:pPr marL="0" marR="0" lvl="0" indent="0" algn="ctr" defTabSz="914400" rtl="0" eaLnBrk="1" fontAlgn="auto" latinLnBrk="0" hangingPunct="1">
              <a:lnSpc>
                <a:spcPct val="110000"/>
              </a:lnSpc>
              <a:spcBef>
                <a:spcPts val="0"/>
              </a:spcBef>
              <a:spcAft>
                <a:spcPts val="1600"/>
              </a:spcAft>
              <a:buClrTx/>
              <a:buSzTx/>
              <a:buFontTx/>
              <a:buNone/>
              <a:tabLst/>
              <a:defRPr/>
            </a:pPr>
            <a:r>
              <a:rPr kumimoji="0" lang="en-US" sz="900" i="0" u="none" strike="noStrike" kern="1200" cap="none" spc="0" normalizeH="0" dirty="0">
                <a:ln>
                  <a:noFill/>
                </a:ln>
                <a:solidFill>
                  <a:schemeClr val="accent2"/>
                </a:solidFill>
                <a:effectLst/>
                <a:uLnTx/>
                <a:uFillTx/>
                <a:latin typeface="Poppins SemiBold" panose="00000700000000000000" pitchFamily="2" charset="0"/>
                <a:ea typeface="Source Serif Pro" panose="02040603050405020204" pitchFamily="18" charset="0"/>
                <a:cs typeface="Poppins SemiBold" panose="00000700000000000000" pitchFamily="2" charset="0"/>
              </a:rPr>
              <a:t>Certifications that attest professionalized management</a:t>
            </a:r>
          </a:p>
        </p:txBody>
      </p:sp>
    </p:spTree>
    <p:extLst>
      <p:ext uri="{BB962C8B-B14F-4D97-AF65-F5344CB8AC3E}">
        <p14:creationId xmlns:p14="http://schemas.microsoft.com/office/powerpoint/2010/main" val="17412835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C0DAA102-8B3F-E514-3D7C-54050CBAEC9A}"/>
              </a:ext>
            </a:extLst>
          </p:cNvPr>
          <p:cNvSpPr/>
          <p:nvPr/>
        </p:nvSpPr>
        <p:spPr>
          <a:xfrm flipH="1">
            <a:off x="1" y="2132538"/>
            <a:ext cx="12191997" cy="831551"/>
          </a:xfrm>
          <a:prstGeom prst="round1Rect">
            <a:avLst>
              <a:gd name="adj" fmla="val 5000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cxnSp>
        <p:nvCxnSpPr>
          <p:cNvPr id="89" name="Straight Connector 88">
            <a:extLst>
              <a:ext uri="{FF2B5EF4-FFF2-40B4-BE49-F238E27FC236}">
                <a16:creationId xmlns:a16="http://schemas.microsoft.com/office/drawing/2014/main" id="{0DA8F671-9510-36AC-5F61-167B128183E2}"/>
              </a:ext>
            </a:extLst>
          </p:cNvPr>
          <p:cNvCxnSpPr>
            <a:cxnSpLocks/>
          </p:cNvCxnSpPr>
          <p:nvPr/>
        </p:nvCxnSpPr>
        <p:spPr>
          <a:xfrm>
            <a:off x="1191820" y="2964089"/>
            <a:ext cx="9899629" cy="0"/>
          </a:xfrm>
          <a:prstGeom prst="line">
            <a:avLst/>
          </a:prstGeom>
          <a:ln w="41275">
            <a:solidFill>
              <a:schemeClr val="accent2"/>
            </a:solidFill>
          </a:ln>
        </p:spPr>
        <p:style>
          <a:lnRef idx="1">
            <a:schemeClr val="accent1"/>
          </a:lnRef>
          <a:fillRef idx="0">
            <a:schemeClr val="accent1"/>
          </a:fillRef>
          <a:effectRef idx="0">
            <a:schemeClr val="accent1"/>
          </a:effectRef>
          <a:fontRef idx="minor">
            <a:schemeClr val="tx1"/>
          </a:fontRef>
        </p:style>
      </p:cxnSp>
      <p:sp>
        <p:nvSpPr>
          <p:cNvPr id="7" name="TextBox 48">
            <a:extLst>
              <a:ext uri="{FF2B5EF4-FFF2-40B4-BE49-F238E27FC236}">
                <a16:creationId xmlns:a16="http://schemas.microsoft.com/office/drawing/2014/main" id="{CC30FB03-84C1-ADB0-70F5-D85B48C74A03}"/>
              </a:ext>
            </a:extLst>
          </p:cNvPr>
          <p:cNvSpPr txBox="1"/>
          <p:nvPr/>
        </p:nvSpPr>
        <p:spPr>
          <a:xfrm>
            <a:off x="2171652" y="3143529"/>
            <a:ext cx="968524" cy="369332"/>
          </a:xfrm>
          <a:prstGeom prst="rect">
            <a:avLst/>
          </a:prstGeom>
          <a:noFill/>
        </p:spPr>
        <p:txBody>
          <a:bodyPr wrap="square" anchor="ctr">
            <a:spAutoFit/>
          </a:bodyPr>
          <a:lstStyle/>
          <a:p>
            <a:pPr algn="ctr" eaLnBrk="1" fontAlgn="auto" hangingPunct="1">
              <a:spcBef>
                <a:spcPts val="0"/>
              </a:spcBef>
              <a:spcAft>
                <a:spcPts val="0"/>
              </a:spcAft>
              <a:defRPr/>
            </a:pPr>
            <a:r>
              <a:rPr lang="en-US" b="1" dirty="0">
                <a:solidFill>
                  <a:srgbClr val="07272D"/>
                </a:solidFill>
                <a:latin typeface="Poppins" panose="00000500000000000000" pitchFamily="2" charset="0"/>
                <a:cs typeface="Poppins" panose="00000500000000000000" pitchFamily="2" charset="0"/>
              </a:rPr>
              <a:t>1992</a:t>
            </a:r>
          </a:p>
        </p:txBody>
      </p:sp>
      <p:sp>
        <p:nvSpPr>
          <p:cNvPr id="8" name="TextBox 50">
            <a:extLst>
              <a:ext uri="{FF2B5EF4-FFF2-40B4-BE49-F238E27FC236}">
                <a16:creationId xmlns:a16="http://schemas.microsoft.com/office/drawing/2014/main" id="{F8984F61-7DDD-13A1-5E45-FBA0917E1C00}"/>
              </a:ext>
            </a:extLst>
          </p:cNvPr>
          <p:cNvSpPr txBox="1"/>
          <p:nvPr/>
        </p:nvSpPr>
        <p:spPr>
          <a:xfrm>
            <a:off x="1930053" y="3587036"/>
            <a:ext cx="1451722"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900" b="1" i="0" u="none" strike="noStrike" kern="1200" cap="none" spc="0" normalizeH="0" baseline="0" noProof="0" dirty="0">
                <a:ln>
                  <a:noFill/>
                </a:ln>
                <a:solidFill>
                  <a:srgbClr val="07272D"/>
                </a:solidFill>
                <a:effectLst/>
                <a:uLnTx/>
                <a:uFillTx/>
                <a:latin typeface="Poppins SemiBold" panose="00000700000000000000" pitchFamily="2" charset="0"/>
                <a:cs typeface="Poppins SemiBold" panose="00000700000000000000" pitchFamily="2" charset="0"/>
              </a:rPr>
              <a:t>Quimicoplásticos ingresa a la industria de pinturas y recubrimientos</a:t>
            </a:r>
            <a:endParaRPr kumimoji="0" lang="en-ID" sz="900" b="1" i="0" u="none" strike="noStrike" kern="1200" cap="none" spc="0" normalizeH="0" baseline="0" noProof="0" dirty="0">
              <a:ln>
                <a:noFill/>
              </a:ln>
              <a:solidFill>
                <a:srgbClr val="07272D"/>
              </a:solidFill>
              <a:effectLst/>
              <a:uLnTx/>
              <a:uFillTx/>
              <a:latin typeface="Poppins SemiBold" panose="00000700000000000000" pitchFamily="2" charset="0"/>
              <a:cs typeface="Poppins SemiBold" panose="00000700000000000000" pitchFamily="2" charset="0"/>
            </a:endParaRPr>
          </a:p>
        </p:txBody>
      </p:sp>
      <p:sp>
        <p:nvSpPr>
          <p:cNvPr id="13" name="TextBox 52">
            <a:extLst>
              <a:ext uri="{FF2B5EF4-FFF2-40B4-BE49-F238E27FC236}">
                <a16:creationId xmlns:a16="http://schemas.microsoft.com/office/drawing/2014/main" id="{13787DB0-FAE8-2F76-3B27-D854B8041ABE}"/>
              </a:ext>
            </a:extLst>
          </p:cNvPr>
          <p:cNvSpPr txBox="1"/>
          <p:nvPr/>
        </p:nvSpPr>
        <p:spPr>
          <a:xfrm>
            <a:off x="6416040" y="3143529"/>
            <a:ext cx="968524" cy="369332"/>
          </a:xfrm>
          <a:prstGeom prst="rect">
            <a:avLst/>
          </a:prstGeom>
          <a:noFill/>
        </p:spPr>
        <p:txBody>
          <a:bodyPr wrap="square" anchor="ctr">
            <a:spAutoFit/>
          </a:bodyPr>
          <a:lstStyle/>
          <a:p>
            <a:pPr algn="ctr" eaLnBrk="1" fontAlgn="auto" hangingPunct="1">
              <a:spcBef>
                <a:spcPts val="0"/>
              </a:spcBef>
              <a:spcAft>
                <a:spcPts val="0"/>
              </a:spcAft>
              <a:defRPr/>
            </a:pPr>
            <a:r>
              <a:rPr lang="en-US" b="1" dirty="0">
                <a:solidFill>
                  <a:srgbClr val="07272D"/>
                </a:solidFill>
                <a:latin typeface="Poppins" panose="00000500000000000000" pitchFamily="2" charset="0"/>
                <a:cs typeface="Poppins" panose="00000500000000000000" pitchFamily="2" charset="0"/>
              </a:rPr>
              <a:t>2007</a:t>
            </a:r>
          </a:p>
        </p:txBody>
      </p:sp>
      <p:sp>
        <p:nvSpPr>
          <p:cNvPr id="15" name="TextBox 54">
            <a:extLst>
              <a:ext uri="{FF2B5EF4-FFF2-40B4-BE49-F238E27FC236}">
                <a16:creationId xmlns:a16="http://schemas.microsoft.com/office/drawing/2014/main" id="{5CFCF527-EE0C-0AE5-C4FD-C55974CD2559}"/>
              </a:ext>
            </a:extLst>
          </p:cNvPr>
          <p:cNvSpPr txBox="1"/>
          <p:nvPr/>
        </p:nvSpPr>
        <p:spPr>
          <a:xfrm>
            <a:off x="6399704" y="3587036"/>
            <a:ext cx="1001196" cy="646331"/>
          </a:xfrm>
          <a:prstGeom prst="rect">
            <a:avLst/>
          </a:prstGeom>
          <a:noFill/>
        </p:spPr>
        <p:txBody>
          <a:bodyPr wrap="square">
            <a:spAutoFit/>
          </a:bodyPr>
          <a:lstStyle/>
          <a:p>
            <a:pPr algn="ctr" eaLnBrk="1" fontAlgn="auto" hangingPunct="1">
              <a:spcBef>
                <a:spcPts val="0"/>
              </a:spcBef>
              <a:spcAft>
                <a:spcPts val="0"/>
              </a:spcAft>
              <a:defRPr/>
            </a:pPr>
            <a:r>
              <a:rPr kumimoji="0" lang="es-CO" sz="900" b="1" i="0" u="none" strike="noStrike" kern="1200" cap="none" spc="0" normalizeH="0" baseline="0" noProof="0" dirty="0">
                <a:ln>
                  <a:noFill/>
                </a:ln>
                <a:solidFill>
                  <a:srgbClr val="07272D"/>
                </a:solidFill>
                <a:effectLst/>
                <a:uLnTx/>
                <a:uFillTx/>
                <a:latin typeface="Poppins SemiBold" panose="00000700000000000000" pitchFamily="2" charset="0"/>
                <a:cs typeface="Poppins SemiBold" panose="00000700000000000000" pitchFamily="2" charset="0"/>
              </a:rPr>
              <a:t>Iniciamos relaciones comerciales con SABIC</a:t>
            </a:r>
            <a:endParaRPr lang="en-ID" sz="900" b="1" dirty="0">
              <a:solidFill>
                <a:srgbClr val="07272D"/>
              </a:solidFill>
              <a:latin typeface="Poppins SemiBold" panose="00000700000000000000" pitchFamily="2" charset="0"/>
              <a:cs typeface="Poppins SemiBold" panose="00000700000000000000" pitchFamily="2" charset="0"/>
            </a:endParaRPr>
          </a:p>
        </p:txBody>
      </p:sp>
      <p:sp>
        <p:nvSpPr>
          <p:cNvPr id="16" name="TextBox 52">
            <a:extLst>
              <a:ext uri="{FF2B5EF4-FFF2-40B4-BE49-F238E27FC236}">
                <a16:creationId xmlns:a16="http://schemas.microsoft.com/office/drawing/2014/main" id="{740304AF-429A-C05D-A2BE-774163E845C9}"/>
              </a:ext>
            </a:extLst>
          </p:cNvPr>
          <p:cNvSpPr txBox="1"/>
          <p:nvPr/>
        </p:nvSpPr>
        <p:spPr>
          <a:xfrm>
            <a:off x="3586448" y="3143529"/>
            <a:ext cx="968524" cy="369332"/>
          </a:xfrm>
          <a:prstGeom prst="rect">
            <a:avLst/>
          </a:prstGeom>
          <a:noFill/>
        </p:spPr>
        <p:txBody>
          <a:bodyPr wrap="square" anchor="ctr">
            <a:spAutoFit/>
          </a:bodyPr>
          <a:lstStyle/>
          <a:p>
            <a:pPr algn="ctr" eaLnBrk="1" fontAlgn="auto" hangingPunct="1">
              <a:spcBef>
                <a:spcPts val="0"/>
              </a:spcBef>
              <a:spcAft>
                <a:spcPts val="0"/>
              </a:spcAft>
              <a:defRPr/>
            </a:pPr>
            <a:r>
              <a:rPr lang="en-US" b="1" dirty="0">
                <a:solidFill>
                  <a:srgbClr val="07272D"/>
                </a:solidFill>
                <a:latin typeface="Poppins" panose="00000500000000000000" pitchFamily="2" charset="0"/>
                <a:cs typeface="Poppins" panose="00000500000000000000" pitchFamily="2" charset="0"/>
              </a:rPr>
              <a:t>2002</a:t>
            </a:r>
          </a:p>
        </p:txBody>
      </p:sp>
      <p:sp>
        <p:nvSpPr>
          <p:cNvPr id="17" name="TextBox 54">
            <a:extLst>
              <a:ext uri="{FF2B5EF4-FFF2-40B4-BE49-F238E27FC236}">
                <a16:creationId xmlns:a16="http://schemas.microsoft.com/office/drawing/2014/main" id="{E699DA04-09C5-20CB-D987-DF2F139BD70A}"/>
              </a:ext>
            </a:extLst>
          </p:cNvPr>
          <p:cNvSpPr txBox="1"/>
          <p:nvPr/>
        </p:nvSpPr>
        <p:spPr>
          <a:xfrm>
            <a:off x="3395146" y="3587036"/>
            <a:ext cx="1351129" cy="646331"/>
          </a:xfrm>
          <a:prstGeom prst="rect">
            <a:avLst/>
          </a:prstGeom>
          <a:noFill/>
        </p:spPr>
        <p:txBody>
          <a:bodyPr wrap="square">
            <a:spAutoFit/>
          </a:bodyPr>
          <a:lstStyle/>
          <a:p>
            <a:pPr algn="ctr" eaLnBrk="1" fontAlgn="auto" hangingPunct="1">
              <a:spcBef>
                <a:spcPts val="0"/>
              </a:spcBef>
              <a:spcAft>
                <a:spcPts val="0"/>
              </a:spcAft>
              <a:defRPr/>
            </a:pPr>
            <a:r>
              <a:rPr kumimoji="0" lang="es-CO" sz="900" b="1" i="0" u="none" strike="noStrike" kern="1200" cap="none" spc="0" normalizeH="0" baseline="0" noProof="0" dirty="0">
                <a:ln>
                  <a:noFill/>
                </a:ln>
                <a:solidFill>
                  <a:srgbClr val="07272D"/>
                </a:solidFill>
                <a:effectLst/>
                <a:uLnTx/>
                <a:uFillTx/>
                <a:latin typeface="Poppins SemiBold" panose="00000700000000000000" pitchFamily="2" charset="0"/>
                <a:cs typeface="Poppins SemiBold" panose="00000700000000000000" pitchFamily="2" charset="0"/>
              </a:rPr>
              <a:t>Establecimos                       el acuerdo de distribución de TiO2 para Colombia</a:t>
            </a:r>
            <a:endParaRPr lang="en-ID" sz="900" b="1" dirty="0">
              <a:solidFill>
                <a:srgbClr val="07272D"/>
              </a:solidFill>
              <a:latin typeface="Poppins SemiBold" panose="00000700000000000000" pitchFamily="2" charset="0"/>
              <a:cs typeface="Poppins SemiBold" panose="00000700000000000000" pitchFamily="2" charset="0"/>
            </a:endParaRPr>
          </a:p>
        </p:txBody>
      </p:sp>
      <p:sp>
        <p:nvSpPr>
          <p:cNvPr id="21" name="TextBox 48">
            <a:extLst>
              <a:ext uri="{FF2B5EF4-FFF2-40B4-BE49-F238E27FC236}">
                <a16:creationId xmlns:a16="http://schemas.microsoft.com/office/drawing/2014/main" id="{080F3BAD-9DD4-4BC9-10A6-9B08FB441F9C}"/>
              </a:ext>
            </a:extLst>
          </p:cNvPr>
          <p:cNvSpPr txBox="1"/>
          <p:nvPr/>
        </p:nvSpPr>
        <p:spPr>
          <a:xfrm>
            <a:off x="7830836" y="3143529"/>
            <a:ext cx="968524" cy="369332"/>
          </a:xfrm>
          <a:prstGeom prst="rect">
            <a:avLst/>
          </a:prstGeom>
          <a:noFill/>
        </p:spPr>
        <p:txBody>
          <a:bodyPr wrap="square" anchor="ctr">
            <a:spAutoFit/>
          </a:bodyPr>
          <a:lstStyle/>
          <a:p>
            <a:pPr algn="ctr" eaLnBrk="1" fontAlgn="auto" hangingPunct="1">
              <a:spcBef>
                <a:spcPts val="0"/>
              </a:spcBef>
              <a:spcAft>
                <a:spcPts val="0"/>
              </a:spcAft>
              <a:defRPr/>
            </a:pPr>
            <a:r>
              <a:rPr lang="en-US" b="1" dirty="0">
                <a:solidFill>
                  <a:srgbClr val="07272D"/>
                </a:solidFill>
                <a:latin typeface="Poppins" panose="00000500000000000000" pitchFamily="2" charset="0"/>
                <a:cs typeface="Poppins" panose="00000500000000000000" pitchFamily="2" charset="0"/>
              </a:rPr>
              <a:t>2021</a:t>
            </a:r>
          </a:p>
        </p:txBody>
      </p:sp>
      <p:sp>
        <p:nvSpPr>
          <p:cNvPr id="22" name="TextBox 50">
            <a:extLst>
              <a:ext uri="{FF2B5EF4-FFF2-40B4-BE49-F238E27FC236}">
                <a16:creationId xmlns:a16="http://schemas.microsoft.com/office/drawing/2014/main" id="{0C431512-23FB-8352-B5AD-9C7E95064476}"/>
              </a:ext>
            </a:extLst>
          </p:cNvPr>
          <p:cNvSpPr txBox="1"/>
          <p:nvPr/>
        </p:nvSpPr>
        <p:spPr>
          <a:xfrm>
            <a:off x="7565080" y="3587036"/>
            <a:ext cx="1500036" cy="646331"/>
          </a:xfrm>
          <a:prstGeom prst="rect">
            <a:avLst/>
          </a:prstGeom>
          <a:noFill/>
        </p:spPr>
        <p:txBody>
          <a:bodyPr wrap="square">
            <a:spAutoFit/>
          </a:bodyPr>
          <a:lstStyle/>
          <a:p>
            <a:pPr algn="ctr" eaLnBrk="1" fontAlgn="auto" hangingPunct="1">
              <a:spcBef>
                <a:spcPts val="0"/>
              </a:spcBef>
              <a:spcAft>
                <a:spcPts val="0"/>
              </a:spcAft>
              <a:defRPr/>
            </a:pPr>
            <a:r>
              <a:rPr kumimoji="0" lang="es-MX" sz="900" b="1" i="0" u="none" strike="noStrike" kern="1200" cap="none" spc="0" normalizeH="0" baseline="0" noProof="0" dirty="0">
                <a:ln>
                  <a:noFill/>
                </a:ln>
                <a:solidFill>
                  <a:srgbClr val="07272D"/>
                </a:solidFill>
                <a:effectLst/>
                <a:uLnTx/>
                <a:uFillTx/>
                <a:latin typeface="Poppins SemiBold" panose="00000700000000000000" pitchFamily="2" charset="0"/>
                <a:cs typeface="Poppins SemiBold" panose="00000700000000000000" pitchFamily="2" charset="0"/>
              </a:rPr>
              <a:t>Recibimos la certificación como Operador económico autorizado - OEA</a:t>
            </a:r>
            <a:endParaRPr lang="es-CO" sz="900" b="1" dirty="0">
              <a:solidFill>
                <a:srgbClr val="07272D"/>
              </a:solidFill>
              <a:latin typeface="Poppins SemiBold" panose="00000700000000000000" pitchFamily="2" charset="0"/>
              <a:cs typeface="Poppins SemiBold" panose="00000700000000000000" pitchFamily="2" charset="0"/>
            </a:endParaRPr>
          </a:p>
        </p:txBody>
      </p:sp>
      <p:sp>
        <p:nvSpPr>
          <p:cNvPr id="23" name="TextBox 48">
            <a:extLst>
              <a:ext uri="{FF2B5EF4-FFF2-40B4-BE49-F238E27FC236}">
                <a16:creationId xmlns:a16="http://schemas.microsoft.com/office/drawing/2014/main" id="{D4C9B701-1887-FA5C-1034-B3E7D7C49C20}"/>
              </a:ext>
            </a:extLst>
          </p:cNvPr>
          <p:cNvSpPr txBox="1"/>
          <p:nvPr/>
        </p:nvSpPr>
        <p:spPr>
          <a:xfrm>
            <a:off x="9245632" y="3146204"/>
            <a:ext cx="968524" cy="369332"/>
          </a:xfrm>
          <a:prstGeom prst="rect">
            <a:avLst/>
          </a:prstGeom>
          <a:noFill/>
        </p:spPr>
        <p:txBody>
          <a:bodyPr wrap="square" anchor="ctr">
            <a:spAutoFit/>
          </a:bodyPr>
          <a:lstStyle/>
          <a:p>
            <a:pPr algn="ctr" eaLnBrk="1" fontAlgn="auto" hangingPunct="1">
              <a:spcBef>
                <a:spcPts val="0"/>
              </a:spcBef>
              <a:spcAft>
                <a:spcPts val="0"/>
              </a:spcAft>
              <a:defRPr/>
            </a:pPr>
            <a:r>
              <a:rPr lang="en-US" b="1" dirty="0">
                <a:solidFill>
                  <a:srgbClr val="07272D"/>
                </a:solidFill>
                <a:latin typeface="Poppins" panose="00000500000000000000" pitchFamily="2" charset="0"/>
                <a:cs typeface="Poppins" panose="00000500000000000000" pitchFamily="2" charset="0"/>
              </a:rPr>
              <a:t>2023</a:t>
            </a:r>
          </a:p>
        </p:txBody>
      </p:sp>
      <p:sp>
        <p:nvSpPr>
          <p:cNvPr id="24" name="TextBox 12">
            <a:extLst>
              <a:ext uri="{FF2B5EF4-FFF2-40B4-BE49-F238E27FC236}">
                <a16:creationId xmlns:a16="http://schemas.microsoft.com/office/drawing/2014/main" id="{FC338125-00DF-BD9D-193A-75FAB1C7123F}"/>
              </a:ext>
            </a:extLst>
          </p:cNvPr>
          <p:cNvSpPr txBox="1"/>
          <p:nvPr/>
        </p:nvSpPr>
        <p:spPr>
          <a:xfrm>
            <a:off x="863000" y="3143529"/>
            <a:ext cx="754714" cy="369332"/>
          </a:xfrm>
          <a:prstGeom prst="rect">
            <a:avLst/>
          </a:prstGeom>
          <a:noFill/>
        </p:spPr>
        <p:txBody>
          <a:bodyPr wrap="square" anchor="ctr">
            <a:spAutoFit/>
          </a:bodyPr>
          <a:lstStyle/>
          <a:p>
            <a:pPr algn="ctr" eaLnBrk="1" fontAlgn="auto" hangingPunct="1">
              <a:spcBef>
                <a:spcPts val="0"/>
              </a:spcBef>
              <a:spcAft>
                <a:spcPts val="0"/>
              </a:spcAft>
              <a:defRPr/>
            </a:pPr>
            <a:r>
              <a:rPr lang="en-US" b="1" dirty="0">
                <a:solidFill>
                  <a:srgbClr val="07272D"/>
                </a:solidFill>
                <a:latin typeface="Poppins" panose="00000500000000000000" pitchFamily="2" charset="0"/>
                <a:cs typeface="Poppins" panose="00000500000000000000" pitchFamily="2" charset="0"/>
              </a:rPr>
              <a:t>1982</a:t>
            </a:r>
          </a:p>
        </p:txBody>
      </p:sp>
      <p:sp>
        <p:nvSpPr>
          <p:cNvPr id="26" name="TextBox 14">
            <a:extLst>
              <a:ext uri="{FF2B5EF4-FFF2-40B4-BE49-F238E27FC236}">
                <a16:creationId xmlns:a16="http://schemas.microsoft.com/office/drawing/2014/main" id="{52D2E789-D200-FDED-A2C7-370655295E6F}"/>
              </a:ext>
            </a:extLst>
          </p:cNvPr>
          <p:cNvSpPr txBox="1"/>
          <p:nvPr/>
        </p:nvSpPr>
        <p:spPr>
          <a:xfrm>
            <a:off x="634373" y="3587036"/>
            <a:ext cx="1211968" cy="230832"/>
          </a:xfrm>
          <a:prstGeom prst="rect">
            <a:avLst/>
          </a:prstGeom>
          <a:noFill/>
        </p:spPr>
        <p:txBody>
          <a:bodyPr wrap="square">
            <a:spAutoFit/>
          </a:bodyPr>
          <a:lstStyle/>
          <a:p>
            <a:pPr algn="ctr" eaLnBrk="1" fontAlgn="auto" hangingPunct="1">
              <a:spcBef>
                <a:spcPts val="0"/>
              </a:spcBef>
              <a:spcAft>
                <a:spcPts val="0"/>
              </a:spcAft>
              <a:defRPr/>
            </a:pPr>
            <a:r>
              <a:rPr lang="en-US" sz="900" b="1" dirty="0">
                <a:solidFill>
                  <a:srgbClr val="07272D"/>
                </a:solidFill>
                <a:latin typeface="Poppins SemiBold" panose="00000700000000000000" pitchFamily="2" charset="0"/>
                <a:cs typeface="Poppins SemiBold" panose="00000700000000000000" pitchFamily="2" charset="0"/>
              </a:rPr>
              <a:t>Fundación</a:t>
            </a:r>
            <a:endParaRPr lang="en-ID" sz="900" b="1" dirty="0">
              <a:solidFill>
                <a:srgbClr val="07272D"/>
              </a:solidFill>
              <a:latin typeface="Poppins SemiBold" panose="00000700000000000000" pitchFamily="2" charset="0"/>
              <a:cs typeface="Poppins SemiBold" panose="00000700000000000000" pitchFamily="2" charset="0"/>
            </a:endParaRPr>
          </a:p>
        </p:txBody>
      </p:sp>
      <p:sp>
        <p:nvSpPr>
          <p:cNvPr id="31" name="CuadroTexto 30">
            <a:extLst>
              <a:ext uri="{FF2B5EF4-FFF2-40B4-BE49-F238E27FC236}">
                <a16:creationId xmlns:a16="http://schemas.microsoft.com/office/drawing/2014/main" id="{95362A88-180C-B1C5-38D9-04841DF4A12C}"/>
              </a:ext>
            </a:extLst>
          </p:cNvPr>
          <p:cNvSpPr txBox="1"/>
          <p:nvPr/>
        </p:nvSpPr>
        <p:spPr>
          <a:xfrm>
            <a:off x="9223014" y="3587036"/>
            <a:ext cx="1013760"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900" b="1" i="0" u="none" strike="noStrike" kern="1200" cap="none" spc="0" normalizeH="0" baseline="0" noProof="0" dirty="0">
                <a:ln>
                  <a:noFill/>
                </a:ln>
                <a:solidFill>
                  <a:srgbClr val="07272D"/>
                </a:solidFill>
                <a:effectLst/>
                <a:uLnTx/>
                <a:uFillTx/>
                <a:latin typeface="Poppins SemiBold" panose="00000700000000000000" pitchFamily="2" charset="0"/>
                <a:cs typeface="Poppins SemiBold" panose="00000700000000000000" pitchFamily="2" charset="0"/>
              </a:rPr>
              <a:t>QP inicia su expansión internacional,                      en Ecuador</a:t>
            </a:r>
          </a:p>
        </p:txBody>
      </p:sp>
      <p:sp>
        <p:nvSpPr>
          <p:cNvPr id="56" name="Elipse 55">
            <a:extLst>
              <a:ext uri="{FF2B5EF4-FFF2-40B4-BE49-F238E27FC236}">
                <a16:creationId xmlns:a16="http://schemas.microsoft.com/office/drawing/2014/main" id="{728B437F-12B9-AB67-4535-BD32207C9211}"/>
              </a:ext>
            </a:extLst>
          </p:cNvPr>
          <p:cNvSpPr/>
          <p:nvPr/>
        </p:nvSpPr>
        <p:spPr>
          <a:xfrm>
            <a:off x="2146813" y="1540134"/>
            <a:ext cx="1018202" cy="1018202"/>
          </a:xfrm>
          <a:prstGeom prst="ellipse">
            <a:avLst/>
          </a:prstGeom>
          <a:blipFill dpi="0" rotWithShape="1">
            <a:blip r:embed="rId2" cstate="email"/>
            <a:srcRect/>
            <a:stretch>
              <a:fillRect l="-3641" r="-364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latin typeface="Montserrat" panose="02000505000000020004" pitchFamily="2" charset="0"/>
            </a:endParaRPr>
          </a:p>
        </p:txBody>
      </p:sp>
      <p:sp>
        <p:nvSpPr>
          <p:cNvPr id="63" name="Rectangle: Single Corner Rounded 14">
            <a:extLst>
              <a:ext uri="{FF2B5EF4-FFF2-40B4-BE49-F238E27FC236}">
                <a16:creationId xmlns:a16="http://schemas.microsoft.com/office/drawing/2014/main" id="{76C09006-6840-570B-A573-CD2A796B6E5B}"/>
              </a:ext>
            </a:extLst>
          </p:cNvPr>
          <p:cNvSpPr/>
          <p:nvPr/>
        </p:nvSpPr>
        <p:spPr bwMode="auto">
          <a:xfrm>
            <a:off x="7796291" y="1478080"/>
            <a:ext cx="1037614" cy="1037614"/>
          </a:xfrm>
          <a:prstGeom prst="ellipse">
            <a:avLst/>
          </a:prstGeom>
          <a:blipFill>
            <a:blip r:embed="rId3">
              <a:extLst>
                <a:ext uri="{28A0092B-C50C-407E-A947-70E740481C1C}">
                  <a14:useLocalDpi xmlns:a14="http://schemas.microsoft.com/office/drawing/2010/main" val="0"/>
                </a:ext>
              </a:extLst>
            </a:blip>
            <a:srcRect/>
            <a:stretch>
              <a:fillRect l="-4348" r="-4348"/>
            </a:stretch>
          </a:blip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50000"/>
              </a:lnSpc>
              <a:defRPr/>
            </a:pPr>
            <a:endParaRPr lang="en-US" sz="1100" b="1" dirty="0">
              <a:solidFill>
                <a:schemeClr val="bg2"/>
              </a:solidFill>
              <a:ea typeface="Times New Roman" panose="02020603050405020304" pitchFamily="18" charset="0"/>
              <a:cs typeface="Raleway" pitchFamily="34" charset="0"/>
            </a:endParaRPr>
          </a:p>
        </p:txBody>
      </p:sp>
      <p:sp>
        <p:nvSpPr>
          <p:cNvPr id="64" name="Elipse 63">
            <a:extLst>
              <a:ext uri="{FF2B5EF4-FFF2-40B4-BE49-F238E27FC236}">
                <a16:creationId xmlns:a16="http://schemas.microsoft.com/office/drawing/2014/main" id="{2B1C18E4-8E5F-27D5-BFA3-A44BA373810A}"/>
              </a:ext>
            </a:extLst>
          </p:cNvPr>
          <p:cNvSpPr/>
          <p:nvPr/>
        </p:nvSpPr>
        <p:spPr bwMode="auto">
          <a:xfrm>
            <a:off x="9211087" y="1472606"/>
            <a:ext cx="1037614" cy="1037614"/>
          </a:xfrm>
          <a:prstGeom prst="ellipse">
            <a:avLst/>
          </a:prstGeom>
          <a:blipFill>
            <a:blip r:embed="rId4">
              <a:extLst>
                <a:ext uri="{28A0092B-C50C-407E-A947-70E740481C1C}">
                  <a14:useLocalDpi xmlns:a14="http://schemas.microsoft.com/office/drawing/2010/main" val="0"/>
                </a:ext>
              </a:extLst>
            </a:blip>
            <a:srcRect/>
            <a:stretch>
              <a:fillRect l="-4348" r="-434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sz="1600" dirty="0"/>
          </a:p>
        </p:txBody>
      </p:sp>
      <p:grpSp>
        <p:nvGrpSpPr>
          <p:cNvPr id="75" name="Group 74">
            <a:extLst>
              <a:ext uri="{FF2B5EF4-FFF2-40B4-BE49-F238E27FC236}">
                <a16:creationId xmlns:a16="http://schemas.microsoft.com/office/drawing/2014/main" id="{61F61CD1-17D7-F928-66FF-5FFB5758CACF}"/>
              </a:ext>
            </a:extLst>
          </p:cNvPr>
          <p:cNvGrpSpPr/>
          <p:nvPr/>
        </p:nvGrpSpPr>
        <p:grpSpPr>
          <a:xfrm>
            <a:off x="730573" y="1528269"/>
            <a:ext cx="1019568" cy="1018202"/>
            <a:chOff x="795439" y="1907538"/>
            <a:chExt cx="813600" cy="812511"/>
          </a:xfrm>
        </p:grpSpPr>
        <p:sp>
          <p:nvSpPr>
            <p:cNvPr id="52" name="Elipse 51">
              <a:extLst>
                <a:ext uri="{FF2B5EF4-FFF2-40B4-BE49-F238E27FC236}">
                  <a16:creationId xmlns:a16="http://schemas.microsoft.com/office/drawing/2014/main" id="{1FAAF0DF-FF56-B0D4-350B-10C541F0A60C}"/>
                </a:ext>
              </a:extLst>
            </p:cNvPr>
            <p:cNvSpPr/>
            <p:nvPr/>
          </p:nvSpPr>
          <p:spPr>
            <a:xfrm>
              <a:off x="795439" y="1907538"/>
              <a:ext cx="813600" cy="812511"/>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s-CO">
                <a:latin typeface="Montserrat" panose="02000505000000020004" pitchFamily="2" charset="0"/>
              </a:endParaRPr>
            </a:p>
          </p:txBody>
        </p:sp>
        <p:pic>
          <p:nvPicPr>
            <p:cNvPr id="54" name="Imagen 44">
              <a:extLst>
                <a:ext uri="{FF2B5EF4-FFF2-40B4-BE49-F238E27FC236}">
                  <a16:creationId xmlns:a16="http://schemas.microsoft.com/office/drawing/2014/main" id="{F0F3E8FF-1D64-5815-7F17-ECA6605E5E2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1116" y="2209801"/>
              <a:ext cx="602248" cy="207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6" name="Group 75">
            <a:extLst>
              <a:ext uri="{FF2B5EF4-FFF2-40B4-BE49-F238E27FC236}">
                <a16:creationId xmlns:a16="http://schemas.microsoft.com/office/drawing/2014/main" id="{F62A9A5A-DA0B-2DBB-FE46-BC9332FEA4C3}"/>
              </a:ext>
            </a:extLst>
          </p:cNvPr>
          <p:cNvGrpSpPr/>
          <p:nvPr/>
        </p:nvGrpSpPr>
        <p:grpSpPr>
          <a:xfrm>
            <a:off x="6390518" y="1494139"/>
            <a:ext cx="1019568" cy="1019568"/>
            <a:chOff x="6518379" y="1873547"/>
            <a:chExt cx="813600" cy="813600"/>
          </a:xfrm>
        </p:grpSpPr>
        <p:sp>
          <p:nvSpPr>
            <p:cNvPr id="68" name="Elipse 67">
              <a:extLst>
                <a:ext uri="{FF2B5EF4-FFF2-40B4-BE49-F238E27FC236}">
                  <a16:creationId xmlns:a16="http://schemas.microsoft.com/office/drawing/2014/main" id="{6994FF0A-934D-5EA0-7805-898E400B89A5}"/>
                </a:ext>
              </a:extLst>
            </p:cNvPr>
            <p:cNvSpPr/>
            <p:nvPr/>
          </p:nvSpPr>
          <p:spPr>
            <a:xfrm>
              <a:off x="6519468" y="1873547"/>
              <a:ext cx="812511" cy="812511"/>
            </a:xfrm>
            <a:prstGeom prst="ellipse">
              <a:avLst/>
            </a:prstGeom>
            <a:blipFill dpi="0" rotWithShape="1">
              <a:blip r:embed="rId6" cstate="email"/>
              <a:srcRect/>
              <a:stretch>
                <a:fillRect l="-3730" r="-373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latin typeface="Montserrat" panose="02000505000000020004" pitchFamily="2" charset="0"/>
              </a:endParaRPr>
            </a:p>
          </p:txBody>
        </p:sp>
        <p:grpSp>
          <p:nvGrpSpPr>
            <p:cNvPr id="46" name="Group 45">
              <a:extLst>
                <a:ext uri="{FF2B5EF4-FFF2-40B4-BE49-F238E27FC236}">
                  <a16:creationId xmlns:a16="http://schemas.microsoft.com/office/drawing/2014/main" id="{7945CE86-8CDB-7763-F619-4B7A7F58BD3F}"/>
                </a:ext>
              </a:extLst>
            </p:cNvPr>
            <p:cNvGrpSpPr/>
            <p:nvPr/>
          </p:nvGrpSpPr>
          <p:grpSpPr>
            <a:xfrm>
              <a:off x="6518379" y="1873547"/>
              <a:ext cx="813600" cy="813600"/>
              <a:chOff x="6371048" y="2727680"/>
              <a:chExt cx="813600" cy="813600"/>
            </a:xfrm>
          </p:grpSpPr>
          <p:sp>
            <p:nvSpPr>
              <p:cNvPr id="70" name="Rectangle: Single Corner Rounded 14">
                <a:extLst>
                  <a:ext uri="{FF2B5EF4-FFF2-40B4-BE49-F238E27FC236}">
                    <a16:creationId xmlns:a16="http://schemas.microsoft.com/office/drawing/2014/main" id="{5D940247-1623-4A35-42BE-C3CC0BDA3F23}"/>
                  </a:ext>
                </a:extLst>
              </p:cNvPr>
              <p:cNvSpPr/>
              <p:nvPr/>
            </p:nvSpPr>
            <p:spPr>
              <a:xfrm>
                <a:off x="6371048" y="2727680"/>
                <a:ext cx="813600" cy="813600"/>
              </a:xfrm>
              <a:prstGeom prst="ellipse">
                <a:avLst/>
              </a:prstGeom>
              <a:solidFill>
                <a:schemeClr val="accent1">
                  <a:lumMod val="40000"/>
                  <a:lumOff val="6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50000"/>
                  </a:lnSpc>
                  <a:defRPr/>
                </a:pPr>
                <a:endParaRPr lang="en-US" sz="1200" b="1" dirty="0">
                  <a:solidFill>
                    <a:schemeClr val="bg2"/>
                  </a:solidFill>
                  <a:latin typeface="Montserrat" panose="02000505000000020004" pitchFamily="2" charset="0"/>
                  <a:ea typeface="Times New Roman" panose="02020603050405020304" pitchFamily="18" charset="0"/>
                  <a:cs typeface="Raleway" pitchFamily="34" charset="0"/>
                </a:endParaRPr>
              </a:p>
            </p:txBody>
          </p:sp>
          <p:pic>
            <p:nvPicPr>
              <p:cNvPr id="71" name="Picture 4" descr="Sabic Logo - PNG and Vector - Logo Download">
                <a:extLst>
                  <a:ext uri="{FF2B5EF4-FFF2-40B4-BE49-F238E27FC236}">
                    <a16:creationId xmlns:a16="http://schemas.microsoft.com/office/drawing/2014/main" id="{80233B2F-C8CE-CEE7-0FA2-F75663D2E30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91836" y="2983602"/>
                <a:ext cx="572025" cy="301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35" name="Rectangle 13">
            <a:extLst>
              <a:ext uri="{FF2B5EF4-FFF2-40B4-BE49-F238E27FC236}">
                <a16:creationId xmlns:a16="http://schemas.microsoft.com/office/drawing/2014/main" id="{863CFD53-904D-243B-CFA0-5D954E88AF57}"/>
              </a:ext>
            </a:extLst>
          </p:cNvPr>
          <p:cNvSpPr>
            <a:spLocks noChangeArrowheads="1"/>
          </p:cNvSpPr>
          <p:nvPr/>
        </p:nvSpPr>
        <p:spPr bwMode="auto">
          <a:xfrm>
            <a:off x="753368" y="3875801"/>
            <a:ext cx="969469" cy="1469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Source Sans Pro" panose="020B0503030403020204" pitchFamily="34" charset="0"/>
              </a:defRPr>
            </a:lvl1pPr>
            <a:lvl2pPr marL="742950" indent="-285750">
              <a:defRPr>
                <a:solidFill>
                  <a:schemeClr val="tx1"/>
                </a:solidFill>
                <a:latin typeface="Source Sans Pro" panose="020B0503030403020204" pitchFamily="34" charset="0"/>
              </a:defRPr>
            </a:lvl2pPr>
            <a:lvl3pPr marL="1143000" indent="-228600">
              <a:defRPr>
                <a:solidFill>
                  <a:schemeClr val="tx1"/>
                </a:solidFill>
                <a:latin typeface="Source Sans Pro" panose="020B0503030403020204" pitchFamily="34" charset="0"/>
              </a:defRPr>
            </a:lvl3pPr>
            <a:lvl4pPr marL="1600200" indent="-228600">
              <a:defRPr>
                <a:solidFill>
                  <a:schemeClr val="tx1"/>
                </a:solidFill>
                <a:latin typeface="Source Sans Pro" panose="020B0503030403020204" pitchFamily="34" charset="0"/>
              </a:defRPr>
            </a:lvl4pPr>
            <a:lvl5pPr marL="2057400" indent="-228600">
              <a:defRPr>
                <a:solidFill>
                  <a:schemeClr val="tx1"/>
                </a:solidFill>
                <a:latin typeface="Source Sans Pro" panose="020B0503030403020204" pitchFamily="34" charset="0"/>
              </a:defRPr>
            </a:lvl5pPr>
            <a:lvl6pPr marL="2514600" indent="-228600" eaLnBrk="0" fontAlgn="base" hangingPunct="0">
              <a:spcBef>
                <a:spcPct val="0"/>
              </a:spcBef>
              <a:spcAft>
                <a:spcPct val="0"/>
              </a:spcAft>
              <a:defRPr>
                <a:solidFill>
                  <a:schemeClr val="tx1"/>
                </a:solidFill>
                <a:latin typeface="Source Sans Pro" panose="020B0503030403020204" pitchFamily="34" charset="0"/>
              </a:defRPr>
            </a:lvl6pPr>
            <a:lvl7pPr marL="2971800" indent="-228600" eaLnBrk="0" fontAlgn="base" hangingPunct="0">
              <a:spcBef>
                <a:spcPct val="0"/>
              </a:spcBef>
              <a:spcAft>
                <a:spcPct val="0"/>
              </a:spcAft>
              <a:defRPr>
                <a:solidFill>
                  <a:schemeClr val="tx1"/>
                </a:solidFill>
                <a:latin typeface="Source Sans Pro" panose="020B0503030403020204" pitchFamily="34" charset="0"/>
              </a:defRPr>
            </a:lvl7pPr>
            <a:lvl8pPr marL="3429000" indent="-228600" eaLnBrk="0" fontAlgn="base" hangingPunct="0">
              <a:spcBef>
                <a:spcPct val="0"/>
              </a:spcBef>
              <a:spcAft>
                <a:spcPct val="0"/>
              </a:spcAft>
              <a:defRPr>
                <a:solidFill>
                  <a:schemeClr val="tx1"/>
                </a:solidFill>
                <a:latin typeface="Source Sans Pro" panose="020B0503030403020204" pitchFamily="34" charset="0"/>
              </a:defRPr>
            </a:lvl8pPr>
            <a:lvl9pPr marL="3886200" indent="-228600" eaLnBrk="0" fontAlgn="base" hangingPunct="0">
              <a:spcBef>
                <a:spcPct val="0"/>
              </a:spcBef>
              <a:spcAft>
                <a:spcPct val="0"/>
              </a:spcAft>
              <a:defRPr>
                <a:solidFill>
                  <a:schemeClr val="tx1"/>
                </a:solidFill>
                <a:latin typeface="Source Sans Pro" panose="020B0503030403020204" pitchFamily="34" charset="0"/>
              </a:defRPr>
            </a:lvl9p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es-CO" altLang="es-CO" sz="800" b="0" i="0" u="none" strike="noStrike" kern="1200" cap="none" spc="0" normalizeH="0" baseline="0" noProof="0" dirty="0">
                <a:ln>
                  <a:noFill/>
                </a:ln>
                <a:effectLst/>
                <a:uLnTx/>
                <a:uFillTx/>
                <a:latin typeface="+mj-lt"/>
                <a:ea typeface="Inter" panose="02000503000000020004" pitchFamily="2" charset="0"/>
              </a:rPr>
              <a:t>Quimicoplásticos se estableció como distribuidor de resinas                     de poliestireno, producidas                      por </a:t>
            </a:r>
            <a:r>
              <a:rPr kumimoji="0" lang="es-CO" altLang="es-CO" sz="800" i="0" u="none" strike="noStrike" kern="1200" cap="none" spc="0" normalizeH="0" baseline="0" noProof="0" dirty="0">
                <a:ln>
                  <a:noFill/>
                </a:ln>
                <a:effectLst/>
                <a:uLnTx/>
                <a:uFillTx/>
                <a:latin typeface="+mj-lt"/>
                <a:ea typeface="Inter" panose="02000503000000020004" pitchFamily="2" charset="0"/>
              </a:rPr>
              <a:t>Dow Química de Colombia, </a:t>
            </a:r>
            <a:r>
              <a:rPr kumimoji="0" lang="es-CO" altLang="es-CO" sz="800" b="0" i="0" u="none" strike="noStrike" kern="1200" cap="none" spc="0" normalizeH="0" baseline="0" noProof="0" dirty="0">
                <a:ln>
                  <a:noFill/>
                </a:ln>
                <a:effectLst/>
                <a:uLnTx/>
                <a:uFillTx/>
                <a:latin typeface="+mj-lt"/>
                <a:ea typeface="Inter" panose="02000503000000020004" pitchFamily="2" charset="0"/>
              </a:rPr>
              <a:t>
en Cartagena, Colombia.</a:t>
            </a:r>
            <a:endParaRPr kumimoji="0" lang="en-US" altLang="en-US" sz="800" b="0" i="0" u="none" strike="noStrike" kern="1200" cap="none" spc="0" normalizeH="0" baseline="0" noProof="0" dirty="0">
              <a:ln>
                <a:noFill/>
              </a:ln>
              <a:effectLst/>
              <a:uLnTx/>
              <a:uFillTx/>
              <a:latin typeface="+mj-lt"/>
              <a:ea typeface="Inter" panose="02000503000000020004" pitchFamily="2" charset="0"/>
            </a:endParaRPr>
          </a:p>
        </p:txBody>
      </p:sp>
      <p:sp>
        <p:nvSpPr>
          <p:cNvPr id="36" name="Rectangle 53">
            <a:extLst>
              <a:ext uri="{FF2B5EF4-FFF2-40B4-BE49-F238E27FC236}">
                <a16:creationId xmlns:a16="http://schemas.microsoft.com/office/drawing/2014/main" id="{AC1297E7-EB66-6C0F-83A8-5FDC4C8ABE75}"/>
              </a:ext>
            </a:extLst>
          </p:cNvPr>
          <p:cNvSpPr>
            <a:spLocks noChangeArrowheads="1"/>
          </p:cNvSpPr>
          <p:nvPr/>
        </p:nvSpPr>
        <p:spPr bwMode="auto">
          <a:xfrm>
            <a:off x="4992599" y="4307542"/>
            <a:ext cx="1006607" cy="132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Source Sans Pro" panose="020B0503030403020204" pitchFamily="34" charset="0"/>
              </a:defRPr>
            </a:lvl1pPr>
            <a:lvl2pPr marL="742950" indent="-285750">
              <a:defRPr>
                <a:solidFill>
                  <a:schemeClr val="tx1"/>
                </a:solidFill>
                <a:latin typeface="Source Sans Pro" panose="020B0503030403020204" pitchFamily="34" charset="0"/>
              </a:defRPr>
            </a:lvl2pPr>
            <a:lvl3pPr marL="1143000" indent="-228600">
              <a:defRPr>
                <a:solidFill>
                  <a:schemeClr val="tx1"/>
                </a:solidFill>
                <a:latin typeface="Source Sans Pro" panose="020B0503030403020204" pitchFamily="34" charset="0"/>
              </a:defRPr>
            </a:lvl3pPr>
            <a:lvl4pPr marL="1600200" indent="-228600">
              <a:defRPr>
                <a:solidFill>
                  <a:schemeClr val="tx1"/>
                </a:solidFill>
                <a:latin typeface="Source Sans Pro" panose="020B0503030403020204" pitchFamily="34" charset="0"/>
              </a:defRPr>
            </a:lvl4pPr>
            <a:lvl5pPr marL="2057400" indent="-228600">
              <a:defRPr>
                <a:solidFill>
                  <a:schemeClr val="tx1"/>
                </a:solidFill>
                <a:latin typeface="Source Sans Pro" panose="020B0503030403020204" pitchFamily="34" charset="0"/>
              </a:defRPr>
            </a:lvl5pPr>
            <a:lvl6pPr marL="2514600" indent="-228600" eaLnBrk="0" fontAlgn="base" hangingPunct="0">
              <a:spcBef>
                <a:spcPct val="0"/>
              </a:spcBef>
              <a:spcAft>
                <a:spcPct val="0"/>
              </a:spcAft>
              <a:defRPr>
                <a:solidFill>
                  <a:schemeClr val="tx1"/>
                </a:solidFill>
                <a:latin typeface="Source Sans Pro" panose="020B0503030403020204" pitchFamily="34" charset="0"/>
              </a:defRPr>
            </a:lvl6pPr>
            <a:lvl7pPr marL="2971800" indent="-228600" eaLnBrk="0" fontAlgn="base" hangingPunct="0">
              <a:spcBef>
                <a:spcPct val="0"/>
              </a:spcBef>
              <a:spcAft>
                <a:spcPct val="0"/>
              </a:spcAft>
              <a:defRPr>
                <a:solidFill>
                  <a:schemeClr val="tx1"/>
                </a:solidFill>
                <a:latin typeface="Source Sans Pro" panose="020B0503030403020204" pitchFamily="34" charset="0"/>
              </a:defRPr>
            </a:lvl7pPr>
            <a:lvl8pPr marL="3429000" indent="-228600" eaLnBrk="0" fontAlgn="base" hangingPunct="0">
              <a:spcBef>
                <a:spcPct val="0"/>
              </a:spcBef>
              <a:spcAft>
                <a:spcPct val="0"/>
              </a:spcAft>
              <a:defRPr>
                <a:solidFill>
                  <a:schemeClr val="tx1"/>
                </a:solidFill>
                <a:latin typeface="Source Sans Pro" panose="020B0503030403020204" pitchFamily="34" charset="0"/>
              </a:defRPr>
            </a:lvl8pPr>
            <a:lvl9pPr marL="3886200" indent="-228600" eaLnBrk="0" fontAlgn="base" hangingPunct="0">
              <a:spcBef>
                <a:spcPct val="0"/>
              </a:spcBef>
              <a:spcAft>
                <a:spcPct val="0"/>
              </a:spcAft>
              <a:defRPr>
                <a:solidFill>
                  <a:schemeClr val="tx1"/>
                </a:solidFill>
                <a:latin typeface="Source Sans Pro" panose="020B0503030403020204" pitchFamily="34" charset="0"/>
              </a:defRPr>
            </a:lvl9p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es-CO" altLang="es-CO" sz="800" b="0" i="0" u="none" strike="noStrike" kern="1200" cap="none" spc="0" normalizeH="0" baseline="0" noProof="0" dirty="0">
                <a:ln>
                  <a:noFill/>
                </a:ln>
                <a:effectLst/>
                <a:uLnTx/>
                <a:uFillTx/>
                <a:latin typeface="+mj-lt"/>
                <a:ea typeface="Inter" panose="02000503000000020004" pitchFamily="2" charset="0"/>
              </a:rPr>
              <a:t>Empresa   comercial                       con sede en               Costa Rica creada para expandir nuestras ventas                en los grandes convertidores                            de plásticos.</a:t>
            </a:r>
            <a:endParaRPr kumimoji="0" lang="en-ID" altLang="en-US" sz="800" b="0" i="0" u="none" strike="noStrike" kern="1200" cap="none" spc="0" normalizeH="0" baseline="0" noProof="0" dirty="0">
              <a:ln>
                <a:noFill/>
              </a:ln>
              <a:effectLst/>
              <a:uLnTx/>
              <a:uFillTx/>
              <a:latin typeface="+mj-lt"/>
              <a:ea typeface="Inter" panose="02000503000000020004" pitchFamily="2" charset="0"/>
              <a:cs typeface="Raleway" pitchFamily="2" charset="0"/>
            </a:endParaRPr>
          </a:p>
        </p:txBody>
      </p:sp>
      <p:sp>
        <p:nvSpPr>
          <p:cNvPr id="37" name="Rectangle 53">
            <a:extLst>
              <a:ext uri="{FF2B5EF4-FFF2-40B4-BE49-F238E27FC236}">
                <a16:creationId xmlns:a16="http://schemas.microsoft.com/office/drawing/2014/main" id="{4439A134-302C-DA43-C904-258D055644F0}"/>
              </a:ext>
            </a:extLst>
          </p:cNvPr>
          <p:cNvSpPr>
            <a:spLocks noChangeArrowheads="1"/>
          </p:cNvSpPr>
          <p:nvPr/>
        </p:nvSpPr>
        <p:spPr bwMode="auto">
          <a:xfrm>
            <a:off x="2213205" y="4307542"/>
            <a:ext cx="885418" cy="1469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Source Sans Pro" panose="020B0503030403020204" pitchFamily="34" charset="0"/>
              </a:defRPr>
            </a:lvl1pPr>
            <a:lvl2pPr marL="742950" indent="-285750">
              <a:defRPr>
                <a:solidFill>
                  <a:schemeClr val="tx1"/>
                </a:solidFill>
                <a:latin typeface="Source Sans Pro" panose="020B0503030403020204" pitchFamily="34" charset="0"/>
              </a:defRPr>
            </a:lvl2pPr>
            <a:lvl3pPr marL="1143000" indent="-228600">
              <a:defRPr>
                <a:solidFill>
                  <a:schemeClr val="tx1"/>
                </a:solidFill>
                <a:latin typeface="Source Sans Pro" panose="020B0503030403020204" pitchFamily="34" charset="0"/>
              </a:defRPr>
            </a:lvl3pPr>
            <a:lvl4pPr marL="1600200" indent="-228600">
              <a:defRPr>
                <a:solidFill>
                  <a:schemeClr val="tx1"/>
                </a:solidFill>
                <a:latin typeface="Source Sans Pro" panose="020B0503030403020204" pitchFamily="34" charset="0"/>
              </a:defRPr>
            </a:lvl4pPr>
            <a:lvl5pPr marL="2057400" indent="-228600">
              <a:defRPr>
                <a:solidFill>
                  <a:schemeClr val="tx1"/>
                </a:solidFill>
                <a:latin typeface="Source Sans Pro" panose="020B0503030403020204" pitchFamily="34" charset="0"/>
              </a:defRPr>
            </a:lvl5pPr>
            <a:lvl6pPr marL="2514600" indent="-228600" eaLnBrk="0" fontAlgn="base" hangingPunct="0">
              <a:spcBef>
                <a:spcPct val="0"/>
              </a:spcBef>
              <a:spcAft>
                <a:spcPct val="0"/>
              </a:spcAft>
              <a:defRPr>
                <a:solidFill>
                  <a:schemeClr val="tx1"/>
                </a:solidFill>
                <a:latin typeface="Source Sans Pro" panose="020B0503030403020204" pitchFamily="34" charset="0"/>
              </a:defRPr>
            </a:lvl6pPr>
            <a:lvl7pPr marL="2971800" indent="-228600" eaLnBrk="0" fontAlgn="base" hangingPunct="0">
              <a:spcBef>
                <a:spcPct val="0"/>
              </a:spcBef>
              <a:spcAft>
                <a:spcPct val="0"/>
              </a:spcAft>
              <a:defRPr>
                <a:solidFill>
                  <a:schemeClr val="tx1"/>
                </a:solidFill>
                <a:latin typeface="Source Sans Pro" panose="020B0503030403020204" pitchFamily="34" charset="0"/>
              </a:defRPr>
            </a:lvl7pPr>
            <a:lvl8pPr marL="3429000" indent="-228600" eaLnBrk="0" fontAlgn="base" hangingPunct="0">
              <a:spcBef>
                <a:spcPct val="0"/>
              </a:spcBef>
              <a:spcAft>
                <a:spcPct val="0"/>
              </a:spcAft>
              <a:defRPr>
                <a:solidFill>
                  <a:schemeClr val="tx1"/>
                </a:solidFill>
                <a:latin typeface="Source Sans Pro" panose="020B0503030403020204" pitchFamily="34" charset="0"/>
              </a:defRPr>
            </a:lvl8pPr>
            <a:lvl9pPr marL="3886200" indent="-228600" eaLnBrk="0" fontAlgn="base" hangingPunct="0">
              <a:spcBef>
                <a:spcPct val="0"/>
              </a:spcBef>
              <a:spcAft>
                <a:spcPct val="0"/>
              </a:spcAft>
              <a:defRPr>
                <a:solidFill>
                  <a:schemeClr val="tx1"/>
                </a:solidFill>
                <a:latin typeface="Source Sans Pro" panose="020B0503030403020204" pitchFamily="34" charset="0"/>
              </a:defRPr>
            </a:lvl9p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es-CO" altLang="en-US" sz="800" b="0" i="0" u="none" strike="noStrike" kern="1200" cap="none" spc="0" normalizeH="0" baseline="0" noProof="0" dirty="0">
                <a:ln>
                  <a:noFill/>
                </a:ln>
                <a:effectLst/>
                <a:uLnTx/>
                <a:uFillTx/>
                <a:latin typeface="+mj-lt"/>
                <a:ea typeface="Inter" panose="02000503000000020004" pitchFamily="2" charset="0"/>
              </a:rPr>
              <a:t>Quimicoplásticos incursiona en    estas industrias,      a su vez, ampliando el portafolio de materias primas para plástico,  añadiendo pigmentos.</a:t>
            </a:r>
            <a:endParaRPr kumimoji="0" lang="en-US" altLang="en-US" sz="800" b="0" i="0" u="none" strike="noStrike" kern="1200" cap="none" spc="0" normalizeH="0" baseline="0" noProof="0" dirty="0">
              <a:ln>
                <a:noFill/>
              </a:ln>
              <a:effectLst/>
              <a:uLnTx/>
              <a:uFillTx/>
              <a:latin typeface="+mj-lt"/>
              <a:ea typeface="Inter" panose="02000503000000020004" pitchFamily="2" charset="0"/>
            </a:endParaRPr>
          </a:p>
        </p:txBody>
      </p:sp>
      <p:sp>
        <p:nvSpPr>
          <p:cNvPr id="38" name="Rectangle 53">
            <a:extLst>
              <a:ext uri="{FF2B5EF4-FFF2-40B4-BE49-F238E27FC236}">
                <a16:creationId xmlns:a16="http://schemas.microsoft.com/office/drawing/2014/main" id="{407C2318-A905-4C02-C7A9-F08AE5908A7E}"/>
              </a:ext>
            </a:extLst>
          </p:cNvPr>
          <p:cNvSpPr>
            <a:spLocks noChangeArrowheads="1"/>
          </p:cNvSpPr>
          <p:nvPr/>
        </p:nvSpPr>
        <p:spPr bwMode="auto">
          <a:xfrm>
            <a:off x="6579718" y="4307542"/>
            <a:ext cx="641168" cy="582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Source Sans Pro" panose="020B0503030403020204" pitchFamily="34" charset="0"/>
              </a:defRPr>
            </a:lvl1pPr>
            <a:lvl2pPr marL="742950" indent="-285750">
              <a:defRPr>
                <a:solidFill>
                  <a:schemeClr val="tx1"/>
                </a:solidFill>
                <a:latin typeface="Source Sans Pro" panose="020B0503030403020204" pitchFamily="34" charset="0"/>
              </a:defRPr>
            </a:lvl2pPr>
            <a:lvl3pPr marL="1143000" indent="-228600">
              <a:defRPr>
                <a:solidFill>
                  <a:schemeClr val="tx1"/>
                </a:solidFill>
                <a:latin typeface="Source Sans Pro" panose="020B0503030403020204" pitchFamily="34" charset="0"/>
              </a:defRPr>
            </a:lvl3pPr>
            <a:lvl4pPr marL="1600200" indent="-228600">
              <a:defRPr>
                <a:solidFill>
                  <a:schemeClr val="tx1"/>
                </a:solidFill>
                <a:latin typeface="Source Sans Pro" panose="020B0503030403020204" pitchFamily="34" charset="0"/>
              </a:defRPr>
            </a:lvl4pPr>
            <a:lvl5pPr marL="2057400" indent="-228600">
              <a:defRPr>
                <a:solidFill>
                  <a:schemeClr val="tx1"/>
                </a:solidFill>
                <a:latin typeface="Source Sans Pro" panose="020B0503030403020204" pitchFamily="34" charset="0"/>
              </a:defRPr>
            </a:lvl5pPr>
            <a:lvl6pPr marL="2514600" indent="-228600" eaLnBrk="0" fontAlgn="base" hangingPunct="0">
              <a:spcBef>
                <a:spcPct val="0"/>
              </a:spcBef>
              <a:spcAft>
                <a:spcPct val="0"/>
              </a:spcAft>
              <a:defRPr>
                <a:solidFill>
                  <a:schemeClr val="tx1"/>
                </a:solidFill>
                <a:latin typeface="Source Sans Pro" panose="020B0503030403020204" pitchFamily="34" charset="0"/>
              </a:defRPr>
            </a:lvl6pPr>
            <a:lvl7pPr marL="2971800" indent="-228600" eaLnBrk="0" fontAlgn="base" hangingPunct="0">
              <a:spcBef>
                <a:spcPct val="0"/>
              </a:spcBef>
              <a:spcAft>
                <a:spcPct val="0"/>
              </a:spcAft>
              <a:defRPr>
                <a:solidFill>
                  <a:schemeClr val="tx1"/>
                </a:solidFill>
                <a:latin typeface="Source Sans Pro" panose="020B0503030403020204" pitchFamily="34" charset="0"/>
              </a:defRPr>
            </a:lvl7pPr>
            <a:lvl8pPr marL="3429000" indent="-228600" eaLnBrk="0" fontAlgn="base" hangingPunct="0">
              <a:spcBef>
                <a:spcPct val="0"/>
              </a:spcBef>
              <a:spcAft>
                <a:spcPct val="0"/>
              </a:spcAft>
              <a:defRPr>
                <a:solidFill>
                  <a:schemeClr val="tx1"/>
                </a:solidFill>
                <a:latin typeface="Source Sans Pro" panose="020B0503030403020204" pitchFamily="34" charset="0"/>
              </a:defRPr>
            </a:lvl8pPr>
            <a:lvl9pPr marL="3886200" indent="-228600" eaLnBrk="0" fontAlgn="base" hangingPunct="0">
              <a:spcBef>
                <a:spcPct val="0"/>
              </a:spcBef>
              <a:spcAft>
                <a:spcPct val="0"/>
              </a:spcAft>
              <a:defRPr>
                <a:solidFill>
                  <a:schemeClr val="tx1"/>
                </a:solidFill>
                <a:latin typeface="Source Sans Pro" panose="020B0503030403020204" pitchFamily="34" charset="0"/>
              </a:defRPr>
            </a:lvl9p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es-CO" altLang="en-US" sz="800" b="0" i="0" u="none" strike="noStrike" kern="1200" cap="none" spc="0" normalizeH="0" baseline="0" noProof="0" dirty="0">
                <a:ln>
                  <a:noFill/>
                </a:ln>
                <a:effectLst/>
                <a:uLnTx/>
                <a:uFillTx/>
                <a:latin typeface="+mj-lt"/>
                <a:ea typeface="Inter" panose="02000503000000020004" pitchFamily="2" charset="0"/>
                <a:cs typeface="Raleway" pitchFamily="2" charset="0"/>
              </a:rPr>
              <a:t>Para resinas plásticas                   PE y PP en Colombia.</a:t>
            </a:r>
          </a:p>
        </p:txBody>
      </p:sp>
      <p:sp>
        <p:nvSpPr>
          <p:cNvPr id="39" name="Rectangle 53">
            <a:extLst>
              <a:ext uri="{FF2B5EF4-FFF2-40B4-BE49-F238E27FC236}">
                <a16:creationId xmlns:a16="http://schemas.microsoft.com/office/drawing/2014/main" id="{FB6448D9-2B10-511C-FED7-511D9F95950A}"/>
              </a:ext>
            </a:extLst>
          </p:cNvPr>
          <p:cNvSpPr>
            <a:spLocks noChangeArrowheads="1"/>
          </p:cNvSpPr>
          <p:nvPr/>
        </p:nvSpPr>
        <p:spPr bwMode="auto">
          <a:xfrm>
            <a:off x="3618929" y="4307542"/>
            <a:ext cx="848558" cy="132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Source Sans Pro" panose="020B0503030403020204" pitchFamily="34" charset="0"/>
              </a:defRPr>
            </a:lvl1pPr>
            <a:lvl2pPr marL="742950" indent="-285750">
              <a:defRPr>
                <a:solidFill>
                  <a:schemeClr val="tx1"/>
                </a:solidFill>
                <a:latin typeface="Source Sans Pro" panose="020B0503030403020204" pitchFamily="34" charset="0"/>
              </a:defRPr>
            </a:lvl2pPr>
            <a:lvl3pPr marL="1143000" indent="-228600">
              <a:defRPr>
                <a:solidFill>
                  <a:schemeClr val="tx1"/>
                </a:solidFill>
                <a:latin typeface="Source Sans Pro" panose="020B0503030403020204" pitchFamily="34" charset="0"/>
              </a:defRPr>
            </a:lvl3pPr>
            <a:lvl4pPr marL="1600200" indent="-228600">
              <a:defRPr>
                <a:solidFill>
                  <a:schemeClr val="tx1"/>
                </a:solidFill>
                <a:latin typeface="Source Sans Pro" panose="020B0503030403020204" pitchFamily="34" charset="0"/>
              </a:defRPr>
            </a:lvl4pPr>
            <a:lvl5pPr marL="2057400" indent="-228600">
              <a:defRPr>
                <a:solidFill>
                  <a:schemeClr val="tx1"/>
                </a:solidFill>
                <a:latin typeface="Source Sans Pro" panose="020B0503030403020204" pitchFamily="34" charset="0"/>
              </a:defRPr>
            </a:lvl5pPr>
            <a:lvl6pPr marL="2514600" indent="-228600" eaLnBrk="0" fontAlgn="base" hangingPunct="0">
              <a:spcBef>
                <a:spcPct val="0"/>
              </a:spcBef>
              <a:spcAft>
                <a:spcPct val="0"/>
              </a:spcAft>
              <a:defRPr>
                <a:solidFill>
                  <a:schemeClr val="tx1"/>
                </a:solidFill>
                <a:latin typeface="Source Sans Pro" panose="020B0503030403020204" pitchFamily="34" charset="0"/>
              </a:defRPr>
            </a:lvl6pPr>
            <a:lvl7pPr marL="2971800" indent="-228600" eaLnBrk="0" fontAlgn="base" hangingPunct="0">
              <a:spcBef>
                <a:spcPct val="0"/>
              </a:spcBef>
              <a:spcAft>
                <a:spcPct val="0"/>
              </a:spcAft>
              <a:defRPr>
                <a:solidFill>
                  <a:schemeClr val="tx1"/>
                </a:solidFill>
                <a:latin typeface="Source Sans Pro" panose="020B0503030403020204" pitchFamily="34" charset="0"/>
              </a:defRPr>
            </a:lvl7pPr>
            <a:lvl8pPr marL="3429000" indent="-228600" eaLnBrk="0" fontAlgn="base" hangingPunct="0">
              <a:spcBef>
                <a:spcPct val="0"/>
              </a:spcBef>
              <a:spcAft>
                <a:spcPct val="0"/>
              </a:spcAft>
              <a:defRPr>
                <a:solidFill>
                  <a:schemeClr val="tx1"/>
                </a:solidFill>
                <a:latin typeface="Source Sans Pro" panose="020B0503030403020204" pitchFamily="34" charset="0"/>
              </a:defRPr>
            </a:lvl8pPr>
            <a:lvl9pPr marL="3886200" indent="-228600" eaLnBrk="0" fontAlgn="base" hangingPunct="0">
              <a:spcBef>
                <a:spcPct val="0"/>
              </a:spcBef>
              <a:spcAft>
                <a:spcPct val="0"/>
              </a:spcAft>
              <a:defRPr>
                <a:solidFill>
                  <a:schemeClr val="tx1"/>
                </a:solidFill>
                <a:latin typeface="Source Sans Pro" panose="020B0503030403020204" pitchFamily="34" charset="0"/>
              </a:defRPr>
            </a:lvl9p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es-CO" altLang="en-US" sz="800" b="0" i="0" u="none" strike="noStrike" kern="1200" cap="none" spc="0" normalizeH="0" baseline="0" noProof="0" dirty="0">
                <a:ln>
                  <a:noFill/>
                </a:ln>
                <a:effectLst/>
                <a:uLnTx/>
                <a:uFillTx/>
                <a:latin typeface="+mj-lt"/>
                <a:ea typeface="Inter" panose="02000503000000020004" pitchFamily="2" charset="0"/>
                <a:cs typeface="Raleway" pitchFamily="2" charset="0"/>
              </a:rPr>
              <a:t>Convirtiéndonos   en los agentes exclusivos                          de dióxido de                   titanio (TiO2)                     de Millennium Inorganic, luego Cristal y ahora Ineos </a:t>
            </a:r>
            <a:r>
              <a:rPr kumimoji="0" lang="es-CO" altLang="en-US" sz="800" b="0" i="0" u="none" strike="noStrike" kern="1200" cap="none" spc="0" normalizeH="0" baseline="0" noProof="0" dirty="0" err="1">
                <a:ln>
                  <a:noFill/>
                </a:ln>
                <a:effectLst/>
                <a:uLnTx/>
                <a:uFillTx/>
                <a:latin typeface="+mj-lt"/>
                <a:ea typeface="Inter" panose="02000503000000020004" pitchFamily="2" charset="0"/>
                <a:cs typeface="Raleway" pitchFamily="2" charset="0"/>
              </a:rPr>
              <a:t>Pigments</a:t>
            </a:r>
            <a:r>
              <a:rPr kumimoji="0" lang="es-CO" altLang="en-US" sz="800" b="0" i="0" u="none" strike="noStrike" kern="1200" cap="none" spc="0" normalizeH="0" baseline="0" noProof="0" dirty="0">
                <a:ln>
                  <a:noFill/>
                </a:ln>
                <a:effectLst/>
                <a:uLnTx/>
                <a:uFillTx/>
                <a:latin typeface="+mj-lt"/>
                <a:ea typeface="Inter" panose="02000503000000020004" pitchFamily="2" charset="0"/>
                <a:cs typeface="Raleway" pitchFamily="2" charset="0"/>
              </a:rPr>
              <a:t>.</a:t>
            </a:r>
            <a:endParaRPr kumimoji="0" lang="en-ID" altLang="en-US" sz="800" b="0" i="0" u="none" strike="noStrike" kern="1200" cap="none" spc="0" normalizeH="0" baseline="0" noProof="0" dirty="0">
              <a:ln>
                <a:noFill/>
              </a:ln>
              <a:effectLst/>
              <a:uLnTx/>
              <a:uFillTx/>
              <a:latin typeface="+mj-lt"/>
              <a:ea typeface="Inter" panose="02000503000000020004" pitchFamily="2" charset="0"/>
              <a:cs typeface="Raleway" pitchFamily="2" charset="0"/>
            </a:endParaRPr>
          </a:p>
        </p:txBody>
      </p:sp>
      <p:sp>
        <p:nvSpPr>
          <p:cNvPr id="40" name="Rectangle 53">
            <a:extLst>
              <a:ext uri="{FF2B5EF4-FFF2-40B4-BE49-F238E27FC236}">
                <a16:creationId xmlns:a16="http://schemas.microsoft.com/office/drawing/2014/main" id="{16AE498B-80AE-A26E-CB0E-F98227221304}"/>
              </a:ext>
            </a:extLst>
          </p:cNvPr>
          <p:cNvSpPr>
            <a:spLocks noChangeArrowheads="1"/>
          </p:cNvSpPr>
          <p:nvPr/>
        </p:nvSpPr>
        <p:spPr bwMode="auto">
          <a:xfrm>
            <a:off x="7820855" y="4307542"/>
            <a:ext cx="988486" cy="1173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Source Sans Pro" panose="020B0503030403020204" pitchFamily="34" charset="0"/>
              </a:defRPr>
            </a:lvl1pPr>
            <a:lvl2pPr marL="742950" indent="-285750">
              <a:defRPr>
                <a:solidFill>
                  <a:schemeClr val="tx1"/>
                </a:solidFill>
                <a:latin typeface="Source Sans Pro" panose="020B0503030403020204" pitchFamily="34" charset="0"/>
              </a:defRPr>
            </a:lvl2pPr>
            <a:lvl3pPr marL="1143000" indent="-228600">
              <a:defRPr>
                <a:solidFill>
                  <a:schemeClr val="tx1"/>
                </a:solidFill>
                <a:latin typeface="Source Sans Pro" panose="020B0503030403020204" pitchFamily="34" charset="0"/>
              </a:defRPr>
            </a:lvl3pPr>
            <a:lvl4pPr marL="1600200" indent="-228600">
              <a:defRPr>
                <a:solidFill>
                  <a:schemeClr val="tx1"/>
                </a:solidFill>
                <a:latin typeface="Source Sans Pro" panose="020B0503030403020204" pitchFamily="34" charset="0"/>
              </a:defRPr>
            </a:lvl4pPr>
            <a:lvl5pPr marL="2057400" indent="-228600">
              <a:defRPr>
                <a:solidFill>
                  <a:schemeClr val="tx1"/>
                </a:solidFill>
                <a:latin typeface="Source Sans Pro" panose="020B0503030403020204" pitchFamily="34" charset="0"/>
              </a:defRPr>
            </a:lvl5pPr>
            <a:lvl6pPr marL="2514600" indent="-228600" eaLnBrk="0" fontAlgn="base" hangingPunct="0">
              <a:spcBef>
                <a:spcPct val="0"/>
              </a:spcBef>
              <a:spcAft>
                <a:spcPct val="0"/>
              </a:spcAft>
              <a:defRPr>
                <a:solidFill>
                  <a:schemeClr val="tx1"/>
                </a:solidFill>
                <a:latin typeface="Source Sans Pro" panose="020B0503030403020204" pitchFamily="34" charset="0"/>
              </a:defRPr>
            </a:lvl6pPr>
            <a:lvl7pPr marL="2971800" indent="-228600" eaLnBrk="0" fontAlgn="base" hangingPunct="0">
              <a:spcBef>
                <a:spcPct val="0"/>
              </a:spcBef>
              <a:spcAft>
                <a:spcPct val="0"/>
              </a:spcAft>
              <a:defRPr>
                <a:solidFill>
                  <a:schemeClr val="tx1"/>
                </a:solidFill>
                <a:latin typeface="Source Sans Pro" panose="020B0503030403020204" pitchFamily="34" charset="0"/>
              </a:defRPr>
            </a:lvl7pPr>
            <a:lvl8pPr marL="3429000" indent="-228600" eaLnBrk="0" fontAlgn="base" hangingPunct="0">
              <a:spcBef>
                <a:spcPct val="0"/>
              </a:spcBef>
              <a:spcAft>
                <a:spcPct val="0"/>
              </a:spcAft>
              <a:defRPr>
                <a:solidFill>
                  <a:schemeClr val="tx1"/>
                </a:solidFill>
                <a:latin typeface="Source Sans Pro" panose="020B0503030403020204" pitchFamily="34" charset="0"/>
              </a:defRPr>
            </a:lvl8pPr>
            <a:lvl9pPr marL="3886200" indent="-228600" eaLnBrk="0" fontAlgn="base" hangingPunct="0">
              <a:spcBef>
                <a:spcPct val="0"/>
              </a:spcBef>
              <a:spcAft>
                <a:spcPct val="0"/>
              </a:spcAft>
              <a:defRPr>
                <a:solidFill>
                  <a:schemeClr val="tx1"/>
                </a:solidFill>
                <a:latin typeface="Source Sans Pro" panose="020B0503030403020204" pitchFamily="34" charset="0"/>
              </a:defRPr>
            </a:lvl9p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es-MX" altLang="es-CO" sz="800" b="0" i="0" u="none" strike="noStrike" kern="1200" cap="none" spc="0" normalizeH="0" baseline="0" noProof="0" dirty="0">
                <a:ln>
                  <a:noFill/>
                </a:ln>
                <a:effectLst/>
                <a:uLnTx/>
                <a:uFillTx/>
                <a:latin typeface="+mj-lt"/>
                <a:ea typeface="Inter" panose="02000503000000020004" pitchFamily="2" charset="0"/>
              </a:rPr>
              <a:t>La máxima calidad de confianza                   que genera una empresa en sus operaciones de comercio exterior ante autoridades aduaneras. </a:t>
            </a:r>
            <a:endParaRPr kumimoji="0" lang="en-ID" altLang="en-US" sz="800" b="0" i="0" u="none" strike="noStrike" kern="1200" cap="none" spc="0" normalizeH="0" baseline="0" noProof="0" dirty="0">
              <a:ln>
                <a:noFill/>
              </a:ln>
              <a:effectLst/>
              <a:uLnTx/>
              <a:uFillTx/>
              <a:latin typeface="+mj-lt"/>
              <a:ea typeface="Inter" panose="02000503000000020004" pitchFamily="2" charset="0"/>
            </a:endParaRPr>
          </a:p>
        </p:txBody>
      </p:sp>
      <p:sp>
        <p:nvSpPr>
          <p:cNvPr id="41" name="Rectangle 53">
            <a:extLst>
              <a:ext uri="{FF2B5EF4-FFF2-40B4-BE49-F238E27FC236}">
                <a16:creationId xmlns:a16="http://schemas.microsoft.com/office/drawing/2014/main" id="{0B978D13-BAF8-FEA0-94E7-07FCABAABFFA}"/>
              </a:ext>
            </a:extLst>
          </p:cNvPr>
          <p:cNvSpPr>
            <a:spLocks noChangeArrowheads="1"/>
          </p:cNvSpPr>
          <p:nvPr/>
        </p:nvSpPr>
        <p:spPr bwMode="auto">
          <a:xfrm>
            <a:off x="9354388" y="4310217"/>
            <a:ext cx="751012" cy="730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Source Sans Pro" panose="020B0503030403020204" pitchFamily="34" charset="0"/>
              </a:defRPr>
            </a:lvl1pPr>
            <a:lvl2pPr marL="742950" indent="-285750">
              <a:defRPr>
                <a:solidFill>
                  <a:schemeClr val="tx1"/>
                </a:solidFill>
                <a:latin typeface="Source Sans Pro" panose="020B0503030403020204" pitchFamily="34" charset="0"/>
              </a:defRPr>
            </a:lvl2pPr>
            <a:lvl3pPr marL="1143000" indent="-228600">
              <a:defRPr>
                <a:solidFill>
                  <a:schemeClr val="tx1"/>
                </a:solidFill>
                <a:latin typeface="Source Sans Pro" panose="020B0503030403020204" pitchFamily="34" charset="0"/>
              </a:defRPr>
            </a:lvl3pPr>
            <a:lvl4pPr marL="1600200" indent="-228600">
              <a:defRPr>
                <a:solidFill>
                  <a:schemeClr val="tx1"/>
                </a:solidFill>
                <a:latin typeface="Source Sans Pro" panose="020B0503030403020204" pitchFamily="34" charset="0"/>
              </a:defRPr>
            </a:lvl4pPr>
            <a:lvl5pPr marL="2057400" indent="-228600">
              <a:defRPr>
                <a:solidFill>
                  <a:schemeClr val="tx1"/>
                </a:solidFill>
                <a:latin typeface="Source Sans Pro" panose="020B0503030403020204" pitchFamily="34" charset="0"/>
              </a:defRPr>
            </a:lvl5pPr>
            <a:lvl6pPr marL="2514600" indent="-228600" eaLnBrk="0" fontAlgn="base" hangingPunct="0">
              <a:spcBef>
                <a:spcPct val="0"/>
              </a:spcBef>
              <a:spcAft>
                <a:spcPct val="0"/>
              </a:spcAft>
              <a:defRPr>
                <a:solidFill>
                  <a:schemeClr val="tx1"/>
                </a:solidFill>
                <a:latin typeface="Source Sans Pro" panose="020B0503030403020204" pitchFamily="34" charset="0"/>
              </a:defRPr>
            </a:lvl6pPr>
            <a:lvl7pPr marL="2971800" indent="-228600" eaLnBrk="0" fontAlgn="base" hangingPunct="0">
              <a:spcBef>
                <a:spcPct val="0"/>
              </a:spcBef>
              <a:spcAft>
                <a:spcPct val="0"/>
              </a:spcAft>
              <a:defRPr>
                <a:solidFill>
                  <a:schemeClr val="tx1"/>
                </a:solidFill>
                <a:latin typeface="Source Sans Pro" panose="020B0503030403020204" pitchFamily="34" charset="0"/>
              </a:defRPr>
            </a:lvl7pPr>
            <a:lvl8pPr marL="3429000" indent="-228600" eaLnBrk="0" fontAlgn="base" hangingPunct="0">
              <a:spcBef>
                <a:spcPct val="0"/>
              </a:spcBef>
              <a:spcAft>
                <a:spcPct val="0"/>
              </a:spcAft>
              <a:defRPr>
                <a:solidFill>
                  <a:schemeClr val="tx1"/>
                </a:solidFill>
                <a:latin typeface="Source Sans Pro" panose="020B0503030403020204" pitchFamily="34" charset="0"/>
              </a:defRPr>
            </a:lvl8pPr>
            <a:lvl9pPr marL="3886200" indent="-228600" eaLnBrk="0" fontAlgn="base" hangingPunct="0">
              <a:spcBef>
                <a:spcPct val="0"/>
              </a:spcBef>
              <a:spcAft>
                <a:spcPct val="0"/>
              </a:spcAft>
              <a:defRPr>
                <a:solidFill>
                  <a:schemeClr val="tx1"/>
                </a:solidFill>
                <a:latin typeface="Source Sans Pro" panose="020B0503030403020204" pitchFamily="34" charset="0"/>
              </a:defRPr>
            </a:lvl9p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es-MX" altLang="en-US" sz="800" b="0" i="0" u="none" strike="noStrike" kern="1200" cap="none" spc="0" normalizeH="0" baseline="0" noProof="0" dirty="0">
                <a:ln>
                  <a:noFill/>
                </a:ln>
                <a:effectLst/>
                <a:uLnTx/>
                <a:uFillTx/>
                <a:latin typeface="+mj-lt"/>
                <a:ea typeface="Inter" panose="02000503000000020004" pitchFamily="2" charset="0"/>
                <a:cs typeface="Raleway" pitchFamily="2" charset="0"/>
              </a:rPr>
              <a:t>Iniciamos operaciones comerciales   en el mercado Ecuatoriano.</a:t>
            </a:r>
          </a:p>
        </p:txBody>
      </p:sp>
      <p:sp>
        <p:nvSpPr>
          <p:cNvPr id="11" name="TextBox 48">
            <a:extLst>
              <a:ext uri="{FF2B5EF4-FFF2-40B4-BE49-F238E27FC236}">
                <a16:creationId xmlns:a16="http://schemas.microsoft.com/office/drawing/2014/main" id="{C2353DC4-AFF2-7BAC-62B1-E30A6AC09ACD}"/>
              </a:ext>
            </a:extLst>
          </p:cNvPr>
          <p:cNvSpPr txBox="1"/>
          <p:nvPr/>
        </p:nvSpPr>
        <p:spPr>
          <a:xfrm>
            <a:off x="10768092" y="3146204"/>
            <a:ext cx="754714" cy="369332"/>
          </a:xfrm>
          <a:prstGeom prst="rect">
            <a:avLst/>
          </a:prstGeom>
          <a:noFill/>
        </p:spPr>
        <p:txBody>
          <a:bodyPr wrap="square" anchor="ctr">
            <a:spAutoFit/>
          </a:bodyPr>
          <a:lstStyle/>
          <a:p>
            <a:pPr algn="ctr" eaLnBrk="1" fontAlgn="auto" hangingPunct="1">
              <a:spcBef>
                <a:spcPts val="0"/>
              </a:spcBef>
              <a:spcAft>
                <a:spcPts val="0"/>
              </a:spcAft>
              <a:defRPr/>
            </a:pPr>
            <a:r>
              <a:rPr lang="en-US" b="1" dirty="0">
                <a:solidFill>
                  <a:srgbClr val="07272D"/>
                </a:solidFill>
                <a:latin typeface="Poppins" panose="00000500000000000000" pitchFamily="2" charset="0"/>
                <a:cs typeface="Poppins" panose="00000500000000000000" pitchFamily="2" charset="0"/>
              </a:rPr>
              <a:t>2024</a:t>
            </a:r>
          </a:p>
        </p:txBody>
      </p:sp>
      <p:sp>
        <p:nvSpPr>
          <p:cNvPr id="14" name="CuadroTexto 13">
            <a:extLst>
              <a:ext uri="{FF2B5EF4-FFF2-40B4-BE49-F238E27FC236}">
                <a16:creationId xmlns:a16="http://schemas.microsoft.com/office/drawing/2014/main" id="{4A2C30A6-0433-502C-A8C8-A241FBC17435}"/>
              </a:ext>
            </a:extLst>
          </p:cNvPr>
          <p:cNvSpPr txBox="1"/>
          <p:nvPr/>
        </p:nvSpPr>
        <p:spPr>
          <a:xfrm>
            <a:off x="10683898" y="3587036"/>
            <a:ext cx="923102" cy="5078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MX" sz="900" b="1" dirty="0">
                <a:solidFill>
                  <a:srgbClr val="07272D"/>
                </a:solidFill>
                <a:latin typeface="Poppins SemiBold" panose="00000700000000000000" pitchFamily="2" charset="0"/>
                <a:cs typeface="Poppins SemiBold" panose="00000700000000000000" pitchFamily="2" charset="0"/>
              </a:rPr>
              <a:t>Cambiamos nuestra marca</a:t>
            </a:r>
            <a:endParaRPr kumimoji="0" lang="es-MX" sz="900" b="1" i="0" u="none" strike="noStrike" kern="1200" cap="none" spc="0" normalizeH="0" baseline="0" noProof="0" dirty="0">
              <a:ln>
                <a:noFill/>
              </a:ln>
              <a:solidFill>
                <a:srgbClr val="07272D"/>
              </a:solidFill>
              <a:effectLst/>
              <a:uLnTx/>
              <a:uFillTx/>
              <a:latin typeface="Poppins SemiBold" panose="00000700000000000000" pitchFamily="2" charset="0"/>
              <a:cs typeface="Poppins SemiBold" panose="00000700000000000000" pitchFamily="2" charset="0"/>
            </a:endParaRPr>
          </a:p>
        </p:txBody>
      </p:sp>
      <p:sp>
        <p:nvSpPr>
          <p:cNvPr id="25" name="Rectangle 53">
            <a:extLst>
              <a:ext uri="{FF2B5EF4-FFF2-40B4-BE49-F238E27FC236}">
                <a16:creationId xmlns:a16="http://schemas.microsoft.com/office/drawing/2014/main" id="{50EC4E6E-8E34-449F-4281-DDB5A179E787}"/>
              </a:ext>
            </a:extLst>
          </p:cNvPr>
          <p:cNvSpPr>
            <a:spLocks noChangeArrowheads="1"/>
          </p:cNvSpPr>
          <p:nvPr/>
        </p:nvSpPr>
        <p:spPr bwMode="auto">
          <a:xfrm>
            <a:off x="10651206" y="4166367"/>
            <a:ext cx="988486" cy="1469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Source Sans Pro" panose="020B0503030403020204" pitchFamily="34" charset="0"/>
              </a:defRPr>
            </a:lvl1pPr>
            <a:lvl2pPr marL="742950" indent="-285750">
              <a:defRPr>
                <a:solidFill>
                  <a:schemeClr val="tx1"/>
                </a:solidFill>
                <a:latin typeface="Source Sans Pro" panose="020B0503030403020204" pitchFamily="34" charset="0"/>
              </a:defRPr>
            </a:lvl2pPr>
            <a:lvl3pPr marL="1143000" indent="-228600">
              <a:defRPr>
                <a:solidFill>
                  <a:schemeClr val="tx1"/>
                </a:solidFill>
                <a:latin typeface="Source Sans Pro" panose="020B0503030403020204" pitchFamily="34" charset="0"/>
              </a:defRPr>
            </a:lvl3pPr>
            <a:lvl4pPr marL="1600200" indent="-228600">
              <a:defRPr>
                <a:solidFill>
                  <a:schemeClr val="tx1"/>
                </a:solidFill>
                <a:latin typeface="Source Sans Pro" panose="020B0503030403020204" pitchFamily="34" charset="0"/>
              </a:defRPr>
            </a:lvl4pPr>
            <a:lvl5pPr marL="2057400" indent="-228600">
              <a:defRPr>
                <a:solidFill>
                  <a:schemeClr val="tx1"/>
                </a:solidFill>
                <a:latin typeface="Source Sans Pro" panose="020B0503030403020204" pitchFamily="34" charset="0"/>
              </a:defRPr>
            </a:lvl5pPr>
            <a:lvl6pPr marL="2514600" indent="-228600" eaLnBrk="0" fontAlgn="base" hangingPunct="0">
              <a:spcBef>
                <a:spcPct val="0"/>
              </a:spcBef>
              <a:spcAft>
                <a:spcPct val="0"/>
              </a:spcAft>
              <a:defRPr>
                <a:solidFill>
                  <a:schemeClr val="tx1"/>
                </a:solidFill>
                <a:latin typeface="Source Sans Pro" panose="020B0503030403020204" pitchFamily="34" charset="0"/>
              </a:defRPr>
            </a:lvl6pPr>
            <a:lvl7pPr marL="2971800" indent="-228600" eaLnBrk="0" fontAlgn="base" hangingPunct="0">
              <a:spcBef>
                <a:spcPct val="0"/>
              </a:spcBef>
              <a:spcAft>
                <a:spcPct val="0"/>
              </a:spcAft>
              <a:defRPr>
                <a:solidFill>
                  <a:schemeClr val="tx1"/>
                </a:solidFill>
                <a:latin typeface="Source Sans Pro" panose="020B0503030403020204" pitchFamily="34" charset="0"/>
              </a:defRPr>
            </a:lvl7pPr>
            <a:lvl8pPr marL="3429000" indent="-228600" eaLnBrk="0" fontAlgn="base" hangingPunct="0">
              <a:spcBef>
                <a:spcPct val="0"/>
              </a:spcBef>
              <a:spcAft>
                <a:spcPct val="0"/>
              </a:spcAft>
              <a:defRPr>
                <a:solidFill>
                  <a:schemeClr val="tx1"/>
                </a:solidFill>
                <a:latin typeface="Source Sans Pro" panose="020B0503030403020204" pitchFamily="34" charset="0"/>
              </a:defRPr>
            </a:lvl8pPr>
            <a:lvl9pPr marL="3886200" indent="-228600" eaLnBrk="0" fontAlgn="base" hangingPunct="0">
              <a:spcBef>
                <a:spcPct val="0"/>
              </a:spcBef>
              <a:spcAft>
                <a:spcPct val="0"/>
              </a:spcAft>
              <a:defRPr>
                <a:solidFill>
                  <a:schemeClr val="tx1"/>
                </a:solidFill>
                <a:latin typeface="Source Sans Pro" panose="020B0503030403020204" pitchFamily="34" charset="0"/>
              </a:defRPr>
            </a:lvl9p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es-MX" altLang="en-US" sz="800" b="0" i="0" u="none" strike="noStrike" kern="1200" cap="none" spc="0" normalizeH="0" baseline="0" noProof="0" dirty="0">
                <a:ln>
                  <a:noFill/>
                </a:ln>
                <a:effectLst/>
                <a:uLnTx/>
                <a:uFillTx/>
                <a:latin typeface="+mj-lt"/>
                <a:ea typeface="Inter" panose="02000503000000020004" pitchFamily="2" charset="0"/>
                <a:cs typeface="Raleway" pitchFamily="2" charset="0"/>
              </a:rPr>
              <a:t>Ahora somos Grupo Almatia. Renovamos nuestra identificad corporativa,  reafirmando nuestro  compromiso                   con diferentes industrias.</a:t>
            </a:r>
          </a:p>
        </p:txBody>
      </p:sp>
      <p:sp>
        <p:nvSpPr>
          <p:cNvPr id="28" name="Title 27">
            <a:extLst>
              <a:ext uri="{FF2B5EF4-FFF2-40B4-BE49-F238E27FC236}">
                <a16:creationId xmlns:a16="http://schemas.microsoft.com/office/drawing/2014/main" id="{03E4EBB5-90AD-C8AB-0C14-924EB620E80D}"/>
              </a:ext>
            </a:extLst>
          </p:cNvPr>
          <p:cNvSpPr>
            <a:spLocks noGrp="1"/>
          </p:cNvSpPr>
          <p:nvPr>
            <p:ph type="title"/>
          </p:nvPr>
        </p:nvSpPr>
        <p:spPr/>
        <p:txBody>
          <a:bodyPr/>
          <a:lstStyle/>
          <a:p>
            <a:r>
              <a:rPr lang="pt-BR" dirty="0" err="1"/>
              <a:t>Nuestra</a:t>
            </a:r>
            <a:r>
              <a:rPr lang="pt-BR" dirty="0"/>
              <a:t> historia</a:t>
            </a:r>
          </a:p>
        </p:txBody>
      </p:sp>
      <p:sp>
        <p:nvSpPr>
          <p:cNvPr id="92" name="Content Placeholder 91">
            <a:extLst>
              <a:ext uri="{FF2B5EF4-FFF2-40B4-BE49-F238E27FC236}">
                <a16:creationId xmlns:a16="http://schemas.microsoft.com/office/drawing/2014/main" id="{3E6EA875-D457-9AB0-DC7B-088853712A5A}"/>
              </a:ext>
            </a:extLst>
          </p:cNvPr>
          <p:cNvSpPr>
            <a:spLocks noGrp="1"/>
          </p:cNvSpPr>
          <p:nvPr>
            <p:ph sz="quarter" idx="13"/>
          </p:nvPr>
        </p:nvSpPr>
        <p:spPr/>
        <p:txBody>
          <a:bodyPr/>
          <a:lstStyle/>
          <a:p>
            <a:endParaRPr lang="pt-BR"/>
          </a:p>
        </p:txBody>
      </p:sp>
      <p:sp>
        <p:nvSpPr>
          <p:cNvPr id="93" name="Text Placeholder 92">
            <a:extLst>
              <a:ext uri="{FF2B5EF4-FFF2-40B4-BE49-F238E27FC236}">
                <a16:creationId xmlns:a16="http://schemas.microsoft.com/office/drawing/2014/main" id="{3B67F0CA-B39F-EC9E-9466-B8A78AC92FAD}"/>
              </a:ext>
            </a:extLst>
          </p:cNvPr>
          <p:cNvSpPr>
            <a:spLocks noGrp="1"/>
          </p:cNvSpPr>
          <p:nvPr>
            <p:ph type="body" sz="quarter" idx="36"/>
          </p:nvPr>
        </p:nvSpPr>
        <p:spPr/>
        <p:txBody>
          <a:bodyPr/>
          <a:lstStyle/>
          <a:p>
            <a:endParaRPr lang="pt-BR"/>
          </a:p>
        </p:txBody>
      </p:sp>
      <p:grpSp>
        <p:nvGrpSpPr>
          <p:cNvPr id="66" name="Group 65">
            <a:extLst>
              <a:ext uri="{FF2B5EF4-FFF2-40B4-BE49-F238E27FC236}">
                <a16:creationId xmlns:a16="http://schemas.microsoft.com/office/drawing/2014/main" id="{68E393E1-E194-CBEB-5E0B-071E693B33EF}"/>
              </a:ext>
            </a:extLst>
          </p:cNvPr>
          <p:cNvGrpSpPr/>
          <p:nvPr/>
        </p:nvGrpSpPr>
        <p:grpSpPr>
          <a:xfrm>
            <a:off x="3560926" y="1491361"/>
            <a:ext cx="1019568" cy="1019568"/>
            <a:chOff x="3580963" y="1870769"/>
            <a:chExt cx="813600" cy="813600"/>
          </a:xfrm>
        </p:grpSpPr>
        <p:sp>
          <p:nvSpPr>
            <p:cNvPr id="48" name="Elipse 47">
              <a:extLst>
                <a:ext uri="{FF2B5EF4-FFF2-40B4-BE49-F238E27FC236}">
                  <a16:creationId xmlns:a16="http://schemas.microsoft.com/office/drawing/2014/main" id="{050B5F90-DEE3-02FA-3D59-325C20289C6A}"/>
                </a:ext>
              </a:extLst>
            </p:cNvPr>
            <p:cNvSpPr/>
            <p:nvPr/>
          </p:nvSpPr>
          <p:spPr>
            <a:xfrm>
              <a:off x="3580963" y="1870769"/>
              <a:ext cx="812511" cy="812511"/>
            </a:xfrm>
            <a:prstGeom prst="ellipse">
              <a:avLst/>
            </a:prstGeom>
            <a:blipFill dpi="0" rotWithShape="1">
              <a:blip r:embed="rId8" cstate="email"/>
              <a:srcRect/>
              <a:stretch>
                <a:fillRect l="-3730" r="-373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latin typeface="Montserrat" panose="02000505000000020004" pitchFamily="2" charset="0"/>
              </a:endParaRPr>
            </a:p>
          </p:txBody>
        </p:sp>
        <p:sp>
          <p:nvSpPr>
            <p:cNvPr id="65" name="Rectangle: Single Corner Rounded 14">
              <a:extLst>
                <a:ext uri="{FF2B5EF4-FFF2-40B4-BE49-F238E27FC236}">
                  <a16:creationId xmlns:a16="http://schemas.microsoft.com/office/drawing/2014/main" id="{E6C9E09D-3249-9080-EDC7-C0883A78BD6D}"/>
                </a:ext>
              </a:extLst>
            </p:cNvPr>
            <p:cNvSpPr/>
            <p:nvPr/>
          </p:nvSpPr>
          <p:spPr>
            <a:xfrm>
              <a:off x="3580963" y="1870769"/>
              <a:ext cx="813600" cy="813600"/>
            </a:xfrm>
            <a:prstGeom prst="ellipse">
              <a:avLst/>
            </a:prstGeom>
            <a:solidFill>
              <a:schemeClr val="accent1">
                <a:lumMod val="40000"/>
                <a:lumOff val="6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50000"/>
                </a:lnSpc>
                <a:defRPr/>
              </a:pPr>
              <a:endParaRPr lang="en-US" sz="1200" b="1" dirty="0">
                <a:solidFill>
                  <a:schemeClr val="bg2"/>
                </a:solidFill>
                <a:latin typeface="Montserrat" panose="02000505000000020004" pitchFamily="2" charset="0"/>
                <a:ea typeface="Times New Roman" panose="02020603050405020304" pitchFamily="18" charset="0"/>
                <a:cs typeface="Raleway" pitchFamily="34" charset="0"/>
              </a:endParaRPr>
            </a:p>
          </p:txBody>
        </p:sp>
        <p:pic>
          <p:nvPicPr>
            <p:cNvPr id="50" name="Picture 2" descr="INEOS Pigments">
              <a:extLst>
                <a:ext uri="{FF2B5EF4-FFF2-40B4-BE49-F238E27FC236}">
                  <a16:creationId xmlns:a16="http://schemas.microsoft.com/office/drawing/2014/main" id="{4F542392-C032-1102-9D6C-83BFB178237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65530" y="2170037"/>
              <a:ext cx="444467" cy="215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4" name="Group 73">
            <a:extLst>
              <a:ext uri="{FF2B5EF4-FFF2-40B4-BE49-F238E27FC236}">
                <a16:creationId xmlns:a16="http://schemas.microsoft.com/office/drawing/2014/main" id="{19D07073-EA4B-50E6-DEDF-7E13547CCA1E}"/>
              </a:ext>
            </a:extLst>
          </p:cNvPr>
          <p:cNvGrpSpPr/>
          <p:nvPr/>
        </p:nvGrpSpPr>
        <p:grpSpPr>
          <a:xfrm>
            <a:off x="10635665" y="1514276"/>
            <a:ext cx="1019568" cy="1019568"/>
            <a:chOff x="10595789" y="1893684"/>
            <a:chExt cx="813600" cy="813600"/>
          </a:xfrm>
        </p:grpSpPr>
        <p:sp>
          <p:nvSpPr>
            <p:cNvPr id="2" name="Elipse 1">
              <a:extLst>
                <a:ext uri="{FF2B5EF4-FFF2-40B4-BE49-F238E27FC236}">
                  <a16:creationId xmlns:a16="http://schemas.microsoft.com/office/drawing/2014/main" id="{87A49F45-65C9-F2C5-D72C-66BAB6C50CCF}"/>
                </a:ext>
              </a:extLst>
            </p:cNvPr>
            <p:cNvSpPr/>
            <p:nvPr/>
          </p:nvSpPr>
          <p:spPr bwMode="auto">
            <a:xfrm>
              <a:off x="10595789" y="1893684"/>
              <a:ext cx="813600" cy="81360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sz="1600" dirty="0"/>
            </a:p>
          </p:txBody>
        </p:sp>
        <p:pic>
          <p:nvPicPr>
            <p:cNvPr id="73" name="Picture 2">
              <a:extLst>
                <a:ext uri="{FF2B5EF4-FFF2-40B4-BE49-F238E27FC236}">
                  <a16:creationId xmlns:a16="http://schemas.microsoft.com/office/drawing/2014/main" id="{AA4845E4-C272-76A9-839B-FD79DCA1BA3B}"/>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t="6006" r="88306"/>
            <a:stretch/>
          </p:blipFill>
          <p:spPr bwMode="auto">
            <a:xfrm>
              <a:off x="10739484" y="2037466"/>
              <a:ext cx="526210" cy="526036"/>
            </a:xfrm>
            <a:prstGeom prst="rect">
              <a:avLst/>
            </a:prstGeom>
            <a:noFill/>
            <a:extLst>
              <a:ext uri="{909E8E84-426E-40DD-AFC4-6F175D3DCCD1}">
                <a14:hiddenFill xmlns:a14="http://schemas.microsoft.com/office/drawing/2010/main">
                  <a:solidFill>
                    <a:srgbClr val="FFFFFF"/>
                  </a:solidFill>
                </a14:hiddenFill>
              </a:ext>
            </a:extLst>
          </p:spPr>
        </p:pic>
      </p:grpSp>
      <p:sp>
        <p:nvSpPr>
          <p:cNvPr id="78" name="Oval 77">
            <a:extLst>
              <a:ext uri="{FF2B5EF4-FFF2-40B4-BE49-F238E27FC236}">
                <a16:creationId xmlns:a16="http://schemas.microsoft.com/office/drawing/2014/main" id="{2B2F0038-3429-516A-0864-59ACC23872D7}"/>
              </a:ext>
            </a:extLst>
          </p:cNvPr>
          <p:cNvSpPr/>
          <p:nvPr/>
        </p:nvSpPr>
        <p:spPr>
          <a:xfrm>
            <a:off x="1186357" y="2910089"/>
            <a:ext cx="108000" cy="108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79" name="Oval 78">
            <a:extLst>
              <a:ext uri="{FF2B5EF4-FFF2-40B4-BE49-F238E27FC236}">
                <a16:creationId xmlns:a16="http://schemas.microsoft.com/office/drawing/2014/main" id="{2521B409-A889-AEC2-F8FB-6E4FC63772CB}"/>
              </a:ext>
            </a:extLst>
          </p:cNvPr>
          <p:cNvSpPr/>
          <p:nvPr/>
        </p:nvSpPr>
        <p:spPr>
          <a:xfrm>
            <a:off x="2601370" y="2910089"/>
            <a:ext cx="108000" cy="108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80" name="Oval 79">
            <a:extLst>
              <a:ext uri="{FF2B5EF4-FFF2-40B4-BE49-F238E27FC236}">
                <a16:creationId xmlns:a16="http://schemas.microsoft.com/office/drawing/2014/main" id="{D9E2FB43-9C67-D7B7-346C-005716A46C94}"/>
              </a:ext>
            </a:extLst>
          </p:cNvPr>
          <p:cNvSpPr/>
          <p:nvPr/>
        </p:nvSpPr>
        <p:spPr>
          <a:xfrm>
            <a:off x="4016383" y="2910089"/>
            <a:ext cx="108000" cy="108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81" name="Oval 80">
            <a:extLst>
              <a:ext uri="{FF2B5EF4-FFF2-40B4-BE49-F238E27FC236}">
                <a16:creationId xmlns:a16="http://schemas.microsoft.com/office/drawing/2014/main" id="{A6438BFC-069D-5CB8-18D1-CF70F98A2DC2}"/>
              </a:ext>
            </a:extLst>
          </p:cNvPr>
          <p:cNvSpPr/>
          <p:nvPr/>
        </p:nvSpPr>
        <p:spPr>
          <a:xfrm>
            <a:off x="5431396" y="2910089"/>
            <a:ext cx="108000" cy="108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82" name="Oval 81">
            <a:extLst>
              <a:ext uri="{FF2B5EF4-FFF2-40B4-BE49-F238E27FC236}">
                <a16:creationId xmlns:a16="http://schemas.microsoft.com/office/drawing/2014/main" id="{B8285714-4DFD-72F0-FDA5-D9E42ED89D31}"/>
              </a:ext>
            </a:extLst>
          </p:cNvPr>
          <p:cNvSpPr/>
          <p:nvPr/>
        </p:nvSpPr>
        <p:spPr>
          <a:xfrm>
            <a:off x="6846409" y="2910089"/>
            <a:ext cx="108000" cy="108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83" name="Oval 82">
            <a:extLst>
              <a:ext uri="{FF2B5EF4-FFF2-40B4-BE49-F238E27FC236}">
                <a16:creationId xmlns:a16="http://schemas.microsoft.com/office/drawing/2014/main" id="{21653820-70C3-0C5C-E893-8B96C34BEE70}"/>
              </a:ext>
            </a:extLst>
          </p:cNvPr>
          <p:cNvSpPr/>
          <p:nvPr/>
        </p:nvSpPr>
        <p:spPr>
          <a:xfrm>
            <a:off x="8261098" y="2910089"/>
            <a:ext cx="108000" cy="108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84" name="Oval 83">
            <a:extLst>
              <a:ext uri="{FF2B5EF4-FFF2-40B4-BE49-F238E27FC236}">
                <a16:creationId xmlns:a16="http://schemas.microsoft.com/office/drawing/2014/main" id="{A1F6218E-C45E-8604-0B35-DA04CE863DA9}"/>
              </a:ext>
            </a:extLst>
          </p:cNvPr>
          <p:cNvSpPr/>
          <p:nvPr/>
        </p:nvSpPr>
        <p:spPr>
          <a:xfrm>
            <a:off x="9675894" y="2910089"/>
            <a:ext cx="108000" cy="108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85" name="Oval 84">
            <a:extLst>
              <a:ext uri="{FF2B5EF4-FFF2-40B4-BE49-F238E27FC236}">
                <a16:creationId xmlns:a16="http://schemas.microsoft.com/office/drawing/2014/main" id="{351F9246-F8E8-B4F8-8366-52139541A416}"/>
              </a:ext>
            </a:extLst>
          </p:cNvPr>
          <p:cNvSpPr/>
          <p:nvPr/>
        </p:nvSpPr>
        <p:spPr>
          <a:xfrm>
            <a:off x="11091449" y="2910089"/>
            <a:ext cx="108000" cy="108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10" name="TextBox 52">
            <a:extLst>
              <a:ext uri="{FF2B5EF4-FFF2-40B4-BE49-F238E27FC236}">
                <a16:creationId xmlns:a16="http://schemas.microsoft.com/office/drawing/2014/main" id="{84583A92-7274-37D7-F66D-58BD856FCDC5}"/>
              </a:ext>
            </a:extLst>
          </p:cNvPr>
          <p:cNvSpPr txBox="1"/>
          <p:nvPr/>
        </p:nvSpPr>
        <p:spPr>
          <a:xfrm>
            <a:off x="5001244" y="3143529"/>
            <a:ext cx="968524" cy="369332"/>
          </a:xfrm>
          <a:prstGeom prst="rect">
            <a:avLst/>
          </a:prstGeom>
          <a:noFill/>
        </p:spPr>
        <p:txBody>
          <a:bodyPr wrap="square" anchor="ctr">
            <a:spAutoFit/>
          </a:bodyPr>
          <a:lstStyle/>
          <a:p>
            <a:pPr algn="ctr" eaLnBrk="1" fontAlgn="auto" hangingPunct="1">
              <a:spcBef>
                <a:spcPts val="0"/>
              </a:spcBef>
              <a:spcAft>
                <a:spcPts val="0"/>
              </a:spcAft>
              <a:defRPr/>
            </a:pPr>
            <a:r>
              <a:rPr lang="en-US" b="1" dirty="0">
                <a:solidFill>
                  <a:srgbClr val="07272D"/>
                </a:solidFill>
                <a:latin typeface="Poppins" panose="00000500000000000000" pitchFamily="2" charset="0"/>
                <a:cs typeface="Poppins" panose="00000500000000000000" pitchFamily="2" charset="0"/>
              </a:rPr>
              <a:t>2003</a:t>
            </a:r>
          </a:p>
        </p:txBody>
      </p:sp>
      <p:sp>
        <p:nvSpPr>
          <p:cNvPr id="12" name="TextBox 54">
            <a:extLst>
              <a:ext uri="{FF2B5EF4-FFF2-40B4-BE49-F238E27FC236}">
                <a16:creationId xmlns:a16="http://schemas.microsoft.com/office/drawing/2014/main" id="{78E16C2A-ED64-7532-1CFE-6A6B75DCB12B}"/>
              </a:ext>
            </a:extLst>
          </p:cNvPr>
          <p:cNvSpPr txBox="1"/>
          <p:nvPr/>
        </p:nvSpPr>
        <p:spPr>
          <a:xfrm>
            <a:off x="4839622" y="3587036"/>
            <a:ext cx="1312560" cy="646331"/>
          </a:xfrm>
          <a:prstGeom prst="rect">
            <a:avLst/>
          </a:prstGeom>
          <a:noFill/>
        </p:spPr>
        <p:txBody>
          <a:bodyPr wrap="square">
            <a:spAutoFit/>
          </a:bodyPr>
          <a:lstStyle/>
          <a:p>
            <a:pPr algn="ctr" eaLnBrk="1" fontAlgn="auto" hangingPunct="1">
              <a:spcBef>
                <a:spcPts val="0"/>
              </a:spcBef>
              <a:spcAft>
                <a:spcPts val="0"/>
              </a:spcAft>
              <a:defRPr/>
            </a:pPr>
            <a:r>
              <a:rPr kumimoji="0" lang="es-CO" sz="900" b="1" i="0" u="none" strike="noStrike" kern="1200" cap="none" spc="0" normalizeH="0" baseline="0" noProof="0" dirty="0">
                <a:ln>
                  <a:noFill/>
                </a:ln>
                <a:solidFill>
                  <a:srgbClr val="07272D"/>
                </a:solidFill>
                <a:effectLst/>
                <a:uLnTx/>
                <a:uFillTx/>
                <a:latin typeface="Poppins SemiBold" panose="00000700000000000000" pitchFamily="2" charset="0"/>
                <a:cs typeface="Poppins SemiBold" panose="00000700000000000000" pitchFamily="2" charset="0"/>
              </a:rPr>
              <a:t>Abrimos el canal    de ventas tipo trading a través                    de QP Trading CR</a:t>
            </a:r>
            <a:endParaRPr lang="en-ID" sz="900" b="1" dirty="0">
              <a:solidFill>
                <a:srgbClr val="07272D"/>
              </a:solidFill>
              <a:latin typeface="Poppins SemiBold" panose="00000700000000000000" pitchFamily="2" charset="0"/>
              <a:cs typeface="Poppins SemiBold" panose="00000700000000000000" pitchFamily="2" charset="0"/>
            </a:endParaRPr>
          </a:p>
        </p:txBody>
      </p:sp>
      <p:grpSp>
        <p:nvGrpSpPr>
          <p:cNvPr id="27" name="Group 26">
            <a:extLst>
              <a:ext uri="{FF2B5EF4-FFF2-40B4-BE49-F238E27FC236}">
                <a16:creationId xmlns:a16="http://schemas.microsoft.com/office/drawing/2014/main" id="{19F320B7-5133-E59D-F968-80C593F8E63E}"/>
              </a:ext>
            </a:extLst>
          </p:cNvPr>
          <p:cNvGrpSpPr/>
          <p:nvPr/>
        </p:nvGrpSpPr>
        <p:grpSpPr>
          <a:xfrm>
            <a:off x="4986118" y="1520803"/>
            <a:ext cx="1019568" cy="1019568"/>
            <a:chOff x="4993751" y="1900211"/>
            <a:chExt cx="813600" cy="813600"/>
          </a:xfrm>
        </p:grpSpPr>
        <p:sp>
          <p:nvSpPr>
            <p:cNvPr id="62" name="Elipse 61">
              <a:extLst>
                <a:ext uri="{FF2B5EF4-FFF2-40B4-BE49-F238E27FC236}">
                  <a16:creationId xmlns:a16="http://schemas.microsoft.com/office/drawing/2014/main" id="{1EF1C9BB-0DE5-8234-B609-A4B27E05F5DD}"/>
                </a:ext>
              </a:extLst>
            </p:cNvPr>
            <p:cNvSpPr/>
            <p:nvPr/>
          </p:nvSpPr>
          <p:spPr bwMode="auto">
            <a:xfrm>
              <a:off x="4993751" y="1900211"/>
              <a:ext cx="813600" cy="81360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sz="1600">
                <a:latin typeface="Montserrat Light" panose="00000400000000000000" pitchFamily="2" charset="0"/>
              </a:endParaRPr>
            </a:p>
          </p:txBody>
        </p:sp>
        <p:pic>
          <p:nvPicPr>
            <p:cNvPr id="60" name="Imagen 59">
              <a:extLst>
                <a:ext uri="{FF2B5EF4-FFF2-40B4-BE49-F238E27FC236}">
                  <a16:creationId xmlns:a16="http://schemas.microsoft.com/office/drawing/2014/main" id="{8DE3A720-61B7-FE96-2AAB-A7F27E057A35}"/>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031992" y="2069242"/>
              <a:ext cx="737119" cy="444675"/>
            </a:xfrm>
            <a:prstGeom prst="rect">
              <a:avLst/>
            </a:prstGeom>
          </p:spPr>
        </p:pic>
      </p:grpSp>
    </p:spTree>
    <p:extLst>
      <p:ext uri="{BB962C8B-B14F-4D97-AF65-F5344CB8AC3E}">
        <p14:creationId xmlns:p14="http://schemas.microsoft.com/office/powerpoint/2010/main" val="9356536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1A724-715F-6278-0815-7F4BA24C3967}"/>
            </a:ext>
          </a:extLst>
        </p:cNvPr>
        <p:cNvGrpSpPr/>
        <p:nvPr/>
      </p:nvGrpSpPr>
      <p:grpSpPr>
        <a:xfrm>
          <a:off x="0" y="0"/>
          <a:ext cx="0" cy="0"/>
          <a:chOff x="0" y="0"/>
          <a:chExt cx="0" cy="0"/>
        </a:xfrm>
      </p:grpSpPr>
      <p:sp>
        <p:nvSpPr>
          <p:cNvPr id="72" name="Rectángulo: esquinas redondeadas 2">
            <a:extLst>
              <a:ext uri="{FF2B5EF4-FFF2-40B4-BE49-F238E27FC236}">
                <a16:creationId xmlns:a16="http://schemas.microsoft.com/office/drawing/2014/main" id="{E5328F39-5CE7-06F7-E3B2-5AA975F09FD3}"/>
              </a:ext>
            </a:extLst>
          </p:cNvPr>
          <p:cNvSpPr/>
          <p:nvPr/>
        </p:nvSpPr>
        <p:spPr>
          <a:xfrm flipH="1" flipV="1">
            <a:off x="0" y="-2"/>
            <a:ext cx="12192000" cy="4391026"/>
          </a:xfrm>
          <a:prstGeom prst="round2SameRect">
            <a:avLst>
              <a:gd name="adj1" fmla="val 19168"/>
              <a:gd name="adj2"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6" name="Google Shape;234;p23">
            <a:extLst>
              <a:ext uri="{FF2B5EF4-FFF2-40B4-BE49-F238E27FC236}">
                <a16:creationId xmlns:a16="http://schemas.microsoft.com/office/drawing/2014/main" id="{C6077B0F-BA75-AC31-ECDD-D7727B0311E9}"/>
              </a:ext>
            </a:extLst>
          </p:cNvPr>
          <p:cNvSpPr>
            <a:spLocks noChangeAspect="1"/>
          </p:cNvSpPr>
          <p:nvPr/>
        </p:nvSpPr>
        <p:spPr>
          <a:xfrm rot="5400000">
            <a:off x="4964906" y="3218293"/>
            <a:ext cx="2465388" cy="2459366"/>
          </a:xfrm>
          <a:prstGeom prst="teardrop">
            <a:avLst>
              <a:gd name="adj" fmla="val 100000"/>
            </a:avLst>
          </a:prstGeom>
          <a:solidFill>
            <a:srgbClr val="ABC7CA"/>
          </a:solidFill>
          <a:ln>
            <a:noFill/>
          </a:ln>
          <a:effectLst>
            <a:outerShdw blurRad="381000" dist="177800" dir="8400000" algn="bl" rotWithShape="0">
              <a:srgbClr val="2E4D58">
                <a:alpha val="19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s-CO" dirty="0"/>
              <a:t> </a:t>
            </a:r>
          </a:p>
        </p:txBody>
      </p:sp>
      <p:sp>
        <p:nvSpPr>
          <p:cNvPr id="2" name="Title 1">
            <a:extLst>
              <a:ext uri="{FF2B5EF4-FFF2-40B4-BE49-F238E27FC236}">
                <a16:creationId xmlns:a16="http://schemas.microsoft.com/office/drawing/2014/main" id="{D52FB6B3-EC4F-8446-C94C-18842E0B26F4}"/>
              </a:ext>
            </a:extLst>
          </p:cNvPr>
          <p:cNvSpPr>
            <a:spLocks noGrp="1"/>
          </p:cNvSpPr>
          <p:nvPr>
            <p:ph type="title"/>
          </p:nvPr>
        </p:nvSpPr>
        <p:spPr/>
        <p:txBody>
          <a:bodyPr/>
          <a:lstStyle/>
          <a:p>
            <a:r>
              <a:rPr lang="pt-BR" dirty="0" err="1">
                <a:solidFill>
                  <a:schemeClr val="accent1"/>
                </a:solidFill>
              </a:rPr>
              <a:t>Shareholder’s</a:t>
            </a:r>
            <a:r>
              <a:rPr lang="pt-BR" dirty="0">
                <a:solidFill>
                  <a:schemeClr val="accent1"/>
                </a:solidFill>
              </a:rPr>
              <a:t> </a:t>
            </a:r>
            <a:r>
              <a:rPr lang="pt-BR" dirty="0" err="1">
                <a:solidFill>
                  <a:schemeClr val="accent1"/>
                </a:solidFill>
              </a:rPr>
              <a:t>Structure</a:t>
            </a:r>
            <a:endParaRPr lang="en-US" dirty="0">
              <a:solidFill>
                <a:schemeClr val="accent1"/>
              </a:solidFill>
            </a:endParaRPr>
          </a:p>
        </p:txBody>
      </p:sp>
      <p:sp>
        <p:nvSpPr>
          <p:cNvPr id="35" name="Content Placeholder 2">
            <a:extLst>
              <a:ext uri="{FF2B5EF4-FFF2-40B4-BE49-F238E27FC236}">
                <a16:creationId xmlns:a16="http://schemas.microsoft.com/office/drawing/2014/main" id="{944861C1-80E3-B9A1-3073-A751B4CFAE5C}"/>
              </a:ext>
            </a:extLst>
          </p:cNvPr>
          <p:cNvSpPr>
            <a:spLocks noGrp="1"/>
          </p:cNvSpPr>
          <p:nvPr>
            <p:ph sz="quarter" idx="13"/>
          </p:nvPr>
        </p:nvSpPr>
        <p:spPr/>
        <p:txBody>
          <a:bodyPr/>
          <a:lstStyle/>
          <a:p>
            <a:r>
              <a:rPr lang="en-US" dirty="0">
                <a:solidFill>
                  <a:schemeClr val="bg1"/>
                </a:solidFill>
              </a:rPr>
              <a:t>Current cap table of </a:t>
            </a:r>
            <a:r>
              <a:rPr lang="en-US" dirty="0" err="1">
                <a:solidFill>
                  <a:schemeClr val="bg1"/>
                </a:solidFill>
              </a:rPr>
              <a:t>Almatia</a:t>
            </a:r>
            <a:r>
              <a:rPr lang="en-US" dirty="0">
                <a:solidFill>
                  <a:schemeClr val="bg1"/>
                </a:solidFill>
              </a:rPr>
              <a:t> is comprised of 4 partners of the Cantillo Family	 </a:t>
            </a:r>
            <a:endParaRPr lang="en-US" b="1" dirty="0">
              <a:solidFill>
                <a:schemeClr val="bg1"/>
              </a:solidFill>
            </a:endParaRPr>
          </a:p>
        </p:txBody>
      </p:sp>
      <p:sp>
        <p:nvSpPr>
          <p:cNvPr id="82" name="Text Placeholder 81">
            <a:extLst>
              <a:ext uri="{FF2B5EF4-FFF2-40B4-BE49-F238E27FC236}">
                <a16:creationId xmlns:a16="http://schemas.microsoft.com/office/drawing/2014/main" id="{0236C28B-46E3-A497-00E0-D0B02070D08E}"/>
              </a:ext>
            </a:extLst>
          </p:cNvPr>
          <p:cNvSpPr>
            <a:spLocks noGrp="1"/>
          </p:cNvSpPr>
          <p:nvPr>
            <p:ph type="body" sz="quarter" idx="36"/>
          </p:nvPr>
        </p:nvSpPr>
        <p:spPr/>
        <p:txBody>
          <a:bodyPr/>
          <a:lstStyle/>
          <a:p>
            <a:endParaRPr lang="pt-BR"/>
          </a:p>
        </p:txBody>
      </p:sp>
      <p:cxnSp>
        <p:nvCxnSpPr>
          <p:cNvPr id="30" name="Connector: Elbow 29">
            <a:extLst>
              <a:ext uri="{FF2B5EF4-FFF2-40B4-BE49-F238E27FC236}">
                <a16:creationId xmlns:a16="http://schemas.microsoft.com/office/drawing/2014/main" id="{7BA14DDB-922E-D0B0-5255-FB334CAEA772}"/>
              </a:ext>
            </a:extLst>
          </p:cNvPr>
          <p:cNvCxnSpPr>
            <a:cxnSpLocks/>
            <a:stCxn id="61" idx="2"/>
            <a:endCxn id="6" idx="4"/>
          </p:cNvCxnSpPr>
          <p:nvPr/>
        </p:nvCxnSpPr>
        <p:spPr>
          <a:xfrm rot="5400000">
            <a:off x="6727741" y="2175766"/>
            <a:ext cx="509376" cy="1569657"/>
          </a:xfrm>
          <a:prstGeom prst="bentConnector3">
            <a:avLst>
              <a:gd name="adj1" fmla="val 50000"/>
            </a:avLst>
          </a:prstGeom>
          <a:ln w="9525">
            <a:solidFill>
              <a:schemeClr val="accent1"/>
            </a:solidFill>
            <a:prstDash val="solid"/>
          </a:ln>
        </p:spPr>
        <p:style>
          <a:lnRef idx="1">
            <a:schemeClr val="accent1"/>
          </a:lnRef>
          <a:fillRef idx="0">
            <a:schemeClr val="accent1"/>
          </a:fillRef>
          <a:effectRef idx="0">
            <a:schemeClr val="accent1"/>
          </a:effectRef>
          <a:fontRef idx="minor">
            <a:schemeClr val="tx1"/>
          </a:fontRef>
        </p:style>
      </p:cxnSp>
      <p:cxnSp>
        <p:nvCxnSpPr>
          <p:cNvPr id="33" name="Connector: Elbow 32">
            <a:extLst>
              <a:ext uri="{FF2B5EF4-FFF2-40B4-BE49-F238E27FC236}">
                <a16:creationId xmlns:a16="http://schemas.microsoft.com/office/drawing/2014/main" id="{87C5E34D-C3E0-B9CF-C86F-3C4574CE99C5}"/>
              </a:ext>
            </a:extLst>
          </p:cNvPr>
          <p:cNvCxnSpPr>
            <a:cxnSpLocks/>
            <a:stCxn id="8" idx="2"/>
            <a:endCxn id="6" idx="4"/>
          </p:cNvCxnSpPr>
          <p:nvPr/>
        </p:nvCxnSpPr>
        <p:spPr>
          <a:xfrm rot="16200000" flipH="1">
            <a:off x="3907235" y="924917"/>
            <a:ext cx="509376" cy="4071353"/>
          </a:xfrm>
          <a:prstGeom prst="bentConnector3">
            <a:avLst>
              <a:gd name="adj1" fmla="val 50000"/>
            </a:avLst>
          </a:prstGeom>
          <a:ln w="9525">
            <a:solidFill>
              <a:schemeClr val="accent1"/>
            </a:solidFill>
            <a:prstDash val="solid"/>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B1CB5F73-F10E-F91C-1715-2EB62BFC54C2}"/>
              </a:ext>
            </a:extLst>
          </p:cNvPr>
          <p:cNvCxnSpPr>
            <a:cxnSpLocks/>
            <a:stCxn id="56" idx="2"/>
            <a:endCxn id="6" idx="4"/>
          </p:cNvCxnSpPr>
          <p:nvPr/>
        </p:nvCxnSpPr>
        <p:spPr>
          <a:xfrm rot="16200000" flipH="1">
            <a:off x="5317488" y="2335170"/>
            <a:ext cx="509376" cy="1250848"/>
          </a:xfrm>
          <a:prstGeom prst="bentConnector3">
            <a:avLst>
              <a:gd name="adj1" fmla="val 50000"/>
            </a:avLst>
          </a:prstGeom>
          <a:ln w="9525">
            <a:solidFill>
              <a:schemeClr val="accent1"/>
            </a:solidFill>
            <a:prstDash val="solid"/>
          </a:ln>
        </p:spPr>
        <p:style>
          <a:lnRef idx="1">
            <a:schemeClr val="accent1"/>
          </a:lnRef>
          <a:fillRef idx="0">
            <a:schemeClr val="accent1"/>
          </a:fillRef>
          <a:effectRef idx="0">
            <a:schemeClr val="accent1"/>
          </a:effectRef>
          <a:fontRef idx="minor">
            <a:schemeClr val="tx1"/>
          </a:fontRef>
        </p:style>
      </p:cxnSp>
      <p:cxnSp>
        <p:nvCxnSpPr>
          <p:cNvPr id="39" name="Connector: Elbow 38">
            <a:extLst>
              <a:ext uri="{FF2B5EF4-FFF2-40B4-BE49-F238E27FC236}">
                <a16:creationId xmlns:a16="http://schemas.microsoft.com/office/drawing/2014/main" id="{6B6340B7-CCAD-0274-0FF4-78D0B29CCAA0}"/>
              </a:ext>
            </a:extLst>
          </p:cNvPr>
          <p:cNvCxnSpPr>
            <a:cxnSpLocks/>
            <a:stCxn id="66" idx="2"/>
            <a:endCxn id="6" idx="4"/>
          </p:cNvCxnSpPr>
          <p:nvPr/>
        </p:nvCxnSpPr>
        <p:spPr>
          <a:xfrm rot="5400000">
            <a:off x="8137994" y="765513"/>
            <a:ext cx="509376" cy="4390163"/>
          </a:xfrm>
          <a:prstGeom prst="bentConnector3">
            <a:avLst>
              <a:gd name="adj1" fmla="val 50000"/>
            </a:avLst>
          </a:prstGeom>
          <a:ln w="9525">
            <a:solidFill>
              <a:schemeClr val="accent1"/>
            </a:solidFill>
            <a:prstDash val="solid"/>
          </a:ln>
        </p:spPr>
        <p:style>
          <a:lnRef idx="1">
            <a:schemeClr val="accent1"/>
          </a:lnRef>
          <a:fillRef idx="0">
            <a:schemeClr val="accent1"/>
          </a:fillRef>
          <a:effectRef idx="0">
            <a:schemeClr val="accent1"/>
          </a:effectRef>
          <a:fontRef idx="minor">
            <a:schemeClr val="tx1"/>
          </a:fontRef>
        </p:style>
      </p:cxnSp>
      <p:grpSp>
        <p:nvGrpSpPr>
          <p:cNvPr id="71" name="Group 70">
            <a:extLst>
              <a:ext uri="{FF2B5EF4-FFF2-40B4-BE49-F238E27FC236}">
                <a16:creationId xmlns:a16="http://schemas.microsoft.com/office/drawing/2014/main" id="{C48A4015-7ADA-1BE5-16C2-5D2DBB79BEEE}"/>
              </a:ext>
            </a:extLst>
          </p:cNvPr>
          <p:cNvGrpSpPr/>
          <p:nvPr/>
        </p:nvGrpSpPr>
        <p:grpSpPr>
          <a:xfrm>
            <a:off x="728818" y="1815382"/>
            <a:ext cx="10937564" cy="890524"/>
            <a:chOff x="827981" y="2007251"/>
            <a:chExt cx="10937564" cy="890524"/>
          </a:xfrm>
        </p:grpSpPr>
        <p:grpSp>
          <p:nvGrpSpPr>
            <p:cNvPr id="54" name="Group 53">
              <a:extLst>
                <a:ext uri="{FF2B5EF4-FFF2-40B4-BE49-F238E27FC236}">
                  <a16:creationId xmlns:a16="http://schemas.microsoft.com/office/drawing/2014/main" id="{E0EE4ED9-7A7C-3C88-A6D6-BC4E23DD7459}"/>
                </a:ext>
              </a:extLst>
            </p:cNvPr>
            <p:cNvGrpSpPr/>
            <p:nvPr/>
          </p:nvGrpSpPr>
          <p:grpSpPr>
            <a:xfrm>
              <a:off x="827981" y="2007251"/>
              <a:ext cx="2476048" cy="890524"/>
              <a:chOff x="933902" y="2007251"/>
              <a:chExt cx="2476048" cy="890524"/>
            </a:xfrm>
          </p:grpSpPr>
          <p:sp>
            <p:nvSpPr>
              <p:cNvPr id="8" name="Rectángulo: esquinas redondeadas 30">
                <a:extLst>
                  <a:ext uri="{FF2B5EF4-FFF2-40B4-BE49-F238E27FC236}">
                    <a16:creationId xmlns:a16="http://schemas.microsoft.com/office/drawing/2014/main" id="{AADB353D-0F43-4668-C8B6-83877F81C080}"/>
                  </a:ext>
                </a:extLst>
              </p:cNvPr>
              <p:cNvSpPr/>
              <p:nvPr/>
            </p:nvSpPr>
            <p:spPr>
              <a:xfrm>
                <a:off x="1252712" y="2007251"/>
                <a:ext cx="2157238" cy="890524"/>
              </a:xfrm>
              <a:prstGeom prst="roundRect">
                <a:avLst>
                  <a:gd name="adj" fmla="val 7896"/>
                </a:avLst>
              </a:prstGeom>
              <a:solidFill>
                <a:schemeClr val="bg1"/>
              </a:solidFill>
              <a:ln>
                <a:noFill/>
              </a:ln>
              <a:effectLst>
                <a:outerShdw blurRad="50800" dist="25400" dir="8400000" algn="bl" rotWithShape="0">
                  <a:schemeClr val="tx1">
                    <a:alpha val="25000"/>
                  </a:schemeClr>
                </a:outerShdw>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49" name="TextBox 48">
                <a:extLst>
                  <a:ext uri="{FF2B5EF4-FFF2-40B4-BE49-F238E27FC236}">
                    <a16:creationId xmlns:a16="http://schemas.microsoft.com/office/drawing/2014/main" id="{16540680-697A-5915-6C10-D1557D9E7BDB}"/>
                  </a:ext>
                </a:extLst>
              </p:cNvPr>
              <p:cNvSpPr txBox="1"/>
              <p:nvPr/>
            </p:nvSpPr>
            <p:spPr>
              <a:xfrm>
                <a:off x="1696374" y="2196036"/>
                <a:ext cx="1439684" cy="523220"/>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dirty="0">
                    <a:ln>
                      <a:noFill/>
                    </a:ln>
                    <a:solidFill>
                      <a:schemeClr val="tx2"/>
                    </a:solidFill>
                    <a:effectLst/>
                    <a:uLnTx/>
                    <a:uFillTx/>
                    <a:latin typeface="Poppins SemiBold" panose="00000700000000000000" pitchFamily="2" charset="0"/>
                    <a:ea typeface="Source Serif Pro" panose="02040603050405020204" pitchFamily="18" charset="0"/>
                    <a:cs typeface="Poppins SemiBold" panose="00000700000000000000" pitchFamily="2" charset="0"/>
                  </a:rPr>
                  <a:t>Alejandro </a:t>
                </a:r>
              </a:p>
              <a:p>
                <a:pPr marL="0" marR="0" lvl="0" indent="0"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dirty="0" err="1">
                    <a:ln>
                      <a:noFill/>
                    </a:ln>
                    <a:solidFill>
                      <a:schemeClr val="tx2"/>
                    </a:solidFill>
                    <a:effectLst/>
                    <a:uLnTx/>
                    <a:uFillTx/>
                    <a:latin typeface="Poppins SemiBold" panose="00000700000000000000" pitchFamily="2" charset="0"/>
                    <a:ea typeface="Source Serif Pro" panose="02040603050405020204" pitchFamily="18" charset="0"/>
                    <a:cs typeface="Poppins SemiBold" panose="00000700000000000000" pitchFamily="2" charset="0"/>
                  </a:rPr>
                  <a:t>Cantillo</a:t>
                </a:r>
                <a:r>
                  <a:rPr kumimoji="0" lang="pt-BR" sz="1400" b="1" i="0" u="none" strike="noStrike" kern="1200" cap="none" spc="0" normalizeH="0" baseline="0" noProof="0" dirty="0">
                    <a:ln>
                      <a:noFill/>
                    </a:ln>
                    <a:solidFill>
                      <a:schemeClr val="tx2"/>
                    </a:solidFill>
                    <a:effectLst/>
                    <a:uLnTx/>
                    <a:uFillTx/>
                    <a:latin typeface="Poppins SemiBold" panose="00000700000000000000" pitchFamily="2" charset="0"/>
                    <a:ea typeface="Source Serif Pro" panose="02040603050405020204" pitchFamily="18" charset="0"/>
                    <a:cs typeface="Poppins SemiBold" panose="00000700000000000000" pitchFamily="2" charset="0"/>
                  </a:rPr>
                  <a:t> Lopez</a:t>
                </a:r>
                <a:endParaRPr kumimoji="0" lang="en-US" sz="1400" b="1" i="0" u="none" strike="noStrike" kern="1200" cap="none" spc="0" normalizeH="0" baseline="0" noProof="0" dirty="0">
                  <a:ln>
                    <a:noFill/>
                  </a:ln>
                  <a:solidFill>
                    <a:schemeClr val="tx2"/>
                  </a:solidFill>
                  <a:effectLst/>
                  <a:uLnTx/>
                  <a:uFillTx/>
                  <a:latin typeface="Poppins SemiBold" panose="00000700000000000000" pitchFamily="2" charset="0"/>
                  <a:ea typeface="Source Serif Pro" panose="02040603050405020204" pitchFamily="18" charset="0"/>
                  <a:cs typeface="Poppins SemiBold" panose="00000700000000000000" pitchFamily="2" charset="0"/>
                </a:endParaRPr>
              </a:p>
            </p:txBody>
          </p:sp>
          <p:sp>
            <p:nvSpPr>
              <p:cNvPr id="50" name="Google Shape;234;p23">
                <a:extLst>
                  <a:ext uri="{FF2B5EF4-FFF2-40B4-BE49-F238E27FC236}">
                    <a16:creationId xmlns:a16="http://schemas.microsoft.com/office/drawing/2014/main" id="{A3A26203-3D0B-1A3C-59D7-4E030B9DDF59}"/>
                  </a:ext>
                </a:extLst>
              </p:cNvPr>
              <p:cNvSpPr>
                <a:spLocks noChangeAspect="1"/>
              </p:cNvSpPr>
              <p:nvPr/>
            </p:nvSpPr>
            <p:spPr>
              <a:xfrm rot="5400000">
                <a:off x="933121" y="2107776"/>
                <a:ext cx="639183" cy="637621"/>
              </a:xfrm>
              <a:prstGeom prst="teardrop">
                <a:avLst>
                  <a:gd name="adj" fmla="val 100000"/>
                </a:avLst>
              </a:prstGeom>
              <a:solidFill>
                <a:schemeClr val="accent2"/>
              </a:solidFill>
              <a:ln>
                <a:noFill/>
              </a:ln>
              <a:effectLst>
                <a:outerShdw blurRad="152400" dist="38100" dir="21540000" algn="bl" rotWithShape="0">
                  <a:schemeClr val="bg2">
                    <a:alpha val="25000"/>
                  </a:schemeClr>
                </a:outerShdw>
              </a:effectLst>
            </p:spPr>
            <p:txBody>
              <a:bodyPr spcFirstLastPara="1" wrap="square" lIns="91425" tIns="91425" rIns="91425" bIns="91425" anchor="ctr" anchorCtr="0">
                <a:noAutofit/>
              </a:bodyPr>
              <a:lstStyle/>
              <a:p>
                <a:pPr algn="ctr" defTabSz="457200"/>
                <a:endParaRPr lang="es-CO" sz="2000" dirty="0">
                  <a:latin typeface="+mj-lt"/>
                </a:endParaRPr>
              </a:p>
            </p:txBody>
          </p:sp>
          <p:sp>
            <p:nvSpPr>
              <p:cNvPr id="51" name="Rectangle 50">
                <a:extLst>
                  <a:ext uri="{FF2B5EF4-FFF2-40B4-BE49-F238E27FC236}">
                    <a16:creationId xmlns:a16="http://schemas.microsoft.com/office/drawing/2014/main" id="{85195539-2CC2-96B4-2C7F-186765255406}"/>
                  </a:ext>
                </a:extLst>
              </p:cNvPr>
              <p:cNvSpPr/>
              <p:nvPr/>
            </p:nvSpPr>
            <p:spPr>
              <a:xfrm>
                <a:off x="1030881" y="2270001"/>
                <a:ext cx="443662" cy="3622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r>
                  <a:rPr lang="pt-BR" sz="1400" b="1" dirty="0">
                    <a:solidFill>
                      <a:schemeClr val="bg1"/>
                    </a:solidFill>
                    <a:latin typeface="+mj-lt"/>
                    <a:ea typeface="Source Serif Pro SemiBold" panose="02040703050405020204" pitchFamily="18" charset="0"/>
                    <a:cs typeface="Arial" panose="020B0604020202020204" pitchFamily="34" charset="0"/>
                  </a:rPr>
                  <a:t>50</a:t>
                </a:r>
                <a:r>
                  <a:rPr lang="pt-BR" sz="1000" b="1" dirty="0">
                    <a:solidFill>
                      <a:schemeClr val="bg1"/>
                    </a:solidFill>
                    <a:latin typeface="+mj-lt"/>
                    <a:ea typeface="Source Serif Pro SemiBold" panose="02040703050405020204" pitchFamily="18" charset="0"/>
                    <a:cs typeface="Arial" panose="020B0604020202020204" pitchFamily="34" charset="0"/>
                  </a:rPr>
                  <a:t>%</a:t>
                </a:r>
                <a:endParaRPr lang="pt-BR" sz="1400" b="1" dirty="0">
                  <a:solidFill>
                    <a:schemeClr val="bg1"/>
                  </a:solidFill>
                  <a:latin typeface="+mj-lt"/>
                  <a:ea typeface="Source Serif Pro SemiBold" panose="02040703050405020204" pitchFamily="18" charset="0"/>
                  <a:cs typeface="Arial" panose="020B0604020202020204" pitchFamily="34" charset="0"/>
                </a:endParaRPr>
              </a:p>
            </p:txBody>
          </p:sp>
        </p:grpSp>
        <p:grpSp>
          <p:nvGrpSpPr>
            <p:cNvPr id="55" name="Group 54">
              <a:extLst>
                <a:ext uri="{FF2B5EF4-FFF2-40B4-BE49-F238E27FC236}">
                  <a16:creationId xmlns:a16="http://schemas.microsoft.com/office/drawing/2014/main" id="{EC7E4A62-F098-B784-24B0-F9CFBAE33301}"/>
                </a:ext>
              </a:extLst>
            </p:cNvPr>
            <p:cNvGrpSpPr/>
            <p:nvPr/>
          </p:nvGrpSpPr>
          <p:grpSpPr>
            <a:xfrm>
              <a:off x="3648486" y="2007251"/>
              <a:ext cx="2476048" cy="890524"/>
              <a:chOff x="933902" y="2007251"/>
              <a:chExt cx="2476048" cy="890524"/>
            </a:xfrm>
          </p:grpSpPr>
          <p:sp>
            <p:nvSpPr>
              <p:cNvPr id="56" name="Rectángulo: esquinas redondeadas 30">
                <a:extLst>
                  <a:ext uri="{FF2B5EF4-FFF2-40B4-BE49-F238E27FC236}">
                    <a16:creationId xmlns:a16="http://schemas.microsoft.com/office/drawing/2014/main" id="{41F245BE-8125-03B0-3DB9-6F8D3385295F}"/>
                  </a:ext>
                </a:extLst>
              </p:cNvPr>
              <p:cNvSpPr/>
              <p:nvPr/>
            </p:nvSpPr>
            <p:spPr>
              <a:xfrm>
                <a:off x="1252712" y="2007251"/>
                <a:ext cx="2157238" cy="890524"/>
              </a:xfrm>
              <a:prstGeom prst="roundRect">
                <a:avLst>
                  <a:gd name="adj" fmla="val 7896"/>
                </a:avLst>
              </a:prstGeom>
              <a:solidFill>
                <a:schemeClr val="bg1"/>
              </a:solidFill>
              <a:ln>
                <a:noFill/>
              </a:ln>
              <a:effectLst>
                <a:outerShdw blurRad="50800" dist="25400" dir="8400000" algn="bl" rotWithShape="0">
                  <a:schemeClr val="tx1">
                    <a:alpha val="25000"/>
                  </a:schemeClr>
                </a:outerShdw>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57" name="TextBox 56">
                <a:extLst>
                  <a:ext uri="{FF2B5EF4-FFF2-40B4-BE49-F238E27FC236}">
                    <a16:creationId xmlns:a16="http://schemas.microsoft.com/office/drawing/2014/main" id="{B33441D0-5045-3A4F-F103-D6F9B8EBC1FC}"/>
                  </a:ext>
                </a:extLst>
              </p:cNvPr>
              <p:cNvSpPr txBox="1"/>
              <p:nvPr/>
            </p:nvSpPr>
            <p:spPr>
              <a:xfrm>
                <a:off x="1696374" y="2196036"/>
                <a:ext cx="1439684" cy="523220"/>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dirty="0">
                    <a:ln>
                      <a:noFill/>
                    </a:ln>
                    <a:solidFill>
                      <a:schemeClr val="tx2"/>
                    </a:solidFill>
                    <a:effectLst/>
                    <a:uLnTx/>
                    <a:uFillTx/>
                    <a:latin typeface="Poppins SemiBold" panose="00000700000000000000" pitchFamily="2" charset="0"/>
                    <a:ea typeface="Source Serif Pro" panose="02040603050405020204" pitchFamily="18" charset="0"/>
                    <a:cs typeface="Poppins SemiBold" panose="00000700000000000000" pitchFamily="2" charset="0"/>
                  </a:rPr>
                  <a:t>Ana Mará </a:t>
                </a:r>
                <a:r>
                  <a:rPr kumimoji="0" lang="pt-BR" sz="1400" b="1" i="0" u="none" strike="noStrike" kern="1200" cap="none" spc="0" normalizeH="0" baseline="0" noProof="0" dirty="0" err="1">
                    <a:ln>
                      <a:noFill/>
                    </a:ln>
                    <a:solidFill>
                      <a:schemeClr val="tx2"/>
                    </a:solidFill>
                    <a:effectLst/>
                    <a:uLnTx/>
                    <a:uFillTx/>
                    <a:latin typeface="Poppins SemiBold" panose="00000700000000000000" pitchFamily="2" charset="0"/>
                    <a:ea typeface="Source Serif Pro" panose="02040603050405020204" pitchFamily="18" charset="0"/>
                    <a:cs typeface="Poppins SemiBold" panose="00000700000000000000" pitchFamily="2" charset="0"/>
                  </a:rPr>
                  <a:t>Vacca</a:t>
                </a:r>
                <a:r>
                  <a:rPr kumimoji="0" lang="pt-BR" sz="1400" b="1" i="0" u="none" strike="noStrike" kern="1200" cap="none" spc="0" normalizeH="0" baseline="0" noProof="0" dirty="0">
                    <a:ln>
                      <a:noFill/>
                    </a:ln>
                    <a:solidFill>
                      <a:schemeClr val="tx2"/>
                    </a:solidFill>
                    <a:effectLst/>
                    <a:uLnTx/>
                    <a:uFillTx/>
                    <a:latin typeface="Poppins SemiBold" panose="00000700000000000000" pitchFamily="2" charset="0"/>
                    <a:ea typeface="Source Serif Pro" panose="02040603050405020204" pitchFamily="18" charset="0"/>
                    <a:cs typeface="Poppins SemiBold" panose="00000700000000000000" pitchFamily="2" charset="0"/>
                  </a:rPr>
                  <a:t> </a:t>
                </a:r>
                <a:r>
                  <a:rPr kumimoji="0" lang="pt-BR" sz="1400" b="1" i="0" u="none" strike="noStrike" kern="1200" cap="none" spc="0" normalizeH="0" baseline="0" noProof="0" dirty="0" err="1">
                    <a:ln>
                      <a:noFill/>
                    </a:ln>
                    <a:solidFill>
                      <a:schemeClr val="tx2"/>
                    </a:solidFill>
                    <a:effectLst/>
                    <a:uLnTx/>
                    <a:uFillTx/>
                    <a:latin typeface="Poppins SemiBold" panose="00000700000000000000" pitchFamily="2" charset="0"/>
                    <a:ea typeface="Source Serif Pro" panose="02040603050405020204" pitchFamily="18" charset="0"/>
                    <a:cs typeface="Poppins SemiBold" panose="00000700000000000000" pitchFamily="2" charset="0"/>
                  </a:rPr>
                  <a:t>Ossa</a:t>
                </a:r>
                <a:endParaRPr kumimoji="0" lang="pt-BR" sz="1400" b="1" i="0" u="none" strike="noStrike" kern="1200" cap="none" spc="0" normalizeH="0" baseline="0" noProof="0" dirty="0">
                  <a:ln>
                    <a:noFill/>
                  </a:ln>
                  <a:solidFill>
                    <a:schemeClr val="tx2"/>
                  </a:solidFill>
                  <a:effectLst/>
                  <a:uLnTx/>
                  <a:uFillTx/>
                  <a:latin typeface="Poppins SemiBold" panose="00000700000000000000" pitchFamily="2" charset="0"/>
                  <a:ea typeface="Source Serif Pro" panose="02040603050405020204" pitchFamily="18" charset="0"/>
                  <a:cs typeface="Poppins SemiBold" panose="00000700000000000000" pitchFamily="2" charset="0"/>
                </a:endParaRPr>
              </a:p>
            </p:txBody>
          </p:sp>
          <p:sp>
            <p:nvSpPr>
              <p:cNvPr id="58" name="Google Shape;234;p23">
                <a:extLst>
                  <a:ext uri="{FF2B5EF4-FFF2-40B4-BE49-F238E27FC236}">
                    <a16:creationId xmlns:a16="http://schemas.microsoft.com/office/drawing/2014/main" id="{4286F00C-64FE-6CC8-8D81-04481EE13F9E}"/>
                  </a:ext>
                </a:extLst>
              </p:cNvPr>
              <p:cNvSpPr>
                <a:spLocks noChangeAspect="1"/>
              </p:cNvSpPr>
              <p:nvPr/>
            </p:nvSpPr>
            <p:spPr>
              <a:xfrm rot="5400000">
                <a:off x="933121" y="2107776"/>
                <a:ext cx="639183" cy="637621"/>
              </a:xfrm>
              <a:prstGeom prst="teardrop">
                <a:avLst>
                  <a:gd name="adj" fmla="val 100000"/>
                </a:avLst>
              </a:prstGeom>
              <a:solidFill>
                <a:schemeClr val="accent2"/>
              </a:solidFill>
              <a:ln>
                <a:noFill/>
              </a:ln>
              <a:effectLst>
                <a:outerShdw blurRad="152400" dist="38100" dir="21540000" algn="bl" rotWithShape="0">
                  <a:schemeClr val="bg2">
                    <a:alpha val="25000"/>
                  </a:schemeClr>
                </a:outerShdw>
              </a:effectLst>
            </p:spPr>
            <p:txBody>
              <a:bodyPr spcFirstLastPara="1" wrap="square" lIns="91425" tIns="91425" rIns="91425" bIns="91425" anchor="ctr" anchorCtr="0">
                <a:noAutofit/>
              </a:bodyPr>
              <a:lstStyle/>
              <a:p>
                <a:pPr algn="ctr" defTabSz="457200"/>
                <a:endParaRPr lang="es-CO" sz="2000" dirty="0">
                  <a:latin typeface="+mj-lt"/>
                </a:endParaRPr>
              </a:p>
            </p:txBody>
          </p:sp>
          <p:sp>
            <p:nvSpPr>
              <p:cNvPr id="59" name="Rectangle 58">
                <a:extLst>
                  <a:ext uri="{FF2B5EF4-FFF2-40B4-BE49-F238E27FC236}">
                    <a16:creationId xmlns:a16="http://schemas.microsoft.com/office/drawing/2014/main" id="{39828E35-41A8-EA7C-9F27-180E42A38A41}"/>
                  </a:ext>
                </a:extLst>
              </p:cNvPr>
              <p:cNvSpPr/>
              <p:nvPr/>
            </p:nvSpPr>
            <p:spPr>
              <a:xfrm>
                <a:off x="1030881" y="2270001"/>
                <a:ext cx="443662" cy="3622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r>
                  <a:rPr lang="pt-BR" sz="1400" b="1" dirty="0">
                    <a:solidFill>
                      <a:schemeClr val="bg1"/>
                    </a:solidFill>
                    <a:latin typeface="+mj-lt"/>
                    <a:ea typeface="Source Serif Pro SemiBold" panose="02040703050405020204" pitchFamily="18" charset="0"/>
                    <a:cs typeface="Arial" panose="020B0604020202020204" pitchFamily="34" charset="0"/>
                  </a:rPr>
                  <a:t>25</a:t>
                </a:r>
                <a:r>
                  <a:rPr lang="pt-BR" sz="1000" b="1" dirty="0">
                    <a:solidFill>
                      <a:schemeClr val="bg1"/>
                    </a:solidFill>
                    <a:latin typeface="+mj-lt"/>
                    <a:ea typeface="Source Serif Pro SemiBold" panose="02040703050405020204" pitchFamily="18" charset="0"/>
                    <a:cs typeface="Arial" panose="020B0604020202020204" pitchFamily="34" charset="0"/>
                  </a:rPr>
                  <a:t>%</a:t>
                </a:r>
                <a:endParaRPr lang="pt-BR" sz="1400" b="1" dirty="0">
                  <a:solidFill>
                    <a:schemeClr val="bg1"/>
                  </a:solidFill>
                  <a:latin typeface="+mj-lt"/>
                  <a:ea typeface="Source Serif Pro SemiBold" panose="02040703050405020204" pitchFamily="18" charset="0"/>
                  <a:cs typeface="Arial" panose="020B0604020202020204" pitchFamily="34" charset="0"/>
                </a:endParaRPr>
              </a:p>
            </p:txBody>
          </p:sp>
        </p:grpSp>
        <p:grpSp>
          <p:nvGrpSpPr>
            <p:cNvPr id="60" name="Group 59">
              <a:extLst>
                <a:ext uri="{FF2B5EF4-FFF2-40B4-BE49-F238E27FC236}">
                  <a16:creationId xmlns:a16="http://schemas.microsoft.com/office/drawing/2014/main" id="{970AE338-2E8D-9EBC-188B-6CA3275E1D2C}"/>
                </a:ext>
              </a:extLst>
            </p:cNvPr>
            <p:cNvGrpSpPr/>
            <p:nvPr/>
          </p:nvGrpSpPr>
          <p:grpSpPr>
            <a:xfrm>
              <a:off x="6468990" y="2007251"/>
              <a:ext cx="2476049" cy="890524"/>
              <a:chOff x="933901" y="2007251"/>
              <a:chExt cx="2476049" cy="890524"/>
            </a:xfrm>
          </p:grpSpPr>
          <p:sp>
            <p:nvSpPr>
              <p:cNvPr id="61" name="Rectángulo: esquinas redondeadas 30">
                <a:extLst>
                  <a:ext uri="{FF2B5EF4-FFF2-40B4-BE49-F238E27FC236}">
                    <a16:creationId xmlns:a16="http://schemas.microsoft.com/office/drawing/2014/main" id="{041E5463-A395-987E-5E39-481678741AD1}"/>
                  </a:ext>
                </a:extLst>
              </p:cNvPr>
              <p:cNvSpPr/>
              <p:nvPr/>
            </p:nvSpPr>
            <p:spPr>
              <a:xfrm>
                <a:off x="1252712" y="2007251"/>
                <a:ext cx="2157238" cy="890524"/>
              </a:xfrm>
              <a:prstGeom prst="roundRect">
                <a:avLst>
                  <a:gd name="adj" fmla="val 7896"/>
                </a:avLst>
              </a:prstGeom>
              <a:solidFill>
                <a:schemeClr val="bg1"/>
              </a:solidFill>
              <a:ln>
                <a:noFill/>
              </a:ln>
              <a:effectLst>
                <a:outerShdw blurRad="50800" dist="25400" dir="8400000" algn="bl" rotWithShape="0">
                  <a:schemeClr val="tx1">
                    <a:alpha val="25000"/>
                  </a:schemeClr>
                </a:outerShdw>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62" name="TextBox 61">
                <a:extLst>
                  <a:ext uri="{FF2B5EF4-FFF2-40B4-BE49-F238E27FC236}">
                    <a16:creationId xmlns:a16="http://schemas.microsoft.com/office/drawing/2014/main" id="{1177236C-7BB0-AA20-0D70-6EB2EBA588F3}"/>
                  </a:ext>
                </a:extLst>
              </p:cNvPr>
              <p:cNvSpPr txBox="1"/>
              <p:nvPr/>
            </p:nvSpPr>
            <p:spPr>
              <a:xfrm>
                <a:off x="1696373" y="2196036"/>
                <a:ext cx="1564089" cy="523220"/>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dirty="0">
                    <a:ln>
                      <a:noFill/>
                    </a:ln>
                    <a:solidFill>
                      <a:schemeClr val="tx2"/>
                    </a:solidFill>
                    <a:effectLst/>
                    <a:uLnTx/>
                    <a:uFillTx/>
                    <a:latin typeface="Poppins SemiBold" panose="00000700000000000000" pitchFamily="2" charset="0"/>
                    <a:ea typeface="Source Serif Pro" panose="02040603050405020204" pitchFamily="18" charset="0"/>
                    <a:cs typeface="Poppins SemiBold" panose="00000700000000000000" pitchFamily="2" charset="0"/>
                  </a:rPr>
                  <a:t>Alejandro Jose </a:t>
                </a:r>
                <a:r>
                  <a:rPr kumimoji="0" lang="pt-BR" sz="1400" b="1" i="0" u="none" strike="noStrike" kern="1200" cap="none" spc="0" normalizeH="0" baseline="0" noProof="0" dirty="0" err="1">
                    <a:ln>
                      <a:noFill/>
                    </a:ln>
                    <a:solidFill>
                      <a:schemeClr val="tx2"/>
                    </a:solidFill>
                    <a:effectLst/>
                    <a:uLnTx/>
                    <a:uFillTx/>
                    <a:latin typeface="Poppins SemiBold" panose="00000700000000000000" pitchFamily="2" charset="0"/>
                    <a:ea typeface="Source Serif Pro" panose="02040603050405020204" pitchFamily="18" charset="0"/>
                    <a:cs typeface="Poppins SemiBold" panose="00000700000000000000" pitchFamily="2" charset="0"/>
                  </a:rPr>
                  <a:t>Cantillo</a:t>
                </a:r>
                <a:r>
                  <a:rPr kumimoji="0" lang="pt-BR" sz="1400" b="1" i="0" u="none" strike="noStrike" kern="1200" cap="none" spc="0" normalizeH="0" baseline="0" noProof="0" dirty="0">
                    <a:ln>
                      <a:noFill/>
                    </a:ln>
                    <a:solidFill>
                      <a:schemeClr val="tx2"/>
                    </a:solidFill>
                    <a:effectLst/>
                    <a:uLnTx/>
                    <a:uFillTx/>
                    <a:latin typeface="Poppins SemiBold" panose="00000700000000000000" pitchFamily="2" charset="0"/>
                    <a:ea typeface="Source Serif Pro" panose="02040603050405020204" pitchFamily="18" charset="0"/>
                    <a:cs typeface="Poppins SemiBold" panose="00000700000000000000" pitchFamily="2" charset="0"/>
                  </a:rPr>
                  <a:t> </a:t>
                </a:r>
                <a:r>
                  <a:rPr kumimoji="0" lang="pt-BR" sz="1400" b="1" i="0" u="none" strike="noStrike" kern="1200" cap="none" spc="0" normalizeH="0" baseline="0" noProof="0" dirty="0" err="1">
                    <a:ln>
                      <a:noFill/>
                    </a:ln>
                    <a:solidFill>
                      <a:schemeClr val="tx2"/>
                    </a:solidFill>
                    <a:effectLst/>
                    <a:uLnTx/>
                    <a:uFillTx/>
                    <a:latin typeface="Poppins SemiBold" panose="00000700000000000000" pitchFamily="2" charset="0"/>
                    <a:ea typeface="Source Serif Pro" panose="02040603050405020204" pitchFamily="18" charset="0"/>
                    <a:cs typeface="Poppins SemiBold" panose="00000700000000000000" pitchFamily="2" charset="0"/>
                  </a:rPr>
                  <a:t>Vacca</a:t>
                </a:r>
                <a:endParaRPr kumimoji="0" lang="pt-BR" sz="1400" b="1" i="0" u="none" strike="noStrike" kern="1200" cap="none" spc="0" normalizeH="0" baseline="0" noProof="0" dirty="0">
                  <a:ln>
                    <a:noFill/>
                  </a:ln>
                  <a:solidFill>
                    <a:schemeClr val="tx2"/>
                  </a:solidFill>
                  <a:effectLst/>
                  <a:uLnTx/>
                  <a:uFillTx/>
                  <a:latin typeface="Poppins SemiBold" panose="00000700000000000000" pitchFamily="2" charset="0"/>
                  <a:ea typeface="Source Serif Pro" panose="02040603050405020204" pitchFamily="18" charset="0"/>
                  <a:cs typeface="Poppins SemiBold" panose="00000700000000000000" pitchFamily="2" charset="0"/>
                </a:endParaRPr>
              </a:p>
            </p:txBody>
          </p:sp>
          <p:sp>
            <p:nvSpPr>
              <p:cNvPr id="63" name="Google Shape;234;p23">
                <a:extLst>
                  <a:ext uri="{FF2B5EF4-FFF2-40B4-BE49-F238E27FC236}">
                    <a16:creationId xmlns:a16="http://schemas.microsoft.com/office/drawing/2014/main" id="{5BF6CF90-76EC-611C-A1EC-D582E278F3C1}"/>
                  </a:ext>
                </a:extLst>
              </p:cNvPr>
              <p:cNvSpPr>
                <a:spLocks noChangeAspect="1"/>
              </p:cNvSpPr>
              <p:nvPr/>
            </p:nvSpPr>
            <p:spPr>
              <a:xfrm rot="5400000">
                <a:off x="933121" y="2107776"/>
                <a:ext cx="639183" cy="637621"/>
              </a:xfrm>
              <a:prstGeom prst="teardrop">
                <a:avLst>
                  <a:gd name="adj" fmla="val 100000"/>
                </a:avLst>
              </a:prstGeom>
              <a:solidFill>
                <a:schemeClr val="accent2"/>
              </a:solidFill>
              <a:ln>
                <a:noFill/>
              </a:ln>
              <a:effectLst>
                <a:outerShdw blurRad="152400" dist="38100" dir="21540000" algn="bl" rotWithShape="0">
                  <a:schemeClr val="bg2">
                    <a:alpha val="25000"/>
                  </a:schemeClr>
                </a:outerShdw>
              </a:effectLst>
            </p:spPr>
            <p:txBody>
              <a:bodyPr spcFirstLastPara="1" wrap="square" lIns="91425" tIns="91425" rIns="91425" bIns="91425" anchor="ctr" anchorCtr="0">
                <a:noAutofit/>
              </a:bodyPr>
              <a:lstStyle/>
              <a:p>
                <a:pPr algn="ctr" defTabSz="457200"/>
                <a:endParaRPr lang="es-CO" sz="2000" dirty="0">
                  <a:latin typeface="+mj-lt"/>
                </a:endParaRPr>
              </a:p>
            </p:txBody>
          </p:sp>
          <p:sp>
            <p:nvSpPr>
              <p:cNvPr id="64" name="Rectangle 63">
                <a:extLst>
                  <a:ext uri="{FF2B5EF4-FFF2-40B4-BE49-F238E27FC236}">
                    <a16:creationId xmlns:a16="http://schemas.microsoft.com/office/drawing/2014/main" id="{C827651A-2659-073A-3E40-74264559F2A4}"/>
                  </a:ext>
                </a:extLst>
              </p:cNvPr>
              <p:cNvSpPr/>
              <p:nvPr/>
            </p:nvSpPr>
            <p:spPr>
              <a:xfrm>
                <a:off x="933901" y="2270001"/>
                <a:ext cx="637622" cy="3622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r>
                  <a:rPr lang="pt-BR" sz="1400" b="1" dirty="0">
                    <a:solidFill>
                      <a:schemeClr val="bg1"/>
                    </a:solidFill>
                    <a:latin typeface="+mj-lt"/>
                    <a:ea typeface="Source Serif Pro SemiBold" panose="02040703050405020204" pitchFamily="18" charset="0"/>
                    <a:cs typeface="Arial" panose="020B0604020202020204" pitchFamily="34" charset="0"/>
                  </a:rPr>
                  <a:t>12.5</a:t>
                </a:r>
                <a:r>
                  <a:rPr lang="pt-BR" sz="1000" b="1" dirty="0">
                    <a:solidFill>
                      <a:schemeClr val="bg1"/>
                    </a:solidFill>
                    <a:latin typeface="+mj-lt"/>
                    <a:ea typeface="Source Serif Pro SemiBold" panose="02040703050405020204" pitchFamily="18" charset="0"/>
                    <a:cs typeface="Arial" panose="020B0604020202020204" pitchFamily="34" charset="0"/>
                  </a:rPr>
                  <a:t>%</a:t>
                </a:r>
                <a:endParaRPr lang="pt-BR" sz="1400" b="1" dirty="0">
                  <a:solidFill>
                    <a:schemeClr val="bg1"/>
                  </a:solidFill>
                  <a:latin typeface="+mj-lt"/>
                  <a:ea typeface="Source Serif Pro SemiBold" panose="02040703050405020204" pitchFamily="18" charset="0"/>
                  <a:cs typeface="Arial" panose="020B0604020202020204" pitchFamily="34" charset="0"/>
                </a:endParaRPr>
              </a:p>
            </p:txBody>
          </p:sp>
        </p:grpSp>
        <p:grpSp>
          <p:nvGrpSpPr>
            <p:cNvPr id="65" name="Group 64">
              <a:extLst>
                <a:ext uri="{FF2B5EF4-FFF2-40B4-BE49-F238E27FC236}">
                  <a16:creationId xmlns:a16="http://schemas.microsoft.com/office/drawing/2014/main" id="{508E418A-947E-4AB9-05AA-3B60CAF0C432}"/>
                </a:ext>
              </a:extLst>
            </p:cNvPr>
            <p:cNvGrpSpPr/>
            <p:nvPr/>
          </p:nvGrpSpPr>
          <p:grpSpPr>
            <a:xfrm>
              <a:off x="9289496" y="2007251"/>
              <a:ext cx="2476049" cy="890524"/>
              <a:chOff x="933901" y="2007251"/>
              <a:chExt cx="2476049" cy="890524"/>
            </a:xfrm>
          </p:grpSpPr>
          <p:sp>
            <p:nvSpPr>
              <p:cNvPr id="66" name="Rectángulo: esquinas redondeadas 30">
                <a:extLst>
                  <a:ext uri="{FF2B5EF4-FFF2-40B4-BE49-F238E27FC236}">
                    <a16:creationId xmlns:a16="http://schemas.microsoft.com/office/drawing/2014/main" id="{2FD4F7E4-C854-0C82-1C40-157860D7A294}"/>
                  </a:ext>
                </a:extLst>
              </p:cNvPr>
              <p:cNvSpPr/>
              <p:nvPr/>
            </p:nvSpPr>
            <p:spPr>
              <a:xfrm>
                <a:off x="1252712" y="2007251"/>
                <a:ext cx="2157238" cy="890524"/>
              </a:xfrm>
              <a:prstGeom prst="roundRect">
                <a:avLst>
                  <a:gd name="adj" fmla="val 7896"/>
                </a:avLst>
              </a:prstGeom>
              <a:solidFill>
                <a:schemeClr val="bg1"/>
              </a:solidFill>
              <a:ln>
                <a:noFill/>
              </a:ln>
              <a:effectLst>
                <a:outerShdw blurRad="50800" dist="25400" dir="8400000" algn="bl" rotWithShape="0">
                  <a:schemeClr val="tx1">
                    <a:alpha val="25000"/>
                  </a:schemeClr>
                </a:outerShdw>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67" name="TextBox 66">
                <a:extLst>
                  <a:ext uri="{FF2B5EF4-FFF2-40B4-BE49-F238E27FC236}">
                    <a16:creationId xmlns:a16="http://schemas.microsoft.com/office/drawing/2014/main" id="{8FB73771-926D-7B9D-FA29-5AEABF6086FC}"/>
                  </a:ext>
                </a:extLst>
              </p:cNvPr>
              <p:cNvSpPr txBox="1"/>
              <p:nvPr/>
            </p:nvSpPr>
            <p:spPr>
              <a:xfrm>
                <a:off x="1696373" y="2196036"/>
                <a:ext cx="1564089" cy="523220"/>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dirty="0" err="1">
                    <a:ln>
                      <a:noFill/>
                    </a:ln>
                    <a:solidFill>
                      <a:schemeClr val="tx2"/>
                    </a:solidFill>
                    <a:effectLst/>
                    <a:uLnTx/>
                    <a:uFillTx/>
                    <a:latin typeface="Poppins SemiBold" panose="00000700000000000000" pitchFamily="2" charset="0"/>
                    <a:ea typeface="Source Serif Pro" panose="02040603050405020204" pitchFamily="18" charset="0"/>
                    <a:cs typeface="Poppins SemiBold" panose="00000700000000000000" pitchFamily="2" charset="0"/>
                  </a:rPr>
                  <a:t>Alvaro</a:t>
                </a:r>
                <a:r>
                  <a:rPr kumimoji="0" lang="pt-BR" sz="1400" b="1" i="0" u="none" strike="noStrike" kern="1200" cap="none" spc="0" normalizeH="0" baseline="0" noProof="0" dirty="0">
                    <a:ln>
                      <a:noFill/>
                    </a:ln>
                    <a:solidFill>
                      <a:schemeClr val="tx2"/>
                    </a:solidFill>
                    <a:effectLst/>
                    <a:uLnTx/>
                    <a:uFillTx/>
                    <a:latin typeface="Poppins SemiBold" panose="00000700000000000000" pitchFamily="2" charset="0"/>
                    <a:ea typeface="Source Serif Pro" panose="02040603050405020204" pitchFamily="18" charset="0"/>
                    <a:cs typeface="Poppins SemiBold" panose="00000700000000000000" pitchFamily="2" charset="0"/>
                  </a:rPr>
                  <a:t> </a:t>
                </a:r>
                <a:r>
                  <a:rPr kumimoji="0" lang="pt-BR" sz="1400" b="1" i="0" u="none" strike="noStrike" kern="1200" cap="none" spc="0" normalizeH="0" baseline="0" noProof="0" dirty="0" err="1">
                    <a:ln>
                      <a:noFill/>
                    </a:ln>
                    <a:solidFill>
                      <a:schemeClr val="tx2"/>
                    </a:solidFill>
                    <a:effectLst/>
                    <a:uLnTx/>
                    <a:uFillTx/>
                    <a:latin typeface="Poppins SemiBold" panose="00000700000000000000" pitchFamily="2" charset="0"/>
                    <a:ea typeface="Source Serif Pro" panose="02040603050405020204" pitchFamily="18" charset="0"/>
                    <a:cs typeface="Poppins SemiBold" panose="00000700000000000000" pitchFamily="2" charset="0"/>
                  </a:rPr>
                  <a:t>Cantillo</a:t>
                </a:r>
                <a:r>
                  <a:rPr kumimoji="0" lang="pt-BR" sz="1400" b="1" i="0" u="none" strike="noStrike" kern="1200" cap="none" spc="0" normalizeH="0" baseline="0" noProof="0" dirty="0">
                    <a:ln>
                      <a:noFill/>
                    </a:ln>
                    <a:solidFill>
                      <a:schemeClr val="tx2"/>
                    </a:solidFill>
                    <a:effectLst/>
                    <a:uLnTx/>
                    <a:uFillTx/>
                    <a:latin typeface="Poppins SemiBold" panose="00000700000000000000" pitchFamily="2" charset="0"/>
                    <a:ea typeface="Source Serif Pro" panose="02040603050405020204" pitchFamily="18" charset="0"/>
                    <a:cs typeface="Poppins SemiBold" panose="00000700000000000000" pitchFamily="2" charset="0"/>
                  </a:rPr>
                  <a:t> </a:t>
                </a:r>
                <a:r>
                  <a:rPr kumimoji="0" lang="pt-BR" sz="1400" b="1" i="0" u="none" strike="noStrike" kern="1200" cap="none" spc="0" normalizeH="0" baseline="0" noProof="0" dirty="0" err="1">
                    <a:ln>
                      <a:noFill/>
                    </a:ln>
                    <a:solidFill>
                      <a:schemeClr val="tx2"/>
                    </a:solidFill>
                    <a:effectLst/>
                    <a:uLnTx/>
                    <a:uFillTx/>
                    <a:latin typeface="Poppins SemiBold" panose="00000700000000000000" pitchFamily="2" charset="0"/>
                    <a:ea typeface="Source Serif Pro" panose="02040603050405020204" pitchFamily="18" charset="0"/>
                    <a:cs typeface="Poppins SemiBold" panose="00000700000000000000" pitchFamily="2" charset="0"/>
                  </a:rPr>
                  <a:t>Vacca</a:t>
                </a:r>
                <a:endParaRPr kumimoji="0" lang="pt-BR" sz="1400" b="1" i="0" u="none" strike="noStrike" kern="1200" cap="none" spc="0" normalizeH="0" baseline="0" noProof="0" dirty="0">
                  <a:ln>
                    <a:noFill/>
                  </a:ln>
                  <a:solidFill>
                    <a:schemeClr val="tx2"/>
                  </a:solidFill>
                  <a:effectLst/>
                  <a:uLnTx/>
                  <a:uFillTx/>
                  <a:latin typeface="Poppins SemiBold" panose="00000700000000000000" pitchFamily="2" charset="0"/>
                  <a:ea typeface="Source Serif Pro" panose="02040603050405020204" pitchFamily="18" charset="0"/>
                  <a:cs typeface="Poppins SemiBold" panose="00000700000000000000" pitchFamily="2" charset="0"/>
                </a:endParaRPr>
              </a:p>
            </p:txBody>
          </p:sp>
          <p:sp>
            <p:nvSpPr>
              <p:cNvPr id="68" name="Google Shape;234;p23">
                <a:extLst>
                  <a:ext uri="{FF2B5EF4-FFF2-40B4-BE49-F238E27FC236}">
                    <a16:creationId xmlns:a16="http://schemas.microsoft.com/office/drawing/2014/main" id="{0866AA40-37B0-B405-33F5-790BD9833B93}"/>
                  </a:ext>
                </a:extLst>
              </p:cNvPr>
              <p:cNvSpPr>
                <a:spLocks noChangeAspect="1"/>
              </p:cNvSpPr>
              <p:nvPr/>
            </p:nvSpPr>
            <p:spPr>
              <a:xfrm rot="5400000">
                <a:off x="933121" y="2107776"/>
                <a:ext cx="639183" cy="637621"/>
              </a:xfrm>
              <a:prstGeom prst="teardrop">
                <a:avLst>
                  <a:gd name="adj" fmla="val 100000"/>
                </a:avLst>
              </a:prstGeom>
              <a:solidFill>
                <a:schemeClr val="accent2"/>
              </a:solidFill>
              <a:ln>
                <a:noFill/>
              </a:ln>
              <a:effectLst>
                <a:outerShdw blurRad="152400" dist="38100" dir="21540000" algn="bl" rotWithShape="0">
                  <a:schemeClr val="bg2">
                    <a:alpha val="25000"/>
                  </a:schemeClr>
                </a:outerShdw>
              </a:effectLst>
            </p:spPr>
            <p:txBody>
              <a:bodyPr spcFirstLastPara="1" wrap="square" lIns="91425" tIns="91425" rIns="91425" bIns="91425" anchor="ctr" anchorCtr="0">
                <a:noAutofit/>
              </a:bodyPr>
              <a:lstStyle/>
              <a:p>
                <a:pPr algn="ctr" defTabSz="457200"/>
                <a:endParaRPr lang="es-CO" sz="2000" dirty="0">
                  <a:latin typeface="+mj-lt"/>
                </a:endParaRPr>
              </a:p>
            </p:txBody>
          </p:sp>
          <p:sp>
            <p:nvSpPr>
              <p:cNvPr id="69" name="Rectangle 68">
                <a:extLst>
                  <a:ext uri="{FF2B5EF4-FFF2-40B4-BE49-F238E27FC236}">
                    <a16:creationId xmlns:a16="http://schemas.microsoft.com/office/drawing/2014/main" id="{6C6814E7-08BC-E5A1-CC54-375809BCBC78}"/>
                  </a:ext>
                </a:extLst>
              </p:cNvPr>
              <p:cNvSpPr/>
              <p:nvPr/>
            </p:nvSpPr>
            <p:spPr>
              <a:xfrm>
                <a:off x="933901" y="2270001"/>
                <a:ext cx="637622" cy="3622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r>
                  <a:rPr lang="pt-BR" sz="1400" b="1" dirty="0">
                    <a:solidFill>
                      <a:schemeClr val="bg1"/>
                    </a:solidFill>
                    <a:latin typeface="+mj-lt"/>
                    <a:ea typeface="Source Serif Pro SemiBold" panose="02040703050405020204" pitchFamily="18" charset="0"/>
                    <a:cs typeface="Arial" panose="020B0604020202020204" pitchFamily="34" charset="0"/>
                  </a:rPr>
                  <a:t>12.5</a:t>
                </a:r>
                <a:r>
                  <a:rPr lang="pt-BR" sz="1000" b="1" dirty="0">
                    <a:solidFill>
                      <a:schemeClr val="bg1"/>
                    </a:solidFill>
                    <a:latin typeface="+mj-lt"/>
                    <a:ea typeface="Source Serif Pro SemiBold" panose="02040703050405020204" pitchFamily="18" charset="0"/>
                    <a:cs typeface="Arial" panose="020B0604020202020204" pitchFamily="34" charset="0"/>
                  </a:rPr>
                  <a:t>%</a:t>
                </a:r>
                <a:endParaRPr lang="pt-BR" sz="1400" b="1" dirty="0">
                  <a:solidFill>
                    <a:schemeClr val="bg1"/>
                  </a:solidFill>
                  <a:latin typeface="+mj-lt"/>
                  <a:ea typeface="Source Serif Pro SemiBold" panose="02040703050405020204" pitchFamily="18" charset="0"/>
                  <a:cs typeface="Arial" panose="020B0604020202020204" pitchFamily="34" charset="0"/>
                </a:endParaRPr>
              </a:p>
            </p:txBody>
          </p:sp>
        </p:grpSp>
      </p:grpSp>
      <p:pic>
        <p:nvPicPr>
          <p:cNvPr id="80" name="Imagen 7">
            <a:extLst>
              <a:ext uri="{FF2B5EF4-FFF2-40B4-BE49-F238E27FC236}">
                <a16:creationId xmlns:a16="http://schemas.microsoft.com/office/drawing/2014/main" id="{586EB883-C340-3FEF-AC14-6CC8F811AE96}"/>
              </a:ext>
            </a:extLst>
          </p:cNvPr>
          <p:cNvPicPr>
            <a:picLocks noChangeAspect="1"/>
          </p:cNvPicPr>
          <p:nvPr/>
        </p:nvPicPr>
        <p:blipFill>
          <a:blip r:embed="rId2">
            <a:extLst>
              <a:ext uri="{28A0092B-C50C-407E-A947-70E740481C1C}">
                <a14:useLocalDpi xmlns:a14="http://schemas.microsoft.com/office/drawing/2010/main" val="0"/>
              </a:ext>
            </a:extLst>
          </a:blip>
          <a:srcRect l="-567" r="42926"/>
          <a:stretch/>
        </p:blipFill>
        <p:spPr>
          <a:xfrm>
            <a:off x="5100744" y="4303999"/>
            <a:ext cx="2001648" cy="350838"/>
          </a:xfrm>
          <a:prstGeom prst="rect">
            <a:avLst/>
          </a:prstGeom>
        </p:spPr>
      </p:pic>
      <p:pic>
        <p:nvPicPr>
          <p:cNvPr id="81" name="Gráfico 14">
            <a:extLst>
              <a:ext uri="{FF2B5EF4-FFF2-40B4-BE49-F238E27FC236}">
                <a16:creationId xmlns:a16="http://schemas.microsoft.com/office/drawing/2014/main" id="{038437CF-91F2-4B81-9754-BEDED7F2E4B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392540" y="307274"/>
            <a:ext cx="451161" cy="386290"/>
          </a:xfrm>
          <a:prstGeom prst="rect">
            <a:avLst/>
          </a:prstGeom>
        </p:spPr>
      </p:pic>
      <p:grpSp>
        <p:nvGrpSpPr>
          <p:cNvPr id="83" name="Group 82">
            <a:extLst>
              <a:ext uri="{FF2B5EF4-FFF2-40B4-BE49-F238E27FC236}">
                <a16:creationId xmlns:a16="http://schemas.microsoft.com/office/drawing/2014/main" id="{513CDCF0-CC5B-8852-F5EC-893418DBE216}"/>
              </a:ext>
            </a:extLst>
          </p:cNvPr>
          <p:cNvGrpSpPr/>
          <p:nvPr/>
        </p:nvGrpSpPr>
        <p:grpSpPr>
          <a:xfrm>
            <a:off x="731836" y="357006"/>
            <a:ext cx="1054101" cy="151321"/>
            <a:chOff x="731837" y="357006"/>
            <a:chExt cx="663576" cy="151321"/>
          </a:xfrm>
        </p:grpSpPr>
        <p:sp>
          <p:nvSpPr>
            <p:cNvPr id="84" name="CaixaDeTexto 3">
              <a:extLst>
                <a:ext uri="{FF2B5EF4-FFF2-40B4-BE49-F238E27FC236}">
                  <a16:creationId xmlns:a16="http://schemas.microsoft.com/office/drawing/2014/main" id="{23CDA11B-79FC-3F46-EB6B-A291773A16E4}"/>
                </a:ext>
              </a:extLst>
            </p:cNvPr>
            <p:cNvSpPr txBox="1"/>
            <p:nvPr userDrawn="1"/>
          </p:nvSpPr>
          <p:spPr>
            <a:xfrm>
              <a:off x="731838" y="357006"/>
              <a:ext cx="663575" cy="123111"/>
            </a:xfrm>
            <a:prstGeom prst="rect">
              <a:avLst/>
            </a:prstGeom>
            <a:noFill/>
          </p:spPr>
          <p:txBody>
            <a:bodyPr wrap="square" lIns="0" tIns="0" rIns="0" bIns="0">
              <a:spAutoFit/>
            </a:bodyPr>
            <a:lstStyle/>
            <a:p>
              <a:pPr algn="ctr"/>
              <a:r>
                <a:rPr lang="pt-BR" sz="800" dirty="0">
                  <a:solidFill>
                    <a:schemeClr val="bg1"/>
                  </a:solidFill>
                  <a:latin typeface="Poppins SemiBold" panose="00000700000000000000" pitchFamily="2" charset="0"/>
                  <a:ea typeface="Source Serif Pro" panose="02040603050405020204" pitchFamily="18" charset="0"/>
                  <a:cs typeface="Poppins SemiBold" panose="00000700000000000000" pitchFamily="2" charset="0"/>
                </a:rPr>
                <a:t>Company Overview</a:t>
              </a:r>
            </a:p>
          </p:txBody>
        </p:sp>
        <p:cxnSp>
          <p:nvCxnSpPr>
            <p:cNvPr id="85" name="Straight Connector 84">
              <a:extLst>
                <a:ext uri="{FF2B5EF4-FFF2-40B4-BE49-F238E27FC236}">
                  <a16:creationId xmlns:a16="http://schemas.microsoft.com/office/drawing/2014/main" id="{50217954-0B27-95B3-37DD-B347F0687856}"/>
                </a:ext>
              </a:extLst>
            </p:cNvPr>
            <p:cNvCxnSpPr/>
            <p:nvPr userDrawn="1"/>
          </p:nvCxnSpPr>
          <p:spPr>
            <a:xfrm>
              <a:off x="731837" y="508327"/>
              <a:ext cx="663576"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85251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C7A74-E070-13CC-9606-9ABBCDA298B9}"/>
            </a:ext>
          </a:extLst>
        </p:cNvPr>
        <p:cNvGrpSpPr/>
        <p:nvPr/>
      </p:nvGrpSpPr>
      <p:grpSpPr>
        <a:xfrm>
          <a:off x="0" y="0"/>
          <a:ext cx="0" cy="0"/>
          <a:chOff x="0" y="0"/>
          <a:chExt cx="0" cy="0"/>
        </a:xfrm>
      </p:grpSpPr>
      <p:cxnSp>
        <p:nvCxnSpPr>
          <p:cNvPr id="21" name="Straight Arrow Connector 20">
            <a:extLst>
              <a:ext uri="{FF2B5EF4-FFF2-40B4-BE49-F238E27FC236}">
                <a16:creationId xmlns:a16="http://schemas.microsoft.com/office/drawing/2014/main" id="{EF81F6BA-14AD-B8F6-510E-BBC91FDF04B1}"/>
              </a:ext>
            </a:extLst>
          </p:cNvPr>
          <p:cNvCxnSpPr>
            <a:cxnSpLocks/>
          </p:cNvCxnSpPr>
          <p:nvPr/>
        </p:nvCxnSpPr>
        <p:spPr>
          <a:xfrm flipV="1">
            <a:off x="7835124" y="2509502"/>
            <a:ext cx="302" cy="514101"/>
          </a:xfrm>
          <a:prstGeom prst="straightConnector1">
            <a:avLst/>
          </a:prstGeom>
          <a:ln>
            <a:noFill/>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A15B49FF-7869-5FA0-E17C-BCB1DE498F38}"/>
              </a:ext>
            </a:extLst>
          </p:cNvPr>
          <p:cNvCxnSpPr>
            <a:cxnSpLocks/>
          </p:cNvCxnSpPr>
          <p:nvPr/>
        </p:nvCxnSpPr>
        <p:spPr>
          <a:xfrm flipV="1">
            <a:off x="6110071" y="2509502"/>
            <a:ext cx="173253" cy="546241"/>
          </a:xfrm>
          <a:prstGeom prst="straightConnector1">
            <a:avLst/>
          </a:prstGeom>
          <a:ln>
            <a:no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6B1DA19-04B5-7B42-DE51-D745F34C135E}"/>
              </a:ext>
            </a:extLst>
          </p:cNvPr>
          <p:cNvSpPr>
            <a:spLocks noGrp="1"/>
          </p:cNvSpPr>
          <p:nvPr>
            <p:ph type="title"/>
          </p:nvPr>
        </p:nvSpPr>
        <p:spPr/>
        <p:txBody>
          <a:bodyPr/>
          <a:lstStyle/>
          <a:p>
            <a:r>
              <a:rPr lang="en-US" dirty="0"/>
              <a:t>Sumiquim’s Organizational Structure</a:t>
            </a:r>
          </a:p>
        </p:txBody>
      </p:sp>
      <p:sp>
        <p:nvSpPr>
          <p:cNvPr id="3" name="Content Placeholder 2">
            <a:extLst>
              <a:ext uri="{FF2B5EF4-FFF2-40B4-BE49-F238E27FC236}">
                <a16:creationId xmlns:a16="http://schemas.microsoft.com/office/drawing/2014/main" id="{D57E002B-80DA-EBFD-0F30-2A668E5E3139}"/>
              </a:ext>
            </a:extLst>
          </p:cNvPr>
          <p:cNvSpPr>
            <a:spLocks noGrp="1"/>
          </p:cNvSpPr>
          <p:nvPr>
            <p:ph sz="quarter" idx="13"/>
          </p:nvPr>
        </p:nvSpPr>
        <p:spPr/>
        <p:txBody>
          <a:bodyPr/>
          <a:lstStyle/>
          <a:p>
            <a:r>
              <a:rPr lang="en-US" dirty="0"/>
              <a:t>Solid and well-structured organizational framework</a:t>
            </a:r>
            <a:endParaRPr lang="en-US" b="1" dirty="0"/>
          </a:p>
        </p:txBody>
      </p:sp>
      <p:sp>
        <p:nvSpPr>
          <p:cNvPr id="4" name="Text Placeholder 3">
            <a:extLst>
              <a:ext uri="{FF2B5EF4-FFF2-40B4-BE49-F238E27FC236}">
                <a16:creationId xmlns:a16="http://schemas.microsoft.com/office/drawing/2014/main" id="{0263DBBA-0161-2B70-F2C9-B6BF60593664}"/>
              </a:ext>
            </a:extLst>
          </p:cNvPr>
          <p:cNvSpPr>
            <a:spLocks noGrp="1"/>
          </p:cNvSpPr>
          <p:nvPr>
            <p:ph type="body" sz="quarter" idx="36"/>
          </p:nvPr>
        </p:nvSpPr>
        <p:spPr/>
        <p:txBody>
          <a:bodyPr/>
          <a:lstStyle/>
          <a:p>
            <a:endParaRPr lang="pt-BR"/>
          </a:p>
        </p:txBody>
      </p:sp>
      <p:cxnSp>
        <p:nvCxnSpPr>
          <p:cNvPr id="101" name="Connector: Elbow 100">
            <a:extLst>
              <a:ext uri="{FF2B5EF4-FFF2-40B4-BE49-F238E27FC236}">
                <a16:creationId xmlns:a16="http://schemas.microsoft.com/office/drawing/2014/main" id="{110885F7-9AD0-45A0-F144-EE7AD07B8A7E}"/>
              </a:ext>
            </a:extLst>
          </p:cNvPr>
          <p:cNvCxnSpPr>
            <a:cxnSpLocks/>
            <a:stCxn id="70" idx="2"/>
            <a:endCxn id="76" idx="0"/>
          </p:cNvCxnSpPr>
          <p:nvPr/>
        </p:nvCxnSpPr>
        <p:spPr>
          <a:xfrm rot="5400000">
            <a:off x="6078660" y="2304836"/>
            <a:ext cx="409331" cy="1"/>
          </a:xfrm>
          <a:prstGeom prst="bentConnector3">
            <a:avLst>
              <a:gd name="adj1" fmla="val 50000"/>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25FDEEFD-8AA7-2511-A648-E1B772931942}"/>
              </a:ext>
            </a:extLst>
          </p:cNvPr>
          <p:cNvCxnSpPr>
            <a:cxnSpLocks/>
            <a:stCxn id="70" idx="2"/>
            <a:endCxn id="33" idx="0"/>
          </p:cNvCxnSpPr>
          <p:nvPr/>
        </p:nvCxnSpPr>
        <p:spPr>
          <a:xfrm rot="5400000">
            <a:off x="5308364" y="1534540"/>
            <a:ext cx="409331" cy="1540593"/>
          </a:xfrm>
          <a:prstGeom prst="bentConnector3">
            <a:avLst>
              <a:gd name="adj1" fmla="val 50000"/>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0A163E98-901A-03A2-77BC-6E37523A646D}"/>
              </a:ext>
            </a:extLst>
          </p:cNvPr>
          <p:cNvCxnSpPr>
            <a:cxnSpLocks/>
            <a:stCxn id="70" idx="2"/>
            <a:endCxn id="42" idx="0"/>
          </p:cNvCxnSpPr>
          <p:nvPr/>
        </p:nvCxnSpPr>
        <p:spPr>
          <a:xfrm rot="16200000" flipH="1">
            <a:off x="6854710" y="1528785"/>
            <a:ext cx="409331" cy="1552101"/>
          </a:xfrm>
          <a:prstGeom prst="bentConnector3">
            <a:avLst>
              <a:gd name="adj1" fmla="val 50000"/>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0" name="Retângulo: Cantos Arredondados 28">
            <a:extLst>
              <a:ext uri="{FF2B5EF4-FFF2-40B4-BE49-F238E27FC236}">
                <a16:creationId xmlns:a16="http://schemas.microsoft.com/office/drawing/2014/main" id="{8C6AC0B0-252F-C6CB-94C3-C7437FF35520}"/>
              </a:ext>
            </a:extLst>
          </p:cNvPr>
          <p:cNvSpPr/>
          <p:nvPr/>
        </p:nvSpPr>
        <p:spPr>
          <a:xfrm>
            <a:off x="731837" y="1501258"/>
            <a:ext cx="11102975" cy="598913"/>
          </a:xfrm>
          <a:prstGeom prst="roundRect">
            <a:avLst>
              <a:gd name="adj" fmla="val 7315"/>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r>
              <a:rPr lang="en-US" sz="1050" b="1" noProof="0" dirty="0">
                <a:solidFill>
                  <a:schemeClr val="accent1"/>
                </a:solidFill>
                <a:latin typeface="+mj-lt"/>
                <a:ea typeface="Source Serif Pro Black" panose="02040903050405020204" pitchFamily="18" charset="0"/>
                <a:cs typeface="Arial" panose="020B0604020202020204" pitchFamily="34" charset="0"/>
              </a:rPr>
              <a:t>Director General</a:t>
            </a:r>
          </a:p>
          <a:p>
            <a:pPr algn="ctr">
              <a:lnSpc>
                <a:spcPct val="120000"/>
              </a:lnSpc>
            </a:pPr>
            <a:r>
              <a:rPr lang="en-US" sz="1050" dirty="0">
                <a:solidFill>
                  <a:schemeClr val="bg1"/>
                </a:solidFill>
                <a:latin typeface="+mj-lt"/>
                <a:ea typeface="Source Serif Pro Light" panose="02040303050405020204" pitchFamily="18" charset="0"/>
                <a:cs typeface="Arial" panose="020B0604020202020204" pitchFamily="34" charset="0"/>
              </a:rPr>
              <a:t>Alejandro Cantillo</a:t>
            </a:r>
            <a:endParaRPr lang="en-US" sz="1050" noProof="0" dirty="0">
              <a:solidFill>
                <a:schemeClr val="bg1"/>
              </a:solidFill>
              <a:latin typeface="+mj-lt"/>
              <a:ea typeface="Source Serif Pro Light" panose="02040303050405020204" pitchFamily="18" charset="0"/>
              <a:cs typeface="Arial" panose="020B0604020202020204" pitchFamily="34" charset="0"/>
            </a:endParaRPr>
          </a:p>
        </p:txBody>
      </p:sp>
      <p:cxnSp>
        <p:nvCxnSpPr>
          <p:cNvPr id="12" name="Connector: Elbow 11">
            <a:extLst>
              <a:ext uri="{FF2B5EF4-FFF2-40B4-BE49-F238E27FC236}">
                <a16:creationId xmlns:a16="http://schemas.microsoft.com/office/drawing/2014/main" id="{9229B90B-F47E-0C8E-81BF-418DC130AC93}"/>
              </a:ext>
            </a:extLst>
          </p:cNvPr>
          <p:cNvCxnSpPr>
            <a:cxnSpLocks/>
            <a:stCxn id="70" idx="2"/>
            <a:endCxn id="79" idx="0"/>
          </p:cNvCxnSpPr>
          <p:nvPr/>
        </p:nvCxnSpPr>
        <p:spPr>
          <a:xfrm rot="5400000">
            <a:off x="4535190" y="761366"/>
            <a:ext cx="409331" cy="3086940"/>
          </a:xfrm>
          <a:prstGeom prst="bentConnector3">
            <a:avLst>
              <a:gd name="adj1" fmla="val 50000"/>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6" name="CaixaDeTexto 27">
            <a:extLst>
              <a:ext uri="{FF2B5EF4-FFF2-40B4-BE49-F238E27FC236}">
                <a16:creationId xmlns:a16="http://schemas.microsoft.com/office/drawing/2014/main" id="{3BFBC4F9-9E73-438A-6254-CD0A083FBCBF}"/>
              </a:ext>
            </a:extLst>
          </p:cNvPr>
          <p:cNvSpPr txBox="1"/>
          <p:nvPr/>
        </p:nvSpPr>
        <p:spPr>
          <a:xfrm>
            <a:off x="1687131" y="3644795"/>
            <a:ext cx="856835" cy="609920"/>
          </a:xfrm>
          <a:prstGeom prst="roundRect">
            <a:avLst>
              <a:gd name="adj" fmla="val 9171"/>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pt-BR"/>
            </a:defPPr>
            <a:lvl1pPr marR="0" lvl="0" indent="0" fontAlgn="auto">
              <a:lnSpc>
                <a:spcPct val="100000"/>
              </a:lnSpc>
              <a:spcBef>
                <a:spcPts val="0"/>
              </a:spcBef>
              <a:spcAft>
                <a:spcPts val="0"/>
              </a:spcAft>
              <a:buClrTx/>
              <a:buSzTx/>
              <a:buFontTx/>
              <a:buNone/>
              <a:tabLst/>
              <a:defRPr sz="1400" b="1">
                <a:solidFill>
                  <a:srgbClr val="D3A93D"/>
                </a:solidFill>
                <a:latin typeface="Source Serif Pro Black" panose="02040903050405020204" pitchFamily="18" charset="0"/>
                <a:ea typeface="Source Serif Pro Black" panose="02040903050405020204" pitchFamily="18"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800" b="0" dirty="0">
                <a:solidFill>
                  <a:schemeClr val="tx1"/>
                </a:solidFill>
                <a:latin typeface="Poppins Medium" panose="00000600000000000000" pitchFamily="2" charset="0"/>
                <a:cs typeface="Poppins Medium" panose="00000600000000000000" pitchFamily="2" charset="0"/>
              </a:rPr>
              <a:t>Pharma Sales Executive </a:t>
            </a:r>
            <a:r>
              <a:rPr lang="en-US" sz="800" dirty="0">
                <a:solidFill>
                  <a:schemeClr val="accent2"/>
                </a:solidFill>
                <a:latin typeface="Poppins "/>
                <a:ea typeface="Source Serif Pro Light" panose="02040303050405020204" pitchFamily="18" charset="0"/>
                <a:cs typeface="Poppins Medium" panose="00000600000000000000" pitchFamily="2" charset="0"/>
              </a:rPr>
              <a:t>(2)</a:t>
            </a:r>
          </a:p>
        </p:txBody>
      </p:sp>
      <p:sp>
        <p:nvSpPr>
          <p:cNvPr id="37" name="CaixaDeTexto 27">
            <a:extLst>
              <a:ext uri="{FF2B5EF4-FFF2-40B4-BE49-F238E27FC236}">
                <a16:creationId xmlns:a16="http://schemas.microsoft.com/office/drawing/2014/main" id="{1CFFFF90-3D86-C423-0380-704F425E0BEB}"/>
              </a:ext>
            </a:extLst>
          </p:cNvPr>
          <p:cNvSpPr txBox="1"/>
          <p:nvPr/>
        </p:nvSpPr>
        <p:spPr>
          <a:xfrm>
            <a:off x="1687130" y="4434840"/>
            <a:ext cx="856835" cy="609920"/>
          </a:xfrm>
          <a:prstGeom prst="roundRect">
            <a:avLst>
              <a:gd name="adj" fmla="val 9171"/>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pt-BR"/>
            </a:defPPr>
            <a:lvl1pPr marR="0" lvl="0" indent="0" fontAlgn="auto">
              <a:lnSpc>
                <a:spcPct val="100000"/>
              </a:lnSpc>
              <a:spcBef>
                <a:spcPts val="0"/>
              </a:spcBef>
              <a:spcAft>
                <a:spcPts val="0"/>
              </a:spcAft>
              <a:buClrTx/>
              <a:buSzTx/>
              <a:buFontTx/>
              <a:buNone/>
              <a:tabLst/>
              <a:defRPr sz="1400" b="1">
                <a:solidFill>
                  <a:srgbClr val="D3A93D"/>
                </a:solidFill>
                <a:latin typeface="Source Serif Pro Black" panose="02040903050405020204" pitchFamily="18" charset="0"/>
                <a:ea typeface="Source Serif Pro Black" panose="02040903050405020204" pitchFamily="18"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800" b="0" dirty="0">
                <a:solidFill>
                  <a:schemeClr val="tx1"/>
                </a:solidFill>
                <a:latin typeface="Poppins Medium" panose="00000600000000000000" pitchFamily="2" charset="0"/>
                <a:cs typeface="Poppins Medium" panose="00000600000000000000" pitchFamily="2" charset="0"/>
              </a:rPr>
              <a:t>Home                       Care Sales Executive </a:t>
            </a:r>
            <a:r>
              <a:rPr lang="en-US" sz="800" dirty="0">
                <a:solidFill>
                  <a:schemeClr val="accent2"/>
                </a:solidFill>
                <a:latin typeface="Poppins "/>
                <a:ea typeface="Source Serif Pro Light" panose="02040303050405020204" pitchFamily="18" charset="0"/>
                <a:cs typeface="Poppins Medium" panose="00000600000000000000" pitchFamily="2" charset="0"/>
              </a:rPr>
              <a:t>(2)</a:t>
            </a:r>
          </a:p>
        </p:txBody>
      </p:sp>
      <p:sp>
        <p:nvSpPr>
          <p:cNvPr id="38" name="CaixaDeTexto 27">
            <a:extLst>
              <a:ext uri="{FF2B5EF4-FFF2-40B4-BE49-F238E27FC236}">
                <a16:creationId xmlns:a16="http://schemas.microsoft.com/office/drawing/2014/main" id="{B0B05228-FC5B-24A6-A158-3A3D12B676B1}"/>
              </a:ext>
            </a:extLst>
          </p:cNvPr>
          <p:cNvSpPr txBox="1"/>
          <p:nvPr/>
        </p:nvSpPr>
        <p:spPr>
          <a:xfrm>
            <a:off x="1687130" y="5195119"/>
            <a:ext cx="856835" cy="609920"/>
          </a:xfrm>
          <a:prstGeom prst="roundRect">
            <a:avLst>
              <a:gd name="adj" fmla="val 9171"/>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pt-BR"/>
            </a:defPPr>
            <a:lvl1pPr marR="0" lvl="0" indent="0" fontAlgn="auto">
              <a:lnSpc>
                <a:spcPct val="100000"/>
              </a:lnSpc>
              <a:spcBef>
                <a:spcPts val="0"/>
              </a:spcBef>
              <a:spcAft>
                <a:spcPts val="0"/>
              </a:spcAft>
              <a:buClrTx/>
              <a:buSzTx/>
              <a:buFontTx/>
              <a:buNone/>
              <a:tabLst/>
              <a:defRPr sz="1400" b="1">
                <a:solidFill>
                  <a:srgbClr val="D3A93D"/>
                </a:solidFill>
                <a:latin typeface="Source Serif Pro Black" panose="02040903050405020204" pitchFamily="18" charset="0"/>
                <a:ea typeface="Source Serif Pro Black" panose="02040903050405020204" pitchFamily="18"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800" b="0" dirty="0">
                <a:solidFill>
                  <a:schemeClr val="tx1"/>
                </a:solidFill>
                <a:latin typeface="Poppins Medium" panose="00000600000000000000" pitchFamily="2" charset="0"/>
                <a:cs typeface="Poppins Medium" panose="00000600000000000000" pitchFamily="2" charset="0"/>
              </a:rPr>
              <a:t>Personal Care Sales Executive</a:t>
            </a:r>
          </a:p>
          <a:p>
            <a:pPr algn="ctr"/>
            <a:r>
              <a:rPr lang="en-US" sz="800" b="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rPr>
              <a:t>(4)</a:t>
            </a:r>
          </a:p>
        </p:txBody>
      </p:sp>
      <p:sp>
        <p:nvSpPr>
          <p:cNvPr id="39" name="CaixaDeTexto 27">
            <a:extLst>
              <a:ext uri="{FF2B5EF4-FFF2-40B4-BE49-F238E27FC236}">
                <a16:creationId xmlns:a16="http://schemas.microsoft.com/office/drawing/2014/main" id="{A4C09C91-3DF5-CF02-C1BC-4EF526B69514}"/>
              </a:ext>
            </a:extLst>
          </p:cNvPr>
          <p:cNvSpPr txBox="1"/>
          <p:nvPr/>
        </p:nvSpPr>
        <p:spPr>
          <a:xfrm>
            <a:off x="748046" y="3644795"/>
            <a:ext cx="856835" cy="609920"/>
          </a:xfrm>
          <a:prstGeom prst="roundRect">
            <a:avLst>
              <a:gd name="adj" fmla="val 9171"/>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pt-BR"/>
            </a:defPPr>
            <a:lvl1pPr marR="0" lvl="0" indent="0" fontAlgn="auto">
              <a:lnSpc>
                <a:spcPct val="100000"/>
              </a:lnSpc>
              <a:spcBef>
                <a:spcPts val="0"/>
              </a:spcBef>
              <a:spcAft>
                <a:spcPts val="0"/>
              </a:spcAft>
              <a:buClrTx/>
              <a:buSzTx/>
              <a:buFontTx/>
              <a:buNone/>
              <a:tabLst/>
              <a:defRPr sz="1400" b="1">
                <a:solidFill>
                  <a:srgbClr val="D3A93D"/>
                </a:solidFill>
                <a:latin typeface="Source Serif Pro Black" panose="02040903050405020204" pitchFamily="18" charset="0"/>
                <a:ea typeface="Source Serif Pro Black" panose="02040903050405020204" pitchFamily="18"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800" b="0" dirty="0">
                <a:solidFill>
                  <a:schemeClr val="tx1"/>
                </a:solidFill>
                <a:latin typeface="Poppins Medium" panose="00000600000000000000" pitchFamily="2" charset="0"/>
                <a:cs typeface="Poppins Medium" panose="00000600000000000000" pitchFamily="2" charset="0"/>
              </a:rPr>
              <a:t>Technical Manager</a:t>
            </a:r>
          </a:p>
        </p:txBody>
      </p:sp>
      <p:sp>
        <p:nvSpPr>
          <p:cNvPr id="40" name="CaixaDeTexto 27">
            <a:extLst>
              <a:ext uri="{FF2B5EF4-FFF2-40B4-BE49-F238E27FC236}">
                <a16:creationId xmlns:a16="http://schemas.microsoft.com/office/drawing/2014/main" id="{CC12DE65-CC02-C89E-E8CB-F98B2B5DF502}"/>
              </a:ext>
            </a:extLst>
          </p:cNvPr>
          <p:cNvSpPr txBox="1"/>
          <p:nvPr/>
        </p:nvSpPr>
        <p:spPr>
          <a:xfrm>
            <a:off x="748046" y="4434840"/>
            <a:ext cx="856835" cy="609920"/>
          </a:xfrm>
          <a:prstGeom prst="roundRect">
            <a:avLst>
              <a:gd name="adj" fmla="val 9171"/>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pt-BR"/>
            </a:defPPr>
            <a:lvl1pPr marR="0" lvl="0" indent="0" fontAlgn="auto">
              <a:lnSpc>
                <a:spcPct val="100000"/>
              </a:lnSpc>
              <a:spcBef>
                <a:spcPts val="0"/>
              </a:spcBef>
              <a:spcAft>
                <a:spcPts val="0"/>
              </a:spcAft>
              <a:buClrTx/>
              <a:buSzTx/>
              <a:buFontTx/>
              <a:buNone/>
              <a:tabLst/>
              <a:defRPr sz="1400" b="1">
                <a:solidFill>
                  <a:srgbClr val="D3A93D"/>
                </a:solidFill>
                <a:latin typeface="Source Serif Pro Black" panose="02040903050405020204" pitchFamily="18" charset="0"/>
                <a:ea typeface="Source Serif Pro Black" panose="02040903050405020204" pitchFamily="18"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800" b="0" dirty="0">
                <a:solidFill>
                  <a:schemeClr val="tx1"/>
                </a:solidFill>
                <a:latin typeface="Poppins Medium" panose="00000600000000000000" pitchFamily="2" charset="0"/>
                <a:cs typeface="Poppins Medium" panose="00000600000000000000" pitchFamily="2" charset="0"/>
              </a:rPr>
              <a:t>Technical Support Executive</a:t>
            </a:r>
          </a:p>
        </p:txBody>
      </p:sp>
      <p:sp>
        <p:nvSpPr>
          <p:cNvPr id="43" name="CaixaDeTexto 27">
            <a:extLst>
              <a:ext uri="{FF2B5EF4-FFF2-40B4-BE49-F238E27FC236}">
                <a16:creationId xmlns:a16="http://schemas.microsoft.com/office/drawing/2014/main" id="{D0351BAA-0A18-0DAC-2E3D-FB01A6C38A66}"/>
              </a:ext>
            </a:extLst>
          </p:cNvPr>
          <p:cNvSpPr txBox="1"/>
          <p:nvPr/>
        </p:nvSpPr>
        <p:spPr>
          <a:xfrm>
            <a:off x="2767968" y="3644795"/>
            <a:ext cx="856835" cy="609920"/>
          </a:xfrm>
          <a:prstGeom prst="roundRect">
            <a:avLst>
              <a:gd name="adj" fmla="val 9171"/>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pt-BR"/>
            </a:defPPr>
            <a:lvl1pPr marR="0" lvl="0" indent="0" fontAlgn="auto">
              <a:lnSpc>
                <a:spcPct val="100000"/>
              </a:lnSpc>
              <a:spcBef>
                <a:spcPts val="0"/>
              </a:spcBef>
              <a:spcAft>
                <a:spcPts val="0"/>
              </a:spcAft>
              <a:buClrTx/>
              <a:buSzTx/>
              <a:buFontTx/>
              <a:buNone/>
              <a:tabLst/>
              <a:defRPr sz="1400" b="1">
                <a:solidFill>
                  <a:srgbClr val="D3A93D"/>
                </a:solidFill>
                <a:latin typeface="Source Serif Pro Black" panose="02040903050405020204" pitchFamily="18" charset="0"/>
                <a:ea typeface="Source Serif Pro Black" panose="02040903050405020204" pitchFamily="18"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800" b="0" dirty="0">
                <a:solidFill>
                  <a:schemeClr val="tx1"/>
                </a:solidFill>
                <a:latin typeface="Poppins Medium" panose="00000600000000000000" pitchFamily="2" charset="0"/>
                <a:cs typeface="Poppins Medium" panose="00000600000000000000" pitchFamily="2" charset="0"/>
              </a:rPr>
              <a:t>Foreign Trade Assistant</a:t>
            </a:r>
          </a:p>
        </p:txBody>
      </p:sp>
      <p:sp>
        <p:nvSpPr>
          <p:cNvPr id="44" name="CaixaDeTexto 27">
            <a:extLst>
              <a:ext uri="{FF2B5EF4-FFF2-40B4-BE49-F238E27FC236}">
                <a16:creationId xmlns:a16="http://schemas.microsoft.com/office/drawing/2014/main" id="{E57F9BD2-2EB2-754C-94C0-4D16BBDD199C}"/>
              </a:ext>
            </a:extLst>
          </p:cNvPr>
          <p:cNvSpPr txBox="1"/>
          <p:nvPr/>
        </p:nvSpPr>
        <p:spPr>
          <a:xfrm>
            <a:off x="4314315" y="3645079"/>
            <a:ext cx="856835" cy="609401"/>
          </a:xfrm>
          <a:prstGeom prst="roundRect">
            <a:avLst>
              <a:gd name="adj" fmla="val 9171"/>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pt-BR"/>
            </a:defPPr>
            <a:lvl1pPr marR="0" lvl="0" indent="0" fontAlgn="auto">
              <a:lnSpc>
                <a:spcPct val="100000"/>
              </a:lnSpc>
              <a:spcBef>
                <a:spcPts val="0"/>
              </a:spcBef>
              <a:spcAft>
                <a:spcPts val="0"/>
              </a:spcAft>
              <a:buClrTx/>
              <a:buSzTx/>
              <a:buFontTx/>
              <a:buNone/>
              <a:tabLst/>
              <a:defRPr sz="1400" b="1">
                <a:solidFill>
                  <a:srgbClr val="D3A93D"/>
                </a:solidFill>
                <a:latin typeface="Source Serif Pro Black" panose="02040903050405020204" pitchFamily="18" charset="0"/>
                <a:ea typeface="Source Serif Pro Black" panose="02040903050405020204" pitchFamily="18"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800" b="0" dirty="0">
                <a:solidFill>
                  <a:schemeClr val="tx1"/>
                </a:solidFill>
                <a:latin typeface="Poppins Medium" panose="00000600000000000000" pitchFamily="2" charset="0"/>
                <a:cs typeface="Poppins Medium" panose="00000600000000000000" pitchFamily="2" charset="0"/>
              </a:rPr>
              <a:t>Logistics Processes Coordinator  </a:t>
            </a:r>
            <a:r>
              <a:rPr lang="en-US" sz="800" dirty="0">
                <a:solidFill>
                  <a:schemeClr val="accent2"/>
                </a:solidFill>
                <a:latin typeface="Poppins "/>
                <a:ea typeface="Source Serif Pro Light" panose="02040303050405020204" pitchFamily="18" charset="0"/>
                <a:cs typeface="Poppins Medium" panose="00000600000000000000" pitchFamily="2" charset="0"/>
              </a:rPr>
              <a:t>(3)</a:t>
            </a:r>
          </a:p>
        </p:txBody>
      </p:sp>
      <p:sp>
        <p:nvSpPr>
          <p:cNvPr id="46" name="CaixaDeTexto 27">
            <a:extLst>
              <a:ext uri="{FF2B5EF4-FFF2-40B4-BE49-F238E27FC236}">
                <a16:creationId xmlns:a16="http://schemas.microsoft.com/office/drawing/2014/main" id="{52D0E6DB-758D-A332-C2CC-AEDF28E0D545}"/>
              </a:ext>
            </a:extLst>
          </p:cNvPr>
          <p:cNvSpPr txBox="1"/>
          <p:nvPr/>
        </p:nvSpPr>
        <p:spPr>
          <a:xfrm>
            <a:off x="5854907" y="3644795"/>
            <a:ext cx="856835" cy="609920"/>
          </a:xfrm>
          <a:prstGeom prst="roundRect">
            <a:avLst>
              <a:gd name="adj" fmla="val 9171"/>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pt-BR"/>
            </a:defPPr>
            <a:lvl1pPr marR="0" lvl="0" indent="0" fontAlgn="auto">
              <a:lnSpc>
                <a:spcPct val="100000"/>
              </a:lnSpc>
              <a:spcBef>
                <a:spcPts val="0"/>
              </a:spcBef>
              <a:spcAft>
                <a:spcPts val="0"/>
              </a:spcAft>
              <a:buClrTx/>
              <a:buSzTx/>
              <a:buFontTx/>
              <a:buNone/>
              <a:tabLst/>
              <a:defRPr sz="1400" b="1">
                <a:solidFill>
                  <a:srgbClr val="D3A93D"/>
                </a:solidFill>
                <a:latin typeface="Source Serif Pro Black" panose="02040903050405020204" pitchFamily="18" charset="0"/>
                <a:ea typeface="Source Serif Pro Black" panose="02040903050405020204" pitchFamily="18"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800" b="0" dirty="0">
                <a:solidFill>
                  <a:schemeClr val="tx1"/>
                </a:solidFill>
                <a:latin typeface="Poppins Medium" panose="00000600000000000000" pitchFamily="2" charset="0"/>
                <a:cs typeface="Poppins Medium" panose="00000600000000000000" pitchFamily="2" charset="0"/>
              </a:rPr>
              <a:t>General Services                 Aid </a:t>
            </a:r>
            <a:r>
              <a:rPr lang="en-US" sz="800" dirty="0">
                <a:solidFill>
                  <a:schemeClr val="accent2"/>
                </a:solidFill>
                <a:latin typeface="Poppins "/>
                <a:ea typeface="Source Serif Pro Light" panose="02040303050405020204" pitchFamily="18" charset="0"/>
                <a:cs typeface="Poppins Medium" panose="00000600000000000000" pitchFamily="2" charset="0"/>
              </a:rPr>
              <a:t>(2)</a:t>
            </a:r>
          </a:p>
        </p:txBody>
      </p:sp>
      <p:sp>
        <p:nvSpPr>
          <p:cNvPr id="47" name="CaixaDeTexto 27">
            <a:extLst>
              <a:ext uri="{FF2B5EF4-FFF2-40B4-BE49-F238E27FC236}">
                <a16:creationId xmlns:a16="http://schemas.microsoft.com/office/drawing/2014/main" id="{1B425029-00C8-3BC9-6081-3F4DBFFA83A9}"/>
              </a:ext>
            </a:extLst>
          </p:cNvPr>
          <p:cNvSpPr txBox="1"/>
          <p:nvPr/>
        </p:nvSpPr>
        <p:spPr>
          <a:xfrm>
            <a:off x="8953356" y="3644795"/>
            <a:ext cx="856835" cy="609920"/>
          </a:xfrm>
          <a:prstGeom prst="roundRect">
            <a:avLst>
              <a:gd name="adj" fmla="val 9171"/>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pt-BR"/>
            </a:defPPr>
            <a:lvl1pPr marR="0" lvl="0" indent="0" fontAlgn="auto">
              <a:lnSpc>
                <a:spcPct val="100000"/>
              </a:lnSpc>
              <a:spcBef>
                <a:spcPts val="0"/>
              </a:spcBef>
              <a:spcAft>
                <a:spcPts val="0"/>
              </a:spcAft>
              <a:buClrTx/>
              <a:buSzTx/>
              <a:buFontTx/>
              <a:buNone/>
              <a:tabLst/>
              <a:defRPr sz="1400" b="1">
                <a:solidFill>
                  <a:srgbClr val="D3A93D"/>
                </a:solidFill>
                <a:latin typeface="Source Serif Pro Black" panose="02040903050405020204" pitchFamily="18" charset="0"/>
                <a:ea typeface="Source Serif Pro Black" panose="02040903050405020204" pitchFamily="18"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800" b="0" dirty="0">
                <a:solidFill>
                  <a:schemeClr val="tx1"/>
                </a:solidFill>
                <a:latin typeface="Poppins Medium" panose="00000600000000000000" pitchFamily="2" charset="0"/>
                <a:cs typeface="Poppins Medium" panose="00000600000000000000" pitchFamily="2" charset="0"/>
              </a:rPr>
              <a:t>Accountant</a:t>
            </a:r>
          </a:p>
        </p:txBody>
      </p:sp>
      <p:sp>
        <p:nvSpPr>
          <p:cNvPr id="48" name="CaixaDeTexto 27">
            <a:extLst>
              <a:ext uri="{FF2B5EF4-FFF2-40B4-BE49-F238E27FC236}">
                <a16:creationId xmlns:a16="http://schemas.microsoft.com/office/drawing/2014/main" id="{D13AA1D9-2869-9CD3-337F-99875729B76E}"/>
              </a:ext>
            </a:extLst>
          </p:cNvPr>
          <p:cNvSpPr txBox="1"/>
          <p:nvPr/>
        </p:nvSpPr>
        <p:spPr>
          <a:xfrm>
            <a:off x="8953356" y="4434840"/>
            <a:ext cx="856835" cy="609920"/>
          </a:xfrm>
          <a:prstGeom prst="roundRect">
            <a:avLst>
              <a:gd name="adj" fmla="val 9171"/>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pt-BR"/>
            </a:defPPr>
            <a:lvl1pPr marR="0" lvl="0" indent="0" fontAlgn="auto">
              <a:lnSpc>
                <a:spcPct val="100000"/>
              </a:lnSpc>
              <a:spcBef>
                <a:spcPts val="0"/>
              </a:spcBef>
              <a:spcAft>
                <a:spcPts val="0"/>
              </a:spcAft>
              <a:buClrTx/>
              <a:buSzTx/>
              <a:buFontTx/>
              <a:buNone/>
              <a:tabLst/>
              <a:defRPr sz="1400" b="1">
                <a:solidFill>
                  <a:srgbClr val="D3A93D"/>
                </a:solidFill>
                <a:latin typeface="Source Serif Pro Black" panose="02040903050405020204" pitchFamily="18" charset="0"/>
                <a:ea typeface="Source Serif Pro Black" panose="02040903050405020204" pitchFamily="18"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800" b="0" dirty="0">
                <a:solidFill>
                  <a:schemeClr val="tx1"/>
                </a:solidFill>
                <a:latin typeface="Poppins Medium" panose="00000600000000000000" pitchFamily="2" charset="0"/>
                <a:cs typeface="Poppins Medium" panose="00000600000000000000" pitchFamily="2" charset="0"/>
              </a:rPr>
              <a:t>Accounting  Aid</a:t>
            </a:r>
          </a:p>
        </p:txBody>
      </p:sp>
      <p:cxnSp>
        <p:nvCxnSpPr>
          <p:cNvPr id="52" name="Straight Arrow Connector 51">
            <a:extLst>
              <a:ext uri="{FF2B5EF4-FFF2-40B4-BE49-F238E27FC236}">
                <a16:creationId xmlns:a16="http://schemas.microsoft.com/office/drawing/2014/main" id="{30E7BB13-1255-647F-1FF2-99B70E352336}"/>
              </a:ext>
            </a:extLst>
          </p:cNvPr>
          <p:cNvCxnSpPr>
            <a:cxnSpLocks/>
            <a:stCxn id="79" idx="2"/>
            <a:endCxn id="43" idx="0"/>
          </p:cNvCxnSpPr>
          <p:nvPr/>
        </p:nvCxnSpPr>
        <p:spPr>
          <a:xfrm>
            <a:off x="3196385" y="3183320"/>
            <a:ext cx="1" cy="461475"/>
          </a:xfrm>
          <a:prstGeom prst="straightConnector1">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DBA9D635-95FD-2025-4D67-650CFA1D0C6B}"/>
              </a:ext>
            </a:extLst>
          </p:cNvPr>
          <p:cNvCxnSpPr>
            <a:cxnSpLocks/>
            <a:stCxn id="33" idx="2"/>
            <a:endCxn id="44" idx="0"/>
          </p:cNvCxnSpPr>
          <p:nvPr/>
        </p:nvCxnSpPr>
        <p:spPr>
          <a:xfrm>
            <a:off x="4742732" y="3183320"/>
            <a:ext cx="1" cy="461759"/>
          </a:xfrm>
          <a:prstGeom prst="straightConnector1">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DAD88622-8DBF-4671-6F04-31FD456F78CB}"/>
              </a:ext>
            </a:extLst>
          </p:cNvPr>
          <p:cNvCxnSpPr>
            <a:cxnSpLocks/>
            <a:stCxn id="76" idx="2"/>
            <a:endCxn id="46" idx="0"/>
          </p:cNvCxnSpPr>
          <p:nvPr/>
        </p:nvCxnSpPr>
        <p:spPr>
          <a:xfrm>
            <a:off x="6283324" y="3183320"/>
            <a:ext cx="1" cy="461475"/>
          </a:xfrm>
          <a:prstGeom prst="straightConnector1">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664D354B-8CDC-7521-F39A-E7A8D9DAE5CF}"/>
              </a:ext>
            </a:extLst>
          </p:cNvPr>
          <p:cNvCxnSpPr>
            <a:cxnSpLocks/>
            <a:stCxn id="18" idx="2"/>
            <a:endCxn id="47" idx="0"/>
          </p:cNvCxnSpPr>
          <p:nvPr/>
        </p:nvCxnSpPr>
        <p:spPr>
          <a:xfrm>
            <a:off x="9381773" y="3183320"/>
            <a:ext cx="1" cy="461475"/>
          </a:xfrm>
          <a:prstGeom prst="straightConnector1">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9" name="Connector: Elbow 58">
            <a:extLst>
              <a:ext uri="{FF2B5EF4-FFF2-40B4-BE49-F238E27FC236}">
                <a16:creationId xmlns:a16="http://schemas.microsoft.com/office/drawing/2014/main" id="{1CB0F59D-D5AB-4077-89DD-0CB02A0769B5}"/>
              </a:ext>
            </a:extLst>
          </p:cNvPr>
          <p:cNvCxnSpPr>
            <a:cxnSpLocks/>
            <a:stCxn id="70" idx="2"/>
            <a:endCxn id="14" idx="0"/>
          </p:cNvCxnSpPr>
          <p:nvPr/>
        </p:nvCxnSpPr>
        <p:spPr>
          <a:xfrm rot="5400000">
            <a:off x="3762017" y="-11807"/>
            <a:ext cx="409331" cy="4633287"/>
          </a:xfrm>
          <a:prstGeom prst="bentConnector3">
            <a:avLst>
              <a:gd name="adj1" fmla="val 50000"/>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3" name="Connector: Elbow 62">
            <a:extLst>
              <a:ext uri="{FF2B5EF4-FFF2-40B4-BE49-F238E27FC236}">
                <a16:creationId xmlns:a16="http://schemas.microsoft.com/office/drawing/2014/main" id="{E1E0D2C2-4959-057C-CA6B-BE84228A2772}"/>
              </a:ext>
            </a:extLst>
          </p:cNvPr>
          <p:cNvCxnSpPr>
            <a:cxnSpLocks/>
            <a:stCxn id="14" idx="2"/>
            <a:endCxn id="39" idx="0"/>
          </p:cNvCxnSpPr>
          <p:nvPr/>
        </p:nvCxnSpPr>
        <p:spPr>
          <a:xfrm rot="5400000">
            <a:off x="1182514" y="3177270"/>
            <a:ext cx="461475" cy="473574"/>
          </a:xfrm>
          <a:prstGeom prst="bentConnector3">
            <a:avLst>
              <a:gd name="adj1" fmla="val 50000"/>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6" name="Connector: Elbow 65">
            <a:extLst>
              <a:ext uri="{FF2B5EF4-FFF2-40B4-BE49-F238E27FC236}">
                <a16:creationId xmlns:a16="http://schemas.microsoft.com/office/drawing/2014/main" id="{3E6B15A4-BFAC-E9EF-DBEB-ED50804F1960}"/>
              </a:ext>
            </a:extLst>
          </p:cNvPr>
          <p:cNvCxnSpPr>
            <a:cxnSpLocks/>
            <a:stCxn id="14" idx="2"/>
            <a:endCxn id="36" idx="0"/>
          </p:cNvCxnSpPr>
          <p:nvPr/>
        </p:nvCxnSpPr>
        <p:spPr>
          <a:xfrm rot="16200000" flipH="1">
            <a:off x="1652056" y="3181301"/>
            <a:ext cx="461475" cy="465511"/>
          </a:xfrm>
          <a:prstGeom prst="bentConnector3">
            <a:avLst>
              <a:gd name="adj1" fmla="val 50000"/>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D11F1E62-8783-31E2-D702-C0AF64BB6BB3}"/>
              </a:ext>
            </a:extLst>
          </p:cNvPr>
          <p:cNvCxnSpPr>
            <a:cxnSpLocks/>
            <a:stCxn id="39" idx="2"/>
            <a:endCxn id="40" idx="0"/>
          </p:cNvCxnSpPr>
          <p:nvPr/>
        </p:nvCxnSpPr>
        <p:spPr>
          <a:xfrm>
            <a:off x="1176464" y="4254715"/>
            <a:ext cx="0" cy="180125"/>
          </a:xfrm>
          <a:prstGeom prst="straightConnector1">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F6CCCACB-EE1C-B361-2B32-55BFB619CD3D}"/>
              </a:ext>
            </a:extLst>
          </p:cNvPr>
          <p:cNvCxnSpPr>
            <a:cxnSpLocks/>
            <a:stCxn id="36" idx="2"/>
            <a:endCxn id="37" idx="0"/>
          </p:cNvCxnSpPr>
          <p:nvPr/>
        </p:nvCxnSpPr>
        <p:spPr>
          <a:xfrm flipH="1">
            <a:off x="2115548" y="4254715"/>
            <a:ext cx="1" cy="180125"/>
          </a:xfrm>
          <a:prstGeom prst="straightConnector1">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FFB43C3D-9261-2E72-9C86-CD3B3F857A38}"/>
              </a:ext>
            </a:extLst>
          </p:cNvPr>
          <p:cNvCxnSpPr>
            <a:cxnSpLocks/>
            <a:stCxn id="37" idx="2"/>
            <a:endCxn id="38" idx="0"/>
          </p:cNvCxnSpPr>
          <p:nvPr/>
        </p:nvCxnSpPr>
        <p:spPr>
          <a:xfrm>
            <a:off x="2115548" y="5044760"/>
            <a:ext cx="0" cy="150359"/>
          </a:xfrm>
          <a:prstGeom prst="straightConnector1">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1" name="Connector: Elbow 80">
            <a:extLst>
              <a:ext uri="{FF2B5EF4-FFF2-40B4-BE49-F238E27FC236}">
                <a16:creationId xmlns:a16="http://schemas.microsoft.com/office/drawing/2014/main" id="{BB983D53-FB76-A82A-12FF-A8F757A0D125}"/>
              </a:ext>
            </a:extLst>
          </p:cNvPr>
          <p:cNvCxnSpPr>
            <a:cxnSpLocks/>
            <a:stCxn id="70" idx="2"/>
            <a:endCxn id="18" idx="0"/>
          </p:cNvCxnSpPr>
          <p:nvPr/>
        </p:nvCxnSpPr>
        <p:spPr>
          <a:xfrm rot="16200000" flipH="1">
            <a:off x="7627884" y="755612"/>
            <a:ext cx="409331" cy="3098448"/>
          </a:xfrm>
          <a:prstGeom prst="bentConnector3">
            <a:avLst>
              <a:gd name="adj1" fmla="val 50000"/>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4" name="Connector: Elbow 83">
            <a:extLst>
              <a:ext uri="{FF2B5EF4-FFF2-40B4-BE49-F238E27FC236}">
                <a16:creationId xmlns:a16="http://schemas.microsoft.com/office/drawing/2014/main" id="{691ABACA-E817-C826-47C3-CCA7AD239A89}"/>
              </a:ext>
            </a:extLst>
          </p:cNvPr>
          <p:cNvCxnSpPr>
            <a:cxnSpLocks/>
            <a:stCxn id="70" idx="2"/>
            <a:endCxn id="16" idx="0"/>
          </p:cNvCxnSpPr>
          <p:nvPr/>
        </p:nvCxnSpPr>
        <p:spPr>
          <a:xfrm rot="16200000" flipH="1">
            <a:off x="8401057" y="-17562"/>
            <a:ext cx="409331" cy="4644795"/>
          </a:xfrm>
          <a:prstGeom prst="bentConnector3">
            <a:avLst>
              <a:gd name="adj1" fmla="val 50000"/>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49026FB2-CFFA-0A61-DFBE-875784F6E1C7}"/>
              </a:ext>
            </a:extLst>
          </p:cNvPr>
          <p:cNvCxnSpPr>
            <a:cxnSpLocks/>
            <a:stCxn id="47" idx="2"/>
            <a:endCxn id="48" idx="0"/>
          </p:cNvCxnSpPr>
          <p:nvPr/>
        </p:nvCxnSpPr>
        <p:spPr>
          <a:xfrm>
            <a:off x="9381774" y="4254715"/>
            <a:ext cx="0" cy="180125"/>
          </a:xfrm>
          <a:prstGeom prst="straightConnector1">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3" name="CaixaDeTexto 27">
            <a:extLst>
              <a:ext uri="{FF2B5EF4-FFF2-40B4-BE49-F238E27FC236}">
                <a16:creationId xmlns:a16="http://schemas.microsoft.com/office/drawing/2014/main" id="{2D099672-5A25-C594-32C1-2C3DDA6227B3}"/>
              </a:ext>
            </a:extLst>
          </p:cNvPr>
          <p:cNvSpPr txBox="1"/>
          <p:nvPr/>
        </p:nvSpPr>
        <p:spPr>
          <a:xfrm>
            <a:off x="4019872" y="2509502"/>
            <a:ext cx="1445720" cy="673818"/>
          </a:xfrm>
          <a:prstGeom prst="roundRect">
            <a:avLst>
              <a:gd name="adj" fmla="val 9171"/>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pt-BR"/>
            </a:defPPr>
            <a:lvl1pPr marR="0" lvl="0" indent="0" fontAlgn="auto">
              <a:lnSpc>
                <a:spcPct val="100000"/>
              </a:lnSpc>
              <a:spcBef>
                <a:spcPts val="0"/>
              </a:spcBef>
              <a:spcAft>
                <a:spcPts val="0"/>
              </a:spcAft>
              <a:buClrTx/>
              <a:buSzTx/>
              <a:buFontTx/>
              <a:buNone/>
              <a:tabLst/>
              <a:defRPr sz="1400" b="1">
                <a:solidFill>
                  <a:srgbClr val="D3A93D"/>
                </a:solidFill>
                <a:latin typeface="Source Serif Pro Black" panose="02040903050405020204" pitchFamily="18" charset="0"/>
                <a:ea typeface="Source Serif Pro Black" panose="02040903050405020204" pitchFamily="18"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lnSpc>
                <a:spcPct val="120000"/>
              </a:lnSpc>
            </a:pPr>
            <a:r>
              <a:rPr lang="en-US" sz="900" dirty="0">
                <a:solidFill>
                  <a:schemeClr val="accent1"/>
                </a:solidFill>
                <a:latin typeface="Poppins SemiBold" panose="00000700000000000000" pitchFamily="2" charset="0"/>
                <a:cs typeface="Poppins SemiBold" panose="00000700000000000000" pitchFamily="2" charset="0"/>
              </a:rPr>
              <a:t>Logistics Manager</a:t>
            </a:r>
          </a:p>
          <a:p>
            <a:pPr algn="ctr">
              <a:lnSpc>
                <a:spcPct val="120000"/>
              </a:lnSpc>
              <a:spcAft>
                <a:spcPts val="200"/>
              </a:spcAft>
            </a:pPr>
            <a:r>
              <a:rPr lang="en-US" sz="800" b="0" dirty="0">
                <a:solidFill>
                  <a:schemeClr val="bg1"/>
                </a:solidFill>
                <a:latin typeface="+mj-lt"/>
              </a:rPr>
              <a:t>Jessica Rom</a:t>
            </a:r>
            <a:r>
              <a:rPr lang="pt-BR" sz="800" b="0" dirty="0" err="1">
                <a:solidFill>
                  <a:schemeClr val="bg1"/>
                </a:solidFill>
                <a:latin typeface="+mj-lt"/>
              </a:rPr>
              <a:t>án</a:t>
            </a:r>
            <a:endParaRPr lang="en-US" sz="800" b="0" dirty="0">
              <a:solidFill>
                <a:schemeClr val="bg1"/>
              </a:solidFill>
              <a:latin typeface="+mj-lt"/>
            </a:endParaRPr>
          </a:p>
        </p:txBody>
      </p:sp>
      <p:sp>
        <p:nvSpPr>
          <p:cNvPr id="42" name="CaixaDeTexto 27">
            <a:extLst>
              <a:ext uri="{FF2B5EF4-FFF2-40B4-BE49-F238E27FC236}">
                <a16:creationId xmlns:a16="http://schemas.microsoft.com/office/drawing/2014/main" id="{0D72A513-E799-4DE0-2715-579D3EEB3B81}"/>
              </a:ext>
            </a:extLst>
          </p:cNvPr>
          <p:cNvSpPr txBox="1"/>
          <p:nvPr/>
        </p:nvSpPr>
        <p:spPr>
          <a:xfrm>
            <a:off x="7112566" y="2509502"/>
            <a:ext cx="1445720" cy="673818"/>
          </a:xfrm>
          <a:prstGeom prst="roundRect">
            <a:avLst>
              <a:gd name="adj" fmla="val 9171"/>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pt-BR"/>
            </a:defPPr>
            <a:lvl1pPr marR="0" lvl="0" indent="0" fontAlgn="auto">
              <a:lnSpc>
                <a:spcPct val="100000"/>
              </a:lnSpc>
              <a:spcBef>
                <a:spcPts val="0"/>
              </a:spcBef>
              <a:spcAft>
                <a:spcPts val="0"/>
              </a:spcAft>
              <a:buClrTx/>
              <a:buSzTx/>
              <a:buFontTx/>
              <a:buNone/>
              <a:tabLst/>
              <a:defRPr sz="1400" b="1">
                <a:solidFill>
                  <a:srgbClr val="D3A93D"/>
                </a:solidFill>
                <a:latin typeface="Source Serif Pro Black" panose="02040903050405020204" pitchFamily="18" charset="0"/>
                <a:ea typeface="Source Serif Pro Black" panose="02040903050405020204" pitchFamily="18"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lnSpc>
                <a:spcPct val="120000"/>
              </a:lnSpc>
            </a:pPr>
            <a:r>
              <a:rPr lang="en-US" sz="900" dirty="0">
                <a:solidFill>
                  <a:schemeClr val="accent1"/>
                </a:solidFill>
                <a:latin typeface="Poppins SemiBold" panose="00000700000000000000" pitchFamily="2" charset="0"/>
                <a:cs typeface="Poppins SemiBold" panose="00000700000000000000" pitchFamily="2" charset="0"/>
              </a:rPr>
              <a:t>Finance Manager</a:t>
            </a:r>
          </a:p>
          <a:p>
            <a:pPr algn="ctr">
              <a:lnSpc>
                <a:spcPct val="120000"/>
              </a:lnSpc>
              <a:spcBef>
                <a:spcPts val="200"/>
              </a:spcBef>
            </a:pPr>
            <a:r>
              <a:rPr lang="en-US" sz="800" b="0" dirty="0">
                <a:solidFill>
                  <a:schemeClr val="bg1"/>
                </a:solidFill>
                <a:latin typeface="+mj-lt"/>
                <a:ea typeface="Source Serif Pro Light" panose="02040303050405020204" pitchFamily="18" charset="0"/>
              </a:rPr>
              <a:t>Carlos Miguel Villa</a:t>
            </a:r>
          </a:p>
        </p:txBody>
      </p:sp>
      <p:sp>
        <p:nvSpPr>
          <p:cNvPr id="76" name="CaixaDeTexto 27">
            <a:extLst>
              <a:ext uri="{FF2B5EF4-FFF2-40B4-BE49-F238E27FC236}">
                <a16:creationId xmlns:a16="http://schemas.microsoft.com/office/drawing/2014/main" id="{0EF25472-D894-A133-7037-B6CC00C63D06}"/>
              </a:ext>
            </a:extLst>
          </p:cNvPr>
          <p:cNvSpPr txBox="1"/>
          <p:nvPr/>
        </p:nvSpPr>
        <p:spPr>
          <a:xfrm>
            <a:off x="5560464" y="2509502"/>
            <a:ext cx="1445720" cy="673818"/>
          </a:xfrm>
          <a:prstGeom prst="roundRect">
            <a:avLst>
              <a:gd name="adj" fmla="val 9171"/>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pt-BR"/>
            </a:defPPr>
            <a:lvl1pPr marR="0" lvl="0" indent="0" fontAlgn="auto">
              <a:lnSpc>
                <a:spcPct val="100000"/>
              </a:lnSpc>
              <a:spcBef>
                <a:spcPts val="0"/>
              </a:spcBef>
              <a:spcAft>
                <a:spcPts val="0"/>
              </a:spcAft>
              <a:buClrTx/>
              <a:buSzTx/>
              <a:buFontTx/>
              <a:buNone/>
              <a:tabLst/>
              <a:defRPr sz="1400" b="1">
                <a:solidFill>
                  <a:srgbClr val="D3A93D"/>
                </a:solidFill>
                <a:latin typeface="Source Serif Pro Black" panose="02040903050405020204" pitchFamily="18" charset="0"/>
                <a:ea typeface="Source Serif Pro Black" panose="02040903050405020204" pitchFamily="18"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lnSpc>
                <a:spcPct val="120000"/>
              </a:lnSpc>
            </a:pPr>
            <a:r>
              <a:rPr lang="en-US" sz="900" dirty="0">
                <a:solidFill>
                  <a:schemeClr val="accent1"/>
                </a:solidFill>
                <a:latin typeface="Poppins SemiBold" panose="00000700000000000000" pitchFamily="2" charset="0"/>
                <a:cs typeface="Poppins SemiBold" panose="00000700000000000000" pitchFamily="2" charset="0"/>
              </a:rPr>
              <a:t>Systems Chief</a:t>
            </a:r>
          </a:p>
          <a:p>
            <a:pPr algn="ctr">
              <a:lnSpc>
                <a:spcPct val="120000"/>
              </a:lnSpc>
              <a:spcAft>
                <a:spcPts val="200"/>
              </a:spcAft>
            </a:pPr>
            <a:r>
              <a:rPr lang="en-US" sz="800" b="0" dirty="0" err="1">
                <a:solidFill>
                  <a:schemeClr val="bg1"/>
                </a:solidFill>
                <a:latin typeface="+mj-lt"/>
                <a:ea typeface="Source Serif Pro Light" panose="02040303050405020204" pitchFamily="18" charset="0"/>
              </a:rPr>
              <a:t>Edilso</a:t>
            </a:r>
            <a:r>
              <a:rPr lang="en-US" sz="800" b="0" dirty="0">
                <a:solidFill>
                  <a:schemeClr val="bg1"/>
                </a:solidFill>
                <a:latin typeface="+mj-lt"/>
                <a:ea typeface="Source Serif Pro Light" panose="02040303050405020204" pitchFamily="18" charset="0"/>
              </a:rPr>
              <a:t> Portilla</a:t>
            </a:r>
          </a:p>
        </p:txBody>
      </p:sp>
      <p:sp>
        <p:nvSpPr>
          <p:cNvPr id="79" name="CaixaDeTexto 27">
            <a:extLst>
              <a:ext uri="{FF2B5EF4-FFF2-40B4-BE49-F238E27FC236}">
                <a16:creationId xmlns:a16="http://schemas.microsoft.com/office/drawing/2014/main" id="{3935173B-CB7F-55A3-3043-3314AF115C1B}"/>
              </a:ext>
            </a:extLst>
          </p:cNvPr>
          <p:cNvSpPr txBox="1"/>
          <p:nvPr/>
        </p:nvSpPr>
        <p:spPr>
          <a:xfrm>
            <a:off x="2473525" y="2509502"/>
            <a:ext cx="1445720" cy="673818"/>
          </a:xfrm>
          <a:prstGeom prst="roundRect">
            <a:avLst>
              <a:gd name="adj" fmla="val 9171"/>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pt-BR"/>
            </a:defPPr>
            <a:lvl1pPr marR="0" lvl="0" indent="0" fontAlgn="auto">
              <a:lnSpc>
                <a:spcPct val="100000"/>
              </a:lnSpc>
              <a:spcBef>
                <a:spcPts val="0"/>
              </a:spcBef>
              <a:spcAft>
                <a:spcPts val="0"/>
              </a:spcAft>
              <a:buClrTx/>
              <a:buSzTx/>
              <a:buFontTx/>
              <a:buNone/>
              <a:tabLst/>
              <a:defRPr sz="1400" b="1">
                <a:solidFill>
                  <a:srgbClr val="D3A93D"/>
                </a:solidFill>
                <a:latin typeface="Source Serif Pro Black" panose="02040903050405020204" pitchFamily="18" charset="0"/>
                <a:ea typeface="Source Serif Pro Black" panose="02040903050405020204" pitchFamily="18"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lnSpc>
                <a:spcPct val="120000"/>
              </a:lnSpc>
            </a:pPr>
            <a:r>
              <a:rPr lang="en-US" sz="900" dirty="0">
                <a:solidFill>
                  <a:schemeClr val="accent1"/>
                </a:solidFill>
                <a:latin typeface="Poppins SemiBold" panose="00000700000000000000" pitchFamily="2" charset="0"/>
                <a:cs typeface="Poppins SemiBold" panose="00000700000000000000" pitchFamily="2" charset="0"/>
              </a:rPr>
              <a:t>Foreign Trade Manager</a:t>
            </a:r>
          </a:p>
          <a:p>
            <a:pPr algn="ctr">
              <a:lnSpc>
                <a:spcPct val="120000"/>
              </a:lnSpc>
            </a:pPr>
            <a:r>
              <a:rPr lang="en-US" sz="800" b="0" dirty="0">
                <a:solidFill>
                  <a:schemeClr val="bg1"/>
                </a:solidFill>
                <a:latin typeface="+mj-lt"/>
              </a:rPr>
              <a:t>Aida Luz Grajales</a:t>
            </a:r>
          </a:p>
        </p:txBody>
      </p:sp>
      <p:sp>
        <p:nvSpPr>
          <p:cNvPr id="14" name="CaixaDeTexto 27">
            <a:extLst>
              <a:ext uri="{FF2B5EF4-FFF2-40B4-BE49-F238E27FC236}">
                <a16:creationId xmlns:a16="http://schemas.microsoft.com/office/drawing/2014/main" id="{C1E1BF6B-0131-8D48-FCD3-27970EB386B6}"/>
              </a:ext>
            </a:extLst>
          </p:cNvPr>
          <p:cNvSpPr txBox="1"/>
          <p:nvPr/>
        </p:nvSpPr>
        <p:spPr>
          <a:xfrm>
            <a:off x="927178" y="2509502"/>
            <a:ext cx="1445720" cy="673818"/>
          </a:xfrm>
          <a:prstGeom prst="roundRect">
            <a:avLst>
              <a:gd name="adj" fmla="val 9171"/>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pt-BR"/>
            </a:defPPr>
            <a:lvl1pPr marR="0" lvl="0" indent="0" fontAlgn="auto">
              <a:lnSpc>
                <a:spcPct val="100000"/>
              </a:lnSpc>
              <a:spcBef>
                <a:spcPts val="0"/>
              </a:spcBef>
              <a:spcAft>
                <a:spcPts val="0"/>
              </a:spcAft>
              <a:buClrTx/>
              <a:buSzTx/>
              <a:buFontTx/>
              <a:buNone/>
              <a:tabLst/>
              <a:defRPr sz="1400" b="1">
                <a:solidFill>
                  <a:srgbClr val="D3A93D"/>
                </a:solidFill>
                <a:latin typeface="Source Serif Pro Black" panose="02040903050405020204" pitchFamily="18" charset="0"/>
                <a:ea typeface="Source Serif Pro Black" panose="02040903050405020204" pitchFamily="18"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lnSpc>
                <a:spcPct val="120000"/>
              </a:lnSpc>
            </a:pPr>
            <a:r>
              <a:rPr lang="en-US" sz="900" dirty="0">
                <a:solidFill>
                  <a:schemeClr val="accent1"/>
                </a:solidFill>
                <a:latin typeface="Poppins SemiBold" panose="00000700000000000000" pitchFamily="2" charset="0"/>
                <a:cs typeface="Poppins SemiBold" panose="00000700000000000000" pitchFamily="2" charset="0"/>
              </a:rPr>
              <a:t>Sales Chief</a:t>
            </a:r>
          </a:p>
          <a:p>
            <a:pPr algn="ctr">
              <a:lnSpc>
                <a:spcPct val="120000"/>
              </a:lnSpc>
            </a:pPr>
            <a:r>
              <a:rPr lang="en-US" sz="800" b="0" dirty="0">
                <a:solidFill>
                  <a:schemeClr val="bg1"/>
                </a:solidFill>
                <a:latin typeface="+mj-lt"/>
              </a:rPr>
              <a:t>Ingrid Real</a:t>
            </a:r>
          </a:p>
        </p:txBody>
      </p:sp>
      <p:sp>
        <p:nvSpPr>
          <p:cNvPr id="16" name="CaixaDeTexto 27">
            <a:extLst>
              <a:ext uri="{FF2B5EF4-FFF2-40B4-BE49-F238E27FC236}">
                <a16:creationId xmlns:a16="http://schemas.microsoft.com/office/drawing/2014/main" id="{9A793AF7-F090-4666-F452-9CDDB6EC2AA3}"/>
              </a:ext>
            </a:extLst>
          </p:cNvPr>
          <p:cNvSpPr txBox="1"/>
          <p:nvPr/>
        </p:nvSpPr>
        <p:spPr>
          <a:xfrm>
            <a:off x="10205260" y="2509502"/>
            <a:ext cx="1445720" cy="673818"/>
          </a:xfrm>
          <a:prstGeom prst="roundRect">
            <a:avLst>
              <a:gd name="adj" fmla="val 9171"/>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pt-BR"/>
            </a:defPPr>
            <a:lvl1pPr marR="0" lvl="0" indent="0" fontAlgn="auto">
              <a:lnSpc>
                <a:spcPct val="100000"/>
              </a:lnSpc>
              <a:spcBef>
                <a:spcPts val="0"/>
              </a:spcBef>
              <a:spcAft>
                <a:spcPts val="0"/>
              </a:spcAft>
              <a:buClrTx/>
              <a:buSzTx/>
              <a:buFontTx/>
              <a:buNone/>
              <a:tabLst/>
              <a:defRPr sz="1400" b="1">
                <a:solidFill>
                  <a:srgbClr val="D3A93D"/>
                </a:solidFill>
                <a:latin typeface="Source Serif Pro Black" panose="02040903050405020204" pitchFamily="18" charset="0"/>
                <a:ea typeface="Source Serif Pro Black" panose="02040903050405020204" pitchFamily="18"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lnSpc>
                <a:spcPct val="120000"/>
              </a:lnSpc>
            </a:pPr>
            <a:r>
              <a:rPr lang="en-US" sz="900" dirty="0">
                <a:solidFill>
                  <a:schemeClr val="accent1"/>
                </a:solidFill>
                <a:latin typeface="Poppins SemiBold" panose="00000700000000000000" pitchFamily="2" charset="0"/>
                <a:cs typeface="Poppins SemiBold" panose="00000700000000000000" pitchFamily="2" charset="0"/>
              </a:rPr>
              <a:t>HR Manager</a:t>
            </a:r>
          </a:p>
          <a:p>
            <a:pPr algn="ctr">
              <a:lnSpc>
                <a:spcPct val="120000"/>
              </a:lnSpc>
              <a:spcBef>
                <a:spcPts val="200"/>
              </a:spcBef>
            </a:pPr>
            <a:r>
              <a:rPr lang="en-US" sz="800" b="0" dirty="0">
                <a:solidFill>
                  <a:schemeClr val="bg1"/>
                </a:solidFill>
                <a:latin typeface="+mj-lt"/>
                <a:ea typeface="Source Serif Pro Light" panose="02040303050405020204" pitchFamily="18" charset="0"/>
              </a:rPr>
              <a:t>Alexander Guevara</a:t>
            </a:r>
          </a:p>
        </p:txBody>
      </p:sp>
      <p:sp>
        <p:nvSpPr>
          <p:cNvPr id="18" name="CaixaDeTexto 27">
            <a:extLst>
              <a:ext uri="{FF2B5EF4-FFF2-40B4-BE49-F238E27FC236}">
                <a16:creationId xmlns:a16="http://schemas.microsoft.com/office/drawing/2014/main" id="{31600BC4-CCC8-84C9-5D34-4D0DB412BF51}"/>
              </a:ext>
            </a:extLst>
          </p:cNvPr>
          <p:cNvSpPr txBox="1"/>
          <p:nvPr/>
        </p:nvSpPr>
        <p:spPr>
          <a:xfrm>
            <a:off x="8658913" y="2509502"/>
            <a:ext cx="1445720" cy="673818"/>
          </a:xfrm>
          <a:prstGeom prst="roundRect">
            <a:avLst>
              <a:gd name="adj" fmla="val 9171"/>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pt-BR"/>
            </a:defPPr>
            <a:lvl1pPr marR="0" lvl="0" indent="0" fontAlgn="auto">
              <a:lnSpc>
                <a:spcPct val="100000"/>
              </a:lnSpc>
              <a:spcBef>
                <a:spcPts val="0"/>
              </a:spcBef>
              <a:spcAft>
                <a:spcPts val="0"/>
              </a:spcAft>
              <a:buClrTx/>
              <a:buSzTx/>
              <a:buFontTx/>
              <a:buNone/>
              <a:tabLst/>
              <a:defRPr sz="1400" b="1">
                <a:solidFill>
                  <a:srgbClr val="D3A93D"/>
                </a:solidFill>
                <a:latin typeface="Source Serif Pro Black" panose="02040903050405020204" pitchFamily="18" charset="0"/>
                <a:ea typeface="Source Serif Pro Black" panose="02040903050405020204" pitchFamily="18"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lnSpc>
                <a:spcPct val="120000"/>
              </a:lnSpc>
            </a:pPr>
            <a:r>
              <a:rPr lang="en-US" sz="900" dirty="0">
                <a:solidFill>
                  <a:schemeClr val="accent1"/>
                </a:solidFill>
                <a:latin typeface="Poppins SemiBold" panose="00000700000000000000" pitchFamily="2" charset="0"/>
                <a:cs typeface="Poppins SemiBold" panose="00000700000000000000" pitchFamily="2" charset="0"/>
              </a:rPr>
              <a:t>Accounting Manager</a:t>
            </a:r>
          </a:p>
          <a:p>
            <a:pPr algn="ctr">
              <a:lnSpc>
                <a:spcPct val="120000"/>
              </a:lnSpc>
              <a:spcBef>
                <a:spcPts val="200"/>
              </a:spcBef>
            </a:pPr>
            <a:r>
              <a:rPr lang="en-US" sz="800" b="0" dirty="0">
                <a:solidFill>
                  <a:schemeClr val="bg1"/>
                </a:solidFill>
                <a:latin typeface="+mj-lt"/>
                <a:ea typeface="Source Serif Pro Light" panose="02040303050405020204" pitchFamily="18" charset="0"/>
              </a:rPr>
              <a:t>Diego Fernando Concha</a:t>
            </a:r>
          </a:p>
        </p:txBody>
      </p:sp>
      <p:grpSp>
        <p:nvGrpSpPr>
          <p:cNvPr id="257" name="Group 256">
            <a:extLst>
              <a:ext uri="{FF2B5EF4-FFF2-40B4-BE49-F238E27FC236}">
                <a16:creationId xmlns:a16="http://schemas.microsoft.com/office/drawing/2014/main" id="{A4C36D75-8390-285F-7DFC-672328D8BCBB}"/>
              </a:ext>
            </a:extLst>
          </p:cNvPr>
          <p:cNvGrpSpPr/>
          <p:nvPr/>
        </p:nvGrpSpPr>
        <p:grpSpPr>
          <a:xfrm>
            <a:off x="731836" y="357006"/>
            <a:ext cx="1054101" cy="151321"/>
            <a:chOff x="731837" y="357006"/>
            <a:chExt cx="663576" cy="151321"/>
          </a:xfrm>
        </p:grpSpPr>
        <p:sp>
          <p:nvSpPr>
            <p:cNvPr id="258" name="CaixaDeTexto 3">
              <a:extLst>
                <a:ext uri="{FF2B5EF4-FFF2-40B4-BE49-F238E27FC236}">
                  <a16:creationId xmlns:a16="http://schemas.microsoft.com/office/drawing/2014/main" id="{D4ADD6FC-B3EC-5585-9FC3-D9718CD917FE}"/>
                </a:ext>
              </a:extLst>
            </p:cNvPr>
            <p:cNvSpPr txBox="1"/>
            <p:nvPr userDrawn="1"/>
          </p:nvSpPr>
          <p:spPr>
            <a:xfrm>
              <a:off x="731838" y="357006"/>
              <a:ext cx="663575" cy="123111"/>
            </a:xfrm>
            <a:prstGeom prst="rect">
              <a:avLst/>
            </a:prstGeom>
            <a:noFill/>
          </p:spPr>
          <p:txBody>
            <a:bodyPr wrap="square" lIns="0" tIns="0" rIns="0" bIns="0">
              <a:spAutoFit/>
            </a:bodyPr>
            <a:lstStyle/>
            <a:p>
              <a:pPr algn="ctr"/>
              <a:r>
                <a:rPr lang="pt-BR" sz="800"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t>Company Overview</a:t>
              </a:r>
            </a:p>
          </p:txBody>
        </p:sp>
        <p:cxnSp>
          <p:nvCxnSpPr>
            <p:cNvPr id="259" name="Straight Connector 258">
              <a:extLst>
                <a:ext uri="{FF2B5EF4-FFF2-40B4-BE49-F238E27FC236}">
                  <a16:creationId xmlns:a16="http://schemas.microsoft.com/office/drawing/2014/main" id="{969235B5-E5E9-B13D-1274-7BE9A6019DE9}"/>
                </a:ext>
              </a:extLst>
            </p:cNvPr>
            <p:cNvCxnSpPr/>
            <p:nvPr userDrawn="1"/>
          </p:nvCxnSpPr>
          <p:spPr>
            <a:xfrm>
              <a:off x="731837" y="508327"/>
              <a:ext cx="663576"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60" name="Google Shape;234;p23">
            <a:extLst>
              <a:ext uri="{FF2B5EF4-FFF2-40B4-BE49-F238E27FC236}">
                <a16:creationId xmlns:a16="http://schemas.microsoft.com/office/drawing/2014/main" id="{C62CFF21-39B6-EB75-1012-0831DB2C8A41}"/>
              </a:ext>
            </a:extLst>
          </p:cNvPr>
          <p:cNvSpPr>
            <a:spLocks noChangeAspect="1"/>
          </p:cNvSpPr>
          <p:nvPr/>
        </p:nvSpPr>
        <p:spPr>
          <a:xfrm rot="5400000">
            <a:off x="10292453" y="4397055"/>
            <a:ext cx="1367969" cy="1364628"/>
          </a:xfrm>
          <a:prstGeom prst="teardrop">
            <a:avLst>
              <a:gd name="adj" fmla="val 100000"/>
            </a:avLst>
          </a:prstGeom>
          <a:noFill/>
          <a:ln>
            <a:solidFill>
              <a:schemeClr val="accent1"/>
            </a:solidFill>
          </a:ln>
          <a:effectLst>
            <a:outerShdw blurRad="628650" dist="133350" dir="8400000" algn="bl" rotWithShape="0">
              <a:srgbClr val="2E4D58">
                <a:alpha val="25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s-CO" dirty="0"/>
              <a:t> </a:t>
            </a:r>
          </a:p>
        </p:txBody>
      </p:sp>
      <p:sp>
        <p:nvSpPr>
          <p:cNvPr id="261" name="TextBox 260">
            <a:extLst>
              <a:ext uri="{FF2B5EF4-FFF2-40B4-BE49-F238E27FC236}">
                <a16:creationId xmlns:a16="http://schemas.microsoft.com/office/drawing/2014/main" id="{50616396-6782-74DE-8B76-5B3908CAFF2B}"/>
              </a:ext>
            </a:extLst>
          </p:cNvPr>
          <p:cNvSpPr txBox="1"/>
          <p:nvPr/>
        </p:nvSpPr>
        <p:spPr>
          <a:xfrm>
            <a:off x="10469662" y="4764251"/>
            <a:ext cx="1013551" cy="677108"/>
          </a:xfrm>
          <a:prstGeom prst="rect">
            <a:avLst/>
          </a:prstGeom>
          <a:noFill/>
        </p:spPr>
        <p:txBody>
          <a:bodyPr wrap="square" lIns="0" tIns="0" rIns="0" bIns="0" rtlCol="0" anchor="ctr">
            <a:spAutoFit/>
          </a:bodyPr>
          <a:lstStyle/>
          <a:p>
            <a:pPr algn="ctr"/>
            <a:r>
              <a:rPr lang="pt-BR" sz="2400" b="1" baseline="15000" dirty="0">
                <a:solidFill>
                  <a:schemeClr val="accent2"/>
                </a:solidFill>
                <a:latin typeface="+mj-lt"/>
                <a:ea typeface="Source Serif Pro Black" panose="02040903050405020204" pitchFamily="18" charset="0"/>
              </a:rPr>
              <a:t>+</a:t>
            </a:r>
            <a:r>
              <a:rPr lang="pt-BR" sz="2800" b="1" dirty="0">
                <a:solidFill>
                  <a:schemeClr val="accent2"/>
                </a:solidFill>
                <a:latin typeface="+mj-lt"/>
                <a:ea typeface="Source Serif Pro Black" panose="02040903050405020204" pitchFamily="18" charset="0"/>
              </a:rPr>
              <a:t>25</a:t>
            </a:r>
            <a:endParaRPr lang="en-US" b="1" dirty="0">
              <a:solidFill>
                <a:schemeClr val="accent2"/>
              </a:solidFill>
              <a:latin typeface="+mj-lt"/>
              <a:ea typeface="Source Serif Pro Black" panose="02040903050405020204" pitchFamily="18" charset="0"/>
            </a:endParaRPr>
          </a:p>
          <a:p>
            <a:pPr algn="ctr"/>
            <a:r>
              <a:rPr lang="en-US" sz="800" dirty="0">
                <a:latin typeface="+mj-lt"/>
                <a:ea typeface="Source Serif Pro" panose="02040603050405020204" pitchFamily="18" charset="0"/>
              </a:rPr>
              <a:t>Total </a:t>
            </a:r>
          </a:p>
          <a:p>
            <a:pPr algn="ctr"/>
            <a:r>
              <a:rPr lang="en-US" sz="800" dirty="0">
                <a:latin typeface="+mj-lt"/>
                <a:ea typeface="Source Serif Pro" panose="02040603050405020204" pitchFamily="18" charset="0"/>
              </a:rPr>
              <a:t>employees</a:t>
            </a:r>
          </a:p>
        </p:txBody>
      </p:sp>
    </p:spTree>
    <p:extLst>
      <p:ext uri="{BB962C8B-B14F-4D97-AF65-F5344CB8AC3E}">
        <p14:creationId xmlns:p14="http://schemas.microsoft.com/office/powerpoint/2010/main" val="31206591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F6A9B-1A20-9B15-065E-D727750DD86C}"/>
            </a:ext>
          </a:extLst>
        </p:cNvPr>
        <p:cNvGrpSpPr/>
        <p:nvPr/>
      </p:nvGrpSpPr>
      <p:grpSpPr>
        <a:xfrm>
          <a:off x="0" y="0"/>
          <a:ext cx="0" cy="0"/>
          <a:chOff x="0" y="0"/>
          <a:chExt cx="0" cy="0"/>
        </a:xfrm>
      </p:grpSpPr>
      <p:grpSp>
        <p:nvGrpSpPr>
          <p:cNvPr id="114" name="Group 113">
            <a:extLst>
              <a:ext uri="{FF2B5EF4-FFF2-40B4-BE49-F238E27FC236}">
                <a16:creationId xmlns:a16="http://schemas.microsoft.com/office/drawing/2014/main" id="{7E7B97CE-E1AF-78F1-11C0-AFC118A3152A}"/>
              </a:ext>
            </a:extLst>
          </p:cNvPr>
          <p:cNvGrpSpPr/>
          <p:nvPr/>
        </p:nvGrpSpPr>
        <p:grpSpPr>
          <a:xfrm>
            <a:off x="2247899" y="2099356"/>
            <a:ext cx="9944101" cy="3249840"/>
            <a:chOff x="2247899" y="2099356"/>
            <a:chExt cx="9944101" cy="3249840"/>
          </a:xfrm>
        </p:grpSpPr>
        <p:cxnSp>
          <p:nvCxnSpPr>
            <p:cNvPr id="13" name="Conector reto 12">
              <a:extLst>
                <a:ext uri="{FF2B5EF4-FFF2-40B4-BE49-F238E27FC236}">
                  <a16:creationId xmlns:a16="http://schemas.microsoft.com/office/drawing/2014/main" id="{1118200D-D3DD-C7DC-0453-CE1BF25B52CF}"/>
                </a:ext>
              </a:extLst>
            </p:cNvPr>
            <p:cNvCxnSpPr>
              <a:cxnSpLocks/>
            </p:cNvCxnSpPr>
            <p:nvPr/>
          </p:nvCxnSpPr>
          <p:spPr>
            <a:xfrm>
              <a:off x="2247899" y="2099356"/>
              <a:ext cx="9944101" cy="0"/>
            </a:xfrm>
            <a:prstGeom prst="line">
              <a:avLst/>
            </a:prstGeom>
            <a:ln>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4" name="Conector reto 12">
              <a:extLst>
                <a:ext uri="{FF2B5EF4-FFF2-40B4-BE49-F238E27FC236}">
                  <a16:creationId xmlns:a16="http://schemas.microsoft.com/office/drawing/2014/main" id="{A7C7A105-ADE7-4D96-3FB0-210AE6A7BA7D}"/>
                </a:ext>
              </a:extLst>
            </p:cNvPr>
            <p:cNvCxnSpPr>
              <a:cxnSpLocks/>
            </p:cNvCxnSpPr>
            <p:nvPr/>
          </p:nvCxnSpPr>
          <p:spPr>
            <a:xfrm>
              <a:off x="2314574" y="3399290"/>
              <a:ext cx="9877426" cy="0"/>
            </a:xfrm>
            <a:prstGeom prst="line">
              <a:avLst/>
            </a:prstGeom>
            <a:ln>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5" name="Conector reto 12">
              <a:extLst>
                <a:ext uri="{FF2B5EF4-FFF2-40B4-BE49-F238E27FC236}">
                  <a16:creationId xmlns:a16="http://schemas.microsoft.com/office/drawing/2014/main" id="{37D3EFCA-9610-F031-BBE7-364E28E7F41D}"/>
                </a:ext>
              </a:extLst>
            </p:cNvPr>
            <p:cNvCxnSpPr>
              <a:cxnSpLocks/>
            </p:cNvCxnSpPr>
            <p:nvPr/>
          </p:nvCxnSpPr>
          <p:spPr>
            <a:xfrm>
              <a:off x="2247899" y="4049257"/>
              <a:ext cx="9944101" cy="0"/>
            </a:xfrm>
            <a:prstGeom prst="line">
              <a:avLst/>
            </a:prstGeom>
            <a:ln>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3" name="Conector reto 12">
              <a:extLst>
                <a:ext uri="{FF2B5EF4-FFF2-40B4-BE49-F238E27FC236}">
                  <a16:creationId xmlns:a16="http://schemas.microsoft.com/office/drawing/2014/main" id="{DAA5131F-E67A-2402-7534-711D6D214F4C}"/>
                </a:ext>
              </a:extLst>
            </p:cNvPr>
            <p:cNvCxnSpPr>
              <a:cxnSpLocks/>
            </p:cNvCxnSpPr>
            <p:nvPr/>
          </p:nvCxnSpPr>
          <p:spPr>
            <a:xfrm>
              <a:off x="2386668" y="2749323"/>
              <a:ext cx="9805332" cy="0"/>
            </a:xfrm>
            <a:prstGeom prst="line">
              <a:avLst/>
            </a:prstGeom>
            <a:ln>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08" name="Conector reto 12">
              <a:extLst>
                <a:ext uri="{FF2B5EF4-FFF2-40B4-BE49-F238E27FC236}">
                  <a16:creationId xmlns:a16="http://schemas.microsoft.com/office/drawing/2014/main" id="{33B77183-78B7-868A-D49B-2B159FF961B3}"/>
                </a:ext>
              </a:extLst>
            </p:cNvPr>
            <p:cNvCxnSpPr>
              <a:cxnSpLocks/>
            </p:cNvCxnSpPr>
            <p:nvPr/>
          </p:nvCxnSpPr>
          <p:spPr>
            <a:xfrm>
              <a:off x="2247899" y="4699224"/>
              <a:ext cx="9944101" cy="0"/>
            </a:xfrm>
            <a:prstGeom prst="line">
              <a:avLst/>
            </a:prstGeom>
            <a:ln>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09" name="Conector reto 12">
              <a:extLst>
                <a:ext uri="{FF2B5EF4-FFF2-40B4-BE49-F238E27FC236}">
                  <a16:creationId xmlns:a16="http://schemas.microsoft.com/office/drawing/2014/main" id="{0CB13577-6745-AD5B-F100-22D7D3E1BAE3}"/>
                </a:ext>
              </a:extLst>
            </p:cNvPr>
            <p:cNvCxnSpPr>
              <a:cxnSpLocks/>
            </p:cNvCxnSpPr>
            <p:nvPr/>
          </p:nvCxnSpPr>
          <p:spPr>
            <a:xfrm>
              <a:off x="2247899" y="5349196"/>
              <a:ext cx="9944101" cy="0"/>
            </a:xfrm>
            <a:prstGeom prst="line">
              <a:avLst/>
            </a:prstGeom>
            <a:ln>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D88CF145-4857-6BF1-D84F-F9D3E7AA460C}"/>
              </a:ext>
            </a:extLst>
          </p:cNvPr>
          <p:cNvSpPr>
            <a:spLocks noGrp="1"/>
          </p:cNvSpPr>
          <p:nvPr>
            <p:ph type="title"/>
          </p:nvPr>
        </p:nvSpPr>
        <p:spPr/>
        <p:txBody>
          <a:bodyPr/>
          <a:lstStyle/>
          <a:p>
            <a:r>
              <a:rPr lang="en-US" noProof="0" dirty="0"/>
              <a:t>Product Breakdown: Essentials</a:t>
            </a:r>
          </a:p>
        </p:txBody>
      </p:sp>
      <p:sp>
        <p:nvSpPr>
          <p:cNvPr id="5" name="Content Placeholder 4">
            <a:extLst>
              <a:ext uri="{FF2B5EF4-FFF2-40B4-BE49-F238E27FC236}">
                <a16:creationId xmlns:a16="http://schemas.microsoft.com/office/drawing/2014/main" id="{029655F7-E18A-83E5-1BF8-C1E91EBB6996}"/>
              </a:ext>
            </a:extLst>
          </p:cNvPr>
          <p:cNvSpPr>
            <a:spLocks noGrp="1"/>
          </p:cNvSpPr>
          <p:nvPr>
            <p:ph sz="quarter" idx="13"/>
          </p:nvPr>
        </p:nvSpPr>
        <p:spPr>
          <a:xfrm>
            <a:off x="731838" y="1052961"/>
            <a:ext cx="11102975" cy="215503"/>
          </a:xfrm>
        </p:spPr>
        <p:txBody>
          <a:bodyPr/>
          <a:lstStyle/>
          <a:p>
            <a:r>
              <a:rPr lang="en-US" noProof="0" dirty="0"/>
              <a:t>The company has drastically improved its profitability by ramping up new value-added services and products</a:t>
            </a:r>
          </a:p>
        </p:txBody>
      </p:sp>
      <p:sp>
        <p:nvSpPr>
          <p:cNvPr id="4" name="Text Placeholder 3">
            <a:extLst>
              <a:ext uri="{FF2B5EF4-FFF2-40B4-BE49-F238E27FC236}">
                <a16:creationId xmlns:a16="http://schemas.microsoft.com/office/drawing/2014/main" id="{3AF3580B-57B0-4139-1944-06211B14DF1D}"/>
              </a:ext>
            </a:extLst>
          </p:cNvPr>
          <p:cNvSpPr>
            <a:spLocks noGrp="1"/>
          </p:cNvSpPr>
          <p:nvPr>
            <p:ph type="body" sz="quarter" idx="36"/>
          </p:nvPr>
        </p:nvSpPr>
        <p:spPr/>
        <p:txBody>
          <a:bodyPr/>
          <a:lstStyle/>
          <a:p>
            <a:endParaRPr lang="pt-BR"/>
          </a:p>
        </p:txBody>
      </p:sp>
      <p:sp>
        <p:nvSpPr>
          <p:cNvPr id="16" name="Rectangle: Rounded Corners 15">
            <a:extLst>
              <a:ext uri="{FF2B5EF4-FFF2-40B4-BE49-F238E27FC236}">
                <a16:creationId xmlns:a16="http://schemas.microsoft.com/office/drawing/2014/main" id="{054BF6FC-707D-155D-220A-23D22510B7A3}"/>
              </a:ext>
            </a:extLst>
          </p:cNvPr>
          <p:cNvSpPr/>
          <p:nvPr/>
        </p:nvSpPr>
        <p:spPr>
          <a:xfrm>
            <a:off x="-397608" y="1449389"/>
            <a:ext cx="3330118" cy="4563822"/>
          </a:xfrm>
          <a:prstGeom prst="roundRect">
            <a:avLst>
              <a:gd name="adj" fmla="val 56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en-US" sz="1200" noProof="0" dirty="0">
              <a:solidFill>
                <a:schemeClr val="tx1"/>
              </a:solidFill>
              <a:latin typeface="+mj-lt"/>
              <a:ea typeface="Source Serif Pro" panose="02040603050405020204" pitchFamily="18" charset="0"/>
            </a:endParaRPr>
          </a:p>
        </p:txBody>
      </p:sp>
      <p:sp>
        <p:nvSpPr>
          <p:cNvPr id="22" name="Content Placeholder 25">
            <a:extLst>
              <a:ext uri="{FF2B5EF4-FFF2-40B4-BE49-F238E27FC236}">
                <a16:creationId xmlns:a16="http://schemas.microsoft.com/office/drawing/2014/main" id="{EA6160D6-FEF6-0A31-A947-A23C086C24A9}"/>
              </a:ext>
            </a:extLst>
          </p:cNvPr>
          <p:cNvSpPr txBox="1">
            <a:spLocks/>
          </p:cNvSpPr>
          <p:nvPr/>
        </p:nvSpPr>
        <p:spPr>
          <a:xfrm>
            <a:off x="1228522" y="1698799"/>
            <a:ext cx="934764" cy="215444"/>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00"/>
              </a:spcAft>
            </a:pPr>
            <a:r>
              <a:rPr lang="en-US" sz="1400" noProof="0" dirty="0">
                <a:solidFill>
                  <a:schemeClr val="bg1"/>
                </a:solidFill>
                <a:latin typeface="Poppins Medium" panose="00000600000000000000" pitchFamily="2" charset="0"/>
                <a:cs typeface="Poppins Medium" panose="00000600000000000000" pitchFamily="2" charset="0"/>
              </a:rPr>
              <a:t>Glycerin</a:t>
            </a:r>
            <a:endParaRPr lang="en-US" sz="1050" noProof="0" dirty="0">
              <a:solidFill>
                <a:schemeClr val="bg1"/>
              </a:solidFill>
              <a:latin typeface="Poppins Medium" panose="00000600000000000000" pitchFamily="2" charset="0"/>
              <a:cs typeface="Poppins Medium" panose="00000600000000000000" pitchFamily="2" charset="0"/>
            </a:endParaRPr>
          </a:p>
        </p:txBody>
      </p:sp>
      <p:sp>
        <p:nvSpPr>
          <p:cNvPr id="23" name="Content Placeholder 25">
            <a:extLst>
              <a:ext uri="{FF2B5EF4-FFF2-40B4-BE49-F238E27FC236}">
                <a16:creationId xmlns:a16="http://schemas.microsoft.com/office/drawing/2014/main" id="{9BE13B23-0D4F-9565-2F19-6E6FE74B5E4A}"/>
              </a:ext>
            </a:extLst>
          </p:cNvPr>
          <p:cNvSpPr txBox="1">
            <a:spLocks/>
          </p:cNvSpPr>
          <p:nvPr/>
        </p:nvSpPr>
        <p:spPr>
          <a:xfrm>
            <a:off x="1228522" y="3563666"/>
            <a:ext cx="773966" cy="215444"/>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00"/>
              </a:spcAft>
            </a:pPr>
            <a:r>
              <a:rPr lang="en-US" sz="1400" noProof="0" dirty="0">
                <a:solidFill>
                  <a:schemeClr val="bg1"/>
                </a:solidFill>
                <a:latin typeface="Poppins Medium" panose="00000600000000000000" pitchFamily="2" charset="0"/>
                <a:cs typeface="Poppins Medium" panose="00000600000000000000" pitchFamily="2" charset="0"/>
              </a:rPr>
              <a:t>Services</a:t>
            </a:r>
            <a:endParaRPr lang="en-US" sz="1000" noProof="0" dirty="0">
              <a:solidFill>
                <a:schemeClr val="bg1"/>
              </a:solidFill>
              <a:latin typeface="Poppins Medium" panose="00000600000000000000" pitchFamily="2" charset="0"/>
              <a:cs typeface="Poppins Medium" panose="00000600000000000000" pitchFamily="2" charset="0"/>
            </a:endParaRPr>
          </a:p>
        </p:txBody>
      </p:sp>
      <p:sp>
        <p:nvSpPr>
          <p:cNvPr id="24" name="Content Placeholder 25">
            <a:extLst>
              <a:ext uri="{FF2B5EF4-FFF2-40B4-BE49-F238E27FC236}">
                <a16:creationId xmlns:a16="http://schemas.microsoft.com/office/drawing/2014/main" id="{B104CE36-F87F-AC2E-C66B-1C06571C4C9B}"/>
              </a:ext>
            </a:extLst>
          </p:cNvPr>
          <p:cNvSpPr txBox="1">
            <a:spLocks/>
          </p:cNvSpPr>
          <p:nvPr/>
        </p:nvSpPr>
        <p:spPr>
          <a:xfrm>
            <a:off x="1228522" y="4189578"/>
            <a:ext cx="1023132" cy="430887"/>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00"/>
              </a:spcAft>
            </a:pPr>
            <a:r>
              <a:rPr lang="en-US" sz="1400" noProof="0" dirty="0">
                <a:solidFill>
                  <a:schemeClr val="bg1"/>
                </a:solidFill>
                <a:latin typeface="Poppins Medium" panose="00000600000000000000" pitchFamily="2" charset="0"/>
                <a:cs typeface="Poppins Medium" panose="00000600000000000000" pitchFamily="2" charset="0"/>
              </a:rPr>
              <a:t>Xanthan Gum</a:t>
            </a:r>
            <a:endParaRPr lang="en-US" sz="1000" noProof="0" dirty="0">
              <a:solidFill>
                <a:schemeClr val="bg1"/>
              </a:solidFill>
              <a:latin typeface="Poppins Medium" panose="00000600000000000000" pitchFamily="2" charset="0"/>
              <a:cs typeface="Poppins Medium" panose="00000600000000000000" pitchFamily="2" charset="0"/>
            </a:endParaRPr>
          </a:p>
        </p:txBody>
      </p:sp>
      <p:sp>
        <p:nvSpPr>
          <p:cNvPr id="25" name="Content Placeholder 25">
            <a:extLst>
              <a:ext uri="{FF2B5EF4-FFF2-40B4-BE49-F238E27FC236}">
                <a16:creationId xmlns:a16="http://schemas.microsoft.com/office/drawing/2014/main" id="{65C18112-3106-B816-DEC6-D077D26E7178}"/>
              </a:ext>
            </a:extLst>
          </p:cNvPr>
          <p:cNvSpPr txBox="1">
            <a:spLocks/>
          </p:cNvSpPr>
          <p:nvPr/>
        </p:nvSpPr>
        <p:spPr>
          <a:xfrm>
            <a:off x="1228522" y="2889642"/>
            <a:ext cx="934764" cy="430887"/>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00"/>
              </a:spcAft>
            </a:pPr>
            <a:r>
              <a:rPr lang="en-US" sz="1400" noProof="0" dirty="0">
                <a:solidFill>
                  <a:schemeClr val="bg1"/>
                </a:solidFill>
                <a:latin typeface="Poppins Medium" panose="00000600000000000000" pitchFamily="2" charset="0"/>
                <a:cs typeface="Poppins Medium" panose="00000600000000000000" pitchFamily="2" charset="0"/>
              </a:rPr>
              <a:t>Soy Lecithin</a:t>
            </a:r>
            <a:endParaRPr lang="en-US" sz="1000" noProof="0" dirty="0">
              <a:solidFill>
                <a:schemeClr val="bg1"/>
              </a:solidFill>
              <a:latin typeface="Poppins Medium" panose="00000600000000000000" pitchFamily="2" charset="0"/>
              <a:cs typeface="Poppins Medium" panose="00000600000000000000" pitchFamily="2" charset="0"/>
            </a:endParaRPr>
          </a:p>
        </p:txBody>
      </p:sp>
      <p:sp>
        <p:nvSpPr>
          <p:cNvPr id="61" name="Content Placeholder 25">
            <a:extLst>
              <a:ext uri="{FF2B5EF4-FFF2-40B4-BE49-F238E27FC236}">
                <a16:creationId xmlns:a16="http://schemas.microsoft.com/office/drawing/2014/main" id="{E9850152-2E10-BD08-065C-345B8B27F341}"/>
              </a:ext>
            </a:extLst>
          </p:cNvPr>
          <p:cNvSpPr txBox="1">
            <a:spLocks/>
          </p:cNvSpPr>
          <p:nvPr/>
        </p:nvSpPr>
        <p:spPr>
          <a:xfrm>
            <a:off x="1228522" y="2230889"/>
            <a:ext cx="934764" cy="430887"/>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00"/>
              </a:spcAft>
            </a:pPr>
            <a:r>
              <a:rPr lang="en-US" sz="1400" noProof="0" dirty="0">
                <a:solidFill>
                  <a:schemeClr val="bg1"/>
                </a:solidFill>
                <a:latin typeface="Poppins Medium" panose="00000600000000000000" pitchFamily="2" charset="0"/>
                <a:cs typeface="Poppins Medium" panose="00000600000000000000" pitchFamily="2" charset="0"/>
              </a:rPr>
              <a:t>Hydrating Nucleus</a:t>
            </a:r>
            <a:endParaRPr lang="en-US" sz="1000" noProof="0" dirty="0">
              <a:solidFill>
                <a:schemeClr val="bg1"/>
              </a:solidFill>
              <a:latin typeface="Poppins Medium" panose="00000600000000000000" pitchFamily="2" charset="0"/>
              <a:cs typeface="Poppins Medium" panose="00000600000000000000" pitchFamily="2" charset="0"/>
            </a:endParaRPr>
          </a:p>
        </p:txBody>
      </p:sp>
      <p:sp>
        <p:nvSpPr>
          <p:cNvPr id="64" name="Content Placeholder 25">
            <a:extLst>
              <a:ext uri="{FF2B5EF4-FFF2-40B4-BE49-F238E27FC236}">
                <a16:creationId xmlns:a16="http://schemas.microsoft.com/office/drawing/2014/main" id="{81870A16-AF22-F42D-F804-C4D02140471D}"/>
              </a:ext>
            </a:extLst>
          </p:cNvPr>
          <p:cNvSpPr txBox="1">
            <a:spLocks/>
          </p:cNvSpPr>
          <p:nvPr/>
        </p:nvSpPr>
        <p:spPr>
          <a:xfrm>
            <a:off x="1228522" y="5578191"/>
            <a:ext cx="934764" cy="215444"/>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00"/>
              </a:spcAft>
            </a:pPr>
            <a:r>
              <a:rPr lang="en-US" sz="1400" noProof="0" dirty="0">
                <a:solidFill>
                  <a:schemeClr val="bg1"/>
                </a:solidFill>
                <a:latin typeface="Poppins Medium" panose="00000600000000000000" pitchFamily="2" charset="0"/>
                <a:cs typeface="Poppins Medium" panose="00000600000000000000" pitchFamily="2" charset="0"/>
              </a:rPr>
              <a:t>Others</a:t>
            </a:r>
            <a:endParaRPr lang="en-US" sz="1000" noProof="0" dirty="0">
              <a:solidFill>
                <a:schemeClr val="bg1"/>
              </a:solidFill>
              <a:latin typeface="Poppins Medium" panose="00000600000000000000" pitchFamily="2" charset="0"/>
              <a:cs typeface="Poppins Medium" panose="00000600000000000000" pitchFamily="2" charset="0"/>
            </a:endParaRPr>
          </a:p>
        </p:txBody>
      </p:sp>
      <p:sp>
        <p:nvSpPr>
          <p:cNvPr id="104" name="Content Placeholder 25">
            <a:extLst>
              <a:ext uri="{FF2B5EF4-FFF2-40B4-BE49-F238E27FC236}">
                <a16:creationId xmlns:a16="http://schemas.microsoft.com/office/drawing/2014/main" id="{CD0739AA-2922-50F3-091F-6BD8741CFE30}"/>
              </a:ext>
            </a:extLst>
          </p:cNvPr>
          <p:cNvSpPr txBox="1">
            <a:spLocks/>
          </p:cNvSpPr>
          <p:nvPr/>
        </p:nvSpPr>
        <p:spPr>
          <a:xfrm>
            <a:off x="1228522" y="4914176"/>
            <a:ext cx="1023132" cy="215444"/>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00"/>
              </a:spcAft>
            </a:pPr>
            <a:r>
              <a:rPr lang="en-US" sz="1400" noProof="0" dirty="0">
                <a:solidFill>
                  <a:schemeClr val="bg1"/>
                </a:solidFill>
                <a:latin typeface="Poppins Medium" panose="00000600000000000000" pitchFamily="2" charset="0"/>
                <a:cs typeface="Poppins Medium" panose="00000600000000000000" pitchFamily="2" charset="0"/>
              </a:rPr>
              <a:t>Oils</a:t>
            </a:r>
          </a:p>
        </p:txBody>
      </p:sp>
      <p:sp>
        <p:nvSpPr>
          <p:cNvPr id="119" name="Oval 118">
            <a:extLst>
              <a:ext uri="{FF2B5EF4-FFF2-40B4-BE49-F238E27FC236}">
                <a16:creationId xmlns:a16="http://schemas.microsoft.com/office/drawing/2014/main" id="{8D8D7B97-C20C-16AB-1C9C-3EBA9B997494}"/>
              </a:ext>
            </a:extLst>
          </p:cNvPr>
          <p:cNvSpPr/>
          <p:nvPr/>
        </p:nvSpPr>
        <p:spPr>
          <a:xfrm>
            <a:off x="731838" y="1626247"/>
            <a:ext cx="329770" cy="32977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sz="1050" b="1" noProof="0" dirty="0">
                <a:solidFill>
                  <a:schemeClr val="bg1"/>
                </a:solidFill>
                <a:latin typeface="+mj-lt"/>
                <a:ea typeface="Source Serif Pro" panose="02040603050405020204" pitchFamily="18" charset="0"/>
              </a:rPr>
              <a:t>1</a:t>
            </a:r>
          </a:p>
        </p:txBody>
      </p:sp>
      <p:sp>
        <p:nvSpPr>
          <p:cNvPr id="120" name="Oval 119">
            <a:extLst>
              <a:ext uri="{FF2B5EF4-FFF2-40B4-BE49-F238E27FC236}">
                <a16:creationId xmlns:a16="http://schemas.microsoft.com/office/drawing/2014/main" id="{EFAFAD18-ECD7-21ED-8BB5-CBBABBAF5201}"/>
              </a:ext>
            </a:extLst>
          </p:cNvPr>
          <p:cNvSpPr/>
          <p:nvPr/>
        </p:nvSpPr>
        <p:spPr>
          <a:xfrm>
            <a:off x="731838" y="2250670"/>
            <a:ext cx="329770" cy="32977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sz="1050" b="1" noProof="0" dirty="0">
                <a:solidFill>
                  <a:schemeClr val="bg1"/>
                </a:solidFill>
                <a:latin typeface="+mj-lt"/>
                <a:ea typeface="Source Serif Pro" panose="02040603050405020204" pitchFamily="18" charset="0"/>
              </a:rPr>
              <a:t>2</a:t>
            </a:r>
          </a:p>
        </p:txBody>
      </p:sp>
      <p:sp>
        <p:nvSpPr>
          <p:cNvPr id="121" name="Oval 120">
            <a:extLst>
              <a:ext uri="{FF2B5EF4-FFF2-40B4-BE49-F238E27FC236}">
                <a16:creationId xmlns:a16="http://schemas.microsoft.com/office/drawing/2014/main" id="{8994C3E5-4A53-2A5E-8BE9-B029CEAAA37E}"/>
              </a:ext>
            </a:extLst>
          </p:cNvPr>
          <p:cNvSpPr/>
          <p:nvPr/>
        </p:nvSpPr>
        <p:spPr>
          <a:xfrm>
            <a:off x="731838" y="2909423"/>
            <a:ext cx="329770" cy="32977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sz="1050" b="1" noProof="0" dirty="0">
                <a:solidFill>
                  <a:schemeClr val="bg1"/>
                </a:solidFill>
                <a:latin typeface="+mj-lt"/>
                <a:ea typeface="Source Serif Pro" panose="02040603050405020204" pitchFamily="18" charset="0"/>
              </a:rPr>
              <a:t>3</a:t>
            </a:r>
          </a:p>
        </p:txBody>
      </p:sp>
      <p:sp>
        <p:nvSpPr>
          <p:cNvPr id="122" name="Oval 121">
            <a:extLst>
              <a:ext uri="{FF2B5EF4-FFF2-40B4-BE49-F238E27FC236}">
                <a16:creationId xmlns:a16="http://schemas.microsoft.com/office/drawing/2014/main" id="{41542104-EB44-3510-844D-159D97A8BE6A}"/>
              </a:ext>
            </a:extLst>
          </p:cNvPr>
          <p:cNvSpPr/>
          <p:nvPr/>
        </p:nvSpPr>
        <p:spPr>
          <a:xfrm>
            <a:off x="731838" y="3583447"/>
            <a:ext cx="329770" cy="32977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sz="1050" b="1" noProof="0" dirty="0">
                <a:solidFill>
                  <a:schemeClr val="bg1"/>
                </a:solidFill>
                <a:latin typeface="+mj-lt"/>
                <a:ea typeface="Source Serif Pro" panose="02040603050405020204" pitchFamily="18" charset="0"/>
              </a:rPr>
              <a:t>4</a:t>
            </a:r>
          </a:p>
        </p:txBody>
      </p:sp>
      <p:sp>
        <p:nvSpPr>
          <p:cNvPr id="123" name="Oval 122">
            <a:extLst>
              <a:ext uri="{FF2B5EF4-FFF2-40B4-BE49-F238E27FC236}">
                <a16:creationId xmlns:a16="http://schemas.microsoft.com/office/drawing/2014/main" id="{19C33F93-BCDC-F02C-4B3A-14E0649C1C46}"/>
              </a:ext>
            </a:extLst>
          </p:cNvPr>
          <p:cNvSpPr/>
          <p:nvPr/>
        </p:nvSpPr>
        <p:spPr>
          <a:xfrm>
            <a:off x="731838" y="4209359"/>
            <a:ext cx="329770" cy="32977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sz="1050" b="1" noProof="0" dirty="0">
                <a:solidFill>
                  <a:schemeClr val="bg1"/>
                </a:solidFill>
                <a:latin typeface="+mj-lt"/>
                <a:ea typeface="Source Serif Pro" panose="02040603050405020204" pitchFamily="18" charset="0"/>
              </a:rPr>
              <a:t>5</a:t>
            </a:r>
          </a:p>
        </p:txBody>
      </p:sp>
      <p:sp>
        <p:nvSpPr>
          <p:cNvPr id="124" name="Oval 123">
            <a:extLst>
              <a:ext uri="{FF2B5EF4-FFF2-40B4-BE49-F238E27FC236}">
                <a16:creationId xmlns:a16="http://schemas.microsoft.com/office/drawing/2014/main" id="{FE39A060-D6C4-0CA4-D23B-C5E2C26E711C}"/>
              </a:ext>
            </a:extLst>
          </p:cNvPr>
          <p:cNvSpPr/>
          <p:nvPr/>
        </p:nvSpPr>
        <p:spPr>
          <a:xfrm>
            <a:off x="731838" y="4852929"/>
            <a:ext cx="329770" cy="32977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sz="1050" b="1" noProof="0" dirty="0">
                <a:solidFill>
                  <a:schemeClr val="bg1"/>
                </a:solidFill>
                <a:latin typeface="+mj-lt"/>
                <a:ea typeface="Source Serif Pro" panose="02040603050405020204" pitchFamily="18" charset="0"/>
              </a:rPr>
              <a:t>6</a:t>
            </a:r>
          </a:p>
        </p:txBody>
      </p:sp>
      <p:sp>
        <p:nvSpPr>
          <p:cNvPr id="125" name="Oval 124">
            <a:extLst>
              <a:ext uri="{FF2B5EF4-FFF2-40B4-BE49-F238E27FC236}">
                <a16:creationId xmlns:a16="http://schemas.microsoft.com/office/drawing/2014/main" id="{E0DEE637-39FD-B8AF-BC6E-1645EB4B3F40}"/>
              </a:ext>
            </a:extLst>
          </p:cNvPr>
          <p:cNvSpPr/>
          <p:nvPr/>
        </p:nvSpPr>
        <p:spPr>
          <a:xfrm>
            <a:off x="731838" y="5505639"/>
            <a:ext cx="329770" cy="32977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sz="1050" b="1" noProof="0" dirty="0">
                <a:solidFill>
                  <a:schemeClr val="bg1"/>
                </a:solidFill>
                <a:latin typeface="+mj-lt"/>
                <a:ea typeface="Source Serif Pro" panose="02040603050405020204" pitchFamily="18" charset="0"/>
              </a:rPr>
              <a:t>7</a:t>
            </a:r>
          </a:p>
        </p:txBody>
      </p:sp>
      <p:sp>
        <p:nvSpPr>
          <p:cNvPr id="2055" name="Content Placeholder 25">
            <a:extLst>
              <a:ext uri="{FF2B5EF4-FFF2-40B4-BE49-F238E27FC236}">
                <a16:creationId xmlns:a16="http://schemas.microsoft.com/office/drawing/2014/main" id="{5E1262D4-5340-F2B5-36E6-5B9B268AE245}"/>
              </a:ext>
            </a:extLst>
          </p:cNvPr>
          <p:cNvSpPr txBox="1">
            <a:spLocks/>
          </p:cNvSpPr>
          <p:nvPr/>
        </p:nvSpPr>
        <p:spPr>
          <a:xfrm>
            <a:off x="3181661" y="1637545"/>
            <a:ext cx="686300" cy="285779"/>
          </a:xfrm>
          <a:prstGeom prst="rect">
            <a:avLst/>
          </a:prstGeom>
        </p:spPr>
        <p:txBody>
          <a:bodyPr vert="horz" wrap="square" lIns="0" tIns="36000" rIns="0" bIns="0" rtlCol="0" anchor="t">
            <a:spAutoFit/>
          </a:bodyPr>
          <a:lstStyle>
            <a:defPPr>
              <a:defRPr lang="pt-BR"/>
            </a:defPPr>
            <a:lvl1pPr>
              <a:lnSpc>
                <a:spcPct val="110000"/>
              </a:lnSpc>
              <a:defRPr sz="800">
                <a:latin typeface="+mj-lt"/>
                <a:ea typeface="Source Serif Pro Light" panose="02040303050405020204" pitchFamily="18" charset="0"/>
                <a:cs typeface="Roboto" panose="020000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2"/>
                </a:solidFill>
                <a:latin typeface="Poppins SemiBold" panose="00000700000000000000" pitchFamily="2" charset="0"/>
                <a:cs typeface="Poppins SemiBold" panose="00000700000000000000" pitchFamily="2" charset="0"/>
              </a:rPr>
              <a:t>Gross Profit </a:t>
            </a:r>
          </a:p>
          <a:p>
            <a:r>
              <a:rPr lang="en-US" sz="700" dirty="0"/>
              <a:t>(Million USD)</a:t>
            </a:r>
          </a:p>
        </p:txBody>
      </p:sp>
      <p:sp>
        <p:nvSpPr>
          <p:cNvPr id="2058" name="Content Placeholder 25">
            <a:extLst>
              <a:ext uri="{FF2B5EF4-FFF2-40B4-BE49-F238E27FC236}">
                <a16:creationId xmlns:a16="http://schemas.microsoft.com/office/drawing/2014/main" id="{5BD00631-78DC-7D2F-1135-74986004FA69}"/>
              </a:ext>
            </a:extLst>
          </p:cNvPr>
          <p:cNvSpPr txBox="1">
            <a:spLocks/>
          </p:cNvSpPr>
          <p:nvPr/>
        </p:nvSpPr>
        <p:spPr>
          <a:xfrm>
            <a:off x="3181661" y="2281451"/>
            <a:ext cx="686300" cy="285779"/>
          </a:xfrm>
          <a:prstGeom prst="rect">
            <a:avLst/>
          </a:prstGeom>
        </p:spPr>
        <p:txBody>
          <a:bodyPr vert="horz" wrap="square" lIns="0" tIns="36000" rIns="0" bIns="0" rtlCol="0" anchor="t">
            <a:spAutoFit/>
          </a:bodyPr>
          <a:lstStyle>
            <a:defPPr>
              <a:defRPr lang="pt-BR"/>
            </a:defPPr>
            <a:lvl1pPr>
              <a:lnSpc>
                <a:spcPct val="110000"/>
              </a:lnSpc>
              <a:defRPr sz="800">
                <a:latin typeface="+mj-lt"/>
                <a:ea typeface="Source Serif Pro Light" panose="02040303050405020204" pitchFamily="18" charset="0"/>
                <a:cs typeface="Roboto" panose="020000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2"/>
                </a:solidFill>
                <a:latin typeface="Poppins SemiBold" panose="00000700000000000000" pitchFamily="2" charset="0"/>
                <a:cs typeface="Poppins SemiBold" panose="00000700000000000000" pitchFamily="2" charset="0"/>
              </a:rPr>
              <a:t>Gross Profit </a:t>
            </a:r>
          </a:p>
          <a:p>
            <a:r>
              <a:rPr lang="en-US" sz="700" dirty="0"/>
              <a:t>(Million USD)</a:t>
            </a:r>
          </a:p>
        </p:txBody>
      </p:sp>
      <p:sp>
        <p:nvSpPr>
          <p:cNvPr id="2060" name="Content Placeholder 25">
            <a:extLst>
              <a:ext uri="{FF2B5EF4-FFF2-40B4-BE49-F238E27FC236}">
                <a16:creationId xmlns:a16="http://schemas.microsoft.com/office/drawing/2014/main" id="{F55C6038-6DEA-36A1-D16D-D9661784655B}"/>
              </a:ext>
            </a:extLst>
          </p:cNvPr>
          <p:cNvSpPr txBox="1">
            <a:spLocks/>
          </p:cNvSpPr>
          <p:nvPr/>
        </p:nvSpPr>
        <p:spPr>
          <a:xfrm>
            <a:off x="3181661" y="2931420"/>
            <a:ext cx="686300" cy="285779"/>
          </a:xfrm>
          <a:prstGeom prst="rect">
            <a:avLst/>
          </a:prstGeom>
        </p:spPr>
        <p:txBody>
          <a:bodyPr vert="horz" wrap="square" lIns="0" tIns="36000" rIns="0" bIns="0" rtlCol="0" anchor="t">
            <a:spAutoFit/>
          </a:bodyPr>
          <a:lstStyle>
            <a:defPPr>
              <a:defRPr lang="pt-BR"/>
            </a:defPPr>
            <a:lvl1pPr>
              <a:lnSpc>
                <a:spcPct val="110000"/>
              </a:lnSpc>
              <a:defRPr sz="800">
                <a:latin typeface="+mj-lt"/>
                <a:ea typeface="Source Serif Pro Light" panose="02040303050405020204" pitchFamily="18" charset="0"/>
                <a:cs typeface="Roboto" panose="020000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2"/>
                </a:solidFill>
                <a:latin typeface="Poppins SemiBold" panose="00000700000000000000" pitchFamily="2" charset="0"/>
                <a:cs typeface="Poppins SemiBold" panose="00000700000000000000" pitchFamily="2" charset="0"/>
              </a:rPr>
              <a:t>Gross</a:t>
            </a:r>
            <a:r>
              <a:rPr lang="en-US" dirty="0"/>
              <a:t> </a:t>
            </a:r>
            <a:r>
              <a:rPr lang="en-US" dirty="0">
                <a:solidFill>
                  <a:schemeClr val="bg2"/>
                </a:solidFill>
                <a:latin typeface="Poppins SemiBold" panose="00000700000000000000" pitchFamily="2" charset="0"/>
                <a:cs typeface="Poppins SemiBold" panose="00000700000000000000" pitchFamily="2" charset="0"/>
              </a:rPr>
              <a:t>Profit</a:t>
            </a:r>
            <a:r>
              <a:rPr lang="en-US" dirty="0"/>
              <a:t> </a:t>
            </a:r>
          </a:p>
          <a:p>
            <a:r>
              <a:rPr lang="en-US" sz="700" dirty="0"/>
              <a:t>(Million USD)</a:t>
            </a:r>
          </a:p>
        </p:txBody>
      </p:sp>
      <p:sp>
        <p:nvSpPr>
          <p:cNvPr id="2063" name="Content Placeholder 25">
            <a:extLst>
              <a:ext uri="{FF2B5EF4-FFF2-40B4-BE49-F238E27FC236}">
                <a16:creationId xmlns:a16="http://schemas.microsoft.com/office/drawing/2014/main" id="{87F570F3-3E82-6A69-3D9B-149BBE2A095A}"/>
              </a:ext>
            </a:extLst>
          </p:cNvPr>
          <p:cNvSpPr txBox="1">
            <a:spLocks/>
          </p:cNvSpPr>
          <p:nvPr/>
        </p:nvSpPr>
        <p:spPr>
          <a:xfrm>
            <a:off x="3181661" y="3581389"/>
            <a:ext cx="686300" cy="285779"/>
          </a:xfrm>
          <a:prstGeom prst="rect">
            <a:avLst/>
          </a:prstGeom>
        </p:spPr>
        <p:txBody>
          <a:bodyPr vert="horz" wrap="square" lIns="0" tIns="36000" rIns="0" bIns="0" rtlCol="0" anchor="t">
            <a:spAutoFit/>
          </a:bodyPr>
          <a:lstStyle>
            <a:defPPr>
              <a:defRPr lang="pt-BR"/>
            </a:defPPr>
            <a:lvl1pPr>
              <a:lnSpc>
                <a:spcPct val="110000"/>
              </a:lnSpc>
              <a:defRPr sz="800">
                <a:latin typeface="+mj-lt"/>
                <a:ea typeface="Source Serif Pro Light" panose="02040303050405020204" pitchFamily="18" charset="0"/>
                <a:cs typeface="Roboto" panose="020000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2"/>
                </a:solidFill>
                <a:latin typeface="Poppins SemiBold" panose="00000700000000000000" pitchFamily="2" charset="0"/>
                <a:cs typeface="Poppins SemiBold" panose="00000700000000000000" pitchFamily="2" charset="0"/>
              </a:rPr>
              <a:t>Gross Profit </a:t>
            </a:r>
          </a:p>
          <a:p>
            <a:r>
              <a:rPr lang="en-US" sz="700" dirty="0"/>
              <a:t>(Million USD)</a:t>
            </a:r>
          </a:p>
        </p:txBody>
      </p:sp>
      <p:sp>
        <p:nvSpPr>
          <p:cNvPr id="2066" name="Content Placeholder 25">
            <a:extLst>
              <a:ext uri="{FF2B5EF4-FFF2-40B4-BE49-F238E27FC236}">
                <a16:creationId xmlns:a16="http://schemas.microsoft.com/office/drawing/2014/main" id="{8AD7D2CF-4105-C117-B0B7-71E8E9662247}"/>
              </a:ext>
            </a:extLst>
          </p:cNvPr>
          <p:cNvSpPr txBox="1">
            <a:spLocks/>
          </p:cNvSpPr>
          <p:nvPr/>
        </p:nvSpPr>
        <p:spPr>
          <a:xfrm>
            <a:off x="3181661" y="4231358"/>
            <a:ext cx="686300" cy="285779"/>
          </a:xfrm>
          <a:prstGeom prst="rect">
            <a:avLst/>
          </a:prstGeom>
        </p:spPr>
        <p:txBody>
          <a:bodyPr vert="horz" wrap="square" lIns="0" tIns="36000" rIns="0" bIns="0" rtlCol="0" anchor="t">
            <a:spAutoFit/>
          </a:bodyPr>
          <a:lstStyle>
            <a:defPPr>
              <a:defRPr lang="pt-BR"/>
            </a:defPPr>
            <a:lvl1pPr>
              <a:lnSpc>
                <a:spcPct val="110000"/>
              </a:lnSpc>
              <a:defRPr sz="800">
                <a:latin typeface="+mj-lt"/>
                <a:ea typeface="Source Serif Pro Light" panose="02040303050405020204" pitchFamily="18" charset="0"/>
                <a:cs typeface="Roboto" panose="020000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2"/>
                </a:solidFill>
                <a:latin typeface="Poppins SemiBold" panose="00000700000000000000" pitchFamily="2" charset="0"/>
                <a:cs typeface="Poppins SemiBold" panose="00000700000000000000" pitchFamily="2" charset="0"/>
              </a:rPr>
              <a:t>Gross Profit </a:t>
            </a:r>
          </a:p>
          <a:p>
            <a:r>
              <a:rPr lang="en-US" sz="700" dirty="0"/>
              <a:t>(Million USD)</a:t>
            </a:r>
          </a:p>
        </p:txBody>
      </p:sp>
      <p:sp>
        <p:nvSpPr>
          <p:cNvPr id="2069" name="Content Placeholder 25">
            <a:extLst>
              <a:ext uri="{FF2B5EF4-FFF2-40B4-BE49-F238E27FC236}">
                <a16:creationId xmlns:a16="http://schemas.microsoft.com/office/drawing/2014/main" id="{64059792-519D-B0F1-DDF0-E514D9D5CA0E}"/>
              </a:ext>
            </a:extLst>
          </p:cNvPr>
          <p:cNvSpPr txBox="1">
            <a:spLocks/>
          </p:cNvSpPr>
          <p:nvPr/>
        </p:nvSpPr>
        <p:spPr>
          <a:xfrm>
            <a:off x="3181661" y="4881327"/>
            <a:ext cx="686300" cy="285779"/>
          </a:xfrm>
          <a:prstGeom prst="rect">
            <a:avLst/>
          </a:prstGeom>
        </p:spPr>
        <p:txBody>
          <a:bodyPr vert="horz" wrap="square" lIns="0" tIns="36000" rIns="0" bIns="0" rtlCol="0" anchor="t">
            <a:spAutoFit/>
          </a:bodyPr>
          <a:lstStyle>
            <a:defPPr>
              <a:defRPr lang="pt-BR"/>
            </a:defPPr>
            <a:lvl1pPr>
              <a:lnSpc>
                <a:spcPct val="110000"/>
              </a:lnSpc>
              <a:defRPr sz="800">
                <a:latin typeface="+mj-lt"/>
                <a:ea typeface="Source Serif Pro Light" panose="02040303050405020204" pitchFamily="18" charset="0"/>
                <a:cs typeface="Roboto" panose="020000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2"/>
                </a:solidFill>
                <a:latin typeface="Poppins SemiBold" panose="00000700000000000000" pitchFamily="2" charset="0"/>
                <a:cs typeface="Poppins SemiBold" panose="00000700000000000000" pitchFamily="2" charset="0"/>
              </a:rPr>
              <a:t>Gross Profit </a:t>
            </a:r>
          </a:p>
          <a:p>
            <a:r>
              <a:rPr lang="en-US" sz="700" dirty="0"/>
              <a:t>(Million USD)</a:t>
            </a:r>
          </a:p>
        </p:txBody>
      </p:sp>
      <p:graphicFrame>
        <p:nvGraphicFramePr>
          <p:cNvPr id="2053" name="Content Placeholder 163">
            <a:extLst>
              <a:ext uri="{FF2B5EF4-FFF2-40B4-BE49-F238E27FC236}">
                <a16:creationId xmlns:a16="http://schemas.microsoft.com/office/drawing/2014/main" id="{49E00F61-B741-2D9A-4804-FAAE7B759D4F}"/>
              </a:ext>
            </a:extLst>
          </p:cNvPr>
          <p:cNvGraphicFramePr>
            <a:graphicFrameLocks/>
          </p:cNvGraphicFramePr>
          <p:nvPr>
            <p:extLst>
              <p:ext uri="{D42A27DB-BD31-4B8C-83A1-F6EECF244321}">
                <p14:modId xmlns:p14="http://schemas.microsoft.com/office/powerpoint/2010/main" val="3749756305"/>
              </p:ext>
            </p:extLst>
          </p:nvPr>
        </p:nvGraphicFramePr>
        <p:xfrm>
          <a:off x="4139792" y="1527853"/>
          <a:ext cx="2283273" cy="50516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057" name="Content Placeholder 163">
            <a:extLst>
              <a:ext uri="{FF2B5EF4-FFF2-40B4-BE49-F238E27FC236}">
                <a16:creationId xmlns:a16="http://schemas.microsoft.com/office/drawing/2014/main" id="{4AA9D1AC-14B0-12BE-A428-EE28502AD525}"/>
              </a:ext>
            </a:extLst>
          </p:cNvPr>
          <p:cNvGraphicFramePr>
            <a:graphicFrameLocks/>
          </p:cNvGraphicFramePr>
          <p:nvPr>
            <p:extLst>
              <p:ext uri="{D42A27DB-BD31-4B8C-83A1-F6EECF244321}">
                <p14:modId xmlns:p14="http://schemas.microsoft.com/office/powerpoint/2010/main" val="1848748064"/>
              </p:ext>
            </p:extLst>
          </p:nvPr>
        </p:nvGraphicFramePr>
        <p:xfrm>
          <a:off x="4139792" y="2171758"/>
          <a:ext cx="2283273" cy="50516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59" name="Content Placeholder 163">
            <a:extLst>
              <a:ext uri="{FF2B5EF4-FFF2-40B4-BE49-F238E27FC236}">
                <a16:creationId xmlns:a16="http://schemas.microsoft.com/office/drawing/2014/main" id="{AD284904-7EC5-A763-AB43-105B4D1E0514}"/>
              </a:ext>
            </a:extLst>
          </p:cNvPr>
          <p:cNvGraphicFramePr>
            <a:graphicFrameLocks/>
          </p:cNvGraphicFramePr>
          <p:nvPr>
            <p:extLst>
              <p:ext uri="{D42A27DB-BD31-4B8C-83A1-F6EECF244321}">
                <p14:modId xmlns:p14="http://schemas.microsoft.com/office/powerpoint/2010/main" val="4121819629"/>
              </p:ext>
            </p:extLst>
          </p:nvPr>
        </p:nvGraphicFramePr>
        <p:xfrm>
          <a:off x="4139792" y="2821725"/>
          <a:ext cx="2283273" cy="50516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061" name="Content Placeholder 163">
            <a:extLst>
              <a:ext uri="{FF2B5EF4-FFF2-40B4-BE49-F238E27FC236}">
                <a16:creationId xmlns:a16="http://schemas.microsoft.com/office/drawing/2014/main" id="{EE3C2BD1-BD4D-FA3A-E58C-59DC2162F7EA}"/>
              </a:ext>
            </a:extLst>
          </p:cNvPr>
          <p:cNvGraphicFramePr>
            <a:graphicFrameLocks/>
          </p:cNvGraphicFramePr>
          <p:nvPr>
            <p:extLst>
              <p:ext uri="{D42A27DB-BD31-4B8C-83A1-F6EECF244321}">
                <p14:modId xmlns:p14="http://schemas.microsoft.com/office/powerpoint/2010/main" val="387500225"/>
              </p:ext>
            </p:extLst>
          </p:nvPr>
        </p:nvGraphicFramePr>
        <p:xfrm>
          <a:off x="4139792" y="3471692"/>
          <a:ext cx="2283273" cy="505163"/>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065" name="Content Placeholder 163">
            <a:extLst>
              <a:ext uri="{FF2B5EF4-FFF2-40B4-BE49-F238E27FC236}">
                <a16:creationId xmlns:a16="http://schemas.microsoft.com/office/drawing/2014/main" id="{77D47B72-E506-F3BC-8040-70E460A49CDF}"/>
              </a:ext>
            </a:extLst>
          </p:cNvPr>
          <p:cNvGraphicFramePr>
            <a:graphicFrameLocks/>
          </p:cNvGraphicFramePr>
          <p:nvPr>
            <p:extLst>
              <p:ext uri="{D42A27DB-BD31-4B8C-83A1-F6EECF244321}">
                <p14:modId xmlns:p14="http://schemas.microsoft.com/office/powerpoint/2010/main" val="2457726370"/>
              </p:ext>
            </p:extLst>
          </p:nvPr>
        </p:nvGraphicFramePr>
        <p:xfrm>
          <a:off x="4139792" y="4121659"/>
          <a:ext cx="2283273" cy="505163"/>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067" name="Content Placeholder 163">
            <a:extLst>
              <a:ext uri="{FF2B5EF4-FFF2-40B4-BE49-F238E27FC236}">
                <a16:creationId xmlns:a16="http://schemas.microsoft.com/office/drawing/2014/main" id="{A1FF6FA9-7CE5-1C63-4ED2-E109FE3E9645}"/>
              </a:ext>
            </a:extLst>
          </p:cNvPr>
          <p:cNvGraphicFramePr>
            <a:graphicFrameLocks/>
          </p:cNvGraphicFramePr>
          <p:nvPr>
            <p:extLst>
              <p:ext uri="{D42A27DB-BD31-4B8C-83A1-F6EECF244321}">
                <p14:modId xmlns:p14="http://schemas.microsoft.com/office/powerpoint/2010/main" val="2399227043"/>
              </p:ext>
            </p:extLst>
          </p:nvPr>
        </p:nvGraphicFramePr>
        <p:xfrm>
          <a:off x="4139792" y="4771627"/>
          <a:ext cx="2283273" cy="505163"/>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2071" name="Content Placeholder 163">
            <a:extLst>
              <a:ext uri="{FF2B5EF4-FFF2-40B4-BE49-F238E27FC236}">
                <a16:creationId xmlns:a16="http://schemas.microsoft.com/office/drawing/2014/main" id="{A35B2881-670B-EB82-9F6B-1B2CFE5791F7}"/>
              </a:ext>
            </a:extLst>
          </p:cNvPr>
          <p:cNvGraphicFramePr>
            <a:graphicFrameLocks/>
          </p:cNvGraphicFramePr>
          <p:nvPr>
            <p:extLst>
              <p:ext uri="{D42A27DB-BD31-4B8C-83A1-F6EECF244321}">
                <p14:modId xmlns:p14="http://schemas.microsoft.com/office/powerpoint/2010/main" val="207706975"/>
              </p:ext>
            </p:extLst>
          </p:nvPr>
        </p:nvGraphicFramePr>
        <p:xfrm>
          <a:off x="4139792" y="5432971"/>
          <a:ext cx="2283273" cy="505163"/>
        </p:xfrm>
        <a:graphic>
          <a:graphicData uri="http://schemas.openxmlformats.org/drawingml/2006/chart">
            <c:chart xmlns:c="http://schemas.openxmlformats.org/drawingml/2006/chart" xmlns:r="http://schemas.openxmlformats.org/officeDocument/2006/relationships" r:id="rId8"/>
          </a:graphicData>
        </a:graphic>
      </p:graphicFrame>
      <p:sp>
        <p:nvSpPr>
          <p:cNvPr id="2073" name="Content Placeholder 25">
            <a:extLst>
              <a:ext uri="{FF2B5EF4-FFF2-40B4-BE49-F238E27FC236}">
                <a16:creationId xmlns:a16="http://schemas.microsoft.com/office/drawing/2014/main" id="{2483E445-F3F7-E5C0-CC39-48D5FFD2ADFC}"/>
              </a:ext>
            </a:extLst>
          </p:cNvPr>
          <p:cNvSpPr txBox="1">
            <a:spLocks/>
          </p:cNvSpPr>
          <p:nvPr/>
        </p:nvSpPr>
        <p:spPr>
          <a:xfrm>
            <a:off x="3181661" y="5542663"/>
            <a:ext cx="686300" cy="285779"/>
          </a:xfrm>
          <a:prstGeom prst="rect">
            <a:avLst/>
          </a:prstGeom>
        </p:spPr>
        <p:txBody>
          <a:bodyPr vert="horz" wrap="square" lIns="0" tIns="36000" rIns="0" bIns="0" rtlCol="0" anchor="t">
            <a:spAutoFit/>
          </a:bodyPr>
          <a:lstStyle>
            <a:defPPr>
              <a:defRPr lang="pt-BR"/>
            </a:defPPr>
            <a:lvl1pPr>
              <a:lnSpc>
                <a:spcPct val="110000"/>
              </a:lnSpc>
              <a:defRPr sz="800">
                <a:latin typeface="+mj-lt"/>
                <a:ea typeface="Source Serif Pro Light" panose="02040303050405020204" pitchFamily="18" charset="0"/>
                <a:cs typeface="Roboto" panose="020000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2"/>
                </a:solidFill>
                <a:latin typeface="Poppins SemiBold" panose="00000700000000000000" pitchFamily="2" charset="0"/>
                <a:cs typeface="Poppins SemiBold" panose="00000700000000000000" pitchFamily="2" charset="0"/>
              </a:rPr>
              <a:t>Gross Profit </a:t>
            </a:r>
          </a:p>
          <a:p>
            <a:r>
              <a:rPr lang="en-US" sz="700" dirty="0"/>
              <a:t>(Million USD)</a:t>
            </a:r>
          </a:p>
        </p:txBody>
      </p:sp>
      <p:sp>
        <p:nvSpPr>
          <p:cNvPr id="18" name="Rectangle 17">
            <a:extLst>
              <a:ext uri="{FF2B5EF4-FFF2-40B4-BE49-F238E27FC236}">
                <a16:creationId xmlns:a16="http://schemas.microsoft.com/office/drawing/2014/main" id="{D9B55C8A-A97D-2F39-55DA-5396B217E4AD}"/>
              </a:ext>
            </a:extLst>
          </p:cNvPr>
          <p:cNvSpPr/>
          <p:nvPr/>
        </p:nvSpPr>
        <p:spPr>
          <a:xfrm>
            <a:off x="9441504" y="1533001"/>
            <a:ext cx="1001133" cy="4948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200" dirty="0">
                <a:solidFill>
                  <a:schemeClr val="accent2"/>
                </a:solidFill>
                <a:latin typeface="+mj-lt"/>
                <a:ea typeface="Source Serif Pro" panose="02040603050405020204" pitchFamily="18" charset="0"/>
              </a:rPr>
              <a:t>Segmento</a:t>
            </a:r>
            <a:endParaRPr lang="es-CO" sz="1200" dirty="0" err="1">
              <a:solidFill>
                <a:schemeClr val="accent2"/>
              </a:solidFill>
              <a:latin typeface="+mj-lt"/>
              <a:ea typeface="Source Serif Pro" panose="02040603050405020204" pitchFamily="18" charset="0"/>
            </a:endParaRPr>
          </a:p>
        </p:txBody>
      </p:sp>
      <p:pic>
        <p:nvPicPr>
          <p:cNvPr id="26" name="Imagen 40">
            <a:extLst>
              <a:ext uri="{FF2B5EF4-FFF2-40B4-BE49-F238E27FC236}">
                <a16:creationId xmlns:a16="http://schemas.microsoft.com/office/drawing/2014/main" id="{C66F6862-02A5-B731-BB8D-97087BE95F09}"/>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10745410" y="1651019"/>
            <a:ext cx="958946" cy="258830"/>
          </a:xfrm>
          <a:prstGeom prst="rect">
            <a:avLst/>
          </a:prstGeom>
        </p:spPr>
      </p:pic>
      <p:sp>
        <p:nvSpPr>
          <p:cNvPr id="44" name="Rectangle 43">
            <a:extLst>
              <a:ext uri="{FF2B5EF4-FFF2-40B4-BE49-F238E27FC236}">
                <a16:creationId xmlns:a16="http://schemas.microsoft.com/office/drawing/2014/main" id="{F5BE6AF7-29BC-7F4A-6476-3096D1C48748}"/>
              </a:ext>
            </a:extLst>
          </p:cNvPr>
          <p:cNvSpPr/>
          <p:nvPr/>
        </p:nvSpPr>
        <p:spPr>
          <a:xfrm>
            <a:off x="9441504" y="2192907"/>
            <a:ext cx="1001133" cy="4948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200" dirty="0">
                <a:solidFill>
                  <a:schemeClr val="accent2"/>
                </a:solidFill>
                <a:latin typeface="+mj-lt"/>
                <a:ea typeface="Source Serif Pro" panose="02040603050405020204" pitchFamily="18" charset="0"/>
              </a:rPr>
              <a:t>Segmento</a:t>
            </a:r>
            <a:endParaRPr lang="es-CO" sz="1200" dirty="0" err="1">
              <a:solidFill>
                <a:schemeClr val="accent2"/>
              </a:solidFill>
              <a:latin typeface="+mj-lt"/>
              <a:ea typeface="Source Serif Pro" panose="02040603050405020204" pitchFamily="18" charset="0"/>
            </a:endParaRPr>
          </a:p>
        </p:txBody>
      </p:sp>
      <p:pic>
        <p:nvPicPr>
          <p:cNvPr id="45" name="Imagen 40">
            <a:extLst>
              <a:ext uri="{FF2B5EF4-FFF2-40B4-BE49-F238E27FC236}">
                <a16:creationId xmlns:a16="http://schemas.microsoft.com/office/drawing/2014/main" id="{F8E7CB07-98C0-D32A-CDDE-EA8CF41EE10D}"/>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10745410" y="2310925"/>
            <a:ext cx="958946" cy="258830"/>
          </a:xfrm>
          <a:prstGeom prst="rect">
            <a:avLst/>
          </a:prstGeom>
        </p:spPr>
      </p:pic>
      <p:sp>
        <p:nvSpPr>
          <p:cNvPr id="52" name="Rectangle 51">
            <a:extLst>
              <a:ext uri="{FF2B5EF4-FFF2-40B4-BE49-F238E27FC236}">
                <a16:creationId xmlns:a16="http://schemas.microsoft.com/office/drawing/2014/main" id="{81D3F40F-1762-270E-944F-4713623106EB}"/>
              </a:ext>
            </a:extLst>
          </p:cNvPr>
          <p:cNvSpPr/>
          <p:nvPr/>
        </p:nvSpPr>
        <p:spPr>
          <a:xfrm>
            <a:off x="9441504" y="2852813"/>
            <a:ext cx="1001133" cy="4948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200" dirty="0">
                <a:solidFill>
                  <a:schemeClr val="accent2"/>
                </a:solidFill>
                <a:latin typeface="+mj-lt"/>
                <a:ea typeface="Source Serif Pro" panose="02040603050405020204" pitchFamily="18" charset="0"/>
              </a:rPr>
              <a:t>Segmento</a:t>
            </a:r>
            <a:endParaRPr lang="es-CO" sz="1200" dirty="0" err="1">
              <a:solidFill>
                <a:schemeClr val="accent2"/>
              </a:solidFill>
              <a:latin typeface="+mj-lt"/>
              <a:ea typeface="Source Serif Pro" panose="02040603050405020204" pitchFamily="18" charset="0"/>
            </a:endParaRPr>
          </a:p>
        </p:txBody>
      </p:sp>
      <p:pic>
        <p:nvPicPr>
          <p:cNvPr id="65" name="Imagen 40">
            <a:extLst>
              <a:ext uri="{FF2B5EF4-FFF2-40B4-BE49-F238E27FC236}">
                <a16:creationId xmlns:a16="http://schemas.microsoft.com/office/drawing/2014/main" id="{BB1BBD2D-482E-1CEB-1837-761E8FA72D39}"/>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10745410" y="2970831"/>
            <a:ext cx="958946" cy="258830"/>
          </a:xfrm>
          <a:prstGeom prst="rect">
            <a:avLst/>
          </a:prstGeom>
        </p:spPr>
      </p:pic>
      <p:sp>
        <p:nvSpPr>
          <p:cNvPr id="74" name="Rectangle 73">
            <a:extLst>
              <a:ext uri="{FF2B5EF4-FFF2-40B4-BE49-F238E27FC236}">
                <a16:creationId xmlns:a16="http://schemas.microsoft.com/office/drawing/2014/main" id="{192AC7A4-2144-A84F-D334-267F5FC8BEC9}"/>
              </a:ext>
            </a:extLst>
          </p:cNvPr>
          <p:cNvSpPr/>
          <p:nvPr/>
        </p:nvSpPr>
        <p:spPr>
          <a:xfrm>
            <a:off x="9441504" y="3512719"/>
            <a:ext cx="1001133" cy="4948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200" dirty="0">
                <a:solidFill>
                  <a:schemeClr val="accent2"/>
                </a:solidFill>
                <a:latin typeface="+mj-lt"/>
                <a:ea typeface="Source Serif Pro" panose="02040603050405020204" pitchFamily="18" charset="0"/>
              </a:rPr>
              <a:t>Segmento</a:t>
            </a:r>
            <a:endParaRPr lang="es-CO" sz="1200" dirty="0" err="1">
              <a:solidFill>
                <a:schemeClr val="accent2"/>
              </a:solidFill>
              <a:latin typeface="+mj-lt"/>
              <a:ea typeface="Source Serif Pro" panose="02040603050405020204" pitchFamily="18" charset="0"/>
            </a:endParaRPr>
          </a:p>
        </p:txBody>
      </p:sp>
      <p:pic>
        <p:nvPicPr>
          <p:cNvPr id="75" name="Imagen 40">
            <a:extLst>
              <a:ext uri="{FF2B5EF4-FFF2-40B4-BE49-F238E27FC236}">
                <a16:creationId xmlns:a16="http://schemas.microsoft.com/office/drawing/2014/main" id="{EA559670-88E4-EF6B-4934-C394C7906020}"/>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10745410" y="3630737"/>
            <a:ext cx="958946" cy="258830"/>
          </a:xfrm>
          <a:prstGeom prst="rect">
            <a:avLst/>
          </a:prstGeom>
        </p:spPr>
      </p:pic>
      <p:sp>
        <p:nvSpPr>
          <p:cNvPr id="84" name="Rectangle 83">
            <a:extLst>
              <a:ext uri="{FF2B5EF4-FFF2-40B4-BE49-F238E27FC236}">
                <a16:creationId xmlns:a16="http://schemas.microsoft.com/office/drawing/2014/main" id="{00DA96B0-1B40-B769-8853-23E94B1E529A}"/>
              </a:ext>
            </a:extLst>
          </p:cNvPr>
          <p:cNvSpPr/>
          <p:nvPr/>
        </p:nvSpPr>
        <p:spPr>
          <a:xfrm>
            <a:off x="9441504" y="4172625"/>
            <a:ext cx="1001133" cy="4948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200" dirty="0">
                <a:solidFill>
                  <a:schemeClr val="accent2"/>
                </a:solidFill>
                <a:latin typeface="+mj-lt"/>
                <a:ea typeface="Source Serif Pro" panose="02040603050405020204" pitchFamily="18" charset="0"/>
              </a:rPr>
              <a:t>Segmento</a:t>
            </a:r>
            <a:endParaRPr lang="es-CO" sz="1200" dirty="0" err="1">
              <a:solidFill>
                <a:schemeClr val="accent2"/>
              </a:solidFill>
              <a:latin typeface="+mj-lt"/>
              <a:ea typeface="Source Serif Pro" panose="02040603050405020204" pitchFamily="18" charset="0"/>
            </a:endParaRPr>
          </a:p>
        </p:txBody>
      </p:sp>
      <p:pic>
        <p:nvPicPr>
          <p:cNvPr id="85" name="Imagen 40">
            <a:extLst>
              <a:ext uri="{FF2B5EF4-FFF2-40B4-BE49-F238E27FC236}">
                <a16:creationId xmlns:a16="http://schemas.microsoft.com/office/drawing/2014/main" id="{C55CD83B-116E-3755-3716-1D729FB5A837}"/>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10745410" y="4290643"/>
            <a:ext cx="958946" cy="258830"/>
          </a:xfrm>
          <a:prstGeom prst="rect">
            <a:avLst/>
          </a:prstGeom>
        </p:spPr>
      </p:pic>
      <p:sp>
        <p:nvSpPr>
          <p:cNvPr id="94" name="Rectangle 93">
            <a:extLst>
              <a:ext uri="{FF2B5EF4-FFF2-40B4-BE49-F238E27FC236}">
                <a16:creationId xmlns:a16="http://schemas.microsoft.com/office/drawing/2014/main" id="{4A9202D4-D253-269F-91C5-874C0EF30D57}"/>
              </a:ext>
            </a:extLst>
          </p:cNvPr>
          <p:cNvSpPr/>
          <p:nvPr/>
        </p:nvSpPr>
        <p:spPr>
          <a:xfrm>
            <a:off x="9441504" y="5438119"/>
            <a:ext cx="1001133" cy="4948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200" dirty="0">
                <a:solidFill>
                  <a:schemeClr val="accent2"/>
                </a:solidFill>
                <a:latin typeface="+mj-lt"/>
                <a:ea typeface="Source Serif Pro" panose="02040603050405020204" pitchFamily="18" charset="0"/>
              </a:rPr>
              <a:t>Segmento</a:t>
            </a:r>
            <a:endParaRPr lang="es-CO" sz="1200" dirty="0" err="1">
              <a:solidFill>
                <a:schemeClr val="accent2"/>
              </a:solidFill>
              <a:latin typeface="+mj-lt"/>
              <a:ea typeface="Source Serif Pro" panose="02040603050405020204" pitchFamily="18" charset="0"/>
            </a:endParaRPr>
          </a:p>
        </p:txBody>
      </p:sp>
      <p:pic>
        <p:nvPicPr>
          <p:cNvPr id="95" name="Imagen 40">
            <a:extLst>
              <a:ext uri="{FF2B5EF4-FFF2-40B4-BE49-F238E27FC236}">
                <a16:creationId xmlns:a16="http://schemas.microsoft.com/office/drawing/2014/main" id="{BC43AC6B-183E-1831-4482-6271AAB130EE}"/>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10745410" y="5556137"/>
            <a:ext cx="958946" cy="258830"/>
          </a:xfrm>
          <a:prstGeom prst="rect">
            <a:avLst/>
          </a:prstGeom>
        </p:spPr>
      </p:pic>
      <p:grpSp>
        <p:nvGrpSpPr>
          <p:cNvPr id="2054" name="Group 2053">
            <a:extLst>
              <a:ext uri="{FF2B5EF4-FFF2-40B4-BE49-F238E27FC236}">
                <a16:creationId xmlns:a16="http://schemas.microsoft.com/office/drawing/2014/main" id="{5EDAA6E5-C3E8-5EB5-3706-D7177700014B}"/>
              </a:ext>
            </a:extLst>
          </p:cNvPr>
          <p:cNvGrpSpPr/>
          <p:nvPr/>
        </p:nvGrpSpPr>
        <p:grpSpPr>
          <a:xfrm>
            <a:off x="6725838" y="1524716"/>
            <a:ext cx="2412893" cy="4416555"/>
            <a:chOff x="6694893" y="1524716"/>
            <a:chExt cx="2691783" cy="4416555"/>
          </a:xfrm>
        </p:grpSpPr>
        <p:grpSp>
          <p:nvGrpSpPr>
            <p:cNvPr id="10" name="Group 9">
              <a:extLst>
                <a:ext uri="{FF2B5EF4-FFF2-40B4-BE49-F238E27FC236}">
                  <a16:creationId xmlns:a16="http://schemas.microsoft.com/office/drawing/2014/main" id="{A23F6101-05B2-7480-9498-4979C71ED977}"/>
                </a:ext>
              </a:extLst>
            </p:cNvPr>
            <p:cNvGrpSpPr/>
            <p:nvPr/>
          </p:nvGrpSpPr>
          <p:grpSpPr>
            <a:xfrm>
              <a:off x="6694895" y="1524716"/>
              <a:ext cx="1264065" cy="511437"/>
              <a:chOff x="7595140" y="1661420"/>
              <a:chExt cx="1122745" cy="1093091"/>
            </a:xfrm>
          </p:grpSpPr>
          <p:sp>
            <p:nvSpPr>
              <p:cNvPr id="6" name="Rectángulo: esquinas redondeadas 30">
                <a:extLst>
                  <a:ext uri="{FF2B5EF4-FFF2-40B4-BE49-F238E27FC236}">
                    <a16:creationId xmlns:a16="http://schemas.microsoft.com/office/drawing/2014/main" id="{F04BCA15-4CFB-2903-15E4-D7874E82452D}"/>
                  </a:ext>
                </a:extLst>
              </p:cNvPr>
              <p:cNvSpPr/>
              <p:nvPr/>
            </p:nvSpPr>
            <p:spPr>
              <a:xfrm>
                <a:off x="7595140"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7" name="TextBox 6">
                <a:extLst>
                  <a:ext uri="{FF2B5EF4-FFF2-40B4-BE49-F238E27FC236}">
                    <a16:creationId xmlns:a16="http://schemas.microsoft.com/office/drawing/2014/main" id="{85989B72-9488-C181-3234-7307E994B23C}"/>
                  </a:ext>
                </a:extLst>
              </p:cNvPr>
              <p:cNvSpPr txBox="1"/>
              <p:nvPr/>
            </p:nvSpPr>
            <p:spPr>
              <a:xfrm>
                <a:off x="7638960" y="1761034"/>
                <a:ext cx="1035113" cy="893869"/>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41</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Gross Margin 24’</a:t>
                </a:r>
              </a:p>
            </p:txBody>
          </p:sp>
        </p:grpSp>
        <p:grpSp>
          <p:nvGrpSpPr>
            <p:cNvPr id="11" name="Group 10">
              <a:extLst>
                <a:ext uri="{FF2B5EF4-FFF2-40B4-BE49-F238E27FC236}">
                  <a16:creationId xmlns:a16="http://schemas.microsoft.com/office/drawing/2014/main" id="{106C14EB-6512-9A09-BE6B-CF28AE830613}"/>
                </a:ext>
              </a:extLst>
            </p:cNvPr>
            <p:cNvGrpSpPr/>
            <p:nvPr/>
          </p:nvGrpSpPr>
          <p:grpSpPr>
            <a:xfrm>
              <a:off x="8122611" y="1524716"/>
              <a:ext cx="1264065" cy="511437"/>
              <a:chOff x="7595141" y="1661420"/>
              <a:chExt cx="1122745" cy="1093091"/>
            </a:xfrm>
          </p:grpSpPr>
          <p:sp>
            <p:nvSpPr>
              <p:cNvPr id="12" name="Rectángulo: esquinas redondeadas 30">
                <a:extLst>
                  <a:ext uri="{FF2B5EF4-FFF2-40B4-BE49-F238E27FC236}">
                    <a16:creationId xmlns:a16="http://schemas.microsoft.com/office/drawing/2014/main" id="{241C0793-6502-7194-A6D6-D6410DD535AF}"/>
                  </a:ext>
                </a:extLst>
              </p:cNvPr>
              <p:cNvSpPr/>
              <p:nvPr/>
            </p:nvSpPr>
            <p:spPr>
              <a:xfrm>
                <a:off x="7595141"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17" name="TextBox 16">
                <a:extLst>
                  <a:ext uri="{FF2B5EF4-FFF2-40B4-BE49-F238E27FC236}">
                    <a16:creationId xmlns:a16="http://schemas.microsoft.com/office/drawing/2014/main" id="{B08F6401-A759-1070-C5F0-311DEAC0A66A}"/>
                  </a:ext>
                </a:extLst>
              </p:cNvPr>
              <p:cNvSpPr txBox="1"/>
              <p:nvPr/>
            </p:nvSpPr>
            <p:spPr>
              <a:xfrm>
                <a:off x="7638961" y="1829730"/>
                <a:ext cx="1035113" cy="756481"/>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15</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CAGR 22'-24’</a:t>
                </a:r>
              </a:p>
            </p:txBody>
          </p:sp>
        </p:grpSp>
        <p:grpSp>
          <p:nvGrpSpPr>
            <p:cNvPr id="34" name="Group 33">
              <a:extLst>
                <a:ext uri="{FF2B5EF4-FFF2-40B4-BE49-F238E27FC236}">
                  <a16:creationId xmlns:a16="http://schemas.microsoft.com/office/drawing/2014/main" id="{94EAE883-4BEE-359D-FBE9-AEEFAEB7E9F7}"/>
                </a:ext>
              </a:extLst>
            </p:cNvPr>
            <p:cNvGrpSpPr/>
            <p:nvPr/>
          </p:nvGrpSpPr>
          <p:grpSpPr>
            <a:xfrm>
              <a:off x="6694895" y="2175569"/>
              <a:ext cx="1264065" cy="511437"/>
              <a:chOff x="7595143" y="1661420"/>
              <a:chExt cx="1122745" cy="1093091"/>
            </a:xfrm>
          </p:grpSpPr>
          <p:sp>
            <p:nvSpPr>
              <p:cNvPr id="36" name="Rectángulo: esquinas redondeadas 30">
                <a:extLst>
                  <a:ext uri="{FF2B5EF4-FFF2-40B4-BE49-F238E27FC236}">
                    <a16:creationId xmlns:a16="http://schemas.microsoft.com/office/drawing/2014/main" id="{23C6C776-6761-461B-E597-5E798C97E0F1}"/>
                  </a:ext>
                </a:extLst>
              </p:cNvPr>
              <p:cNvSpPr/>
              <p:nvPr/>
            </p:nvSpPr>
            <p:spPr>
              <a:xfrm>
                <a:off x="7595143"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40" name="TextBox 39">
                <a:extLst>
                  <a:ext uri="{FF2B5EF4-FFF2-40B4-BE49-F238E27FC236}">
                    <a16:creationId xmlns:a16="http://schemas.microsoft.com/office/drawing/2014/main" id="{6194B478-1D8C-51A5-CBE8-062BF1E3B1F0}"/>
                  </a:ext>
                </a:extLst>
              </p:cNvPr>
              <p:cNvSpPr txBox="1"/>
              <p:nvPr/>
            </p:nvSpPr>
            <p:spPr>
              <a:xfrm>
                <a:off x="7638963" y="1829730"/>
                <a:ext cx="1035113" cy="756480"/>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53</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Gross Margin 24’</a:t>
                </a:r>
              </a:p>
            </p:txBody>
          </p:sp>
        </p:grpSp>
        <p:grpSp>
          <p:nvGrpSpPr>
            <p:cNvPr id="41" name="Group 40">
              <a:extLst>
                <a:ext uri="{FF2B5EF4-FFF2-40B4-BE49-F238E27FC236}">
                  <a16:creationId xmlns:a16="http://schemas.microsoft.com/office/drawing/2014/main" id="{D7395109-C4DB-E3D8-8077-D254E40B93DA}"/>
                </a:ext>
              </a:extLst>
            </p:cNvPr>
            <p:cNvGrpSpPr/>
            <p:nvPr/>
          </p:nvGrpSpPr>
          <p:grpSpPr>
            <a:xfrm>
              <a:off x="8122611" y="2175569"/>
              <a:ext cx="1264065" cy="511437"/>
              <a:chOff x="7595143" y="1661420"/>
              <a:chExt cx="1122745" cy="1093091"/>
            </a:xfrm>
          </p:grpSpPr>
          <p:sp>
            <p:nvSpPr>
              <p:cNvPr id="42" name="Rectángulo: esquinas redondeadas 30">
                <a:extLst>
                  <a:ext uri="{FF2B5EF4-FFF2-40B4-BE49-F238E27FC236}">
                    <a16:creationId xmlns:a16="http://schemas.microsoft.com/office/drawing/2014/main" id="{717595E5-2297-1C0E-1C3C-72315D2040E9}"/>
                  </a:ext>
                </a:extLst>
              </p:cNvPr>
              <p:cNvSpPr/>
              <p:nvPr/>
            </p:nvSpPr>
            <p:spPr>
              <a:xfrm>
                <a:off x="7595143"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43" name="TextBox 42">
                <a:extLst>
                  <a:ext uri="{FF2B5EF4-FFF2-40B4-BE49-F238E27FC236}">
                    <a16:creationId xmlns:a16="http://schemas.microsoft.com/office/drawing/2014/main" id="{DE26C042-A52B-B45A-A916-3F0B53452F5B}"/>
                  </a:ext>
                </a:extLst>
              </p:cNvPr>
              <p:cNvSpPr txBox="1"/>
              <p:nvPr/>
            </p:nvSpPr>
            <p:spPr>
              <a:xfrm>
                <a:off x="7638961" y="1829730"/>
                <a:ext cx="1035113" cy="756480"/>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125</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CAGR 22'-24’</a:t>
                </a:r>
              </a:p>
            </p:txBody>
          </p:sp>
        </p:grpSp>
        <p:grpSp>
          <p:nvGrpSpPr>
            <p:cNvPr id="48" name="Group 47">
              <a:extLst>
                <a:ext uri="{FF2B5EF4-FFF2-40B4-BE49-F238E27FC236}">
                  <a16:creationId xmlns:a16="http://schemas.microsoft.com/office/drawing/2014/main" id="{6B9273B1-324C-EA98-C1C3-56C0251F5183}"/>
                </a:ext>
              </a:extLst>
            </p:cNvPr>
            <p:cNvGrpSpPr/>
            <p:nvPr/>
          </p:nvGrpSpPr>
          <p:grpSpPr>
            <a:xfrm>
              <a:off x="6694895" y="2826422"/>
              <a:ext cx="1264065" cy="511437"/>
              <a:chOff x="7595140" y="1661420"/>
              <a:chExt cx="1122745" cy="1093091"/>
            </a:xfrm>
          </p:grpSpPr>
          <p:sp>
            <p:nvSpPr>
              <p:cNvPr id="68" name="Rectángulo: esquinas redondeadas 30">
                <a:extLst>
                  <a:ext uri="{FF2B5EF4-FFF2-40B4-BE49-F238E27FC236}">
                    <a16:creationId xmlns:a16="http://schemas.microsoft.com/office/drawing/2014/main" id="{5BE57C26-6DE0-7BBC-1206-DFB47A02F8B9}"/>
                  </a:ext>
                </a:extLst>
              </p:cNvPr>
              <p:cNvSpPr/>
              <p:nvPr/>
            </p:nvSpPr>
            <p:spPr>
              <a:xfrm>
                <a:off x="7595140"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69" name="TextBox 68">
                <a:extLst>
                  <a:ext uri="{FF2B5EF4-FFF2-40B4-BE49-F238E27FC236}">
                    <a16:creationId xmlns:a16="http://schemas.microsoft.com/office/drawing/2014/main" id="{E43A6973-F405-96C1-0CEA-8AF4EE3D59AA}"/>
                  </a:ext>
                </a:extLst>
              </p:cNvPr>
              <p:cNvSpPr txBox="1"/>
              <p:nvPr/>
            </p:nvSpPr>
            <p:spPr>
              <a:xfrm>
                <a:off x="7638960" y="1829730"/>
                <a:ext cx="1035113" cy="756480"/>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52</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Gross Margin 24’</a:t>
                </a:r>
              </a:p>
            </p:txBody>
          </p:sp>
        </p:grpSp>
        <p:grpSp>
          <p:nvGrpSpPr>
            <p:cNvPr id="49" name="Group 48">
              <a:extLst>
                <a:ext uri="{FF2B5EF4-FFF2-40B4-BE49-F238E27FC236}">
                  <a16:creationId xmlns:a16="http://schemas.microsoft.com/office/drawing/2014/main" id="{099DB940-0202-2920-D363-18276729C91D}"/>
                </a:ext>
              </a:extLst>
            </p:cNvPr>
            <p:cNvGrpSpPr/>
            <p:nvPr/>
          </p:nvGrpSpPr>
          <p:grpSpPr>
            <a:xfrm>
              <a:off x="8122611" y="2826422"/>
              <a:ext cx="1264065" cy="511437"/>
              <a:chOff x="7595141" y="1661420"/>
              <a:chExt cx="1122745" cy="1093091"/>
            </a:xfrm>
          </p:grpSpPr>
          <p:sp>
            <p:nvSpPr>
              <p:cNvPr id="66" name="Rectángulo: esquinas redondeadas 30">
                <a:extLst>
                  <a:ext uri="{FF2B5EF4-FFF2-40B4-BE49-F238E27FC236}">
                    <a16:creationId xmlns:a16="http://schemas.microsoft.com/office/drawing/2014/main" id="{390DD02C-E85D-AB7E-3C37-313BADB67AB0}"/>
                  </a:ext>
                </a:extLst>
              </p:cNvPr>
              <p:cNvSpPr/>
              <p:nvPr/>
            </p:nvSpPr>
            <p:spPr>
              <a:xfrm>
                <a:off x="7595141"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67" name="TextBox 66">
                <a:extLst>
                  <a:ext uri="{FF2B5EF4-FFF2-40B4-BE49-F238E27FC236}">
                    <a16:creationId xmlns:a16="http://schemas.microsoft.com/office/drawing/2014/main" id="{C727982D-0C75-6458-808B-6B729F4DDA78}"/>
                  </a:ext>
                </a:extLst>
              </p:cNvPr>
              <p:cNvSpPr txBox="1"/>
              <p:nvPr/>
            </p:nvSpPr>
            <p:spPr>
              <a:xfrm>
                <a:off x="7638961" y="1829730"/>
                <a:ext cx="1035113" cy="756481"/>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22</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CAGR 22'-24’</a:t>
                </a:r>
              </a:p>
            </p:txBody>
          </p:sp>
        </p:grpSp>
        <p:grpSp>
          <p:nvGrpSpPr>
            <p:cNvPr id="71" name="Group 70">
              <a:extLst>
                <a:ext uri="{FF2B5EF4-FFF2-40B4-BE49-F238E27FC236}">
                  <a16:creationId xmlns:a16="http://schemas.microsoft.com/office/drawing/2014/main" id="{3D8C8D0E-28D8-006B-AD17-94C8064779C6}"/>
                </a:ext>
              </a:extLst>
            </p:cNvPr>
            <p:cNvGrpSpPr/>
            <p:nvPr/>
          </p:nvGrpSpPr>
          <p:grpSpPr>
            <a:xfrm>
              <a:off x="6694895" y="3477275"/>
              <a:ext cx="1264065" cy="511437"/>
              <a:chOff x="7595143" y="1661420"/>
              <a:chExt cx="1122745" cy="1093091"/>
            </a:xfrm>
          </p:grpSpPr>
          <p:sp>
            <p:nvSpPr>
              <p:cNvPr id="78" name="Rectángulo: esquinas redondeadas 30">
                <a:extLst>
                  <a:ext uri="{FF2B5EF4-FFF2-40B4-BE49-F238E27FC236}">
                    <a16:creationId xmlns:a16="http://schemas.microsoft.com/office/drawing/2014/main" id="{75E79CEE-A062-7078-057A-646D5CADC149}"/>
                  </a:ext>
                </a:extLst>
              </p:cNvPr>
              <p:cNvSpPr/>
              <p:nvPr/>
            </p:nvSpPr>
            <p:spPr>
              <a:xfrm>
                <a:off x="7595143"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79" name="TextBox 78">
                <a:extLst>
                  <a:ext uri="{FF2B5EF4-FFF2-40B4-BE49-F238E27FC236}">
                    <a16:creationId xmlns:a16="http://schemas.microsoft.com/office/drawing/2014/main" id="{1E29B8D5-5B03-8D3F-A993-4613A24B3706}"/>
                  </a:ext>
                </a:extLst>
              </p:cNvPr>
              <p:cNvSpPr txBox="1"/>
              <p:nvPr/>
            </p:nvSpPr>
            <p:spPr>
              <a:xfrm>
                <a:off x="7638960" y="1829730"/>
                <a:ext cx="1035113" cy="756480"/>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50</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Gross Margin 24’</a:t>
                </a:r>
              </a:p>
            </p:txBody>
          </p:sp>
        </p:grpSp>
        <p:grpSp>
          <p:nvGrpSpPr>
            <p:cNvPr id="72" name="Group 71">
              <a:extLst>
                <a:ext uri="{FF2B5EF4-FFF2-40B4-BE49-F238E27FC236}">
                  <a16:creationId xmlns:a16="http://schemas.microsoft.com/office/drawing/2014/main" id="{BE0FA568-3086-C375-4BCC-B45439DB1776}"/>
                </a:ext>
              </a:extLst>
            </p:cNvPr>
            <p:cNvGrpSpPr/>
            <p:nvPr/>
          </p:nvGrpSpPr>
          <p:grpSpPr>
            <a:xfrm>
              <a:off x="8122611" y="3477275"/>
              <a:ext cx="1264065" cy="511437"/>
              <a:chOff x="7595143" y="1661420"/>
              <a:chExt cx="1122745" cy="1093091"/>
            </a:xfrm>
          </p:grpSpPr>
          <p:sp>
            <p:nvSpPr>
              <p:cNvPr id="76" name="Rectángulo: esquinas redondeadas 30">
                <a:extLst>
                  <a:ext uri="{FF2B5EF4-FFF2-40B4-BE49-F238E27FC236}">
                    <a16:creationId xmlns:a16="http://schemas.microsoft.com/office/drawing/2014/main" id="{4D63F33F-49B6-A597-AAF8-95A19388DBF5}"/>
                  </a:ext>
                </a:extLst>
              </p:cNvPr>
              <p:cNvSpPr/>
              <p:nvPr/>
            </p:nvSpPr>
            <p:spPr>
              <a:xfrm>
                <a:off x="7595143"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77" name="TextBox 76">
                <a:extLst>
                  <a:ext uri="{FF2B5EF4-FFF2-40B4-BE49-F238E27FC236}">
                    <a16:creationId xmlns:a16="http://schemas.microsoft.com/office/drawing/2014/main" id="{39151842-C7C4-BA1E-FE05-0F10E393E2DE}"/>
                  </a:ext>
                </a:extLst>
              </p:cNvPr>
              <p:cNvSpPr txBox="1"/>
              <p:nvPr/>
            </p:nvSpPr>
            <p:spPr>
              <a:xfrm>
                <a:off x="7638961" y="1829730"/>
                <a:ext cx="1035113" cy="756480"/>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388</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CAGR 22'-24’</a:t>
                </a:r>
              </a:p>
            </p:txBody>
          </p:sp>
        </p:grpSp>
        <p:grpSp>
          <p:nvGrpSpPr>
            <p:cNvPr id="81" name="Group 80">
              <a:extLst>
                <a:ext uri="{FF2B5EF4-FFF2-40B4-BE49-F238E27FC236}">
                  <a16:creationId xmlns:a16="http://schemas.microsoft.com/office/drawing/2014/main" id="{304EFAAD-2750-8DAC-E913-77F77AA78049}"/>
                </a:ext>
              </a:extLst>
            </p:cNvPr>
            <p:cNvGrpSpPr/>
            <p:nvPr/>
          </p:nvGrpSpPr>
          <p:grpSpPr>
            <a:xfrm>
              <a:off x="6694895" y="4128128"/>
              <a:ext cx="1264065" cy="511437"/>
              <a:chOff x="7595140" y="1661420"/>
              <a:chExt cx="1122745" cy="1093091"/>
            </a:xfrm>
          </p:grpSpPr>
          <p:sp>
            <p:nvSpPr>
              <p:cNvPr id="88" name="Rectángulo: esquinas redondeadas 30">
                <a:extLst>
                  <a:ext uri="{FF2B5EF4-FFF2-40B4-BE49-F238E27FC236}">
                    <a16:creationId xmlns:a16="http://schemas.microsoft.com/office/drawing/2014/main" id="{47B7AA48-67A4-99D7-CDC9-93D98ADE9EE6}"/>
                  </a:ext>
                </a:extLst>
              </p:cNvPr>
              <p:cNvSpPr/>
              <p:nvPr/>
            </p:nvSpPr>
            <p:spPr>
              <a:xfrm>
                <a:off x="7595140"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90" name="TextBox 89">
                <a:extLst>
                  <a:ext uri="{FF2B5EF4-FFF2-40B4-BE49-F238E27FC236}">
                    <a16:creationId xmlns:a16="http://schemas.microsoft.com/office/drawing/2014/main" id="{98816800-686E-12D3-61F1-58349BBA37C0}"/>
                  </a:ext>
                </a:extLst>
              </p:cNvPr>
              <p:cNvSpPr txBox="1"/>
              <p:nvPr/>
            </p:nvSpPr>
            <p:spPr>
              <a:xfrm>
                <a:off x="7638960" y="1829730"/>
                <a:ext cx="1035113" cy="756480"/>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40</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Gross Margin 24’</a:t>
                </a:r>
              </a:p>
            </p:txBody>
          </p:sp>
        </p:grpSp>
        <p:grpSp>
          <p:nvGrpSpPr>
            <p:cNvPr id="83" name="Group 82">
              <a:extLst>
                <a:ext uri="{FF2B5EF4-FFF2-40B4-BE49-F238E27FC236}">
                  <a16:creationId xmlns:a16="http://schemas.microsoft.com/office/drawing/2014/main" id="{3D95975B-392F-A0DB-5D0B-4A70E5A9CC8D}"/>
                </a:ext>
              </a:extLst>
            </p:cNvPr>
            <p:cNvGrpSpPr/>
            <p:nvPr/>
          </p:nvGrpSpPr>
          <p:grpSpPr>
            <a:xfrm>
              <a:off x="8122611" y="4128128"/>
              <a:ext cx="1264065" cy="511437"/>
              <a:chOff x="7595141" y="1661420"/>
              <a:chExt cx="1122745" cy="1093091"/>
            </a:xfrm>
          </p:grpSpPr>
          <p:sp>
            <p:nvSpPr>
              <p:cNvPr id="86" name="Rectángulo: esquinas redondeadas 30">
                <a:extLst>
                  <a:ext uri="{FF2B5EF4-FFF2-40B4-BE49-F238E27FC236}">
                    <a16:creationId xmlns:a16="http://schemas.microsoft.com/office/drawing/2014/main" id="{86FA4413-5F7A-776F-C15E-73FD79389FC2}"/>
                  </a:ext>
                </a:extLst>
              </p:cNvPr>
              <p:cNvSpPr/>
              <p:nvPr/>
            </p:nvSpPr>
            <p:spPr>
              <a:xfrm>
                <a:off x="7595141"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87" name="TextBox 86">
                <a:extLst>
                  <a:ext uri="{FF2B5EF4-FFF2-40B4-BE49-F238E27FC236}">
                    <a16:creationId xmlns:a16="http://schemas.microsoft.com/office/drawing/2014/main" id="{102F283F-DA5B-F8CC-AB17-B15597073013}"/>
                  </a:ext>
                </a:extLst>
              </p:cNvPr>
              <p:cNvSpPr txBox="1"/>
              <p:nvPr/>
            </p:nvSpPr>
            <p:spPr>
              <a:xfrm>
                <a:off x="7638961" y="1829730"/>
                <a:ext cx="1035113" cy="756481"/>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96</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CAGR 22'-24’</a:t>
                </a:r>
              </a:p>
            </p:txBody>
          </p:sp>
        </p:grpSp>
        <p:grpSp>
          <p:nvGrpSpPr>
            <p:cNvPr id="92" name="Group 91">
              <a:extLst>
                <a:ext uri="{FF2B5EF4-FFF2-40B4-BE49-F238E27FC236}">
                  <a16:creationId xmlns:a16="http://schemas.microsoft.com/office/drawing/2014/main" id="{35D58692-6A1C-97B4-B11A-43FFAB55601E}"/>
                </a:ext>
              </a:extLst>
            </p:cNvPr>
            <p:cNvGrpSpPr/>
            <p:nvPr/>
          </p:nvGrpSpPr>
          <p:grpSpPr>
            <a:xfrm>
              <a:off x="6694893" y="5429834"/>
              <a:ext cx="1264065" cy="511437"/>
              <a:chOff x="7595139" y="1661420"/>
              <a:chExt cx="1122745" cy="1093091"/>
            </a:xfrm>
          </p:grpSpPr>
          <p:sp>
            <p:nvSpPr>
              <p:cNvPr id="98" name="Rectángulo: esquinas redondeadas 30">
                <a:extLst>
                  <a:ext uri="{FF2B5EF4-FFF2-40B4-BE49-F238E27FC236}">
                    <a16:creationId xmlns:a16="http://schemas.microsoft.com/office/drawing/2014/main" id="{FD6BA448-AB90-66B3-08FA-EFBFCF65CC12}"/>
                  </a:ext>
                </a:extLst>
              </p:cNvPr>
              <p:cNvSpPr/>
              <p:nvPr/>
            </p:nvSpPr>
            <p:spPr>
              <a:xfrm>
                <a:off x="7595139"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99" name="TextBox 98">
                <a:extLst>
                  <a:ext uri="{FF2B5EF4-FFF2-40B4-BE49-F238E27FC236}">
                    <a16:creationId xmlns:a16="http://schemas.microsoft.com/office/drawing/2014/main" id="{82CB115C-417A-6FBA-3764-D089A0AE23A8}"/>
                  </a:ext>
                </a:extLst>
              </p:cNvPr>
              <p:cNvSpPr txBox="1"/>
              <p:nvPr/>
            </p:nvSpPr>
            <p:spPr>
              <a:xfrm>
                <a:off x="7638960" y="1829730"/>
                <a:ext cx="1035113" cy="756480"/>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15</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Gross Margin 24’</a:t>
                </a:r>
              </a:p>
            </p:txBody>
          </p:sp>
        </p:grpSp>
        <p:grpSp>
          <p:nvGrpSpPr>
            <p:cNvPr id="93" name="Group 92">
              <a:extLst>
                <a:ext uri="{FF2B5EF4-FFF2-40B4-BE49-F238E27FC236}">
                  <a16:creationId xmlns:a16="http://schemas.microsoft.com/office/drawing/2014/main" id="{8827D6E9-CF7A-5504-47E3-CA7E523972B3}"/>
                </a:ext>
              </a:extLst>
            </p:cNvPr>
            <p:cNvGrpSpPr/>
            <p:nvPr/>
          </p:nvGrpSpPr>
          <p:grpSpPr>
            <a:xfrm>
              <a:off x="8122610" y="5429834"/>
              <a:ext cx="1264065" cy="511437"/>
              <a:chOff x="7595140" y="1661420"/>
              <a:chExt cx="1122745" cy="1093091"/>
            </a:xfrm>
          </p:grpSpPr>
          <p:sp>
            <p:nvSpPr>
              <p:cNvPr id="96" name="Rectángulo: esquinas redondeadas 30">
                <a:extLst>
                  <a:ext uri="{FF2B5EF4-FFF2-40B4-BE49-F238E27FC236}">
                    <a16:creationId xmlns:a16="http://schemas.microsoft.com/office/drawing/2014/main" id="{A74E828F-33DB-76DD-45E3-953A78D91997}"/>
                  </a:ext>
                </a:extLst>
              </p:cNvPr>
              <p:cNvSpPr/>
              <p:nvPr/>
            </p:nvSpPr>
            <p:spPr>
              <a:xfrm>
                <a:off x="7595140"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97" name="TextBox 96">
                <a:extLst>
                  <a:ext uri="{FF2B5EF4-FFF2-40B4-BE49-F238E27FC236}">
                    <a16:creationId xmlns:a16="http://schemas.microsoft.com/office/drawing/2014/main" id="{B0ECA02D-3AB4-1500-897D-84AA31CED562}"/>
                  </a:ext>
                </a:extLst>
              </p:cNvPr>
              <p:cNvSpPr txBox="1"/>
              <p:nvPr/>
            </p:nvSpPr>
            <p:spPr>
              <a:xfrm>
                <a:off x="7638961" y="1829730"/>
                <a:ext cx="1035113" cy="756481"/>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18</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CAGR 22'-24’</a:t>
                </a:r>
              </a:p>
            </p:txBody>
          </p:sp>
        </p:grpSp>
        <p:grpSp>
          <p:nvGrpSpPr>
            <p:cNvPr id="101" name="Group 100">
              <a:extLst>
                <a:ext uri="{FF2B5EF4-FFF2-40B4-BE49-F238E27FC236}">
                  <a16:creationId xmlns:a16="http://schemas.microsoft.com/office/drawing/2014/main" id="{B9F95AF6-84BE-6899-1D5F-CF7D95123626}"/>
                </a:ext>
              </a:extLst>
            </p:cNvPr>
            <p:cNvGrpSpPr/>
            <p:nvPr/>
          </p:nvGrpSpPr>
          <p:grpSpPr>
            <a:xfrm>
              <a:off x="6694895" y="4778981"/>
              <a:ext cx="1264065" cy="511437"/>
              <a:chOff x="7595143" y="1661420"/>
              <a:chExt cx="1122745" cy="1093091"/>
            </a:xfrm>
          </p:grpSpPr>
          <p:sp>
            <p:nvSpPr>
              <p:cNvPr id="110" name="Rectángulo: esquinas redondeadas 30">
                <a:extLst>
                  <a:ext uri="{FF2B5EF4-FFF2-40B4-BE49-F238E27FC236}">
                    <a16:creationId xmlns:a16="http://schemas.microsoft.com/office/drawing/2014/main" id="{B0D90D2D-E49E-D567-FDE8-3B55E0F814CE}"/>
                  </a:ext>
                </a:extLst>
              </p:cNvPr>
              <p:cNvSpPr/>
              <p:nvPr/>
            </p:nvSpPr>
            <p:spPr>
              <a:xfrm>
                <a:off x="7595143"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112" name="TextBox 111">
                <a:extLst>
                  <a:ext uri="{FF2B5EF4-FFF2-40B4-BE49-F238E27FC236}">
                    <a16:creationId xmlns:a16="http://schemas.microsoft.com/office/drawing/2014/main" id="{CDDCE54D-5FD1-96E6-6A4A-ACB0835B17FF}"/>
                  </a:ext>
                </a:extLst>
              </p:cNvPr>
              <p:cNvSpPr txBox="1"/>
              <p:nvPr/>
            </p:nvSpPr>
            <p:spPr>
              <a:xfrm>
                <a:off x="7638960" y="1829730"/>
                <a:ext cx="1035113" cy="756480"/>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40</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Gross Margin 24’</a:t>
                </a:r>
              </a:p>
            </p:txBody>
          </p:sp>
        </p:grpSp>
        <p:grpSp>
          <p:nvGrpSpPr>
            <p:cNvPr id="102" name="Group 101">
              <a:extLst>
                <a:ext uri="{FF2B5EF4-FFF2-40B4-BE49-F238E27FC236}">
                  <a16:creationId xmlns:a16="http://schemas.microsoft.com/office/drawing/2014/main" id="{D5393C06-2369-EB97-549E-55205E75D269}"/>
                </a:ext>
              </a:extLst>
            </p:cNvPr>
            <p:cNvGrpSpPr/>
            <p:nvPr/>
          </p:nvGrpSpPr>
          <p:grpSpPr>
            <a:xfrm>
              <a:off x="8122611" y="4778981"/>
              <a:ext cx="1264065" cy="511437"/>
              <a:chOff x="7595143" y="1661420"/>
              <a:chExt cx="1122745" cy="1093091"/>
            </a:xfrm>
          </p:grpSpPr>
          <p:sp>
            <p:nvSpPr>
              <p:cNvPr id="106" name="Rectángulo: esquinas redondeadas 30">
                <a:extLst>
                  <a:ext uri="{FF2B5EF4-FFF2-40B4-BE49-F238E27FC236}">
                    <a16:creationId xmlns:a16="http://schemas.microsoft.com/office/drawing/2014/main" id="{BAE5D2F9-0565-7ED6-50F5-6055D7BF2E92}"/>
                  </a:ext>
                </a:extLst>
              </p:cNvPr>
              <p:cNvSpPr/>
              <p:nvPr/>
            </p:nvSpPr>
            <p:spPr>
              <a:xfrm>
                <a:off x="7595143"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107" name="TextBox 106">
                <a:extLst>
                  <a:ext uri="{FF2B5EF4-FFF2-40B4-BE49-F238E27FC236}">
                    <a16:creationId xmlns:a16="http://schemas.microsoft.com/office/drawing/2014/main" id="{085CD7B9-C665-45D6-5D2E-7ADEF2FDC220}"/>
                  </a:ext>
                </a:extLst>
              </p:cNvPr>
              <p:cNvSpPr txBox="1"/>
              <p:nvPr/>
            </p:nvSpPr>
            <p:spPr>
              <a:xfrm>
                <a:off x="7638961" y="1829730"/>
                <a:ext cx="1035113" cy="756480"/>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238</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CAGR 22'-24’</a:t>
                </a:r>
              </a:p>
            </p:txBody>
          </p:sp>
        </p:grpSp>
      </p:grpSp>
      <p:sp>
        <p:nvSpPr>
          <p:cNvPr id="103" name="Rectangle 102">
            <a:extLst>
              <a:ext uri="{FF2B5EF4-FFF2-40B4-BE49-F238E27FC236}">
                <a16:creationId xmlns:a16="http://schemas.microsoft.com/office/drawing/2014/main" id="{7127908F-BD8C-ED9A-1B35-559195A7464D}"/>
              </a:ext>
            </a:extLst>
          </p:cNvPr>
          <p:cNvSpPr/>
          <p:nvPr/>
        </p:nvSpPr>
        <p:spPr>
          <a:xfrm>
            <a:off x="9441504" y="4832531"/>
            <a:ext cx="1001133" cy="4948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200" dirty="0">
                <a:solidFill>
                  <a:schemeClr val="accent2"/>
                </a:solidFill>
                <a:latin typeface="+mj-lt"/>
                <a:ea typeface="Source Serif Pro" panose="02040603050405020204" pitchFamily="18" charset="0"/>
              </a:rPr>
              <a:t>Segmento</a:t>
            </a:r>
            <a:endParaRPr lang="es-CO" sz="1200" dirty="0" err="1">
              <a:solidFill>
                <a:schemeClr val="accent2"/>
              </a:solidFill>
              <a:latin typeface="+mj-lt"/>
              <a:ea typeface="Source Serif Pro" panose="02040603050405020204" pitchFamily="18" charset="0"/>
            </a:endParaRPr>
          </a:p>
        </p:txBody>
      </p:sp>
      <p:pic>
        <p:nvPicPr>
          <p:cNvPr id="105" name="Imagen 40">
            <a:extLst>
              <a:ext uri="{FF2B5EF4-FFF2-40B4-BE49-F238E27FC236}">
                <a16:creationId xmlns:a16="http://schemas.microsoft.com/office/drawing/2014/main" id="{3F9E983C-992D-15DE-B344-787141021C89}"/>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10745410" y="4950549"/>
            <a:ext cx="958946" cy="258830"/>
          </a:xfrm>
          <a:prstGeom prst="rect">
            <a:avLst/>
          </a:prstGeom>
        </p:spPr>
      </p:pic>
      <p:grpSp>
        <p:nvGrpSpPr>
          <p:cNvPr id="115" name="Group 114">
            <a:extLst>
              <a:ext uri="{FF2B5EF4-FFF2-40B4-BE49-F238E27FC236}">
                <a16:creationId xmlns:a16="http://schemas.microsoft.com/office/drawing/2014/main" id="{959F02D8-A07C-DBC8-DA2E-9B7C8EED5753}"/>
              </a:ext>
            </a:extLst>
          </p:cNvPr>
          <p:cNvGrpSpPr/>
          <p:nvPr/>
        </p:nvGrpSpPr>
        <p:grpSpPr>
          <a:xfrm>
            <a:off x="-289711" y="2099356"/>
            <a:ext cx="3213168" cy="3249840"/>
            <a:chOff x="2247899" y="2099356"/>
            <a:chExt cx="7920000" cy="3249840"/>
          </a:xfrm>
        </p:grpSpPr>
        <p:cxnSp>
          <p:nvCxnSpPr>
            <p:cNvPr id="116" name="Conector reto 12">
              <a:extLst>
                <a:ext uri="{FF2B5EF4-FFF2-40B4-BE49-F238E27FC236}">
                  <a16:creationId xmlns:a16="http://schemas.microsoft.com/office/drawing/2014/main" id="{EDF7EDF6-4B68-8289-28FE-07F95B7D3039}"/>
                </a:ext>
              </a:extLst>
            </p:cNvPr>
            <p:cNvCxnSpPr>
              <a:cxnSpLocks/>
            </p:cNvCxnSpPr>
            <p:nvPr/>
          </p:nvCxnSpPr>
          <p:spPr>
            <a:xfrm>
              <a:off x="2247899" y="2099356"/>
              <a:ext cx="7920000" cy="0"/>
            </a:xfrm>
            <a:prstGeom prst="line">
              <a:avLst/>
            </a:prstGeom>
            <a:ln>
              <a:solidFill>
                <a:schemeClr val="bg2">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17" name="Conector reto 12">
              <a:extLst>
                <a:ext uri="{FF2B5EF4-FFF2-40B4-BE49-F238E27FC236}">
                  <a16:creationId xmlns:a16="http://schemas.microsoft.com/office/drawing/2014/main" id="{2030FF4D-43D9-45F4-37CD-1A0B442E3966}"/>
                </a:ext>
              </a:extLst>
            </p:cNvPr>
            <p:cNvCxnSpPr>
              <a:cxnSpLocks/>
            </p:cNvCxnSpPr>
            <p:nvPr/>
          </p:nvCxnSpPr>
          <p:spPr>
            <a:xfrm>
              <a:off x="2247899" y="3399290"/>
              <a:ext cx="7920000" cy="0"/>
            </a:xfrm>
            <a:prstGeom prst="line">
              <a:avLst/>
            </a:prstGeom>
            <a:ln>
              <a:solidFill>
                <a:schemeClr val="bg2">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18" name="Conector reto 12">
              <a:extLst>
                <a:ext uri="{FF2B5EF4-FFF2-40B4-BE49-F238E27FC236}">
                  <a16:creationId xmlns:a16="http://schemas.microsoft.com/office/drawing/2014/main" id="{4B206B7C-8152-19ED-C670-1345FD46C498}"/>
                </a:ext>
              </a:extLst>
            </p:cNvPr>
            <p:cNvCxnSpPr>
              <a:cxnSpLocks/>
            </p:cNvCxnSpPr>
            <p:nvPr/>
          </p:nvCxnSpPr>
          <p:spPr>
            <a:xfrm>
              <a:off x="2247899" y="4049257"/>
              <a:ext cx="7920000" cy="0"/>
            </a:xfrm>
            <a:prstGeom prst="line">
              <a:avLst/>
            </a:prstGeom>
            <a:ln>
              <a:solidFill>
                <a:schemeClr val="bg2">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26" name="Conector reto 12">
              <a:extLst>
                <a:ext uri="{FF2B5EF4-FFF2-40B4-BE49-F238E27FC236}">
                  <a16:creationId xmlns:a16="http://schemas.microsoft.com/office/drawing/2014/main" id="{C781A838-DCF7-D479-5A24-FB5B619986EC}"/>
                </a:ext>
              </a:extLst>
            </p:cNvPr>
            <p:cNvCxnSpPr>
              <a:cxnSpLocks/>
            </p:cNvCxnSpPr>
            <p:nvPr/>
          </p:nvCxnSpPr>
          <p:spPr>
            <a:xfrm>
              <a:off x="2247899" y="2749323"/>
              <a:ext cx="7920000" cy="0"/>
            </a:xfrm>
            <a:prstGeom prst="line">
              <a:avLst/>
            </a:prstGeom>
            <a:ln>
              <a:solidFill>
                <a:schemeClr val="bg2">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27" name="Conector reto 12">
              <a:extLst>
                <a:ext uri="{FF2B5EF4-FFF2-40B4-BE49-F238E27FC236}">
                  <a16:creationId xmlns:a16="http://schemas.microsoft.com/office/drawing/2014/main" id="{B6F35519-1437-E97C-9190-8B8B2DBCA518}"/>
                </a:ext>
              </a:extLst>
            </p:cNvPr>
            <p:cNvCxnSpPr>
              <a:cxnSpLocks/>
            </p:cNvCxnSpPr>
            <p:nvPr/>
          </p:nvCxnSpPr>
          <p:spPr>
            <a:xfrm>
              <a:off x="2247899" y="4699224"/>
              <a:ext cx="7920000" cy="0"/>
            </a:xfrm>
            <a:prstGeom prst="line">
              <a:avLst/>
            </a:prstGeom>
            <a:ln>
              <a:solidFill>
                <a:schemeClr val="bg2">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048" name="Conector reto 12">
              <a:extLst>
                <a:ext uri="{FF2B5EF4-FFF2-40B4-BE49-F238E27FC236}">
                  <a16:creationId xmlns:a16="http://schemas.microsoft.com/office/drawing/2014/main" id="{6344A920-FA99-2F46-F0E8-ED41B1EBD03C}"/>
                </a:ext>
              </a:extLst>
            </p:cNvPr>
            <p:cNvCxnSpPr>
              <a:cxnSpLocks/>
            </p:cNvCxnSpPr>
            <p:nvPr/>
          </p:nvCxnSpPr>
          <p:spPr>
            <a:xfrm>
              <a:off x="2247899" y="5349196"/>
              <a:ext cx="7920000" cy="0"/>
            </a:xfrm>
            <a:prstGeom prst="line">
              <a:avLst/>
            </a:prstGeom>
            <a:ln>
              <a:solidFill>
                <a:schemeClr val="bg2">
                  <a:lumMod val="75000"/>
                </a:schemeClr>
              </a:solidFill>
              <a:prstDash val="soli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502543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0FBE7-BBF5-4016-08FA-900C51798386}"/>
            </a:ext>
          </a:extLst>
        </p:cNvPr>
        <p:cNvGrpSpPr/>
        <p:nvPr/>
      </p:nvGrpSpPr>
      <p:grpSpPr>
        <a:xfrm>
          <a:off x="0" y="0"/>
          <a:ext cx="0" cy="0"/>
          <a:chOff x="0" y="0"/>
          <a:chExt cx="0" cy="0"/>
        </a:xfrm>
      </p:grpSpPr>
      <p:grpSp>
        <p:nvGrpSpPr>
          <p:cNvPr id="114" name="Group 113">
            <a:extLst>
              <a:ext uri="{FF2B5EF4-FFF2-40B4-BE49-F238E27FC236}">
                <a16:creationId xmlns:a16="http://schemas.microsoft.com/office/drawing/2014/main" id="{B77044BE-B2B0-30CE-DE53-1BB568215917}"/>
              </a:ext>
            </a:extLst>
          </p:cNvPr>
          <p:cNvGrpSpPr/>
          <p:nvPr/>
        </p:nvGrpSpPr>
        <p:grpSpPr>
          <a:xfrm>
            <a:off x="2247899" y="2099356"/>
            <a:ext cx="9944101" cy="3249840"/>
            <a:chOff x="2247899" y="2099356"/>
            <a:chExt cx="9944101" cy="3249840"/>
          </a:xfrm>
        </p:grpSpPr>
        <p:cxnSp>
          <p:nvCxnSpPr>
            <p:cNvPr id="13" name="Conector reto 12">
              <a:extLst>
                <a:ext uri="{FF2B5EF4-FFF2-40B4-BE49-F238E27FC236}">
                  <a16:creationId xmlns:a16="http://schemas.microsoft.com/office/drawing/2014/main" id="{8D2F9739-1C7F-146E-C5D6-C3F1F07ADAB2}"/>
                </a:ext>
              </a:extLst>
            </p:cNvPr>
            <p:cNvCxnSpPr>
              <a:cxnSpLocks/>
            </p:cNvCxnSpPr>
            <p:nvPr/>
          </p:nvCxnSpPr>
          <p:spPr>
            <a:xfrm>
              <a:off x="2247899" y="2099356"/>
              <a:ext cx="9944101" cy="0"/>
            </a:xfrm>
            <a:prstGeom prst="line">
              <a:avLst/>
            </a:prstGeom>
            <a:ln>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4" name="Conector reto 12">
              <a:extLst>
                <a:ext uri="{FF2B5EF4-FFF2-40B4-BE49-F238E27FC236}">
                  <a16:creationId xmlns:a16="http://schemas.microsoft.com/office/drawing/2014/main" id="{F00FB3DD-8B56-C8C7-6FA0-480A58A1A740}"/>
                </a:ext>
              </a:extLst>
            </p:cNvPr>
            <p:cNvCxnSpPr>
              <a:cxnSpLocks/>
            </p:cNvCxnSpPr>
            <p:nvPr/>
          </p:nvCxnSpPr>
          <p:spPr>
            <a:xfrm>
              <a:off x="2314574" y="3399290"/>
              <a:ext cx="9877426" cy="0"/>
            </a:xfrm>
            <a:prstGeom prst="line">
              <a:avLst/>
            </a:prstGeom>
            <a:ln>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5" name="Conector reto 12">
              <a:extLst>
                <a:ext uri="{FF2B5EF4-FFF2-40B4-BE49-F238E27FC236}">
                  <a16:creationId xmlns:a16="http://schemas.microsoft.com/office/drawing/2014/main" id="{5AF6DD75-3495-29E7-D9F3-B53CA57BF3F8}"/>
                </a:ext>
              </a:extLst>
            </p:cNvPr>
            <p:cNvCxnSpPr>
              <a:cxnSpLocks/>
            </p:cNvCxnSpPr>
            <p:nvPr/>
          </p:nvCxnSpPr>
          <p:spPr>
            <a:xfrm>
              <a:off x="2247899" y="4049257"/>
              <a:ext cx="9944101" cy="0"/>
            </a:xfrm>
            <a:prstGeom prst="line">
              <a:avLst/>
            </a:prstGeom>
            <a:ln>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3" name="Conector reto 12">
              <a:extLst>
                <a:ext uri="{FF2B5EF4-FFF2-40B4-BE49-F238E27FC236}">
                  <a16:creationId xmlns:a16="http://schemas.microsoft.com/office/drawing/2014/main" id="{93A29185-50C3-CA99-27BF-1435AB4496FC}"/>
                </a:ext>
              </a:extLst>
            </p:cNvPr>
            <p:cNvCxnSpPr>
              <a:cxnSpLocks/>
            </p:cNvCxnSpPr>
            <p:nvPr/>
          </p:nvCxnSpPr>
          <p:spPr>
            <a:xfrm>
              <a:off x="2386668" y="2749323"/>
              <a:ext cx="9805332" cy="0"/>
            </a:xfrm>
            <a:prstGeom prst="line">
              <a:avLst/>
            </a:prstGeom>
            <a:ln>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08" name="Conector reto 12">
              <a:extLst>
                <a:ext uri="{FF2B5EF4-FFF2-40B4-BE49-F238E27FC236}">
                  <a16:creationId xmlns:a16="http://schemas.microsoft.com/office/drawing/2014/main" id="{9B73581D-AF4B-BC27-6A36-BE7DF7C18226}"/>
                </a:ext>
              </a:extLst>
            </p:cNvPr>
            <p:cNvCxnSpPr>
              <a:cxnSpLocks/>
            </p:cNvCxnSpPr>
            <p:nvPr/>
          </p:nvCxnSpPr>
          <p:spPr>
            <a:xfrm>
              <a:off x="2247899" y="4699224"/>
              <a:ext cx="9944101" cy="0"/>
            </a:xfrm>
            <a:prstGeom prst="line">
              <a:avLst/>
            </a:prstGeom>
            <a:ln>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09" name="Conector reto 12">
              <a:extLst>
                <a:ext uri="{FF2B5EF4-FFF2-40B4-BE49-F238E27FC236}">
                  <a16:creationId xmlns:a16="http://schemas.microsoft.com/office/drawing/2014/main" id="{2277D2A7-A6B2-1049-BB4B-1D56F5062AB7}"/>
                </a:ext>
              </a:extLst>
            </p:cNvPr>
            <p:cNvCxnSpPr>
              <a:cxnSpLocks/>
            </p:cNvCxnSpPr>
            <p:nvPr/>
          </p:nvCxnSpPr>
          <p:spPr>
            <a:xfrm>
              <a:off x="2247899" y="5349196"/>
              <a:ext cx="9944101" cy="0"/>
            </a:xfrm>
            <a:prstGeom prst="line">
              <a:avLst/>
            </a:prstGeom>
            <a:ln>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C7399931-EAB8-376E-8C63-845878E67963}"/>
              </a:ext>
            </a:extLst>
          </p:cNvPr>
          <p:cNvSpPr>
            <a:spLocks noGrp="1"/>
          </p:cNvSpPr>
          <p:nvPr>
            <p:ph type="title"/>
          </p:nvPr>
        </p:nvSpPr>
        <p:spPr/>
        <p:txBody>
          <a:bodyPr/>
          <a:lstStyle/>
          <a:p>
            <a:r>
              <a:rPr lang="en-US" noProof="0" dirty="0"/>
              <a:t>Product Breakdown: Differentiators</a:t>
            </a:r>
          </a:p>
        </p:txBody>
      </p:sp>
      <p:sp>
        <p:nvSpPr>
          <p:cNvPr id="5" name="Content Placeholder 4">
            <a:extLst>
              <a:ext uri="{FF2B5EF4-FFF2-40B4-BE49-F238E27FC236}">
                <a16:creationId xmlns:a16="http://schemas.microsoft.com/office/drawing/2014/main" id="{52CF77BD-0CA0-EEEA-8E2C-FBE7CCFC5C7A}"/>
              </a:ext>
            </a:extLst>
          </p:cNvPr>
          <p:cNvSpPr>
            <a:spLocks noGrp="1"/>
          </p:cNvSpPr>
          <p:nvPr>
            <p:ph sz="quarter" idx="13"/>
          </p:nvPr>
        </p:nvSpPr>
        <p:spPr>
          <a:xfrm>
            <a:off x="731838" y="1052961"/>
            <a:ext cx="11102975" cy="215503"/>
          </a:xfrm>
        </p:spPr>
        <p:txBody>
          <a:bodyPr/>
          <a:lstStyle/>
          <a:p>
            <a:r>
              <a:rPr lang="en-US" noProof="0" dirty="0"/>
              <a:t>The company has drastically improved its profitability by ramping up new value-added services and products</a:t>
            </a:r>
          </a:p>
        </p:txBody>
      </p:sp>
      <p:sp>
        <p:nvSpPr>
          <p:cNvPr id="4" name="Text Placeholder 3">
            <a:extLst>
              <a:ext uri="{FF2B5EF4-FFF2-40B4-BE49-F238E27FC236}">
                <a16:creationId xmlns:a16="http://schemas.microsoft.com/office/drawing/2014/main" id="{772DD7FB-0A8E-AC35-6F11-46633041E1B4}"/>
              </a:ext>
            </a:extLst>
          </p:cNvPr>
          <p:cNvSpPr>
            <a:spLocks noGrp="1"/>
          </p:cNvSpPr>
          <p:nvPr>
            <p:ph type="body" sz="quarter" idx="36"/>
          </p:nvPr>
        </p:nvSpPr>
        <p:spPr/>
        <p:txBody>
          <a:bodyPr/>
          <a:lstStyle/>
          <a:p>
            <a:endParaRPr lang="pt-BR"/>
          </a:p>
        </p:txBody>
      </p:sp>
      <p:sp>
        <p:nvSpPr>
          <p:cNvPr id="16" name="Rectangle: Rounded Corners 15">
            <a:extLst>
              <a:ext uri="{FF2B5EF4-FFF2-40B4-BE49-F238E27FC236}">
                <a16:creationId xmlns:a16="http://schemas.microsoft.com/office/drawing/2014/main" id="{695264A6-FD72-B3EB-0E73-EA3E1623C7D2}"/>
              </a:ext>
            </a:extLst>
          </p:cNvPr>
          <p:cNvSpPr/>
          <p:nvPr/>
        </p:nvSpPr>
        <p:spPr>
          <a:xfrm>
            <a:off x="-397608" y="1449389"/>
            <a:ext cx="3330118" cy="4563822"/>
          </a:xfrm>
          <a:prstGeom prst="roundRect">
            <a:avLst>
              <a:gd name="adj" fmla="val 56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en-US" sz="1200" noProof="0" dirty="0">
              <a:solidFill>
                <a:schemeClr val="tx1"/>
              </a:solidFill>
              <a:latin typeface="+mj-lt"/>
              <a:ea typeface="Source Serif Pro" panose="02040603050405020204" pitchFamily="18" charset="0"/>
            </a:endParaRPr>
          </a:p>
        </p:txBody>
      </p:sp>
      <p:sp>
        <p:nvSpPr>
          <p:cNvPr id="22" name="Content Placeholder 25">
            <a:extLst>
              <a:ext uri="{FF2B5EF4-FFF2-40B4-BE49-F238E27FC236}">
                <a16:creationId xmlns:a16="http://schemas.microsoft.com/office/drawing/2014/main" id="{92D97F33-2C53-3A70-09E6-BAD109DDA465}"/>
              </a:ext>
            </a:extLst>
          </p:cNvPr>
          <p:cNvSpPr txBox="1">
            <a:spLocks/>
          </p:cNvSpPr>
          <p:nvPr/>
        </p:nvSpPr>
        <p:spPr>
          <a:xfrm>
            <a:off x="1228522" y="1698799"/>
            <a:ext cx="934764" cy="215444"/>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00"/>
              </a:spcAft>
            </a:pPr>
            <a:r>
              <a:rPr lang="en-US" sz="1400" noProof="0" dirty="0">
                <a:solidFill>
                  <a:schemeClr val="bg1"/>
                </a:solidFill>
                <a:latin typeface="Poppins Medium" panose="00000600000000000000" pitchFamily="2" charset="0"/>
                <a:cs typeface="Poppins Medium" panose="00000600000000000000" pitchFamily="2" charset="0"/>
              </a:rPr>
              <a:t>Glycerin</a:t>
            </a:r>
            <a:endParaRPr lang="en-US" sz="1050" noProof="0" dirty="0">
              <a:solidFill>
                <a:schemeClr val="bg1"/>
              </a:solidFill>
              <a:latin typeface="Poppins Medium" panose="00000600000000000000" pitchFamily="2" charset="0"/>
              <a:cs typeface="Poppins Medium" panose="00000600000000000000" pitchFamily="2" charset="0"/>
            </a:endParaRPr>
          </a:p>
        </p:txBody>
      </p:sp>
      <p:sp>
        <p:nvSpPr>
          <p:cNvPr id="23" name="Content Placeholder 25">
            <a:extLst>
              <a:ext uri="{FF2B5EF4-FFF2-40B4-BE49-F238E27FC236}">
                <a16:creationId xmlns:a16="http://schemas.microsoft.com/office/drawing/2014/main" id="{72DBAD90-0685-6972-2324-B953CFF93A55}"/>
              </a:ext>
            </a:extLst>
          </p:cNvPr>
          <p:cNvSpPr txBox="1">
            <a:spLocks/>
          </p:cNvSpPr>
          <p:nvPr/>
        </p:nvSpPr>
        <p:spPr>
          <a:xfrm>
            <a:off x="1228522" y="3563666"/>
            <a:ext cx="773966" cy="215444"/>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00"/>
              </a:spcAft>
            </a:pPr>
            <a:r>
              <a:rPr lang="en-US" sz="1400" noProof="0" dirty="0">
                <a:solidFill>
                  <a:schemeClr val="bg1"/>
                </a:solidFill>
                <a:latin typeface="Poppins Medium" panose="00000600000000000000" pitchFamily="2" charset="0"/>
                <a:cs typeface="Poppins Medium" panose="00000600000000000000" pitchFamily="2" charset="0"/>
              </a:rPr>
              <a:t>Services</a:t>
            </a:r>
            <a:endParaRPr lang="en-US" sz="1000" noProof="0" dirty="0">
              <a:solidFill>
                <a:schemeClr val="bg1"/>
              </a:solidFill>
              <a:latin typeface="Poppins Medium" panose="00000600000000000000" pitchFamily="2" charset="0"/>
              <a:cs typeface="Poppins Medium" panose="00000600000000000000" pitchFamily="2" charset="0"/>
            </a:endParaRPr>
          </a:p>
        </p:txBody>
      </p:sp>
      <p:sp>
        <p:nvSpPr>
          <p:cNvPr id="24" name="Content Placeholder 25">
            <a:extLst>
              <a:ext uri="{FF2B5EF4-FFF2-40B4-BE49-F238E27FC236}">
                <a16:creationId xmlns:a16="http://schemas.microsoft.com/office/drawing/2014/main" id="{9E8D6267-97F3-6A1D-66C2-93D91223CE02}"/>
              </a:ext>
            </a:extLst>
          </p:cNvPr>
          <p:cNvSpPr txBox="1">
            <a:spLocks/>
          </p:cNvSpPr>
          <p:nvPr/>
        </p:nvSpPr>
        <p:spPr>
          <a:xfrm>
            <a:off x="1228522" y="4189578"/>
            <a:ext cx="1023132" cy="430887"/>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00"/>
              </a:spcAft>
            </a:pPr>
            <a:r>
              <a:rPr lang="en-US" sz="1400" noProof="0" dirty="0">
                <a:solidFill>
                  <a:schemeClr val="bg1"/>
                </a:solidFill>
                <a:latin typeface="Poppins Medium" panose="00000600000000000000" pitchFamily="2" charset="0"/>
                <a:cs typeface="Poppins Medium" panose="00000600000000000000" pitchFamily="2" charset="0"/>
              </a:rPr>
              <a:t>Xanthan Gum</a:t>
            </a:r>
            <a:endParaRPr lang="en-US" sz="1000" noProof="0" dirty="0">
              <a:solidFill>
                <a:schemeClr val="bg1"/>
              </a:solidFill>
              <a:latin typeface="Poppins Medium" panose="00000600000000000000" pitchFamily="2" charset="0"/>
              <a:cs typeface="Poppins Medium" panose="00000600000000000000" pitchFamily="2" charset="0"/>
            </a:endParaRPr>
          </a:p>
        </p:txBody>
      </p:sp>
      <p:sp>
        <p:nvSpPr>
          <p:cNvPr id="25" name="Content Placeholder 25">
            <a:extLst>
              <a:ext uri="{FF2B5EF4-FFF2-40B4-BE49-F238E27FC236}">
                <a16:creationId xmlns:a16="http://schemas.microsoft.com/office/drawing/2014/main" id="{08708418-24B0-8362-29D7-23D494CE8291}"/>
              </a:ext>
            </a:extLst>
          </p:cNvPr>
          <p:cNvSpPr txBox="1">
            <a:spLocks/>
          </p:cNvSpPr>
          <p:nvPr/>
        </p:nvSpPr>
        <p:spPr>
          <a:xfrm>
            <a:off x="1228522" y="2889642"/>
            <a:ext cx="934764" cy="430887"/>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00"/>
              </a:spcAft>
            </a:pPr>
            <a:r>
              <a:rPr lang="en-US" sz="1400" noProof="0" dirty="0">
                <a:solidFill>
                  <a:schemeClr val="bg1"/>
                </a:solidFill>
                <a:latin typeface="Poppins Medium" panose="00000600000000000000" pitchFamily="2" charset="0"/>
                <a:cs typeface="Poppins Medium" panose="00000600000000000000" pitchFamily="2" charset="0"/>
              </a:rPr>
              <a:t>Soy Lecithin</a:t>
            </a:r>
            <a:endParaRPr lang="en-US" sz="1000" noProof="0" dirty="0">
              <a:solidFill>
                <a:schemeClr val="bg1"/>
              </a:solidFill>
              <a:latin typeface="Poppins Medium" panose="00000600000000000000" pitchFamily="2" charset="0"/>
              <a:cs typeface="Poppins Medium" panose="00000600000000000000" pitchFamily="2" charset="0"/>
            </a:endParaRPr>
          </a:p>
        </p:txBody>
      </p:sp>
      <p:sp>
        <p:nvSpPr>
          <p:cNvPr id="61" name="Content Placeholder 25">
            <a:extLst>
              <a:ext uri="{FF2B5EF4-FFF2-40B4-BE49-F238E27FC236}">
                <a16:creationId xmlns:a16="http://schemas.microsoft.com/office/drawing/2014/main" id="{D621A246-02C8-E67D-A23E-9F219391ADA4}"/>
              </a:ext>
            </a:extLst>
          </p:cNvPr>
          <p:cNvSpPr txBox="1">
            <a:spLocks/>
          </p:cNvSpPr>
          <p:nvPr/>
        </p:nvSpPr>
        <p:spPr>
          <a:xfrm>
            <a:off x="1228522" y="2230889"/>
            <a:ext cx="934764" cy="430887"/>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00"/>
              </a:spcAft>
            </a:pPr>
            <a:r>
              <a:rPr lang="en-US" sz="1400" noProof="0" dirty="0">
                <a:solidFill>
                  <a:schemeClr val="bg1"/>
                </a:solidFill>
                <a:latin typeface="Poppins Medium" panose="00000600000000000000" pitchFamily="2" charset="0"/>
                <a:cs typeface="Poppins Medium" panose="00000600000000000000" pitchFamily="2" charset="0"/>
              </a:rPr>
              <a:t>Hydrating Nucleus</a:t>
            </a:r>
            <a:endParaRPr lang="en-US" sz="1000" noProof="0" dirty="0">
              <a:solidFill>
                <a:schemeClr val="bg1"/>
              </a:solidFill>
              <a:latin typeface="Poppins Medium" panose="00000600000000000000" pitchFamily="2" charset="0"/>
              <a:cs typeface="Poppins Medium" panose="00000600000000000000" pitchFamily="2" charset="0"/>
            </a:endParaRPr>
          </a:p>
        </p:txBody>
      </p:sp>
      <p:sp>
        <p:nvSpPr>
          <p:cNvPr id="64" name="Content Placeholder 25">
            <a:extLst>
              <a:ext uri="{FF2B5EF4-FFF2-40B4-BE49-F238E27FC236}">
                <a16:creationId xmlns:a16="http://schemas.microsoft.com/office/drawing/2014/main" id="{2456C1D0-9B6E-5F81-7625-4A7F806CA5CE}"/>
              </a:ext>
            </a:extLst>
          </p:cNvPr>
          <p:cNvSpPr txBox="1">
            <a:spLocks/>
          </p:cNvSpPr>
          <p:nvPr/>
        </p:nvSpPr>
        <p:spPr>
          <a:xfrm>
            <a:off x="1228522" y="5578191"/>
            <a:ext cx="934764" cy="215444"/>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00"/>
              </a:spcAft>
            </a:pPr>
            <a:r>
              <a:rPr lang="en-US" sz="1400" noProof="0" dirty="0">
                <a:solidFill>
                  <a:schemeClr val="bg1"/>
                </a:solidFill>
                <a:latin typeface="Poppins Medium" panose="00000600000000000000" pitchFamily="2" charset="0"/>
                <a:cs typeface="Poppins Medium" panose="00000600000000000000" pitchFamily="2" charset="0"/>
              </a:rPr>
              <a:t>Others</a:t>
            </a:r>
            <a:endParaRPr lang="en-US" sz="1000" noProof="0" dirty="0">
              <a:solidFill>
                <a:schemeClr val="bg1"/>
              </a:solidFill>
              <a:latin typeface="Poppins Medium" panose="00000600000000000000" pitchFamily="2" charset="0"/>
              <a:cs typeface="Poppins Medium" panose="00000600000000000000" pitchFamily="2" charset="0"/>
            </a:endParaRPr>
          </a:p>
        </p:txBody>
      </p:sp>
      <p:sp>
        <p:nvSpPr>
          <p:cNvPr id="104" name="Content Placeholder 25">
            <a:extLst>
              <a:ext uri="{FF2B5EF4-FFF2-40B4-BE49-F238E27FC236}">
                <a16:creationId xmlns:a16="http://schemas.microsoft.com/office/drawing/2014/main" id="{61EC60FC-B584-B485-5A64-96135A9239EF}"/>
              </a:ext>
            </a:extLst>
          </p:cNvPr>
          <p:cNvSpPr txBox="1">
            <a:spLocks/>
          </p:cNvSpPr>
          <p:nvPr/>
        </p:nvSpPr>
        <p:spPr>
          <a:xfrm>
            <a:off x="1228522" y="4914176"/>
            <a:ext cx="1023132" cy="215444"/>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00"/>
              </a:spcAft>
            </a:pPr>
            <a:r>
              <a:rPr lang="en-US" sz="1400" noProof="0" dirty="0">
                <a:solidFill>
                  <a:schemeClr val="bg1"/>
                </a:solidFill>
                <a:latin typeface="Poppins Medium" panose="00000600000000000000" pitchFamily="2" charset="0"/>
                <a:cs typeface="Poppins Medium" panose="00000600000000000000" pitchFamily="2" charset="0"/>
              </a:rPr>
              <a:t>Oils</a:t>
            </a:r>
          </a:p>
        </p:txBody>
      </p:sp>
      <p:sp>
        <p:nvSpPr>
          <p:cNvPr id="119" name="Oval 118">
            <a:extLst>
              <a:ext uri="{FF2B5EF4-FFF2-40B4-BE49-F238E27FC236}">
                <a16:creationId xmlns:a16="http://schemas.microsoft.com/office/drawing/2014/main" id="{CF4A889A-E85F-37C0-46A3-4DD06856A800}"/>
              </a:ext>
            </a:extLst>
          </p:cNvPr>
          <p:cNvSpPr/>
          <p:nvPr/>
        </p:nvSpPr>
        <p:spPr>
          <a:xfrm>
            <a:off x="731838" y="1626247"/>
            <a:ext cx="329770" cy="32977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sz="1050" b="1" noProof="0" dirty="0">
                <a:solidFill>
                  <a:schemeClr val="bg1"/>
                </a:solidFill>
                <a:latin typeface="+mj-lt"/>
                <a:ea typeface="Source Serif Pro" panose="02040603050405020204" pitchFamily="18" charset="0"/>
              </a:rPr>
              <a:t>1</a:t>
            </a:r>
          </a:p>
        </p:txBody>
      </p:sp>
      <p:sp>
        <p:nvSpPr>
          <p:cNvPr id="120" name="Oval 119">
            <a:extLst>
              <a:ext uri="{FF2B5EF4-FFF2-40B4-BE49-F238E27FC236}">
                <a16:creationId xmlns:a16="http://schemas.microsoft.com/office/drawing/2014/main" id="{95103787-CD43-CFD9-DBE7-B97B6DE00C55}"/>
              </a:ext>
            </a:extLst>
          </p:cNvPr>
          <p:cNvSpPr/>
          <p:nvPr/>
        </p:nvSpPr>
        <p:spPr>
          <a:xfrm>
            <a:off x="731838" y="2250670"/>
            <a:ext cx="329770" cy="32977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sz="1050" b="1" noProof="0" dirty="0">
                <a:solidFill>
                  <a:schemeClr val="bg1"/>
                </a:solidFill>
                <a:latin typeface="+mj-lt"/>
                <a:ea typeface="Source Serif Pro" panose="02040603050405020204" pitchFamily="18" charset="0"/>
              </a:rPr>
              <a:t>2</a:t>
            </a:r>
          </a:p>
        </p:txBody>
      </p:sp>
      <p:sp>
        <p:nvSpPr>
          <p:cNvPr id="121" name="Oval 120">
            <a:extLst>
              <a:ext uri="{FF2B5EF4-FFF2-40B4-BE49-F238E27FC236}">
                <a16:creationId xmlns:a16="http://schemas.microsoft.com/office/drawing/2014/main" id="{5B48B104-8CC7-5B5D-9257-AD1ACECA8092}"/>
              </a:ext>
            </a:extLst>
          </p:cNvPr>
          <p:cNvSpPr/>
          <p:nvPr/>
        </p:nvSpPr>
        <p:spPr>
          <a:xfrm>
            <a:off x="731838" y="2909423"/>
            <a:ext cx="329770" cy="32977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sz="1050" b="1" noProof="0" dirty="0">
                <a:solidFill>
                  <a:schemeClr val="bg1"/>
                </a:solidFill>
                <a:latin typeface="+mj-lt"/>
                <a:ea typeface="Source Serif Pro" panose="02040603050405020204" pitchFamily="18" charset="0"/>
              </a:rPr>
              <a:t>3</a:t>
            </a:r>
          </a:p>
        </p:txBody>
      </p:sp>
      <p:sp>
        <p:nvSpPr>
          <p:cNvPr id="122" name="Oval 121">
            <a:extLst>
              <a:ext uri="{FF2B5EF4-FFF2-40B4-BE49-F238E27FC236}">
                <a16:creationId xmlns:a16="http://schemas.microsoft.com/office/drawing/2014/main" id="{0AD213DF-01FE-7810-0ED0-42FCD128C8C2}"/>
              </a:ext>
            </a:extLst>
          </p:cNvPr>
          <p:cNvSpPr/>
          <p:nvPr/>
        </p:nvSpPr>
        <p:spPr>
          <a:xfrm>
            <a:off x="731838" y="3583447"/>
            <a:ext cx="329770" cy="32977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sz="1050" b="1" noProof="0" dirty="0">
                <a:solidFill>
                  <a:schemeClr val="bg1"/>
                </a:solidFill>
                <a:latin typeface="+mj-lt"/>
                <a:ea typeface="Source Serif Pro" panose="02040603050405020204" pitchFamily="18" charset="0"/>
              </a:rPr>
              <a:t>4</a:t>
            </a:r>
          </a:p>
        </p:txBody>
      </p:sp>
      <p:sp>
        <p:nvSpPr>
          <p:cNvPr id="123" name="Oval 122">
            <a:extLst>
              <a:ext uri="{FF2B5EF4-FFF2-40B4-BE49-F238E27FC236}">
                <a16:creationId xmlns:a16="http://schemas.microsoft.com/office/drawing/2014/main" id="{3FC7FDF9-ED0F-887B-C72D-12EE9CBE9205}"/>
              </a:ext>
            </a:extLst>
          </p:cNvPr>
          <p:cNvSpPr/>
          <p:nvPr/>
        </p:nvSpPr>
        <p:spPr>
          <a:xfrm>
            <a:off x="731838" y="4209359"/>
            <a:ext cx="329770" cy="32977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sz="1050" b="1" noProof="0" dirty="0">
                <a:solidFill>
                  <a:schemeClr val="bg1"/>
                </a:solidFill>
                <a:latin typeface="+mj-lt"/>
                <a:ea typeface="Source Serif Pro" panose="02040603050405020204" pitchFamily="18" charset="0"/>
              </a:rPr>
              <a:t>5</a:t>
            </a:r>
          </a:p>
        </p:txBody>
      </p:sp>
      <p:sp>
        <p:nvSpPr>
          <p:cNvPr id="124" name="Oval 123">
            <a:extLst>
              <a:ext uri="{FF2B5EF4-FFF2-40B4-BE49-F238E27FC236}">
                <a16:creationId xmlns:a16="http://schemas.microsoft.com/office/drawing/2014/main" id="{9FE6FC19-90A0-EBEE-6D42-052A312F3F20}"/>
              </a:ext>
            </a:extLst>
          </p:cNvPr>
          <p:cNvSpPr/>
          <p:nvPr/>
        </p:nvSpPr>
        <p:spPr>
          <a:xfrm>
            <a:off x="731838" y="4852929"/>
            <a:ext cx="329770" cy="32977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sz="1050" b="1" noProof="0" dirty="0">
                <a:solidFill>
                  <a:schemeClr val="bg1"/>
                </a:solidFill>
                <a:latin typeface="+mj-lt"/>
                <a:ea typeface="Source Serif Pro" panose="02040603050405020204" pitchFamily="18" charset="0"/>
              </a:rPr>
              <a:t>6</a:t>
            </a:r>
          </a:p>
        </p:txBody>
      </p:sp>
      <p:sp>
        <p:nvSpPr>
          <p:cNvPr id="125" name="Oval 124">
            <a:extLst>
              <a:ext uri="{FF2B5EF4-FFF2-40B4-BE49-F238E27FC236}">
                <a16:creationId xmlns:a16="http://schemas.microsoft.com/office/drawing/2014/main" id="{C1294DD4-67C3-0152-EA83-B11C03D4415C}"/>
              </a:ext>
            </a:extLst>
          </p:cNvPr>
          <p:cNvSpPr/>
          <p:nvPr/>
        </p:nvSpPr>
        <p:spPr>
          <a:xfrm>
            <a:off x="731838" y="5505639"/>
            <a:ext cx="329770" cy="32977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sz="1050" b="1" noProof="0" dirty="0">
                <a:solidFill>
                  <a:schemeClr val="bg1"/>
                </a:solidFill>
                <a:latin typeface="+mj-lt"/>
                <a:ea typeface="Source Serif Pro" panose="02040603050405020204" pitchFamily="18" charset="0"/>
              </a:rPr>
              <a:t>7</a:t>
            </a:r>
          </a:p>
        </p:txBody>
      </p:sp>
      <p:sp>
        <p:nvSpPr>
          <p:cNvPr id="2055" name="Content Placeholder 25">
            <a:extLst>
              <a:ext uri="{FF2B5EF4-FFF2-40B4-BE49-F238E27FC236}">
                <a16:creationId xmlns:a16="http://schemas.microsoft.com/office/drawing/2014/main" id="{4E9491C7-F225-32FA-6E4D-ED9269F1D4C6}"/>
              </a:ext>
            </a:extLst>
          </p:cNvPr>
          <p:cNvSpPr txBox="1">
            <a:spLocks/>
          </p:cNvSpPr>
          <p:nvPr/>
        </p:nvSpPr>
        <p:spPr>
          <a:xfrm>
            <a:off x="3181661" y="1637545"/>
            <a:ext cx="686300" cy="285779"/>
          </a:xfrm>
          <a:prstGeom prst="rect">
            <a:avLst/>
          </a:prstGeom>
        </p:spPr>
        <p:txBody>
          <a:bodyPr vert="horz" wrap="square" lIns="0" tIns="36000" rIns="0" bIns="0" rtlCol="0" anchor="t">
            <a:spAutoFit/>
          </a:bodyPr>
          <a:lstStyle>
            <a:defPPr>
              <a:defRPr lang="pt-BR"/>
            </a:defPPr>
            <a:lvl1pPr>
              <a:lnSpc>
                <a:spcPct val="110000"/>
              </a:lnSpc>
              <a:defRPr sz="800">
                <a:latin typeface="+mj-lt"/>
                <a:ea typeface="Source Serif Pro Light" panose="02040303050405020204" pitchFamily="18" charset="0"/>
                <a:cs typeface="Roboto" panose="020000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2"/>
                </a:solidFill>
                <a:latin typeface="Poppins SemiBold" panose="00000700000000000000" pitchFamily="2" charset="0"/>
                <a:cs typeface="Poppins SemiBold" panose="00000700000000000000" pitchFamily="2" charset="0"/>
              </a:rPr>
              <a:t>Gross Profit </a:t>
            </a:r>
          </a:p>
          <a:p>
            <a:r>
              <a:rPr lang="en-US" sz="700" dirty="0"/>
              <a:t>(Million USD)</a:t>
            </a:r>
          </a:p>
        </p:txBody>
      </p:sp>
      <p:sp>
        <p:nvSpPr>
          <p:cNvPr id="2058" name="Content Placeholder 25">
            <a:extLst>
              <a:ext uri="{FF2B5EF4-FFF2-40B4-BE49-F238E27FC236}">
                <a16:creationId xmlns:a16="http://schemas.microsoft.com/office/drawing/2014/main" id="{07850DCC-7DA1-4A85-88A9-DB630171B9CC}"/>
              </a:ext>
            </a:extLst>
          </p:cNvPr>
          <p:cNvSpPr txBox="1">
            <a:spLocks/>
          </p:cNvSpPr>
          <p:nvPr/>
        </p:nvSpPr>
        <p:spPr>
          <a:xfrm>
            <a:off x="3181661" y="2281451"/>
            <a:ext cx="686300" cy="285779"/>
          </a:xfrm>
          <a:prstGeom prst="rect">
            <a:avLst/>
          </a:prstGeom>
        </p:spPr>
        <p:txBody>
          <a:bodyPr vert="horz" wrap="square" lIns="0" tIns="36000" rIns="0" bIns="0" rtlCol="0" anchor="t">
            <a:spAutoFit/>
          </a:bodyPr>
          <a:lstStyle>
            <a:defPPr>
              <a:defRPr lang="pt-BR"/>
            </a:defPPr>
            <a:lvl1pPr>
              <a:lnSpc>
                <a:spcPct val="110000"/>
              </a:lnSpc>
              <a:defRPr sz="800">
                <a:latin typeface="+mj-lt"/>
                <a:ea typeface="Source Serif Pro Light" panose="02040303050405020204" pitchFamily="18" charset="0"/>
                <a:cs typeface="Roboto" panose="020000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2"/>
                </a:solidFill>
                <a:latin typeface="Poppins SemiBold" panose="00000700000000000000" pitchFamily="2" charset="0"/>
                <a:cs typeface="Poppins SemiBold" panose="00000700000000000000" pitchFamily="2" charset="0"/>
              </a:rPr>
              <a:t>Gross Profit </a:t>
            </a:r>
          </a:p>
          <a:p>
            <a:r>
              <a:rPr lang="en-US" sz="700" dirty="0"/>
              <a:t>(Million USD)</a:t>
            </a:r>
          </a:p>
        </p:txBody>
      </p:sp>
      <p:sp>
        <p:nvSpPr>
          <p:cNvPr id="2060" name="Content Placeholder 25">
            <a:extLst>
              <a:ext uri="{FF2B5EF4-FFF2-40B4-BE49-F238E27FC236}">
                <a16:creationId xmlns:a16="http://schemas.microsoft.com/office/drawing/2014/main" id="{A68B0365-F901-6089-2DB2-88B88E17E012}"/>
              </a:ext>
            </a:extLst>
          </p:cNvPr>
          <p:cNvSpPr txBox="1">
            <a:spLocks/>
          </p:cNvSpPr>
          <p:nvPr/>
        </p:nvSpPr>
        <p:spPr>
          <a:xfrm>
            <a:off x="3181661" y="2931420"/>
            <a:ext cx="686300" cy="285779"/>
          </a:xfrm>
          <a:prstGeom prst="rect">
            <a:avLst/>
          </a:prstGeom>
        </p:spPr>
        <p:txBody>
          <a:bodyPr vert="horz" wrap="square" lIns="0" tIns="36000" rIns="0" bIns="0" rtlCol="0" anchor="t">
            <a:spAutoFit/>
          </a:bodyPr>
          <a:lstStyle>
            <a:defPPr>
              <a:defRPr lang="pt-BR"/>
            </a:defPPr>
            <a:lvl1pPr>
              <a:lnSpc>
                <a:spcPct val="110000"/>
              </a:lnSpc>
              <a:defRPr sz="800">
                <a:latin typeface="+mj-lt"/>
                <a:ea typeface="Source Serif Pro Light" panose="02040303050405020204" pitchFamily="18" charset="0"/>
                <a:cs typeface="Roboto" panose="020000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2"/>
                </a:solidFill>
                <a:latin typeface="Poppins SemiBold" panose="00000700000000000000" pitchFamily="2" charset="0"/>
                <a:cs typeface="Poppins SemiBold" panose="00000700000000000000" pitchFamily="2" charset="0"/>
              </a:rPr>
              <a:t>Gross</a:t>
            </a:r>
            <a:r>
              <a:rPr lang="en-US" dirty="0"/>
              <a:t> </a:t>
            </a:r>
            <a:r>
              <a:rPr lang="en-US" dirty="0">
                <a:solidFill>
                  <a:schemeClr val="bg2"/>
                </a:solidFill>
                <a:latin typeface="Poppins SemiBold" panose="00000700000000000000" pitchFamily="2" charset="0"/>
                <a:cs typeface="Poppins SemiBold" panose="00000700000000000000" pitchFamily="2" charset="0"/>
              </a:rPr>
              <a:t>Profit</a:t>
            </a:r>
            <a:r>
              <a:rPr lang="en-US" dirty="0"/>
              <a:t> </a:t>
            </a:r>
          </a:p>
          <a:p>
            <a:r>
              <a:rPr lang="en-US" sz="700" dirty="0"/>
              <a:t>(Million USD)</a:t>
            </a:r>
          </a:p>
        </p:txBody>
      </p:sp>
      <p:sp>
        <p:nvSpPr>
          <p:cNvPr id="2063" name="Content Placeholder 25">
            <a:extLst>
              <a:ext uri="{FF2B5EF4-FFF2-40B4-BE49-F238E27FC236}">
                <a16:creationId xmlns:a16="http://schemas.microsoft.com/office/drawing/2014/main" id="{8A1F7406-1810-7DEF-8761-273F9876D76C}"/>
              </a:ext>
            </a:extLst>
          </p:cNvPr>
          <p:cNvSpPr txBox="1">
            <a:spLocks/>
          </p:cNvSpPr>
          <p:nvPr/>
        </p:nvSpPr>
        <p:spPr>
          <a:xfrm>
            <a:off x="3181661" y="3581389"/>
            <a:ext cx="686300" cy="285779"/>
          </a:xfrm>
          <a:prstGeom prst="rect">
            <a:avLst/>
          </a:prstGeom>
        </p:spPr>
        <p:txBody>
          <a:bodyPr vert="horz" wrap="square" lIns="0" tIns="36000" rIns="0" bIns="0" rtlCol="0" anchor="t">
            <a:spAutoFit/>
          </a:bodyPr>
          <a:lstStyle>
            <a:defPPr>
              <a:defRPr lang="pt-BR"/>
            </a:defPPr>
            <a:lvl1pPr>
              <a:lnSpc>
                <a:spcPct val="110000"/>
              </a:lnSpc>
              <a:defRPr sz="800">
                <a:latin typeface="+mj-lt"/>
                <a:ea typeface="Source Serif Pro Light" panose="02040303050405020204" pitchFamily="18" charset="0"/>
                <a:cs typeface="Roboto" panose="020000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2"/>
                </a:solidFill>
                <a:latin typeface="Poppins SemiBold" panose="00000700000000000000" pitchFamily="2" charset="0"/>
                <a:cs typeface="Poppins SemiBold" panose="00000700000000000000" pitchFamily="2" charset="0"/>
              </a:rPr>
              <a:t>Gross Profit </a:t>
            </a:r>
          </a:p>
          <a:p>
            <a:r>
              <a:rPr lang="en-US" sz="700" dirty="0"/>
              <a:t>(Million USD)</a:t>
            </a:r>
          </a:p>
        </p:txBody>
      </p:sp>
      <p:sp>
        <p:nvSpPr>
          <p:cNvPr id="2066" name="Content Placeholder 25">
            <a:extLst>
              <a:ext uri="{FF2B5EF4-FFF2-40B4-BE49-F238E27FC236}">
                <a16:creationId xmlns:a16="http://schemas.microsoft.com/office/drawing/2014/main" id="{E74054B5-94E3-44F5-A3B4-7B48DC2260BD}"/>
              </a:ext>
            </a:extLst>
          </p:cNvPr>
          <p:cNvSpPr txBox="1">
            <a:spLocks/>
          </p:cNvSpPr>
          <p:nvPr/>
        </p:nvSpPr>
        <p:spPr>
          <a:xfrm>
            <a:off x="3181661" y="4231358"/>
            <a:ext cx="686300" cy="285779"/>
          </a:xfrm>
          <a:prstGeom prst="rect">
            <a:avLst/>
          </a:prstGeom>
        </p:spPr>
        <p:txBody>
          <a:bodyPr vert="horz" wrap="square" lIns="0" tIns="36000" rIns="0" bIns="0" rtlCol="0" anchor="t">
            <a:spAutoFit/>
          </a:bodyPr>
          <a:lstStyle>
            <a:defPPr>
              <a:defRPr lang="pt-BR"/>
            </a:defPPr>
            <a:lvl1pPr>
              <a:lnSpc>
                <a:spcPct val="110000"/>
              </a:lnSpc>
              <a:defRPr sz="800">
                <a:latin typeface="+mj-lt"/>
                <a:ea typeface="Source Serif Pro Light" panose="02040303050405020204" pitchFamily="18" charset="0"/>
                <a:cs typeface="Roboto" panose="020000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2"/>
                </a:solidFill>
                <a:latin typeface="Poppins SemiBold" panose="00000700000000000000" pitchFamily="2" charset="0"/>
                <a:cs typeface="Poppins SemiBold" panose="00000700000000000000" pitchFamily="2" charset="0"/>
              </a:rPr>
              <a:t>Gross Profit </a:t>
            </a:r>
          </a:p>
          <a:p>
            <a:r>
              <a:rPr lang="en-US" sz="700" dirty="0"/>
              <a:t>(Million USD)</a:t>
            </a:r>
          </a:p>
        </p:txBody>
      </p:sp>
      <p:sp>
        <p:nvSpPr>
          <p:cNvPr id="2069" name="Content Placeholder 25">
            <a:extLst>
              <a:ext uri="{FF2B5EF4-FFF2-40B4-BE49-F238E27FC236}">
                <a16:creationId xmlns:a16="http://schemas.microsoft.com/office/drawing/2014/main" id="{8E2A9F5F-9798-896B-88E1-F0AC31F7D4F0}"/>
              </a:ext>
            </a:extLst>
          </p:cNvPr>
          <p:cNvSpPr txBox="1">
            <a:spLocks/>
          </p:cNvSpPr>
          <p:nvPr/>
        </p:nvSpPr>
        <p:spPr>
          <a:xfrm>
            <a:off x="3181661" y="4881327"/>
            <a:ext cx="686300" cy="285779"/>
          </a:xfrm>
          <a:prstGeom prst="rect">
            <a:avLst/>
          </a:prstGeom>
        </p:spPr>
        <p:txBody>
          <a:bodyPr vert="horz" wrap="square" lIns="0" tIns="36000" rIns="0" bIns="0" rtlCol="0" anchor="t">
            <a:spAutoFit/>
          </a:bodyPr>
          <a:lstStyle>
            <a:defPPr>
              <a:defRPr lang="pt-BR"/>
            </a:defPPr>
            <a:lvl1pPr>
              <a:lnSpc>
                <a:spcPct val="110000"/>
              </a:lnSpc>
              <a:defRPr sz="800">
                <a:latin typeface="+mj-lt"/>
                <a:ea typeface="Source Serif Pro Light" panose="02040303050405020204" pitchFamily="18" charset="0"/>
                <a:cs typeface="Roboto" panose="020000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2"/>
                </a:solidFill>
                <a:latin typeface="Poppins SemiBold" panose="00000700000000000000" pitchFamily="2" charset="0"/>
                <a:cs typeface="Poppins SemiBold" panose="00000700000000000000" pitchFamily="2" charset="0"/>
              </a:rPr>
              <a:t>Gross Profit </a:t>
            </a:r>
          </a:p>
          <a:p>
            <a:r>
              <a:rPr lang="en-US" sz="700" dirty="0"/>
              <a:t>(Million USD)</a:t>
            </a:r>
          </a:p>
        </p:txBody>
      </p:sp>
      <p:graphicFrame>
        <p:nvGraphicFramePr>
          <p:cNvPr id="2053" name="Content Placeholder 163">
            <a:extLst>
              <a:ext uri="{FF2B5EF4-FFF2-40B4-BE49-F238E27FC236}">
                <a16:creationId xmlns:a16="http://schemas.microsoft.com/office/drawing/2014/main" id="{D8DECF06-E5FB-5E50-1197-7D832AC7CD7F}"/>
              </a:ext>
            </a:extLst>
          </p:cNvPr>
          <p:cNvGraphicFramePr>
            <a:graphicFrameLocks/>
          </p:cNvGraphicFramePr>
          <p:nvPr/>
        </p:nvGraphicFramePr>
        <p:xfrm>
          <a:off x="4139792" y="1527853"/>
          <a:ext cx="2283273" cy="50516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057" name="Content Placeholder 163">
            <a:extLst>
              <a:ext uri="{FF2B5EF4-FFF2-40B4-BE49-F238E27FC236}">
                <a16:creationId xmlns:a16="http://schemas.microsoft.com/office/drawing/2014/main" id="{D89F3605-5635-2A5A-0A79-BC9F2218B6C8}"/>
              </a:ext>
            </a:extLst>
          </p:cNvPr>
          <p:cNvGraphicFramePr>
            <a:graphicFrameLocks/>
          </p:cNvGraphicFramePr>
          <p:nvPr/>
        </p:nvGraphicFramePr>
        <p:xfrm>
          <a:off x="4139792" y="2171758"/>
          <a:ext cx="2283273" cy="50516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59" name="Content Placeholder 163">
            <a:extLst>
              <a:ext uri="{FF2B5EF4-FFF2-40B4-BE49-F238E27FC236}">
                <a16:creationId xmlns:a16="http://schemas.microsoft.com/office/drawing/2014/main" id="{2804424B-F137-45F2-5D20-3E8C6E0E2030}"/>
              </a:ext>
            </a:extLst>
          </p:cNvPr>
          <p:cNvGraphicFramePr>
            <a:graphicFrameLocks/>
          </p:cNvGraphicFramePr>
          <p:nvPr/>
        </p:nvGraphicFramePr>
        <p:xfrm>
          <a:off x="4139792" y="2821725"/>
          <a:ext cx="2283273" cy="50516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061" name="Content Placeholder 163">
            <a:extLst>
              <a:ext uri="{FF2B5EF4-FFF2-40B4-BE49-F238E27FC236}">
                <a16:creationId xmlns:a16="http://schemas.microsoft.com/office/drawing/2014/main" id="{4D1838E6-5566-E066-5CF9-5E79F0E76BEE}"/>
              </a:ext>
            </a:extLst>
          </p:cNvPr>
          <p:cNvGraphicFramePr>
            <a:graphicFrameLocks/>
          </p:cNvGraphicFramePr>
          <p:nvPr/>
        </p:nvGraphicFramePr>
        <p:xfrm>
          <a:off x="4139792" y="3471692"/>
          <a:ext cx="2283273" cy="505163"/>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065" name="Content Placeholder 163">
            <a:extLst>
              <a:ext uri="{FF2B5EF4-FFF2-40B4-BE49-F238E27FC236}">
                <a16:creationId xmlns:a16="http://schemas.microsoft.com/office/drawing/2014/main" id="{98F254C4-5D6F-ECF0-EAEE-8049ADB6D625}"/>
              </a:ext>
            </a:extLst>
          </p:cNvPr>
          <p:cNvGraphicFramePr>
            <a:graphicFrameLocks/>
          </p:cNvGraphicFramePr>
          <p:nvPr/>
        </p:nvGraphicFramePr>
        <p:xfrm>
          <a:off x="4139792" y="4121659"/>
          <a:ext cx="2283273" cy="505163"/>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067" name="Content Placeholder 163">
            <a:extLst>
              <a:ext uri="{FF2B5EF4-FFF2-40B4-BE49-F238E27FC236}">
                <a16:creationId xmlns:a16="http://schemas.microsoft.com/office/drawing/2014/main" id="{519D0084-34DD-A43B-E42D-B33DA9797D8C}"/>
              </a:ext>
            </a:extLst>
          </p:cNvPr>
          <p:cNvGraphicFramePr>
            <a:graphicFrameLocks/>
          </p:cNvGraphicFramePr>
          <p:nvPr/>
        </p:nvGraphicFramePr>
        <p:xfrm>
          <a:off x="4139792" y="4771627"/>
          <a:ext cx="2283273" cy="505163"/>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2071" name="Content Placeholder 163">
            <a:extLst>
              <a:ext uri="{FF2B5EF4-FFF2-40B4-BE49-F238E27FC236}">
                <a16:creationId xmlns:a16="http://schemas.microsoft.com/office/drawing/2014/main" id="{808E55AF-703A-2DF4-D1E5-D51C75B64E15}"/>
              </a:ext>
            </a:extLst>
          </p:cNvPr>
          <p:cNvGraphicFramePr>
            <a:graphicFrameLocks/>
          </p:cNvGraphicFramePr>
          <p:nvPr/>
        </p:nvGraphicFramePr>
        <p:xfrm>
          <a:off x="4139792" y="5432971"/>
          <a:ext cx="2283273" cy="505163"/>
        </p:xfrm>
        <a:graphic>
          <a:graphicData uri="http://schemas.openxmlformats.org/drawingml/2006/chart">
            <c:chart xmlns:c="http://schemas.openxmlformats.org/drawingml/2006/chart" xmlns:r="http://schemas.openxmlformats.org/officeDocument/2006/relationships" r:id="rId8"/>
          </a:graphicData>
        </a:graphic>
      </p:graphicFrame>
      <p:sp>
        <p:nvSpPr>
          <p:cNvPr id="2073" name="Content Placeholder 25">
            <a:extLst>
              <a:ext uri="{FF2B5EF4-FFF2-40B4-BE49-F238E27FC236}">
                <a16:creationId xmlns:a16="http://schemas.microsoft.com/office/drawing/2014/main" id="{52F0E65B-D865-0300-C030-5091078ECE1C}"/>
              </a:ext>
            </a:extLst>
          </p:cNvPr>
          <p:cNvSpPr txBox="1">
            <a:spLocks/>
          </p:cNvSpPr>
          <p:nvPr/>
        </p:nvSpPr>
        <p:spPr>
          <a:xfrm>
            <a:off x="3181661" y="5542663"/>
            <a:ext cx="686300" cy="285779"/>
          </a:xfrm>
          <a:prstGeom prst="rect">
            <a:avLst/>
          </a:prstGeom>
        </p:spPr>
        <p:txBody>
          <a:bodyPr vert="horz" wrap="square" lIns="0" tIns="36000" rIns="0" bIns="0" rtlCol="0" anchor="t">
            <a:spAutoFit/>
          </a:bodyPr>
          <a:lstStyle>
            <a:defPPr>
              <a:defRPr lang="pt-BR"/>
            </a:defPPr>
            <a:lvl1pPr>
              <a:lnSpc>
                <a:spcPct val="110000"/>
              </a:lnSpc>
              <a:defRPr sz="800">
                <a:latin typeface="+mj-lt"/>
                <a:ea typeface="Source Serif Pro Light" panose="02040303050405020204" pitchFamily="18" charset="0"/>
                <a:cs typeface="Roboto" panose="020000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2"/>
                </a:solidFill>
                <a:latin typeface="Poppins SemiBold" panose="00000700000000000000" pitchFamily="2" charset="0"/>
                <a:cs typeface="Poppins SemiBold" panose="00000700000000000000" pitchFamily="2" charset="0"/>
              </a:rPr>
              <a:t>Gross Profit </a:t>
            </a:r>
          </a:p>
          <a:p>
            <a:r>
              <a:rPr lang="en-US" sz="700" dirty="0"/>
              <a:t>(Million USD)</a:t>
            </a:r>
          </a:p>
        </p:txBody>
      </p:sp>
      <p:sp>
        <p:nvSpPr>
          <p:cNvPr id="18" name="Rectangle 17">
            <a:extLst>
              <a:ext uri="{FF2B5EF4-FFF2-40B4-BE49-F238E27FC236}">
                <a16:creationId xmlns:a16="http://schemas.microsoft.com/office/drawing/2014/main" id="{273B7EDB-D80C-F6C4-AA7F-088A2097446F}"/>
              </a:ext>
            </a:extLst>
          </p:cNvPr>
          <p:cNvSpPr/>
          <p:nvPr/>
        </p:nvSpPr>
        <p:spPr>
          <a:xfrm>
            <a:off x="9441504" y="1533001"/>
            <a:ext cx="1001133" cy="4948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200" dirty="0">
                <a:solidFill>
                  <a:schemeClr val="accent2"/>
                </a:solidFill>
                <a:latin typeface="+mj-lt"/>
                <a:ea typeface="Source Serif Pro" panose="02040603050405020204" pitchFamily="18" charset="0"/>
              </a:rPr>
              <a:t>Segmento</a:t>
            </a:r>
            <a:endParaRPr lang="es-CO" sz="1200" dirty="0" err="1">
              <a:solidFill>
                <a:schemeClr val="accent2"/>
              </a:solidFill>
              <a:latin typeface="+mj-lt"/>
              <a:ea typeface="Source Serif Pro" panose="02040603050405020204" pitchFamily="18" charset="0"/>
            </a:endParaRPr>
          </a:p>
        </p:txBody>
      </p:sp>
      <p:pic>
        <p:nvPicPr>
          <p:cNvPr id="26" name="Imagen 40">
            <a:extLst>
              <a:ext uri="{FF2B5EF4-FFF2-40B4-BE49-F238E27FC236}">
                <a16:creationId xmlns:a16="http://schemas.microsoft.com/office/drawing/2014/main" id="{9DF1CE66-FECB-B1A7-68E2-897348083C5B}"/>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10745410" y="1651019"/>
            <a:ext cx="958946" cy="258830"/>
          </a:xfrm>
          <a:prstGeom prst="rect">
            <a:avLst/>
          </a:prstGeom>
        </p:spPr>
      </p:pic>
      <p:sp>
        <p:nvSpPr>
          <p:cNvPr id="44" name="Rectangle 43">
            <a:extLst>
              <a:ext uri="{FF2B5EF4-FFF2-40B4-BE49-F238E27FC236}">
                <a16:creationId xmlns:a16="http://schemas.microsoft.com/office/drawing/2014/main" id="{9D4FACAC-199B-9B8D-D8D0-536B45B033FE}"/>
              </a:ext>
            </a:extLst>
          </p:cNvPr>
          <p:cNvSpPr/>
          <p:nvPr/>
        </p:nvSpPr>
        <p:spPr>
          <a:xfrm>
            <a:off x="9441504" y="2192907"/>
            <a:ext cx="1001133" cy="4948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200" dirty="0">
                <a:solidFill>
                  <a:schemeClr val="accent2"/>
                </a:solidFill>
                <a:latin typeface="+mj-lt"/>
                <a:ea typeface="Source Serif Pro" panose="02040603050405020204" pitchFamily="18" charset="0"/>
              </a:rPr>
              <a:t>Segmento</a:t>
            </a:r>
            <a:endParaRPr lang="es-CO" sz="1200" dirty="0" err="1">
              <a:solidFill>
                <a:schemeClr val="accent2"/>
              </a:solidFill>
              <a:latin typeface="+mj-lt"/>
              <a:ea typeface="Source Serif Pro" panose="02040603050405020204" pitchFamily="18" charset="0"/>
            </a:endParaRPr>
          </a:p>
        </p:txBody>
      </p:sp>
      <p:pic>
        <p:nvPicPr>
          <p:cNvPr id="45" name="Imagen 40">
            <a:extLst>
              <a:ext uri="{FF2B5EF4-FFF2-40B4-BE49-F238E27FC236}">
                <a16:creationId xmlns:a16="http://schemas.microsoft.com/office/drawing/2014/main" id="{6794C195-E716-4A8E-C69A-3CAB3CF11C37}"/>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10745410" y="2310925"/>
            <a:ext cx="958946" cy="258830"/>
          </a:xfrm>
          <a:prstGeom prst="rect">
            <a:avLst/>
          </a:prstGeom>
        </p:spPr>
      </p:pic>
      <p:sp>
        <p:nvSpPr>
          <p:cNvPr id="52" name="Rectangle 51">
            <a:extLst>
              <a:ext uri="{FF2B5EF4-FFF2-40B4-BE49-F238E27FC236}">
                <a16:creationId xmlns:a16="http://schemas.microsoft.com/office/drawing/2014/main" id="{7A494D3E-D6B8-907C-DED3-9A698373781B}"/>
              </a:ext>
            </a:extLst>
          </p:cNvPr>
          <p:cNvSpPr/>
          <p:nvPr/>
        </p:nvSpPr>
        <p:spPr>
          <a:xfrm>
            <a:off x="9441504" y="2852813"/>
            <a:ext cx="1001133" cy="4948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200" dirty="0">
                <a:solidFill>
                  <a:schemeClr val="accent2"/>
                </a:solidFill>
                <a:latin typeface="+mj-lt"/>
                <a:ea typeface="Source Serif Pro" panose="02040603050405020204" pitchFamily="18" charset="0"/>
              </a:rPr>
              <a:t>Segmento</a:t>
            </a:r>
            <a:endParaRPr lang="es-CO" sz="1200" dirty="0" err="1">
              <a:solidFill>
                <a:schemeClr val="accent2"/>
              </a:solidFill>
              <a:latin typeface="+mj-lt"/>
              <a:ea typeface="Source Serif Pro" panose="02040603050405020204" pitchFamily="18" charset="0"/>
            </a:endParaRPr>
          </a:p>
        </p:txBody>
      </p:sp>
      <p:pic>
        <p:nvPicPr>
          <p:cNvPr id="65" name="Imagen 40">
            <a:extLst>
              <a:ext uri="{FF2B5EF4-FFF2-40B4-BE49-F238E27FC236}">
                <a16:creationId xmlns:a16="http://schemas.microsoft.com/office/drawing/2014/main" id="{BD65DCE2-885E-06ED-1A1D-571E19A51675}"/>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10745410" y="2970831"/>
            <a:ext cx="958946" cy="258830"/>
          </a:xfrm>
          <a:prstGeom prst="rect">
            <a:avLst/>
          </a:prstGeom>
        </p:spPr>
      </p:pic>
      <p:sp>
        <p:nvSpPr>
          <p:cNvPr id="74" name="Rectangle 73">
            <a:extLst>
              <a:ext uri="{FF2B5EF4-FFF2-40B4-BE49-F238E27FC236}">
                <a16:creationId xmlns:a16="http://schemas.microsoft.com/office/drawing/2014/main" id="{F5912548-F5B9-80FF-231A-9AFEECBD333A}"/>
              </a:ext>
            </a:extLst>
          </p:cNvPr>
          <p:cNvSpPr/>
          <p:nvPr/>
        </p:nvSpPr>
        <p:spPr>
          <a:xfrm>
            <a:off x="9441504" y="3512719"/>
            <a:ext cx="1001133" cy="4948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200" dirty="0">
                <a:solidFill>
                  <a:schemeClr val="accent2"/>
                </a:solidFill>
                <a:latin typeface="+mj-lt"/>
                <a:ea typeface="Source Serif Pro" panose="02040603050405020204" pitchFamily="18" charset="0"/>
              </a:rPr>
              <a:t>Segmento</a:t>
            </a:r>
            <a:endParaRPr lang="es-CO" sz="1200" dirty="0" err="1">
              <a:solidFill>
                <a:schemeClr val="accent2"/>
              </a:solidFill>
              <a:latin typeface="+mj-lt"/>
              <a:ea typeface="Source Serif Pro" panose="02040603050405020204" pitchFamily="18" charset="0"/>
            </a:endParaRPr>
          </a:p>
        </p:txBody>
      </p:sp>
      <p:pic>
        <p:nvPicPr>
          <p:cNvPr id="75" name="Imagen 40">
            <a:extLst>
              <a:ext uri="{FF2B5EF4-FFF2-40B4-BE49-F238E27FC236}">
                <a16:creationId xmlns:a16="http://schemas.microsoft.com/office/drawing/2014/main" id="{B2C505F9-0DE2-28E6-C954-DD984ADFD2B8}"/>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10745410" y="3630737"/>
            <a:ext cx="958946" cy="258830"/>
          </a:xfrm>
          <a:prstGeom prst="rect">
            <a:avLst/>
          </a:prstGeom>
        </p:spPr>
      </p:pic>
      <p:sp>
        <p:nvSpPr>
          <p:cNvPr id="84" name="Rectangle 83">
            <a:extLst>
              <a:ext uri="{FF2B5EF4-FFF2-40B4-BE49-F238E27FC236}">
                <a16:creationId xmlns:a16="http://schemas.microsoft.com/office/drawing/2014/main" id="{F5853F69-4AF7-44B5-FD29-52E283945060}"/>
              </a:ext>
            </a:extLst>
          </p:cNvPr>
          <p:cNvSpPr/>
          <p:nvPr/>
        </p:nvSpPr>
        <p:spPr>
          <a:xfrm>
            <a:off x="9441504" y="4172625"/>
            <a:ext cx="1001133" cy="4948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200" dirty="0">
                <a:solidFill>
                  <a:schemeClr val="accent2"/>
                </a:solidFill>
                <a:latin typeface="+mj-lt"/>
                <a:ea typeface="Source Serif Pro" panose="02040603050405020204" pitchFamily="18" charset="0"/>
              </a:rPr>
              <a:t>Segmento</a:t>
            </a:r>
            <a:endParaRPr lang="es-CO" sz="1200" dirty="0" err="1">
              <a:solidFill>
                <a:schemeClr val="accent2"/>
              </a:solidFill>
              <a:latin typeface="+mj-lt"/>
              <a:ea typeface="Source Serif Pro" panose="02040603050405020204" pitchFamily="18" charset="0"/>
            </a:endParaRPr>
          </a:p>
        </p:txBody>
      </p:sp>
      <p:pic>
        <p:nvPicPr>
          <p:cNvPr id="85" name="Imagen 40">
            <a:extLst>
              <a:ext uri="{FF2B5EF4-FFF2-40B4-BE49-F238E27FC236}">
                <a16:creationId xmlns:a16="http://schemas.microsoft.com/office/drawing/2014/main" id="{8B044DB2-9D6F-0C5D-85D3-75877F435D39}"/>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10745410" y="4290643"/>
            <a:ext cx="958946" cy="258830"/>
          </a:xfrm>
          <a:prstGeom prst="rect">
            <a:avLst/>
          </a:prstGeom>
        </p:spPr>
      </p:pic>
      <p:sp>
        <p:nvSpPr>
          <p:cNvPr id="94" name="Rectangle 93">
            <a:extLst>
              <a:ext uri="{FF2B5EF4-FFF2-40B4-BE49-F238E27FC236}">
                <a16:creationId xmlns:a16="http://schemas.microsoft.com/office/drawing/2014/main" id="{B344A8D0-7350-F8A6-9440-319DE31BFF96}"/>
              </a:ext>
            </a:extLst>
          </p:cNvPr>
          <p:cNvSpPr/>
          <p:nvPr/>
        </p:nvSpPr>
        <p:spPr>
          <a:xfrm>
            <a:off x="9441504" y="5438119"/>
            <a:ext cx="1001133" cy="4948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200" dirty="0">
                <a:solidFill>
                  <a:schemeClr val="accent2"/>
                </a:solidFill>
                <a:latin typeface="+mj-lt"/>
                <a:ea typeface="Source Serif Pro" panose="02040603050405020204" pitchFamily="18" charset="0"/>
              </a:rPr>
              <a:t>Segmento</a:t>
            </a:r>
            <a:endParaRPr lang="es-CO" sz="1200" dirty="0" err="1">
              <a:solidFill>
                <a:schemeClr val="accent2"/>
              </a:solidFill>
              <a:latin typeface="+mj-lt"/>
              <a:ea typeface="Source Serif Pro" panose="02040603050405020204" pitchFamily="18" charset="0"/>
            </a:endParaRPr>
          </a:p>
        </p:txBody>
      </p:sp>
      <p:pic>
        <p:nvPicPr>
          <p:cNvPr id="95" name="Imagen 40">
            <a:extLst>
              <a:ext uri="{FF2B5EF4-FFF2-40B4-BE49-F238E27FC236}">
                <a16:creationId xmlns:a16="http://schemas.microsoft.com/office/drawing/2014/main" id="{D0CC0C89-A5B8-C056-77C9-5450A97B7B69}"/>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10745410" y="5556137"/>
            <a:ext cx="958946" cy="258830"/>
          </a:xfrm>
          <a:prstGeom prst="rect">
            <a:avLst/>
          </a:prstGeom>
        </p:spPr>
      </p:pic>
      <p:grpSp>
        <p:nvGrpSpPr>
          <p:cNvPr id="2054" name="Group 2053">
            <a:extLst>
              <a:ext uri="{FF2B5EF4-FFF2-40B4-BE49-F238E27FC236}">
                <a16:creationId xmlns:a16="http://schemas.microsoft.com/office/drawing/2014/main" id="{EFC55F98-AD89-3134-C365-D5E2BE4D2EB9}"/>
              </a:ext>
            </a:extLst>
          </p:cNvPr>
          <p:cNvGrpSpPr/>
          <p:nvPr/>
        </p:nvGrpSpPr>
        <p:grpSpPr>
          <a:xfrm>
            <a:off x="6725838" y="1524716"/>
            <a:ext cx="2412893" cy="4416555"/>
            <a:chOff x="6694893" y="1524716"/>
            <a:chExt cx="2691783" cy="4416555"/>
          </a:xfrm>
        </p:grpSpPr>
        <p:grpSp>
          <p:nvGrpSpPr>
            <p:cNvPr id="10" name="Group 9">
              <a:extLst>
                <a:ext uri="{FF2B5EF4-FFF2-40B4-BE49-F238E27FC236}">
                  <a16:creationId xmlns:a16="http://schemas.microsoft.com/office/drawing/2014/main" id="{B73C797F-AF98-F82F-53F2-24C97E67B2F4}"/>
                </a:ext>
              </a:extLst>
            </p:cNvPr>
            <p:cNvGrpSpPr/>
            <p:nvPr/>
          </p:nvGrpSpPr>
          <p:grpSpPr>
            <a:xfrm>
              <a:off x="6694895" y="1524716"/>
              <a:ext cx="1264065" cy="511437"/>
              <a:chOff x="7595140" y="1661420"/>
              <a:chExt cx="1122745" cy="1093091"/>
            </a:xfrm>
          </p:grpSpPr>
          <p:sp>
            <p:nvSpPr>
              <p:cNvPr id="6" name="Rectángulo: esquinas redondeadas 30">
                <a:extLst>
                  <a:ext uri="{FF2B5EF4-FFF2-40B4-BE49-F238E27FC236}">
                    <a16:creationId xmlns:a16="http://schemas.microsoft.com/office/drawing/2014/main" id="{10B114BD-2B6E-0092-E887-7DA113B04B8A}"/>
                  </a:ext>
                </a:extLst>
              </p:cNvPr>
              <p:cNvSpPr/>
              <p:nvPr/>
            </p:nvSpPr>
            <p:spPr>
              <a:xfrm>
                <a:off x="7595140"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7" name="TextBox 6">
                <a:extLst>
                  <a:ext uri="{FF2B5EF4-FFF2-40B4-BE49-F238E27FC236}">
                    <a16:creationId xmlns:a16="http://schemas.microsoft.com/office/drawing/2014/main" id="{743FF335-2717-6E50-FCAC-5BFA626BA1DB}"/>
                  </a:ext>
                </a:extLst>
              </p:cNvPr>
              <p:cNvSpPr txBox="1"/>
              <p:nvPr/>
            </p:nvSpPr>
            <p:spPr>
              <a:xfrm>
                <a:off x="7638960" y="1761034"/>
                <a:ext cx="1035113" cy="893869"/>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41</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Gross Margin 24’</a:t>
                </a:r>
              </a:p>
            </p:txBody>
          </p:sp>
        </p:grpSp>
        <p:grpSp>
          <p:nvGrpSpPr>
            <p:cNvPr id="11" name="Group 10">
              <a:extLst>
                <a:ext uri="{FF2B5EF4-FFF2-40B4-BE49-F238E27FC236}">
                  <a16:creationId xmlns:a16="http://schemas.microsoft.com/office/drawing/2014/main" id="{D682D07F-1B2A-4B64-776C-997771052AF6}"/>
                </a:ext>
              </a:extLst>
            </p:cNvPr>
            <p:cNvGrpSpPr/>
            <p:nvPr/>
          </p:nvGrpSpPr>
          <p:grpSpPr>
            <a:xfrm>
              <a:off x="8122611" y="1524716"/>
              <a:ext cx="1264065" cy="511437"/>
              <a:chOff x="7595141" y="1661420"/>
              <a:chExt cx="1122745" cy="1093091"/>
            </a:xfrm>
          </p:grpSpPr>
          <p:sp>
            <p:nvSpPr>
              <p:cNvPr id="12" name="Rectángulo: esquinas redondeadas 30">
                <a:extLst>
                  <a:ext uri="{FF2B5EF4-FFF2-40B4-BE49-F238E27FC236}">
                    <a16:creationId xmlns:a16="http://schemas.microsoft.com/office/drawing/2014/main" id="{89C3A557-8CF7-1D65-8231-3ABBDF331B18}"/>
                  </a:ext>
                </a:extLst>
              </p:cNvPr>
              <p:cNvSpPr/>
              <p:nvPr/>
            </p:nvSpPr>
            <p:spPr>
              <a:xfrm>
                <a:off x="7595141"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17" name="TextBox 16">
                <a:extLst>
                  <a:ext uri="{FF2B5EF4-FFF2-40B4-BE49-F238E27FC236}">
                    <a16:creationId xmlns:a16="http://schemas.microsoft.com/office/drawing/2014/main" id="{A53C749A-CBFF-9F72-714D-653CF691AF31}"/>
                  </a:ext>
                </a:extLst>
              </p:cNvPr>
              <p:cNvSpPr txBox="1"/>
              <p:nvPr/>
            </p:nvSpPr>
            <p:spPr>
              <a:xfrm>
                <a:off x="7638961" y="1829730"/>
                <a:ext cx="1035113" cy="756481"/>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15</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CAGR 22'-24’</a:t>
                </a:r>
              </a:p>
            </p:txBody>
          </p:sp>
        </p:grpSp>
        <p:grpSp>
          <p:nvGrpSpPr>
            <p:cNvPr id="34" name="Group 33">
              <a:extLst>
                <a:ext uri="{FF2B5EF4-FFF2-40B4-BE49-F238E27FC236}">
                  <a16:creationId xmlns:a16="http://schemas.microsoft.com/office/drawing/2014/main" id="{96010F9D-EDD2-4AED-3A03-3E2720A49B96}"/>
                </a:ext>
              </a:extLst>
            </p:cNvPr>
            <p:cNvGrpSpPr/>
            <p:nvPr/>
          </p:nvGrpSpPr>
          <p:grpSpPr>
            <a:xfrm>
              <a:off x="6694895" y="2175569"/>
              <a:ext cx="1264065" cy="511437"/>
              <a:chOff x="7595143" y="1661420"/>
              <a:chExt cx="1122745" cy="1093091"/>
            </a:xfrm>
          </p:grpSpPr>
          <p:sp>
            <p:nvSpPr>
              <p:cNvPr id="36" name="Rectángulo: esquinas redondeadas 30">
                <a:extLst>
                  <a:ext uri="{FF2B5EF4-FFF2-40B4-BE49-F238E27FC236}">
                    <a16:creationId xmlns:a16="http://schemas.microsoft.com/office/drawing/2014/main" id="{DA1862AC-2647-08C6-7C67-3E76FF631B17}"/>
                  </a:ext>
                </a:extLst>
              </p:cNvPr>
              <p:cNvSpPr/>
              <p:nvPr/>
            </p:nvSpPr>
            <p:spPr>
              <a:xfrm>
                <a:off x="7595143"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40" name="TextBox 39">
                <a:extLst>
                  <a:ext uri="{FF2B5EF4-FFF2-40B4-BE49-F238E27FC236}">
                    <a16:creationId xmlns:a16="http://schemas.microsoft.com/office/drawing/2014/main" id="{33822009-10B5-2C5B-30BD-689934395B42}"/>
                  </a:ext>
                </a:extLst>
              </p:cNvPr>
              <p:cNvSpPr txBox="1"/>
              <p:nvPr/>
            </p:nvSpPr>
            <p:spPr>
              <a:xfrm>
                <a:off x="7638963" y="1829730"/>
                <a:ext cx="1035113" cy="756480"/>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53</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Gross Margin 24’</a:t>
                </a:r>
              </a:p>
            </p:txBody>
          </p:sp>
        </p:grpSp>
        <p:grpSp>
          <p:nvGrpSpPr>
            <p:cNvPr id="41" name="Group 40">
              <a:extLst>
                <a:ext uri="{FF2B5EF4-FFF2-40B4-BE49-F238E27FC236}">
                  <a16:creationId xmlns:a16="http://schemas.microsoft.com/office/drawing/2014/main" id="{87C8F01A-3F7C-D84C-DE08-E04A5C86430D}"/>
                </a:ext>
              </a:extLst>
            </p:cNvPr>
            <p:cNvGrpSpPr/>
            <p:nvPr/>
          </p:nvGrpSpPr>
          <p:grpSpPr>
            <a:xfrm>
              <a:off x="8122611" y="2175569"/>
              <a:ext cx="1264065" cy="511437"/>
              <a:chOff x="7595143" y="1661420"/>
              <a:chExt cx="1122745" cy="1093091"/>
            </a:xfrm>
          </p:grpSpPr>
          <p:sp>
            <p:nvSpPr>
              <p:cNvPr id="42" name="Rectángulo: esquinas redondeadas 30">
                <a:extLst>
                  <a:ext uri="{FF2B5EF4-FFF2-40B4-BE49-F238E27FC236}">
                    <a16:creationId xmlns:a16="http://schemas.microsoft.com/office/drawing/2014/main" id="{A6BCF01D-95CA-FE51-CC2A-6C12CE98D144}"/>
                  </a:ext>
                </a:extLst>
              </p:cNvPr>
              <p:cNvSpPr/>
              <p:nvPr/>
            </p:nvSpPr>
            <p:spPr>
              <a:xfrm>
                <a:off x="7595143"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43" name="TextBox 42">
                <a:extLst>
                  <a:ext uri="{FF2B5EF4-FFF2-40B4-BE49-F238E27FC236}">
                    <a16:creationId xmlns:a16="http://schemas.microsoft.com/office/drawing/2014/main" id="{1ED53B22-4F05-7A3E-F2B3-88E5446523A4}"/>
                  </a:ext>
                </a:extLst>
              </p:cNvPr>
              <p:cNvSpPr txBox="1"/>
              <p:nvPr/>
            </p:nvSpPr>
            <p:spPr>
              <a:xfrm>
                <a:off x="7638961" y="1829730"/>
                <a:ext cx="1035113" cy="756480"/>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125</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CAGR 22'-24’</a:t>
                </a:r>
              </a:p>
            </p:txBody>
          </p:sp>
        </p:grpSp>
        <p:grpSp>
          <p:nvGrpSpPr>
            <p:cNvPr id="48" name="Group 47">
              <a:extLst>
                <a:ext uri="{FF2B5EF4-FFF2-40B4-BE49-F238E27FC236}">
                  <a16:creationId xmlns:a16="http://schemas.microsoft.com/office/drawing/2014/main" id="{5C258102-589D-34C8-6169-713389C49B50}"/>
                </a:ext>
              </a:extLst>
            </p:cNvPr>
            <p:cNvGrpSpPr/>
            <p:nvPr/>
          </p:nvGrpSpPr>
          <p:grpSpPr>
            <a:xfrm>
              <a:off x="6694895" y="2826422"/>
              <a:ext cx="1264065" cy="511437"/>
              <a:chOff x="7595140" y="1661420"/>
              <a:chExt cx="1122745" cy="1093091"/>
            </a:xfrm>
          </p:grpSpPr>
          <p:sp>
            <p:nvSpPr>
              <p:cNvPr id="68" name="Rectángulo: esquinas redondeadas 30">
                <a:extLst>
                  <a:ext uri="{FF2B5EF4-FFF2-40B4-BE49-F238E27FC236}">
                    <a16:creationId xmlns:a16="http://schemas.microsoft.com/office/drawing/2014/main" id="{2D549233-6CF6-9E30-98A3-8864B40465C2}"/>
                  </a:ext>
                </a:extLst>
              </p:cNvPr>
              <p:cNvSpPr/>
              <p:nvPr/>
            </p:nvSpPr>
            <p:spPr>
              <a:xfrm>
                <a:off x="7595140"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69" name="TextBox 68">
                <a:extLst>
                  <a:ext uri="{FF2B5EF4-FFF2-40B4-BE49-F238E27FC236}">
                    <a16:creationId xmlns:a16="http://schemas.microsoft.com/office/drawing/2014/main" id="{31DAD11E-C782-6460-EAF2-07295BA27425}"/>
                  </a:ext>
                </a:extLst>
              </p:cNvPr>
              <p:cNvSpPr txBox="1"/>
              <p:nvPr/>
            </p:nvSpPr>
            <p:spPr>
              <a:xfrm>
                <a:off x="7638960" y="1829730"/>
                <a:ext cx="1035113" cy="756480"/>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52</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Gross Margin 24’</a:t>
                </a:r>
              </a:p>
            </p:txBody>
          </p:sp>
        </p:grpSp>
        <p:grpSp>
          <p:nvGrpSpPr>
            <p:cNvPr id="49" name="Group 48">
              <a:extLst>
                <a:ext uri="{FF2B5EF4-FFF2-40B4-BE49-F238E27FC236}">
                  <a16:creationId xmlns:a16="http://schemas.microsoft.com/office/drawing/2014/main" id="{4B64C85A-1ECE-F8CB-5022-F4E2C0EFD3B0}"/>
                </a:ext>
              </a:extLst>
            </p:cNvPr>
            <p:cNvGrpSpPr/>
            <p:nvPr/>
          </p:nvGrpSpPr>
          <p:grpSpPr>
            <a:xfrm>
              <a:off x="8122611" y="2826422"/>
              <a:ext cx="1264065" cy="511437"/>
              <a:chOff x="7595141" y="1661420"/>
              <a:chExt cx="1122745" cy="1093091"/>
            </a:xfrm>
          </p:grpSpPr>
          <p:sp>
            <p:nvSpPr>
              <p:cNvPr id="66" name="Rectángulo: esquinas redondeadas 30">
                <a:extLst>
                  <a:ext uri="{FF2B5EF4-FFF2-40B4-BE49-F238E27FC236}">
                    <a16:creationId xmlns:a16="http://schemas.microsoft.com/office/drawing/2014/main" id="{DF9A3290-695C-0C8E-17AE-83CA1665D9A2}"/>
                  </a:ext>
                </a:extLst>
              </p:cNvPr>
              <p:cNvSpPr/>
              <p:nvPr/>
            </p:nvSpPr>
            <p:spPr>
              <a:xfrm>
                <a:off x="7595141"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67" name="TextBox 66">
                <a:extLst>
                  <a:ext uri="{FF2B5EF4-FFF2-40B4-BE49-F238E27FC236}">
                    <a16:creationId xmlns:a16="http://schemas.microsoft.com/office/drawing/2014/main" id="{4F09D8D2-45B9-7799-E30F-BB06187B2A5D}"/>
                  </a:ext>
                </a:extLst>
              </p:cNvPr>
              <p:cNvSpPr txBox="1"/>
              <p:nvPr/>
            </p:nvSpPr>
            <p:spPr>
              <a:xfrm>
                <a:off x="7638961" y="1829730"/>
                <a:ext cx="1035113" cy="756481"/>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22</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CAGR 22'-24’</a:t>
                </a:r>
              </a:p>
            </p:txBody>
          </p:sp>
        </p:grpSp>
        <p:grpSp>
          <p:nvGrpSpPr>
            <p:cNvPr id="71" name="Group 70">
              <a:extLst>
                <a:ext uri="{FF2B5EF4-FFF2-40B4-BE49-F238E27FC236}">
                  <a16:creationId xmlns:a16="http://schemas.microsoft.com/office/drawing/2014/main" id="{4032F4CE-0D4A-EC46-AC1C-BF6B7CDF0C0A}"/>
                </a:ext>
              </a:extLst>
            </p:cNvPr>
            <p:cNvGrpSpPr/>
            <p:nvPr/>
          </p:nvGrpSpPr>
          <p:grpSpPr>
            <a:xfrm>
              <a:off x="6694895" y="3477275"/>
              <a:ext cx="1264065" cy="511437"/>
              <a:chOff x="7595143" y="1661420"/>
              <a:chExt cx="1122745" cy="1093091"/>
            </a:xfrm>
          </p:grpSpPr>
          <p:sp>
            <p:nvSpPr>
              <p:cNvPr id="78" name="Rectángulo: esquinas redondeadas 30">
                <a:extLst>
                  <a:ext uri="{FF2B5EF4-FFF2-40B4-BE49-F238E27FC236}">
                    <a16:creationId xmlns:a16="http://schemas.microsoft.com/office/drawing/2014/main" id="{2267FB0D-104C-2743-0929-515896BDC629}"/>
                  </a:ext>
                </a:extLst>
              </p:cNvPr>
              <p:cNvSpPr/>
              <p:nvPr/>
            </p:nvSpPr>
            <p:spPr>
              <a:xfrm>
                <a:off x="7595143"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79" name="TextBox 78">
                <a:extLst>
                  <a:ext uri="{FF2B5EF4-FFF2-40B4-BE49-F238E27FC236}">
                    <a16:creationId xmlns:a16="http://schemas.microsoft.com/office/drawing/2014/main" id="{CFE88B79-7BF7-8E83-71F1-AC8220D46D3B}"/>
                  </a:ext>
                </a:extLst>
              </p:cNvPr>
              <p:cNvSpPr txBox="1"/>
              <p:nvPr/>
            </p:nvSpPr>
            <p:spPr>
              <a:xfrm>
                <a:off x="7638960" y="1829730"/>
                <a:ext cx="1035113" cy="756480"/>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50</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Gross Margin 24’</a:t>
                </a:r>
              </a:p>
            </p:txBody>
          </p:sp>
        </p:grpSp>
        <p:grpSp>
          <p:nvGrpSpPr>
            <p:cNvPr id="72" name="Group 71">
              <a:extLst>
                <a:ext uri="{FF2B5EF4-FFF2-40B4-BE49-F238E27FC236}">
                  <a16:creationId xmlns:a16="http://schemas.microsoft.com/office/drawing/2014/main" id="{E10B66CB-7C0E-5CF4-F854-9D196C3BD6A3}"/>
                </a:ext>
              </a:extLst>
            </p:cNvPr>
            <p:cNvGrpSpPr/>
            <p:nvPr/>
          </p:nvGrpSpPr>
          <p:grpSpPr>
            <a:xfrm>
              <a:off x="8122611" y="3477275"/>
              <a:ext cx="1264065" cy="511437"/>
              <a:chOff x="7595143" y="1661420"/>
              <a:chExt cx="1122745" cy="1093091"/>
            </a:xfrm>
          </p:grpSpPr>
          <p:sp>
            <p:nvSpPr>
              <p:cNvPr id="76" name="Rectángulo: esquinas redondeadas 30">
                <a:extLst>
                  <a:ext uri="{FF2B5EF4-FFF2-40B4-BE49-F238E27FC236}">
                    <a16:creationId xmlns:a16="http://schemas.microsoft.com/office/drawing/2014/main" id="{45C87B04-4C47-57B6-579B-86DA4C82924F}"/>
                  </a:ext>
                </a:extLst>
              </p:cNvPr>
              <p:cNvSpPr/>
              <p:nvPr/>
            </p:nvSpPr>
            <p:spPr>
              <a:xfrm>
                <a:off x="7595143"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77" name="TextBox 76">
                <a:extLst>
                  <a:ext uri="{FF2B5EF4-FFF2-40B4-BE49-F238E27FC236}">
                    <a16:creationId xmlns:a16="http://schemas.microsoft.com/office/drawing/2014/main" id="{FA99F27A-C9FC-D04E-8C1B-79C3ACD50E86}"/>
                  </a:ext>
                </a:extLst>
              </p:cNvPr>
              <p:cNvSpPr txBox="1"/>
              <p:nvPr/>
            </p:nvSpPr>
            <p:spPr>
              <a:xfrm>
                <a:off x="7638961" y="1829730"/>
                <a:ext cx="1035113" cy="756480"/>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388</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CAGR 22'-24’</a:t>
                </a:r>
              </a:p>
            </p:txBody>
          </p:sp>
        </p:grpSp>
        <p:grpSp>
          <p:nvGrpSpPr>
            <p:cNvPr id="81" name="Group 80">
              <a:extLst>
                <a:ext uri="{FF2B5EF4-FFF2-40B4-BE49-F238E27FC236}">
                  <a16:creationId xmlns:a16="http://schemas.microsoft.com/office/drawing/2014/main" id="{E1286BA5-4B87-4186-CB57-BBEEB5264B6D}"/>
                </a:ext>
              </a:extLst>
            </p:cNvPr>
            <p:cNvGrpSpPr/>
            <p:nvPr/>
          </p:nvGrpSpPr>
          <p:grpSpPr>
            <a:xfrm>
              <a:off x="6694895" y="4128128"/>
              <a:ext cx="1264065" cy="511437"/>
              <a:chOff x="7595140" y="1661420"/>
              <a:chExt cx="1122745" cy="1093091"/>
            </a:xfrm>
          </p:grpSpPr>
          <p:sp>
            <p:nvSpPr>
              <p:cNvPr id="88" name="Rectángulo: esquinas redondeadas 30">
                <a:extLst>
                  <a:ext uri="{FF2B5EF4-FFF2-40B4-BE49-F238E27FC236}">
                    <a16:creationId xmlns:a16="http://schemas.microsoft.com/office/drawing/2014/main" id="{F6644112-E5FE-FCF6-8F91-4FAA3EEA1C45}"/>
                  </a:ext>
                </a:extLst>
              </p:cNvPr>
              <p:cNvSpPr/>
              <p:nvPr/>
            </p:nvSpPr>
            <p:spPr>
              <a:xfrm>
                <a:off x="7595140"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90" name="TextBox 89">
                <a:extLst>
                  <a:ext uri="{FF2B5EF4-FFF2-40B4-BE49-F238E27FC236}">
                    <a16:creationId xmlns:a16="http://schemas.microsoft.com/office/drawing/2014/main" id="{C5CB1BD6-B669-B80D-012E-E1E2B8E18378}"/>
                  </a:ext>
                </a:extLst>
              </p:cNvPr>
              <p:cNvSpPr txBox="1"/>
              <p:nvPr/>
            </p:nvSpPr>
            <p:spPr>
              <a:xfrm>
                <a:off x="7638960" y="1829730"/>
                <a:ext cx="1035113" cy="756480"/>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40</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Gross Margin 24’</a:t>
                </a:r>
              </a:p>
            </p:txBody>
          </p:sp>
        </p:grpSp>
        <p:grpSp>
          <p:nvGrpSpPr>
            <p:cNvPr id="83" name="Group 82">
              <a:extLst>
                <a:ext uri="{FF2B5EF4-FFF2-40B4-BE49-F238E27FC236}">
                  <a16:creationId xmlns:a16="http://schemas.microsoft.com/office/drawing/2014/main" id="{12ADBFE8-53EC-D32E-9E57-C0BE3416449C}"/>
                </a:ext>
              </a:extLst>
            </p:cNvPr>
            <p:cNvGrpSpPr/>
            <p:nvPr/>
          </p:nvGrpSpPr>
          <p:grpSpPr>
            <a:xfrm>
              <a:off x="8122611" y="4128128"/>
              <a:ext cx="1264065" cy="511437"/>
              <a:chOff x="7595141" y="1661420"/>
              <a:chExt cx="1122745" cy="1093091"/>
            </a:xfrm>
          </p:grpSpPr>
          <p:sp>
            <p:nvSpPr>
              <p:cNvPr id="86" name="Rectángulo: esquinas redondeadas 30">
                <a:extLst>
                  <a:ext uri="{FF2B5EF4-FFF2-40B4-BE49-F238E27FC236}">
                    <a16:creationId xmlns:a16="http://schemas.microsoft.com/office/drawing/2014/main" id="{257538F6-E12D-37B8-BF8E-1125E66F80E9}"/>
                  </a:ext>
                </a:extLst>
              </p:cNvPr>
              <p:cNvSpPr/>
              <p:nvPr/>
            </p:nvSpPr>
            <p:spPr>
              <a:xfrm>
                <a:off x="7595141"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87" name="TextBox 86">
                <a:extLst>
                  <a:ext uri="{FF2B5EF4-FFF2-40B4-BE49-F238E27FC236}">
                    <a16:creationId xmlns:a16="http://schemas.microsoft.com/office/drawing/2014/main" id="{40A18983-7826-EB56-5F58-53960F9DF320}"/>
                  </a:ext>
                </a:extLst>
              </p:cNvPr>
              <p:cNvSpPr txBox="1"/>
              <p:nvPr/>
            </p:nvSpPr>
            <p:spPr>
              <a:xfrm>
                <a:off x="7638961" y="1829730"/>
                <a:ext cx="1035113" cy="756481"/>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96</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CAGR 22'-24’</a:t>
                </a:r>
              </a:p>
            </p:txBody>
          </p:sp>
        </p:grpSp>
        <p:grpSp>
          <p:nvGrpSpPr>
            <p:cNvPr id="92" name="Group 91">
              <a:extLst>
                <a:ext uri="{FF2B5EF4-FFF2-40B4-BE49-F238E27FC236}">
                  <a16:creationId xmlns:a16="http://schemas.microsoft.com/office/drawing/2014/main" id="{F2C2BD0F-51B7-C716-AD8F-C7E863C21D22}"/>
                </a:ext>
              </a:extLst>
            </p:cNvPr>
            <p:cNvGrpSpPr/>
            <p:nvPr/>
          </p:nvGrpSpPr>
          <p:grpSpPr>
            <a:xfrm>
              <a:off x="6694893" y="5429834"/>
              <a:ext cx="1264065" cy="511437"/>
              <a:chOff x="7595139" y="1661420"/>
              <a:chExt cx="1122745" cy="1093091"/>
            </a:xfrm>
          </p:grpSpPr>
          <p:sp>
            <p:nvSpPr>
              <p:cNvPr id="98" name="Rectángulo: esquinas redondeadas 30">
                <a:extLst>
                  <a:ext uri="{FF2B5EF4-FFF2-40B4-BE49-F238E27FC236}">
                    <a16:creationId xmlns:a16="http://schemas.microsoft.com/office/drawing/2014/main" id="{27E827DC-9F15-0B01-1E28-3CF525900BA3}"/>
                  </a:ext>
                </a:extLst>
              </p:cNvPr>
              <p:cNvSpPr/>
              <p:nvPr/>
            </p:nvSpPr>
            <p:spPr>
              <a:xfrm>
                <a:off x="7595139"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99" name="TextBox 98">
                <a:extLst>
                  <a:ext uri="{FF2B5EF4-FFF2-40B4-BE49-F238E27FC236}">
                    <a16:creationId xmlns:a16="http://schemas.microsoft.com/office/drawing/2014/main" id="{01B84E29-35CA-D7BD-C2A9-5BF00F613D45}"/>
                  </a:ext>
                </a:extLst>
              </p:cNvPr>
              <p:cNvSpPr txBox="1"/>
              <p:nvPr/>
            </p:nvSpPr>
            <p:spPr>
              <a:xfrm>
                <a:off x="7638960" y="1829730"/>
                <a:ext cx="1035113" cy="756480"/>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15</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Gross Margin 24’</a:t>
                </a:r>
              </a:p>
            </p:txBody>
          </p:sp>
        </p:grpSp>
        <p:grpSp>
          <p:nvGrpSpPr>
            <p:cNvPr id="93" name="Group 92">
              <a:extLst>
                <a:ext uri="{FF2B5EF4-FFF2-40B4-BE49-F238E27FC236}">
                  <a16:creationId xmlns:a16="http://schemas.microsoft.com/office/drawing/2014/main" id="{BB543BB0-ED63-E9C0-59AD-7766B771895F}"/>
                </a:ext>
              </a:extLst>
            </p:cNvPr>
            <p:cNvGrpSpPr/>
            <p:nvPr/>
          </p:nvGrpSpPr>
          <p:grpSpPr>
            <a:xfrm>
              <a:off x="8122610" y="5429834"/>
              <a:ext cx="1264065" cy="511437"/>
              <a:chOff x="7595140" y="1661420"/>
              <a:chExt cx="1122745" cy="1093091"/>
            </a:xfrm>
          </p:grpSpPr>
          <p:sp>
            <p:nvSpPr>
              <p:cNvPr id="96" name="Rectángulo: esquinas redondeadas 30">
                <a:extLst>
                  <a:ext uri="{FF2B5EF4-FFF2-40B4-BE49-F238E27FC236}">
                    <a16:creationId xmlns:a16="http://schemas.microsoft.com/office/drawing/2014/main" id="{D803F594-6AF8-7B3A-6676-2D576D01F4E6}"/>
                  </a:ext>
                </a:extLst>
              </p:cNvPr>
              <p:cNvSpPr/>
              <p:nvPr/>
            </p:nvSpPr>
            <p:spPr>
              <a:xfrm>
                <a:off x="7595140"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97" name="TextBox 96">
                <a:extLst>
                  <a:ext uri="{FF2B5EF4-FFF2-40B4-BE49-F238E27FC236}">
                    <a16:creationId xmlns:a16="http://schemas.microsoft.com/office/drawing/2014/main" id="{C7CB0DA7-218C-F5CF-81E3-D202E4FF3B82}"/>
                  </a:ext>
                </a:extLst>
              </p:cNvPr>
              <p:cNvSpPr txBox="1"/>
              <p:nvPr/>
            </p:nvSpPr>
            <p:spPr>
              <a:xfrm>
                <a:off x="7638961" y="1829730"/>
                <a:ext cx="1035113" cy="756481"/>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18</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CAGR 22'-24’</a:t>
                </a:r>
              </a:p>
            </p:txBody>
          </p:sp>
        </p:grpSp>
        <p:grpSp>
          <p:nvGrpSpPr>
            <p:cNvPr id="101" name="Group 100">
              <a:extLst>
                <a:ext uri="{FF2B5EF4-FFF2-40B4-BE49-F238E27FC236}">
                  <a16:creationId xmlns:a16="http://schemas.microsoft.com/office/drawing/2014/main" id="{5B25817D-E961-B389-75D6-C6E3639B33B0}"/>
                </a:ext>
              </a:extLst>
            </p:cNvPr>
            <p:cNvGrpSpPr/>
            <p:nvPr/>
          </p:nvGrpSpPr>
          <p:grpSpPr>
            <a:xfrm>
              <a:off x="6694895" y="4778981"/>
              <a:ext cx="1264065" cy="511437"/>
              <a:chOff x="7595143" y="1661420"/>
              <a:chExt cx="1122745" cy="1093091"/>
            </a:xfrm>
          </p:grpSpPr>
          <p:sp>
            <p:nvSpPr>
              <p:cNvPr id="110" name="Rectángulo: esquinas redondeadas 30">
                <a:extLst>
                  <a:ext uri="{FF2B5EF4-FFF2-40B4-BE49-F238E27FC236}">
                    <a16:creationId xmlns:a16="http://schemas.microsoft.com/office/drawing/2014/main" id="{E6DF31EB-DCEA-101B-322D-2A52F15CEE9B}"/>
                  </a:ext>
                </a:extLst>
              </p:cNvPr>
              <p:cNvSpPr/>
              <p:nvPr/>
            </p:nvSpPr>
            <p:spPr>
              <a:xfrm>
                <a:off x="7595143"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112" name="TextBox 111">
                <a:extLst>
                  <a:ext uri="{FF2B5EF4-FFF2-40B4-BE49-F238E27FC236}">
                    <a16:creationId xmlns:a16="http://schemas.microsoft.com/office/drawing/2014/main" id="{7C762B15-3050-70CC-E5AA-C3669817B8DD}"/>
                  </a:ext>
                </a:extLst>
              </p:cNvPr>
              <p:cNvSpPr txBox="1"/>
              <p:nvPr/>
            </p:nvSpPr>
            <p:spPr>
              <a:xfrm>
                <a:off x="7638960" y="1829730"/>
                <a:ext cx="1035113" cy="756480"/>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40</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Gross Margin 24’</a:t>
                </a:r>
              </a:p>
            </p:txBody>
          </p:sp>
        </p:grpSp>
        <p:grpSp>
          <p:nvGrpSpPr>
            <p:cNvPr id="102" name="Group 101">
              <a:extLst>
                <a:ext uri="{FF2B5EF4-FFF2-40B4-BE49-F238E27FC236}">
                  <a16:creationId xmlns:a16="http://schemas.microsoft.com/office/drawing/2014/main" id="{E4C6CC36-2480-EBA2-1819-8124B4751E80}"/>
                </a:ext>
              </a:extLst>
            </p:cNvPr>
            <p:cNvGrpSpPr/>
            <p:nvPr/>
          </p:nvGrpSpPr>
          <p:grpSpPr>
            <a:xfrm>
              <a:off x="8122611" y="4778981"/>
              <a:ext cx="1264065" cy="511437"/>
              <a:chOff x="7595143" y="1661420"/>
              <a:chExt cx="1122745" cy="1093091"/>
            </a:xfrm>
          </p:grpSpPr>
          <p:sp>
            <p:nvSpPr>
              <p:cNvPr id="106" name="Rectángulo: esquinas redondeadas 30">
                <a:extLst>
                  <a:ext uri="{FF2B5EF4-FFF2-40B4-BE49-F238E27FC236}">
                    <a16:creationId xmlns:a16="http://schemas.microsoft.com/office/drawing/2014/main" id="{2F158674-791C-DB62-6AA3-6B9113C7CF4C}"/>
                  </a:ext>
                </a:extLst>
              </p:cNvPr>
              <p:cNvSpPr/>
              <p:nvPr/>
            </p:nvSpPr>
            <p:spPr>
              <a:xfrm>
                <a:off x="7595143"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107" name="TextBox 106">
                <a:extLst>
                  <a:ext uri="{FF2B5EF4-FFF2-40B4-BE49-F238E27FC236}">
                    <a16:creationId xmlns:a16="http://schemas.microsoft.com/office/drawing/2014/main" id="{358315C4-13B4-6D1D-C82C-32C1FD6F046B}"/>
                  </a:ext>
                </a:extLst>
              </p:cNvPr>
              <p:cNvSpPr txBox="1"/>
              <p:nvPr/>
            </p:nvSpPr>
            <p:spPr>
              <a:xfrm>
                <a:off x="7638961" y="1829730"/>
                <a:ext cx="1035113" cy="756480"/>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238</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CAGR 22'-24’</a:t>
                </a:r>
              </a:p>
            </p:txBody>
          </p:sp>
        </p:grpSp>
      </p:grpSp>
      <p:sp>
        <p:nvSpPr>
          <p:cNvPr id="103" name="Rectangle 102">
            <a:extLst>
              <a:ext uri="{FF2B5EF4-FFF2-40B4-BE49-F238E27FC236}">
                <a16:creationId xmlns:a16="http://schemas.microsoft.com/office/drawing/2014/main" id="{B8ED5E36-5D60-4BA6-FF33-27BB49443AF4}"/>
              </a:ext>
            </a:extLst>
          </p:cNvPr>
          <p:cNvSpPr/>
          <p:nvPr/>
        </p:nvSpPr>
        <p:spPr>
          <a:xfrm>
            <a:off x="9441504" y="4832531"/>
            <a:ext cx="1001133" cy="4948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200" dirty="0">
                <a:solidFill>
                  <a:schemeClr val="accent2"/>
                </a:solidFill>
                <a:latin typeface="+mj-lt"/>
                <a:ea typeface="Source Serif Pro" panose="02040603050405020204" pitchFamily="18" charset="0"/>
              </a:rPr>
              <a:t>Segmento</a:t>
            </a:r>
            <a:endParaRPr lang="es-CO" sz="1200" dirty="0" err="1">
              <a:solidFill>
                <a:schemeClr val="accent2"/>
              </a:solidFill>
              <a:latin typeface="+mj-lt"/>
              <a:ea typeface="Source Serif Pro" panose="02040603050405020204" pitchFamily="18" charset="0"/>
            </a:endParaRPr>
          </a:p>
        </p:txBody>
      </p:sp>
      <p:pic>
        <p:nvPicPr>
          <p:cNvPr id="105" name="Imagen 40">
            <a:extLst>
              <a:ext uri="{FF2B5EF4-FFF2-40B4-BE49-F238E27FC236}">
                <a16:creationId xmlns:a16="http://schemas.microsoft.com/office/drawing/2014/main" id="{C8DD71BB-271F-81C1-C396-038917B3C1FA}"/>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10745410" y="4950549"/>
            <a:ext cx="958946" cy="258830"/>
          </a:xfrm>
          <a:prstGeom prst="rect">
            <a:avLst/>
          </a:prstGeom>
        </p:spPr>
      </p:pic>
      <p:grpSp>
        <p:nvGrpSpPr>
          <p:cNvPr id="115" name="Group 114">
            <a:extLst>
              <a:ext uri="{FF2B5EF4-FFF2-40B4-BE49-F238E27FC236}">
                <a16:creationId xmlns:a16="http://schemas.microsoft.com/office/drawing/2014/main" id="{86E7B172-DB86-2862-1F85-22C0FD250DD7}"/>
              </a:ext>
            </a:extLst>
          </p:cNvPr>
          <p:cNvGrpSpPr/>
          <p:nvPr/>
        </p:nvGrpSpPr>
        <p:grpSpPr>
          <a:xfrm>
            <a:off x="-289711" y="2099356"/>
            <a:ext cx="3213168" cy="3249840"/>
            <a:chOff x="2247899" y="2099356"/>
            <a:chExt cx="7920000" cy="3249840"/>
          </a:xfrm>
        </p:grpSpPr>
        <p:cxnSp>
          <p:nvCxnSpPr>
            <p:cNvPr id="116" name="Conector reto 12">
              <a:extLst>
                <a:ext uri="{FF2B5EF4-FFF2-40B4-BE49-F238E27FC236}">
                  <a16:creationId xmlns:a16="http://schemas.microsoft.com/office/drawing/2014/main" id="{7874BE28-1B8D-E2E6-CB9A-34B5E7724FB5}"/>
                </a:ext>
              </a:extLst>
            </p:cNvPr>
            <p:cNvCxnSpPr>
              <a:cxnSpLocks/>
            </p:cNvCxnSpPr>
            <p:nvPr/>
          </p:nvCxnSpPr>
          <p:spPr>
            <a:xfrm>
              <a:off x="2247899" y="2099356"/>
              <a:ext cx="7920000" cy="0"/>
            </a:xfrm>
            <a:prstGeom prst="line">
              <a:avLst/>
            </a:prstGeom>
            <a:ln>
              <a:solidFill>
                <a:schemeClr val="bg2">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17" name="Conector reto 12">
              <a:extLst>
                <a:ext uri="{FF2B5EF4-FFF2-40B4-BE49-F238E27FC236}">
                  <a16:creationId xmlns:a16="http://schemas.microsoft.com/office/drawing/2014/main" id="{55FA717C-D884-B723-7567-BA8936A11FC7}"/>
                </a:ext>
              </a:extLst>
            </p:cNvPr>
            <p:cNvCxnSpPr>
              <a:cxnSpLocks/>
            </p:cNvCxnSpPr>
            <p:nvPr/>
          </p:nvCxnSpPr>
          <p:spPr>
            <a:xfrm>
              <a:off x="2247899" y="3399290"/>
              <a:ext cx="7920000" cy="0"/>
            </a:xfrm>
            <a:prstGeom prst="line">
              <a:avLst/>
            </a:prstGeom>
            <a:ln>
              <a:solidFill>
                <a:schemeClr val="bg2">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18" name="Conector reto 12">
              <a:extLst>
                <a:ext uri="{FF2B5EF4-FFF2-40B4-BE49-F238E27FC236}">
                  <a16:creationId xmlns:a16="http://schemas.microsoft.com/office/drawing/2014/main" id="{D3508680-994D-75F9-30FB-1279B72F1D2C}"/>
                </a:ext>
              </a:extLst>
            </p:cNvPr>
            <p:cNvCxnSpPr>
              <a:cxnSpLocks/>
            </p:cNvCxnSpPr>
            <p:nvPr/>
          </p:nvCxnSpPr>
          <p:spPr>
            <a:xfrm>
              <a:off x="2247899" y="4049257"/>
              <a:ext cx="7920000" cy="0"/>
            </a:xfrm>
            <a:prstGeom prst="line">
              <a:avLst/>
            </a:prstGeom>
            <a:ln>
              <a:solidFill>
                <a:schemeClr val="bg2">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26" name="Conector reto 12">
              <a:extLst>
                <a:ext uri="{FF2B5EF4-FFF2-40B4-BE49-F238E27FC236}">
                  <a16:creationId xmlns:a16="http://schemas.microsoft.com/office/drawing/2014/main" id="{DB62A0DA-64A0-AAB6-A062-ED14073B0DB7}"/>
                </a:ext>
              </a:extLst>
            </p:cNvPr>
            <p:cNvCxnSpPr>
              <a:cxnSpLocks/>
            </p:cNvCxnSpPr>
            <p:nvPr/>
          </p:nvCxnSpPr>
          <p:spPr>
            <a:xfrm>
              <a:off x="2247899" y="2749323"/>
              <a:ext cx="7920000" cy="0"/>
            </a:xfrm>
            <a:prstGeom prst="line">
              <a:avLst/>
            </a:prstGeom>
            <a:ln>
              <a:solidFill>
                <a:schemeClr val="bg2">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27" name="Conector reto 12">
              <a:extLst>
                <a:ext uri="{FF2B5EF4-FFF2-40B4-BE49-F238E27FC236}">
                  <a16:creationId xmlns:a16="http://schemas.microsoft.com/office/drawing/2014/main" id="{A2ECEE71-78FA-5CF6-DC0E-C499B47A4F6C}"/>
                </a:ext>
              </a:extLst>
            </p:cNvPr>
            <p:cNvCxnSpPr>
              <a:cxnSpLocks/>
            </p:cNvCxnSpPr>
            <p:nvPr/>
          </p:nvCxnSpPr>
          <p:spPr>
            <a:xfrm>
              <a:off x="2247899" y="4699224"/>
              <a:ext cx="7920000" cy="0"/>
            </a:xfrm>
            <a:prstGeom prst="line">
              <a:avLst/>
            </a:prstGeom>
            <a:ln>
              <a:solidFill>
                <a:schemeClr val="bg2">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048" name="Conector reto 12">
              <a:extLst>
                <a:ext uri="{FF2B5EF4-FFF2-40B4-BE49-F238E27FC236}">
                  <a16:creationId xmlns:a16="http://schemas.microsoft.com/office/drawing/2014/main" id="{8A9BB45F-27BC-7782-B3C1-6FD4C17A68B3}"/>
                </a:ext>
              </a:extLst>
            </p:cNvPr>
            <p:cNvCxnSpPr>
              <a:cxnSpLocks/>
            </p:cNvCxnSpPr>
            <p:nvPr/>
          </p:nvCxnSpPr>
          <p:spPr>
            <a:xfrm>
              <a:off x="2247899" y="5349196"/>
              <a:ext cx="7920000" cy="0"/>
            </a:xfrm>
            <a:prstGeom prst="line">
              <a:avLst/>
            </a:prstGeom>
            <a:ln>
              <a:solidFill>
                <a:schemeClr val="bg2">
                  <a:lumMod val="75000"/>
                </a:schemeClr>
              </a:solidFill>
              <a:prstDash val="soli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253673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0039F-EACC-3913-DCA2-82DDC04041B3}"/>
            </a:ext>
          </a:extLst>
        </p:cNvPr>
        <p:cNvGrpSpPr/>
        <p:nvPr/>
      </p:nvGrpSpPr>
      <p:grpSpPr>
        <a:xfrm>
          <a:off x="0" y="0"/>
          <a:ext cx="0" cy="0"/>
          <a:chOff x="0" y="0"/>
          <a:chExt cx="0" cy="0"/>
        </a:xfrm>
      </p:grpSpPr>
      <p:grpSp>
        <p:nvGrpSpPr>
          <p:cNvPr id="114" name="Group 113">
            <a:extLst>
              <a:ext uri="{FF2B5EF4-FFF2-40B4-BE49-F238E27FC236}">
                <a16:creationId xmlns:a16="http://schemas.microsoft.com/office/drawing/2014/main" id="{B64DDEAA-D962-8083-0A0A-A737C7BE4565}"/>
              </a:ext>
            </a:extLst>
          </p:cNvPr>
          <p:cNvGrpSpPr/>
          <p:nvPr/>
        </p:nvGrpSpPr>
        <p:grpSpPr>
          <a:xfrm>
            <a:off x="2247899" y="2099356"/>
            <a:ext cx="9944101" cy="3249840"/>
            <a:chOff x="2247899" y="2099356"/>
            <a:chExt cx="9944101" cy="3249840"/>
          </a:xfrm>
        </p:grpSpPr>
        <p:cxnSp>
          <p:nvCxnSpPr>
            <p:cNvPr id="13" name="Conector reto 12">
              <a:extLst>
                <a:ext uri="{FF2B5EF4-FFF2-40B4-BE49-F238E27FC236}">
                  <a16:creationId xmlns:a16="http://schemas.microsoft.com/office/drawing/2014/main" id="{CF34F01A-D6F4-FBAD-6EC0-1769C465DA2C}"/>
                </a:ext>
              </a:extLst>
            </p:cNvPr>
            <p:cNvCxnSpPr>
              <a:cxnSpLocks/>
            </p:cNvCxnSpPr>
            <p:nvPr/>
          </p:nvCxnSpPr>
          <p:spPr>
            <a:xfrm>
              <a:off x="2247899" y="2099356"/>
              <a:ext cx="9944101" cy="0"/>
            </a:xfrm>
            <a:prstGeom prst="line">
              <a:avLst/>
            </a:prstGeom>
            <a:ln>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4" name="Conector reto 12">
              <a:extLst>
                <a:ext uri="{FF2B5EF4-FFF2-40B4-BE49-F238E27FC236}">
                  <a16:creationId xmlns:a16="http://schemas.microsoft.com/office/drawing/2014/main" id="{461F91E3-1CEB-10A3-6AFD-ED6ADD5D21F1}"/>
                </a:ext>
              </a:extLst>
            </p:cNvPr>
            <p:cNvCxnSpPr>
              <a:cxnSpLocks/>
            </p:cNvCxnSpPr>
            <p:nvPr/>
          </p:nvCxnSpPr>
          <p:spPr>
            <a:xfrm>
              <a:off x="2314574" y="3399290"/>
              <a:ext cx="9877426" cy="0"/>
            </a:xfrm>
            <a:prstGeom prst="line">
              <a:avLst/>
            </a:prstGeom>
            <a:ln>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5" name="Conector reto 12">
              <a:extLst>
                <a:ext uri="{FF2B5EF4-FFF2-40B4-BE49-F238E27FC236}">
                  <a16:creationId xmlns:a16="http://schemas.microsoft.com/office/drawing/2014/main" id="{5881D451-ADA6-32D5-0C97-3B4A6453F1DA}"/>
                </a:ext>
              </a:extLst>
            </p:cNvPr>
            <p:cNvCxnSpPr>
              <a:cxnSpLocks/>
            </p:cNvCxnSpPr>
            <p:nvPr/>
          </p:nvCxnSpPr>
          <p:spPr>
            <a:xfrm>
              <a:off x="2247899" y="4049257"/>
              <a:ext cx="9944101" cy="0"/>
            </a:xfrm>
            <a:prstGeom prst="line">
              <a:avLst/>
            </a:prstGeom>
            <a:ln>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3" name="Conector reto 12">
              <a:extLst>
                <a:ext uri="{FF2B5EF4-FFF2-40B4-BE49-F238E27FC236}">
                  <a16:creationId xmlns:a16="http://schemas.microsoft.com/office/drawing/2014/main" id="{FB0FF02A-DE4D-9C6B-5022-FCF40E0D2CCB}"/>
                </a:ext>
              </a:extLst>
            </p:cNvPr>
            <p:cNvCxnSpPr>
              <a:cxnSpLocks/>
            </p:cNvCxnSpPr>
            <p:nvPr/>
          </p:nvCxnSpPr>
          <p:spPr>
            <a:xfrm>
              <a:off x="2386668" y="2749323"/>
              <a:ext cx="9805332" cy="0"/>
            </a:xfrm>
            <a:prstGeom prst="line">
              <a:avLst/>
            </a:prstGeom>
            <a:ln>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08" name="Conector reto 12">
              <a:extLst>
                <a:ext uri="{FF2B5EF4-FFF2-40B4-BE49-F238E27FC236}">
                  <a16:creationId xmlns:a16="http://schemas.microsoft.com/office/drawing/2014/main" id="{F394CA4F-B57E-9350-9CB5-DCB59B362B55}"/>
                </a:ext>
              </a:extLst>
            </p:cNvPr>
            <p:cNvCxnSpPr>
              <a:cxnSpLocks/>
            </p:cNvCxnSpPr>
            <p:nvPr/>
          </p:nvCxnSpPr>
          <p:spPr>
            <a:xfrm>
              <a:off x="2247899" y="4699224"/>
              <a:ext cx="9944101" cy="0"/>
            </a:xfrm>
            <a:prstGeom prst="line">
              <a:avLst/>
            </a:prstGeom>
            <a:ln>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09" name="Conector reto 12">
              <a:extLst>
                <a:ext uri="{FF2B5EF4-FFF2-40B4-BE49-F238E27FC236}">
                  <a16:creationId xmlns:a16="http://schemas.microsoft.com/office/drawing/2014/main" id="{182184B3-A5D2-7FBD-C4C5-CC64FAA19E39}"/>
                </a:ext>
              </a:extLst>
            </p:cNvPr>
            <p:cNvCxnSpPr>
              <a:cxnSpLocks/>
            </p:cNvCxnSpPr>
            <p:nvPr/>
          </p:nvCxnSpPr>
          <p:spPr>
            <a:xfrm>
              <a:off x="2247899" y="5349196"/>
              <a:ext cx="9944101" cy="0"/>
            </a:xfrm>
            <a:prstGeom prst="line">
              <a:avLst/>
            </a:prstGeom>
            <a:ln>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DFC9C2E9-11CD-DCC3-E39D-F5416F306441}"/>
              </a:ext>
            </a:extLst>
          </p:cNvPr>
          <p:cNvSpPr>
            <a:spLocks noGrp="1"/>
          </p:cNvSpPr>
          <p:nvPr>
            <p:ph type="title"/>
          </p:nvPr>
        </p:nvSpPr>
        <p:spPr/>
        <p:txBody>
          <a:bodyPr/>
          <a:lstStyle/>
          <a:p>
            <a:r>
              <a:rPr lang="en-US" noProof="0" dirty="0"/>
              <a:t>Product Breakdown: Enhancers</a:t>
            </a:r>
          </a:p>
        </p:txBody>
      </p:sp>
      <p:sp>
        <p:nvSpPr>
          <p:cNvPr id="5" name="Content Placeholder 4">
            <a:extLst>
              <a:ext uri="{FF2B5EF4-FFF2-40B4-BE49-F238E27FC236}">
                <a16:creationId xmlns:a16="http://schemas.microsoft.com/office/drawing/2014/main" id="{B290A916-4260-5A89-D3C5-9C06EAE84217}"/>
              </a:ext>
            </a:extLst>
          </p:cNvPr>
          <p:cNvSpPr>
            <a:spLocks noGrp="1"/>
          </p:cNvSpPr>
          <p:nvPr>
            <p:ph sz="quarter" idx="13"/>
          </p:nvPr>
        </p:nvSpPr>
        <p:spPr>
          <a:xfrm>
            <a:off x="731838" y="1052961"/>
            <a:ext cx="11102975" cy="215503"/>
          </a:xfrm>
        </p:spPr>
        <p:txBody>
          <a:bodyPr/>
          <a:lstStyle/>
          <a:p>
            <a:r>
              <a:rPr lang="en-US" noProof="0" dirty="0"/>
              <a:t>The company has drastically improved its profitability by ramping up new value-added services and products</a:t>
            </a:r>
          </a:p>
        </p:txBody>
      </p:sp>
      <p:sp>
        <p:nvSpPr>
          <p:cNvPr id="4" name="Text Placeholder 3">
            <a:extLst>
              <a:ext uri="{FF2B5EF4-FFF2-40B4-BE49-F238E27FC236}">
                <a16:creationId xmlns:a16="http://schemas.microsoft.com/office/drawing/2014/main" id="{699B30EA-6F4D-DFC3-742F-A60F037EF929}"/>
              </a:ext>
            </a:extLst>
          </p:cNvPr>
          <p:cNvSpPr>
            <a:spLocks noGrp="1"/>
          </p:cNvSpPr>
          <p:nvPr>
            <p:ph type="body" sz="quarter" idx="36"/>
          </p:nvPr>
        </p:nvSpPr>
        <p:spPr/>
        <p:txBody>
          <a:bodyPr/>
          <a:lstStyle/>
          <a:p>
            <a:endParaRPr lang="pt-BR"/>
          </a:p>
        </p:txBody>
      </p:sp>
      <p:sp>
        <p:nvSpPr>
          <p:cNvPr id="16" name="Rectangle: Rounded Corners 15">
            <a:extLst>
              <a:ext uri="{FF2B5EF4-FFF2-40B4-BE49-F238E27FC236}">
                <a16:creationId xmlns:a16="http://schemas.microsoft.com/office/drawing/2014/main" id="{5197CDF1-21F6-5993-1929-C82171773234}"/>
              </a:ext>
            </a:extLst>
          </p:cNvPr>
          <p:cNvSpPr/>
          <p:nvPr/>
        </p:nvSpPr>
        <p:spPr>
          <a:xfrm>
            <a:off x="-397608" y="1449389"/>
            <a:ext cx="3330118" cy="4563822"/>
          </a:xfrm>
          <a:prstGeom prst="roundRect">
            <a:avLst>
              <a:gd name="adj" fmla="val 56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en-US" sz="1200" noProof="0" dirty="0">
              <a:solidFill>
                <a:schemeClr val="tx1"/>
              </a:solidFill>
              <a:latin typeface="+mj-lt"/>
              <a:ea typeface="Source Serif Pro" panose="02040603050405020204" pitchFamily="18" charset="0"/>
            </a:endParaRPr>
          </a:p>
        </p:txBody>
      </p:sp>
      <p:sp>
        <p:nvSpPr>
          <p:cNvPr id="22" name="Content Placeholder 25">
            <a:extLst>
              <a:ext uri="{FF2B5EF4-FFF2-40B4-BE49-F238E27FC236}">
                <a16:creationId xmlns:a16="http://schemas.microsoft.com/office/drawing/2014/main" id="{58928FC4-AD38-157C-56B8-19887D96E7DC}"/>
              </a:ext>
            </a:extLst>
          </p:cNvPr>
          <p:cNvSpPr txBox="1">
            <a:spLocks/>
          </p:cNvSpPr>
          <p:nvPr/>
        </p:nvSpPr>
        <p:spPr>
          <a:xfrm>
            <a:off x="1228522" y="1698799"/>
            <a:ext cx="934764" cy="215444"/>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00"/>
              </a:spcAft>
            </a:pPr>
            <a:r>
              <a:rPr lang="en-US" sz="1400" noProof="0" dirty="0">
                <a:solidFill>
                  <a:schemeClr val="bg1"/>
                </a:solidFill>
                <a:latin typeface="Poppins Medium" panose="00000600000000000000" pitchFamily="2" charset="0"/>
                <a:cs typeface="Poppins Medium" panose="00000600000000000000" pitchFamily="2" charset="0"/>
              </a:rPr>
              <a:t>Glycerin</a:t>
            </a:r>
            <a:endParaRPr lang="en-US" sz="1050" noProof="0" dirty="0">
              <a:solidFill>
                <a:schemeClr val="bg1"/>
              </a:solidFill>
              <a:latin typeface="Poppins Medium" panose="00000600000000000000" pitchFamily="2" charset="0"/>
              <a:cs typeface="Poppins Medium" panose="00000600000000000000" pitchFamily="2" charset="0"/>
            </a:endParaRPr>
          </a:p>
        </p:txBody>
      </p:sp>
      <p:sp>
        <p:nvSpPr>
          <p:cNvPr id="23" name="Content Placeholder 25">
            <a:extLst>
              <a:ext uri="{FF2B5EF4-FFF2-40B4-BE49-F238E27FC236}">
                <a16:creationId xmlns:a16="http://schemas.microsoft.com/office/drawing/2014/main" id="{CB36B7CB-B0CE-99A7-21BC-017E0C3A9BF8}"/>
              </a:ext>
            </a:extLst>
          </p:cNvPr>
          <p:cNvSpPr txBox="1">
            <a:spLocks/>
          </p:cNvSpPr>
          <p:nvPr/>
        </p:nvSpPr>
        <p:spPr>
          <a:xfrm>
            <a:off x="1228522" y="3563666"/>
            <a:ext cx="773966" cy="215444"/>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00"/>
              </a:spcAft>
            </a:pPr>
            <a:r>
              <a:rPr lang="en-US" sz="1400" noProof="0" dirty="0">
                <a:solidFill>
                  <a:schemeClr val="bg1"/>
                </a:solidFill>
                <a:latin typeface="Poppins Medium" panose="00000600000000000000" pitchFamily="2" charset="0"/>
                <a:cs typeface="Poppins Medium" panose="00000600000000000000" pitchFamily="2" charset="0"/>
              </a:rPr>
              <a:t>Services</a:t>
            </a:r>
            <a:endParaRPr lang="en-US" sz="1000" noProof="0" dirty="0">
              <a:solidFill>
                <a:schemeClr val="bg1"/>
              </a:solidFill>
              <a:latin typeface="Poppins Medium" panose="00000600000000000000" pitchFamily="2" charset="0"/>
              <a:cs typeface="Poppins Medium" panose="00000600000000000000" pitchFamily="2" charset="0"/>
            </a:endParaRPr>
          </a:p>
        </p:txBody>
      </p:sp>
      <p:sp>
        <p:nvSpPr>
          <p:cNvPr id="24" name="Content Placeholder 25">
            <a:extLst>
              <a:ext uri="{FF2B5EF4-FFF2-40B4-BE49-F238E27FC236}">
                <a16:creationId xmlns:a16="http://schemas.microsoft.com/office/drawing/2014/main" id="{765FAE85-93E8-E18E-E1D0-5915F296C0F5}"/>
              </a:ext>
            </a:extLst>
          </p:cNvPr>
          <p:cNvSpPr txBox="1">
            <a:spLocks/>
          </p:cNvSpPr>
          <p:nvPr/>
        </p:nvSpPr>
        <p:spPr>
          <a:xfrm>
            <a:off x="1228522" y="4189578"/>
            <a:ext cx="1023132" cy="430887"/>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00"/>
              </a:spcAft>
            </a:pPr>
            <a:r>
              <a:rPr lang="en-US" sz="1400" noProof="0" dirty="0">
                <a:solidFill>
                  <a:schemeClr val="bg1"/>
                </a:solidFill>
                <a:latin typeface="Poppins Medium" panose="00000600000000000000" pitchFamily="2" charset="0"/>
                <a:cs typeface="Poppins Medium" panose="00000600000000000000" pitchFamily="2" charset="0"/>
              </a:rPr>
              <a:t>Xanthan Gum</a:t>
            </a:r>
            <a:endParaRPr lang="en-US" sz="1000" noProof="0" dirty="0">
              <a:solidFill>
                <a:schemeClr val="bg1"/>
              </a:solidFill>
              <a:latin typeface="Poppins Medium" panose="00000600000000000000" pitchFamily="2" charset="0"/>
              <a:cs typeface="Poppins Medium" panose="00000600000000000000" pitchFamily="2" charset="0"/>
            </a:endParaRPr>
          </a:p>
        </p:txBody>
      </p:sp>
      <p:sp>
        <p:nvSpPr>
          <p:cNvPr id="25" name="Content Placeholder 25">
            <a:extLst>
              <a:ext uri="{FF2B5EF4-FFF2-40B4-BE49-F238E27FC236}">
                <a16:creationId xmlns:a16="http://schemas.microsoft.com/office/drawing/2014/main" id="{76A3D82A-D195-96FF-39EC-58F1CDE6125D}"/>
              </a:ext>
            </a:extLst>
          </p:cNvPr>
          <p:cNvSpPr txBox="1">
            <a:spLocks/>
          </p:cNvSpPr>
          <p:nvPr/>
        </p:nvSpPr>
        <p:spPr>
          <a:xfrm>
            <a:off x="1228522" y="2889642"/>
            <a:ext cx="934764" cy="430887"/>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00"/>
              </a:spcAft>
            </a:pPr>
            <a:r>
              <a:rPr lang="en-US" sz="1400" noProof="0" dirty="0">
                <a:solidFill>
                  <a:schemeClr val="bg1"/>
                </a:solidFill>
                <a:latin typeface="Poppins Medium" panose="00000600000000000000" pitchFamily="2" charset="0"/>
                <a:cs typeface="Poppins Medium" panose="00000600000000000000" pitchFamily="2" charset="0"/>
              </a:rPr>
              <a:t>Soy Lecithin</a:t>
            </a:r>
            <a:endParaRPr lang="en-US" sz="1000" noProof="0" dirty="0">
              <a:solidFill>
                <a:schemeClr val="bg1"/>
              </a:solidFill>
              <a:latin typeface="Poppins Medium" panose="00000600000000000000" pitchFamily="2" charset="0"/>
              <a:cs typeface="Poppins Medium" panose="00000600000000000000" pitchFamily="2" charset="0"/>
            </a:endParaRPr>
          </a:p>
        </p:txBody>
      </p:sp>
      <p:sp>
        <p:nvSpPr>
          <p:cNvPr id="61" name="Content Placeholder 25">
            <a:extLst>
              <a:ext uri="{FF2B5EF4-FFF2-40B4-BE49-F238E27FC236}">
                <a16:creationId xmlns:a16="http://schemas.microsoft.com/office/drawing/2014/main" id="{261DEF70-C1AC-EB78-8612-E28FA257A6DB}"/>
              </a:ext>
            </a:extLst>
          </p:cNvPr>
          <p:cNvSpPr txBox="1">
            <a:spLocks/>
          </p:cNvSpPr>
          <p:nvPr/>
        </p:nvSpPr>
        <p:spPr>
          <a:xfrm>
            <a:off x="1228522" y="2230889"/>
            <a:ext cx="934764" cy="430887"/>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00"/>
              </a:spcAft>
            </a:pPr>
            <a:r>
              <a:rPr lang="en-US" sz="1400" noProof="0" dirty="0">
                <a:solidFill>
                  <a:schemeClr val="bg1"/>
                </a:solidFill>
                <a:latin typeface="Poppins Medium" panose="00000600000000000000" pitchFamily="2" charset="0"/>
                <a:cs typeface="Poppins Medium" panose="00000600000000000000" pitchFamily="2" charset="0"/>
              </a:rPr>
              <a:t>Hydrating Nucleus</a:t>
            </a:r>
            <a:endParaRPr lang="en-US" sz="1000" noProof="0" dirty="0">
              <a:solidFill>
                <a:schemeClr val="bg1"/>
              </a:solidFill>
              <a:latin typeface="Poppins Medium" panose="00000600000000000000" pitchFamily="2" charset="0"/>
              <a:cs typeface="Poppins Medium" panose="00000600000000000000" pitchFamily="2" charset="0"/>
            </a:endParaRPr>
          </a:p>
        </p:txBody>
      </p:sp>
      <p:sp>
        <p:nvSpPr>
          <p:cNvPr id="64" name="Content Placeholder 25">
            <a:extLst>
              <a:ext uri="{FF2B5EF4-FFF2-40B4-BE49-F238E27FC236}">
                <a16:creationId xmlns:a16="http://schemas.microsoft.com/office/drawing/2014/main" id="{257F4862-7BAE-8D8E-BA10-FF33AF0E1331}"/>
              </a:ext>
            </a:extLst>
          </p:cNvPr>
          <p:cNvSpPr txBox="1">
            <a:spLocks/>
          </p:cNvSpPr>
          <p:nvPr/>
        </p:nvSpPr>
        <p:spPr>
          <a:xfrm>
            <a:off x="1228522" y="5578191"/>
            <a:ext cx="934764" cy="215444"/>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00"/>
              </a:spcAft>
            </a:pPr>
            <a:r>
              <a:rPr lang="en-US" sz="1400" noProof="0" dirty="0">
                <a:solidFill>
                  <a:schemeClr val="bg1"/>
                </a:solidFill>
                <a:latin typeface="Poppins Medium" panose="00000600000000000000" pitchFamily="2" charset="0"/>
                <a:cs typeface="Poppins Medium" panose="00000600000000000000" pitchFamily="2" charset="0"/>
              </a:rPr>
              <a:t>Others</a:t>
            </a:r>
            <a:endParaRPr lang="en-US" sz="1000" noProof="0" dirty="0">
              <a:solidFill>
                <a:schemeClr val="bg1"/>
              </a:solidFill>
              <a:latin typeface="Poppins Medium" panose="00000600000000000000" pitchFamily="2" charset="0"/>
              <a:cs typeface="Poppins Medium" panose="00000600000000000000" pitchFamily="2" charset="0"/>
            </a:endParaRPr>
          </a:p>
        </p:txBody>
      </p:sp>
      <p:sp>
        <p:nvSpPr>
          <p:cNvPr id="104" name="Content Placeholder 25">
            <a:extLst>
              <a:ext uri="{FF2B5EF4-FFF2-40B4-BE49-F238E27FC236}">
                <a16:creationId xmlns:a16="http://schemas.microsoft.com/office/drawing/2014/main" id="{778A50D4-657A-AEDA-8C4C-0121FF672CC5}"/>
              </a:ext>
            </a:extLst>
          </p:cNvPr>
          <p:cNvSpPr txBox="1">
            <a:spLocks/>
          </p:cNvSpPr>
          <p:nvPr/>
        </p:nvSpPr>
        <p:spPr>
          <a:xfrm>
            <a:off x="1228522" y="4914176"/>
            <a:ext cx="1023132" cy="215444"/>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00"/>
              </a:spcAft>
            </a:pPr>
            <a:r>
              <a:rPr lang="en-US" sz="1400" noProof="0" dirty="0">
                <a:solidFill>
                  <a:schemeClr val="bg1"/>
                </a:solidFill>
                <a:latin typeface="Poppins Medium" panose="00000600000000000000" pitchFamily="2" charset="0"/>
                <a:cs typeface="Poppins Medium" panose="00000600000000000000" pitchFamily="2" charset="0"/>
              </a:rPr>
              <a:t>Oils</a:t>
            </a:r>
          </a:p>
        </p:txBody>
      </p:sp>
      <p:sp>
        <p:nvSpPr>
          <p:cNvPr id="119" name="Oval 118">
            <a:extLst>
              <a:ext uri="{FF2B5EF4-FFF2-40B4-BE49-F238E27FC236}">
                <a16:creationId xmlns:a16="http://schemas.microsoft.com/office/drawing/2014/main" id="{EB45B61D-D681-E4F7-8C79-47ACFAC3E740}"/>
              </a:ext>
            </a:extLst>
          </p:cNvPr>
          <p:cNvSpPr/>
          <p:nvPr/>
        </p:nvSpPr>
        <p:spPr>
          <a:xfrm>
            <a:off x="731838" y="1626247"/>
            <a:ext cx="329770" cy="32977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sz="1050" b="1" noProof="0" dirty="0">
                <a:solidFill>
                  <a:schemeClr val="bg1"/>
                </a:solidFill>
                <a:latin typeface="+mj-lt"/>
                <a:ea typeface="Source Serif Pro" panose="02040603050405020204" pitchFamily="18" charset="0"/>
              </a:rPr>
              <a:t>1</a:t>
            </a:r>
          </a:p>
        </p:txBody>
      </p:sp>
      <p:sp>
        <p:nvSpPr>
          <p:cNvPr id="120" name="Oval 119">
            <a:extLst>
              <a:ext uri="{FF2B5EF4-FFF2-40B4-BE49-F238E27FC236}">
                <a16:creationId xmlns:a16="http://schemas.microsoft.com/office/drawing/2014/main" id="{A1932B96-CD55-6248-584A-5E86EE9942C4}"/>
              </a:ext>
            </a:extLst>
          </p:cNvPr>
          <p:cNvSpPr/>
          <p:nvPr/>
        </p:nvSpPr>
        <p:spPr>
          <a:xfrm>
            <a:off x="731838" y="2250670"/>
            <a:ext cx="329770" cy="32977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sz="1050" b="1" noProof="0" dirty="0">
                <a:solidFill>
                  <a:schemeClr val="bg1"/>
                </a:solidFill>
                <a:latin typeface="+mj-lt"/>
                <a:ea typeface="Source Serif Pro" panose="02040603050405020204" pitchFamily="18" charset="0"/>
              </a:rPr>
              <a:t>2</a:t>
            </a:r>
          </a:p>
        </p:txBody>
      </p:sp>
      <p:sp>
        <p:nvSpPr>
          <p:cNvPr id="121" name="Oval 120">
            <a:extLst>
              <a:ext uri="{FF2B5EF4-FFF2-40B4-BE49-F238E27FC236}">
                <a16:creationId xmlns:a16="http://schemas.microsoft.com/office/drawing/2014/main" id="{CD3B2453-465D-0492-4BF3-46792C568113}"/>
              </a:ext>
            </a:extLst>
          </p:cNvPr>
          <p:cNvSpPr/>
          <p:nvPr/>
        </p:nvSpPr>
        <p:spPr>
          <a:xfrm>
            <a:off x="731838" y="2909423"/>
            <a:ext cx="329770" cy="32977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sz="1050" b="1" noProof="0" dirty="0">
                <a:solidFill>
                  <a:schemeClr val="bg1"/>
                </a:solidFill>
                <a:latin typeface="+mj-lt"/>
                <a:ea typeface="Source Serif Pro" panose="02040603050405020204" pitchFamily="18" charset="0"/>
              </a:rPr>
              <a:t>3</a:t>
            </a:r>
          </a:p>
        </p:txBody>
      </p:sp>
      <p:sp>
        <p:nvSpPr>
          <p:cNvPr id="122" name="Oval 121">
            <a:extLst>
              <a:ext uri="{FF2B5EF4-FFF2-40B4-BE49-F238E27FC236}">
                <a16:creationId xmlns:a16="http://schemas.microsoft.com/office/drawing/2014/main" id="{A788E4B5-0B89-39B0-2A6D-7DE136DE1D7F}"/>
              </a:ext>
            </a:extLst>
          </p:cNvPr>
          <p:cNvSpPr/>
          <p:nvPr/>
        </p:nvSpPr>
        <p:spPr>
          <a:xfrm>
            <a:off x="731838" y="3583447"/>
            <a:ext cx="329770" cy="32977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sz="1050" b="1" noProof="0" dirty="0">
                <a:solidFill>
                  <a:schemeClr val="bg1"/>
                </a:solidFill>
                <a:latin typeface="+mj-lt"/>
                <a:ea typeface="Source Serif Pro" panose="02040603050405020204" pitchFamily="18" charset="0"/>
              </a:rPr>
              <a:t>4</a:t>
            </a:r>
          </a:p>
        </p:txBody>
      </p:sp>
      <p:sp>
        <p:nvSpPr>
          <p:cNvPr id="123" name="Oval 122">
            <a:extLst>
              <a:ext uri="{FF2B5EF4-FFF2-40B4-BE49-F238E27FC236}">
                <a16:creationId xmlns:a16="http://schemas.microsoft.com/office/drawing/2014/main" id="{2D874AF6-0DED-8ABF-7AF2-2BCE1CAA3F59}"/>
              </a:ext>
            </a:extLst>
          </p:cNvPr>
          <p:cNvSpPr/>
          <p:nvPr/>
        </p:nvSpPr>
        <p:spPr>
          <a:xfrm>
            <a:off x="731838" y="4209359"/>
            <a:ext cx="329770" cy="32977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sz="1050" b="1" noProof="0" dirty="0">
                <a:solidFill>
                  <a:schemeClr val="bg1"/>
                </a:solidFill>
                <a:latin typeface="+mj-lt"/>
                <a:ea typeface="Source Serif Pro" panose="02040603050405020204" pitchFamily="18" charset="0"/>
              </a:rPr>
              <a:t>5</a:t>
            </a:r>
          </a:p>
        </p:txBody>
      </p:sp>
      <p:sp>
        <p:nvSpPr>
          <p:cNvPr id="124" name="Oval 123">
            <a:extLst>
              <a:ext uri="{FF2B5EF4-FFF2-40B4-BE49-F238E27FC236}">
                <a16:creationId xmlns:a16="http://schemas.microsoft.com/office/drawing/2014/main" id="{B1FBA414-1810-73C8-051D-8A7C4E388A48}"/>
              </a:ext>
            </a:extLst>
          </p:cNvPr>
          <p:cNvSpPr/>
          <p:nvPr/>
        </p:nvSpPr>
        <p:spPr>
          <a:xfrm>
            <a:off x="731838" y="4852929"/>
            <a:ext cx="329770" cy="32977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sz="1050" b="1" noProof="0" dirty="0">
                <a:solidFill>
                  <a:schemeClr val="bg1"/>
                </a:solidFill>
                <a:latin typeface="+mj-lt"/>
                <a:ea typeface="Source Serif Pro" panose="02040603050405020204" pitchFamily="18" charset="0"/>
              </a:rPr>
              <a:t>6</a:t>
            </a:r>
          </a:p>
        </p:txBody>
      </p:sp>
      <p:sp>
        <p:nvSpPr>
          <p:cNvPr id="125" name="Oval 124">
            <a:extLst>
              <a:ext uri="{FF2B5EF4-FFF2-40B4-BE49-F238E27FC236}">
                <a16:creationId xmlns:a16="http://schemas.microsoft.com/office/drawing/2014/main" id="{04D2D54A-CF6C-C2F4-8FAA-9614F4B9BF06}"/>
              </a:ext>
            </a:extLst>
          </p:cNvPr>
          <p:cNvSpPr/>
          <p:nvPr/>
        </p:nvSpPr>
        <p:spPr>
          <a:xfrm>
            <a:off x="731838" y="5505639"/>
            <a:ext cx="329770" cy="32977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sz="1050" b="1" noProof="0" dirty="0">
                <a:solidFill>
                  <a:schemeClr val="bg1"/>
                </a:solidFill>
                <a:latin typeface="+mj-lt"/>
                <a:ea typeface="Source Serif Pro" panose="02040603050405020204" pitchFamily="18" charset="0"/>
              </a:rPr>
              <a:t>7</a:t>
            </a:r>
          </a:p>
        </p:txBody>
      </p:sp>
      <p:sp>
        <p:nvSpPr>
          <p:cNvPr id="2055" name="Content Placeholder 25">
            <a:extLst>
              <a:ext uri="{FF2B5EF4-FFF2-40B4-BE49-F238E27FC236}">
                <a16:creationId xmlns:a16="http://schemas.microsoft.com/office/drawing/2014/main" id="{CF95EC6B-6C20-C158-D71F-E443CA00273A}"/>
              </a:ext>
            </a:extLst>
          </p:cNvPr>
          <p:cNvSpPr txBox="1">
            <a:spLocks/>
          </p:cNvSpPr>
          <p:nvPr/>
        </p:nvSpPr>
        <p:spPr>
          <a:xfrm>
            <a:off x="3181661" y="1637545"/>
            <a:ext cx="686300" cy="285779"/>
          </a:xfrm>
          <a:prstGeom prst="rect">
            <a:avLst/>
          </a:prstGeom>
        </p:spPr>
        <p:txBody>
          <a:bodyPr vert="horz" wrap="square" lIns="0" tIns="36000" rIns="0" bIns="0" rtlCol="0" anchor="t">
            <a:spAutoFit/>
          </a:bodyPr>
          <a:lstStyle>
            <a:defPPr>
              <a:defRPr lang="pt-BR"/>
            </a:defPPr>
            <a:lvl1pPr>
              <a:lnSpc>
                <a:spcPct val="110000"/>
              </a:lnSpc>
              <a:defRPr sz="800">
                <a:latin typeface="+mj-lt"/>
                <a:ea typeface="Source Serif Pro Light" panose="02040303050405020204" pitchFamily="18" charset="0"/>
                <a:cs typeface="Roboto" panose="020000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2"/>
                </a:solidFill>
                <a:latin typeface="Poppins SemiBold" panose="00000700000000000000" pitchFamily="2" charset="0"/>
                <a:cs typeface="Poppins SemiBold" panose="00000700000000000000" pitchFamily="2" charset="0"/>
              </a:rPr>
              <a:t>Gross Profit </a:t>
            </a:r>
          </a:p>
          <a:p>
            <a:r>
              <a:rPr lang="en-US" sz="700" dirty="0"/>
              <a:t>(Million USD)</a:t>
            </a:r>
          </a:p>
        </p:txBody>
      </p:sp>
      <p:sp>
        <p:nvSpPr>
          <p:cNvPr id="2058" name="Content Placeholder 25">
            <a:extLst>
              <a:ext uri="{FF2B5EF4-FFF2-40B4-BE49-F238E27FC236}">
                <a16:creationId xmlns:a16="http://schemas.microsoft.com/office/drawing/2014/main" id="{6EE3D37C-B4F2-900C-DCAE-F15BC6CAAB3D}"/>
              </a:ext>
            </a:extLst>
          </p:cNvPr>
          <p:cNvSpPr txBox="1">
            <a:spLocks/>
          </p:cNvSpPr>
          <p:nvPr/>
        </p:nvSpPr>
        <p:spPr>
          <a:xfrm>
            <a:off x="3181661" y="2281451"/>
            <a:ext cx="686300" cy="285779"/>
          </a:xfrm>
          <a:prstGeom prst="rect">
            <a:avLst/>
          </a:prstGeom>
        </p:spPr>
        <p:txBody>
          <a:bodyPr vert="horz" wrap="square" lIns="0" tIns="36000" rIns="0" bIns="0" rtlCol="0" anchor="t">
            <a:spAutoFit/>
          </a:bodyPr>
          <a:lstStyle>
            <a:defPPr>
              <a:defRPr lang="pt-BR"/>
            </a:defPPr>
            <a:lvl1pPr>
              <a:lnSpc>
                <a:spcPct val="110000"/>
              </a:lnSpc>
              <a:defRPr sz="800">
                <a:latin typeface="+mj-lt"/>
                <a:ea typeface="Source Serif Pro Light" panose="02040303050405020204" pitchFamily="18" charset="0"/>
                <a:cs typeface="Roboto" panose="020000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2"/>
                </a:solidFill>
                <a:latin typeface="Poppins SemiBold" panose="00000700000000000000" pitchFamily="2" charset="0"/>
                <a:cs typeface="Poppins SemiBold" panose="00000700000000000000" pitchFamily="2" charset="0"/>
              </a:rPr>
              <a:t>Gross Profit </a:t>
            </a:r>
          </a:p>
          <a:p>
            <a:r>
              <a:rPr lang="en-US" sz="700" dirty="0"/>
              <a:t>(Million USD)</a:t>
            </a:r>
          </a:p>
        </p:txBody>
      </p:sp>
      <p:sp>
        <p:nvSpPr>
          <p:cNvPr id="2060" name="Content Placeholder 25">
            <a:extLst>
              <a:ext uri="{FF2B5EF4-FFF2-40B4-BE49-F238E27FC236}">
                <a16:creationId xmlns:a16="http://schemas.microsoft.com/office/drawing/2014/main" id="{F54B9566-AB61-23D0-8CCF-C7A3A97E959C}"/>
              </a:ext>
            </a:extLst>
          </p:cNvPr>
          <p:cNvSpPr txBox="1">
            <a:spLocks/>
          </p:cNvSpPr>
          <p:nvPr/>
        </p:nvSpPr>
        <p:spPr>
          <a:xfrm>
            <a:off x="3181661" y="2931420"/>
            <a:ext cx="686300" cy="285779"/>
          </a:xfrm>
          <a:prstGeom prst="rect">
            <a:avLst/>
          </a:prstGeom>
        </p:spPr>
        <p:txBody>
          <a:bodyPr vert="horz" wrap="square" lIns="0" tIns="36000" rIns="0" bIns="0" rtlCol="0" anchor="t">
            <a:spAutoFit/>
          </a:bodyPr>
          <a:lstStyle>
            <a:defPPr>
              <a:defRPr lang="pt-BR"/>
            </a:defPPr>
            <a:lvl1pPr>
              <a:lnSpc>
                <a:spcPct val="110000"/>
              </a:lnSpc>
              <a:defRPr sz="800">
                <a:latin typeface="+mj-lt"/>
                <a:ea typeface="Source Serif Pro Light" panose="02040303050405020204" pitchFamily="18" charset="0"/>
                <a:cs typeface="Roboto" panose="020000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2"/>
                </a:solidFill>
                <a:latin typeface="Poppins SemiBold" panose="00000700000000000000" pitchFamily="2" charset="0"/>
                <a:cs typeface="Poppins SemiBold" panose="00000700000000000000" pitchFamily="2" charset="0"/>
              </a:rPr>
              <a:t>Gross</a:t>
            </a:r>
            <a:r>
              <a:rPr lang="en-US" dirty="0"/>
              <a:t> </a:t>
            </a:r>
            <a:r>
              <a:rPr lang="en-US" dirty="0">
                <a:solidFill>
                  <a:schemeClr val="bg2"/>
                </a:solidFill>
                <a:latin typeface="Poppins SemiBold" panose="00000700000000000000" pitchFamily="2" charset="0"/>
                <a:cs typeface="Poppins SemiBold" panose="00000700000000000000" pitchFamily="2" charset="0"/>
              </a:rPr>
              <a:t>Profit</a:t>
            </a:r>
            <a:r>
              <a:rPr lang="en-US" dirty="0"/>
              <a:t> </a:t>
            </a:r>
          </a:p>
          <a:p>
            <a:r>
              <a:rPr lang="en-US" sz="700" dirty="0"/>
              <a:t>(Million USD)</a:t>
            </a:r>
          </a:p>
        </p:txBody>
      </p:sp>
      <p:sp>
        <p:nvSpPr>
          <p:cNvPr id="2063" name="Content Placeholder 25">
            <a:extLst>
              <a:ext uri="{FF2B5EF4-FFF2-40B4-BE49-F238E27FC236}">
                <a16:creationId xmlns:a16="http://schemas.microsoft.com/office/drawing/2014/main" id="{B4056CE8-9A10-9F26-EAAA-30924868B9A2}"/>
              </a:ext>
            </a:extLst>
          </p:cNvPr>
          <p:cNvSpPr txBox="1">
            <a:spLocks/>
          </p:cNvSpPr>
          <p:nvPr/>
        </p:nvSpPr>
        <p:spPr>
          <a:xfrm>
            <a:off x="3181661" y="3581389"/>
            <a:ext cx="686300" cy="285779"/>
          </a:xfrm>
          <a:prstGeom prst="rect">
            <a:avLst/>
          </a:prstGeom>
        </p:spPr>
        <p:txBody>
          <a:bodyPr vert="horz" wrap="square" lIns="0" tIns="36000" rIns="0" bIns="0" rtlCol="0" anchor="t">
            <a:spAutoFit/>
          </a:bodyPr>
          <a:lstStyle>
            <a:defPPr>
              <a:defRPr lang="pt-BR"/>
            </a:defPPr>
            <a:lvl1pPr>
              <a:lnSpc>
                <a:spcPct val="110000"/>
              </a:lnSpc>
              <a:defRPr sz="800">
                <a:latin typeface="+mj-lt"/>
                <a:ea typeface="Source Serif Pro Light" panose="02040303050405020204" pitchFamily="18" charset="0"/>
                <a:cs typeface="Roboto" panose="020000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2"/>
                </a:solidFill>
                <a:latin typeface="Poppins SemiBold" panose="00000700000000000000" pitchFamily="2" charset="0"/>
                <a:cs typeface="Poppins SemiBold" panose="00000700000000000000" pitchFamily="2" charset="0"/>
              </a:rPr>
              <a:t>Gross Profit </a:t>
            </a:r>
          </a:p>
          <a:p>
            <a:r>
              <a:rPr lang="en-US" sz="700" dirty="0"/>
              <a:t>(Million USD)</a:t>
            </a:r>
          </a:p>
        </p:txBody>
      </p:sp>
      <p:sp>
        <p:nvSpPr>
          <p:cNvPr id="2066" name="Content Placeholder 25">
            <a:extLst>
              <a:ext uri="{FF2B5EF4-FFF2-40B4-BE49-F238E27FC236}">
                <a16:creationId xmlns:a16="http://schemas.microsoft.com/office/drawing/2014/main" id="{CFE3BB8A-7C6C-973A-5E0C-D2698C16EFCF}"/>
              </a:ext>
            </a:extLst>
          </p:cNvPr>
          <p:cNvSpPr txBox="1">
            <a:spLocks/>
          </p:cNvSpPr>
          <p:nvPr/>
        </p:nvSpPr>
        <p:spPr>
          <a:xfrm>
            <a:off x="3181661" y="4231358"/>
            <a:ext cx="686300" cy="285779"/>
          </a:xfrm>
          <a:prstGeom prst="rect">
            <a:avLst/>
          </a:prstGeom>
        </p:spPr>
        <p:txBody>
          <a:bodyPr vert="horz" wrap="square" lIns="0" tIns="36000" rIns="0" bIns="0" rtlCol="0" anchor="t">
            <a:spAutoFit/>
          </a:bodyPr>
          <a:lstStyle>
            <a:defPPr>
              <a:defRPr lang="pt-BR"/>
            </a:defPPr>
            <a:lvl1pPr>
              <a:lnSpc>
                <a:spcPct val="110000"/>
              </a:lnSpc>
              <a:defRPr sz="800">
                <a:latin typeface="+mj-lt"/>
                <a:ea typeface="Source Serif Pro Light" panose="02040303050405020204" pitchFamily="18" charset="0"/>
                <a:cs typeface="Roboto" panose="020000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2"/>
                </a:solidFill>
                <a:latin typeface="Poppins SemiBold" panose="00000700000000000000" pitchFamily="2" charset="0"/>
                <a:cs typeface="Poppins SemiBold" panose="00000700000000000000" pitchFamily="2" charset="0"/>
              </a:rPr>
              <a:t>Gross Profit </a:t>
            </a:r>
          </a:p>
          <a:p>
            <a:r>
              <a:rPr lang="en-US" sz="700" dirty="0"/>
              <a:t>(Million USD)</a:t>
            </a:r>
          </a:p>
        </p:txBody>
      </p:sp>
      <p:sp>
        <p:nvSpPr>
          <p:cNvPr id="2069" name="Content Placeholder 25">
            <a:extLst>
              <a:ext uri="{FF2B5EF4-FFF2-40B4-BE49-F238E27FC236}">
                <a16:creationId xmlns:a16="http://schemas.microsoft.com/office/drawing/2014/main" id="{3CAF848E-8C36-1AB5-2D42-67F664D3359E}"/>
              </a:ext>
            </a:extLst>
          </p:cNvPr>
          <p:cNvSpPr txBox="1">
            <a:spLocks/>
          </p:cNvSpPr>
          <p:nvPr/>
        </p:nvSpPr>
        <p:spPr>
          <a:xfrm>
            <a:off x="3181661" y="4881327"/>
            <a:ext cx="686300" cy="285779"/>
          </a:xfrm>
          <a:prstGeom prst="rect">
            <a:avLst/>
          </a:prstGeom>
        </p:spPr>
        <p:txBody>
          <a:bodyPr vert="horz" wrap="square" lIns="0" tIns="36000" rIns="0" bIns="0" rtlCol="0" anchor="t">
            <a:spAutoFit/>
          </a:bodyPr>
          <a:lstStyle>
            <a:defPPr>
              <a:defRPr lang="pt-BR"/>
            </a:defPPr>
            <a:lvl1pPr>
              <a:lnSpc>
                <a:spcPct val="110000"/>
              </a:lnSpc>
              <a:defRPr sz="800">
                <a:latin typeface="+mj-lt"/>
                <a:ea typeface="Source Serif Pro Light" panose="02040303050405020204" pitchFamily="18" charset="0"/>
                <a:cs typeface="Roboto" panose="020000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2"/>
                </a:solidFill>
                <a:latin typeface="Poppins SemiBold" panose="00000700000000000000" pitchFamily="2" charset="0"/>
                <a:cs typeface="Poppins SemiBold" panose="00000700000000000000" pitchFamily="2" charset="0"/>
              </a:rPr>
              <a:t>Gross Profit </a:t>
            </a:r>
          </a:p>
          <a:p>
            <a:r>
              <a:rPr lang="en-US" sz="700" dirty="0"/>
              <a:t>(Million USD)</a:t>
            </a:r>
          </a:p>
        </p:txBody>
      </p:sp>
      <p:graphicFrame>
        <p:nvGraphicFramePr>
          <p:cNvPr id="2053" name="Content Placeholder 163">
            <a:extLst>
              <a:ext uri="{FF2B5EF4-FFF2-40B4-BE49-F238E27FC236}">
                <a16:creationId xmlns:a16="http://schemas.microsoft.com/office/drawing/2014/main" id="{F40FDF64-9C14-C048-DD12-6578A2A87970}"/>
              </a:ext>
            </a:extLst>
          </p:cNvPr>
          <p:cNvGraphicFramePr>
            <a:graphicFrameLocks/>
          </p:cNvGraphicFramePr>
          <p:nvPr/>
        </p:nvGraphicFramePr>
        <p:xfrm>
          <a:off x="4139792" y="1527853"/>
          <a:ext cx="2283273" cy="50516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057" name="Content Placeholder 163">
            <a:extLst>
              <a:ext uri="{FF2B5EF4-FFF2-40B4-BE49-F238E27FC236}">
                <a16:creationId xmlns:a16="http://schemas.microsoft.com/office/drawing/2014/main" id="{E30716C9-A744-86A7-27E1-04506BC6E7AA}"/>
              </a:ext>
            </a:extLst>
          </p:cNvPr>
          <p:cNvGraphicFramePr>
            <a:graphicFrameLocks/>
          </p:cNvGraphicFramePr>
          <p:nvPr/>
        </p:nvGraphicFramePr>
        <p:xfrm>
          <a:off x="4139792" y="2171758"/>
          <a:ext cx="2283273" cy="50516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59" name="Content Placeholder 163">
            <a:extLst>
              <a:ext uri="{FF2B5EF4-FFF2-40B4-BE49-F238E27FC236}">
                <a16:creationId xmlns:a16="http://schemas.microsoft.com/office/drawing/2014/main" id="{91692225-20B9-1E32-2BA6-57DFD8C73190}"/>
              </a:ext>
            </a:extLst>
          </p:cNvPr>
          <p:cNvGraphicFramePr>
            <a:graphicFrameLocks/>
          </p:cNvGraphicFramePr>
          <p:nvPr/>
        </p:nvGraphicFramePr>
        <p:xfrm>
          <a:off x="4139792" y="2821725"/>
          <a:ext cx="2283273" cy="50516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061" name="Content Placeholder 163">
            <a:extLst>
              <a:ext uri="{FF2B5EF4-FFF2-40B4-BE49-F238E27FC236}">
                <a16:creationId xmlns:a16="http://schemas.microsoft.com/office/drawing/2014/main" id="{DFF63C5D-D1AA-A373-7B15-85EDD615EBE8}"/>
              </a:ext>
            </a:extLst>
          </p:cNvPr>
          <p:cNvGraphicFramePr>
            <a:graphicFrameLocks/>
          </p:cNvGraphicFramePr>
          <p:nvPr/>
        </p:nvGraphicFramePr>
        <p:xfrm>
          <a:off x="4139792" y="3471692"/>
          <a:ext cx="2283273" cy="505163"/>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065" name="Content Placeholder 163">
            <a:extLst>
              <a:ext uri="{FF2B5EF4-FFF2-40B4-BE49-F238E27FC236}">
                <a16:creationId xmlns:a16="http://schemas.microsoft.com/office/drawing/2014/main" id="{7525271B-5DC1-CDD9-BDE6-8D27DC7A3A39}"/>
              </a:ext>
            </a:extLst>
          </p:cNvPr>
          <p:cNvGraphicFramePr>
            <a:graphicFrameLocks/>
          </p:cNvGraphicFramePr>
          <p:nvPr/>
        </p:nvGraphicFramePr>
        <p:xfrm>
          <a:off x="4139792" y="4121659"/>
          <a:ext cx="2283273" cy="505163"/>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067" name="Content Placeholder 163">
            <a:extLst>
              <a:ext uri="{FF2B5EF4-FFF2-40B4-BE49-F238E27FC236}">
                <a16:creationId xmlns:a16="http://schemas.microsoft.com/office/drawing/2014/main" id="{4EBFDAD0-4DA5-E4C1-A4B4-B6527F280117}"/>
              </a:ext>
            </a:extLst>
          </p:cNvPr>
          <p:cNvGraphicFramePr>
            <a:graphicFrameLocks/>
          </p:cNvGraphicFramePr>
          <p:nvPr/>
        </p:nvGraphicFramePr>
        <p:xfrm>
          <a:off x="4139792" y="4771627"/>
          <a:ext cx="2283273" cy="505163"/>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2071" name="Content Placeholder 163">
            <a:extLst>
              <a:ext uri="{FF2B5EF4-FFF2-40B4-BE49-F238E27FC236}">
                <a16:creationId xmlns:a16="http://schemas.microsoft.com/office/drawing/2014/main" id="{38804E30-D214-5162-9402-6A01F2E9E39A}"/>
              </a:ext>
            </a:extLst>
          </p:cNvPr>
          <p:cNvGraphicFramePr>
            <a:graphicFrameLocks/>
          </p:cNvGraphicFramePr>
          <p:nvPr/>
        </p:nvGraphicFramePr>
        <p:xfrm>
          <a:off x="4139792" y="5432971"/>
          <a:ext cx="2283273" cy="505163"/>
        </p:xfrm>
        <a:graphic>
          <a:graphicData uri="http://schemas.openxmlformats.org/drawingml/2006/chart">
            <c:chart xmlns:c="http://schemas.openxmlformats.org/drawingml/2006/chart" xmlns:r="http://schemas.openxmlformats.org/officeDocument/2006/relationships" r:id="rId8"/>
          </a:graphicData>
        </a:graphic>
      </p:graphicFrame>
      <p:sp>
        <p:nvSpPr>
          <p:cNvPr id="2073" name="Content Placeholder 25">
            <a:extLst>
              <a:ext uri="{FF2B5EF4-FFF2-40B4-BE49-F238E27FC236}">
                <a16:creationId xmlns:a16="http://schemas.microsoft.com/office/drawing/2014/main" id="{E5E85C6D-2873-BBE4-9AA5-AA8CB9D3F5AF}"/>
              </a:ext>
            </a:extLst>
          </p:cNvPr>
          <p:cNvSpPr txBox="1">
            <a:spLocks/>
          </p:cNvSpPr>
          <p:nvPr/>
        </p:nvSpPr>
        <p:spPr>
          <a:xfrm>
            <a:off x="3181661" y="5542663"/>
            <a:ext cx="686300" cy="285779"/>
          </a:xfrm>
          <a:prstGeom prst="rect">
            <a:avLst/>
          </a:prstGeom>
        </p:spPr>
        <p:txBody>
          <a:bodyPr vert="horz" wrap="square" lIns="0" tIns="36000" rIns="0" bIns="0" rtlCol="0" anchor="t">
            <a:spAutoFit/>
          </a:bodyPr>
          <a:lstStyle>
            <a:defPPr>
              <a:defRPr lang="pt-BR"/>
            </a:defPPr>
            <a:lvl1pPr>
              <a:lnSpc>
                <a:spcPct val="110000"/>
              </a:lnSpc>
              <a:defRPr sz="800">
                <a:latin typeface="+mj-lt"/>
                <a:ea typeface="Source Serif Pro Light" panose="02040303050405020204" pitchFamily="18" charset="0"/>
                <a:cs typeface="Roboto" panose="020000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2"/>
                </a:solidFill>
                <a:latin typeface="Poppins SemiBold" panose="00000700000000000000" pitchFamily="2" charset="0"/>
                <a:cs typeface="Poppins SemiBold" panose="00000700000000000000" pitchFamily="2" charset="0"/>
              </a:rPr>
              <a:t>Gross Profit </a:t>
            </a:r>
          </a:p>
          <a:p>
            <a:r>
              <a:rPr lang="en-US" sz="700" dirty="0"/>
              <a:t>(Million USD)</a:t>
            </a:r>
          </a:p>
        </p:txBody>
      </p:sp>
      <p:sp>
        <p:nvSpPr>
          <p:cNvPr id="18" name="Rectangle 17">
            <a:extLst>
              <a:ext uri="{FF2B5EF4-FFF2-40B4-BE49-F238E27FC236}">
                <a16:creationId xmlns:a16="http://schemas.microsoft.com/office/drawing/2014/main" id="{2999C358-0582-D684-3CC3-18C5E529FF19}"/>
              </a:ext>
            </a:extLst>
          </p:cNvPr>
          <p:cNvSpPr/>
          <p:nvPr/>
        </p:nvSpPr>
        <p:spPr>
          <a:xfrm>
            <a:off x="9441504" y="1533001"/>
            <a:ext cx="1001133" cy="4948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200" dirty="0">
                <a:solidFill>
                  <a:schemeClr val="accent2"/>
                </a:solidFill>
                <a:latin typeface="+mj-lt"/>
                <a:ea typeface="Source Serif Pro" panose="02040603050405020204" pitchFamily="18" charset="0"/>
              </a:rPr>
              <a:t>Segmento</a:t>
            </a:r>
            <a:endParaRPr lang="es-CO" sz="1200" dirty="0" err="1">
              <a:solidFill>
                <a:schemeClr val="accent2"/>
              </a:solidFill>
              <a:latin typeface="+mj-lt"/>
              <a:ea typeface="Source Serif Pro" panose="02040603050405020204" pitchFamily="18" charset="0"/>
            </a:endParaRPr>
          </a:p>
        </p:txBody>
      </p:sp>
      <p:pic>
        <p:nvPicPr>
          <p:cNvPr id="26" name="Imagen 40">
            <a:extLst>
              <a:ext uri="{FF2B5EF4-FFF2-40B4-BE49-F238E27FC236}">
                <a16:creationId xmlns:a16="http://schemas.microsoft.com/office/drawing/2014/main" id="{2FDA69B8-9545-88BD-FA80-7DB4255EF8DE}"/>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10745410" y="1651019"/>
            <a:ext cx="958946" cy="258830"/>
          </a:xfrm>
          <a:prstGeom prst="rect">
            <a:avLst/>
          </a:prstGeom>
        </p:spPr>
      </p:pic>
      <p:sp>
        <p:nvSpPr>
          <p:cNvPr id="44" name="Rectangle 43">
            <a:extLst>
              <a:ext uri="{FF2B5EF4-FFF2-40B4-BE49-F238E27FC236}">
                <a16:creationId xmlns:a16="http://schemas.microsoft.com/office/drawing/2014/main" id="{FB8B0069-DB31-C95A-A4FE-FA1F224A1AA4}"/>
              </a:ext>
            </a:extLst>
          </p:cNvPr>
          <p:cNvSpPr/>
          <p:nvPr/>
        </p:nvSpPr>
        <p:spPr>
          <a:xfrm>
            <a:off x="9441504" y="2192907"/>
            <a:ext cx="1001133" cy="4948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200" dirty="0">
                <a:solidFill>
                  <a:schemeClr val="accent2"/>
                </a:solidFill>
                <a:latin typeface="+mj-lt"/>
                <a:ea typeface="Source Serif Pro" panose="02040603050405020204" pitchFamily="18" charset="0"/>
              </a:rPr>
              <a:t>Segmento</a:t>
            </a:r>
            <a:endParaRPr lang="es-CO" sz="1200" dirty="0" err="1">
              <a:solidFill>
                <a:schemeClr val="accent2"/>
              </a:solidFill>
              <a:latin typeface="+mj-lt"/>
              <a:ea typeface="Source Serif Pro" panose="02040603050405020204" pitchFamily="18" charset="0"/>
            </a:endParaRPr>
          </a:p>
        </p:txBody>
      </p:sp>
      <p:pic>
        <p:nvPicPr>
          <p:cNvPr id="45" name="Imagen 40">
            <a:extLst>
              <a:ext uri="{FF2B5EF4-FFF2-40B4-BE49-F238E27FC236}">
                <a16:creationId xmlns:a16="http://schemas.microsoft.com/office/drawing/2014/main" id="{985E8741-478B-95FB-B0DE-44DF238100A8}"/>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10745410" y="2310925"/>
            <a:ext cx="958946" cy="258830"/>
          </a:xfrm>
          <a:prstGeom prst="rect">
            <a:avLst/>
          </a:prstGeom>
        </p:spPr>
      </p:pic>
      <p:sp>
        <p:nvSpPr>
          <p:cNvPr id="52" name="Rectangle 51">
            <a:extLst>
              <a:ext uri="{FF2B5EF4-FFF2-40B4-BE49-F238E27FC236}">
                <a16:creationId xmlns:a16="http://schemas.microsoft.com/office/drawing/2014/main" id="{D54737DC-2CCD-F40F-E2B1-5579F65662A0}"/>
              </a:ext>
            </a:extLst>
          </p:cNvPr>
          <p:cNvSpPr/>
          <p:nvPr/>
        </p:nvSpPr>
        <p:spPr>
          <a:xfrm>
            <a:off x="9441504" y="2852813"/>
            <a:ext cx="1001133" cy="4948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200" dirty="0">
                <a:solidFill>
                  <a:schemeClr val="accent2"/>
                </a:solidFill>
                <a:latin typeface="+mj-lt"/>
                <a:ea typeface="Source Serif Pro" panose="02040603050405020204" pitchFamily="18" charset="0"/>
              </a:rPr>
              <a:t>Segmento</a:t>
            </a:r>
            <a:endParaRPr lang="es-CO" sz="1200" dirty="0" err="1">
              <a:solidFill>
                <a:schemeClr val="accent2"/>
              </a:solidFill>
              <a:latin typeface="+mj-lt"/>
              <a:ea typeface="Source Serif Pro" panose="02040603050405020204" pitchFamily="18" charset="0"/>
            </a:endParaRPr>
          </a:p>
        </p:txBody>
      </p:sp>
      <p:pic>
        <p:nvPicPr>
          <p:cNvPr id="65" name="Imagen 40">
            <a:extLst>
              <a:ext uri="{FF2B5EF4-FFF2-40B4-BE49-F238E27FC236}">
                <a16:creationId xmlns:a16="http://schemas.microsoft.com/office/drawing/2014/main" id="{390CF8E3-67D1-432C-519E-973DD4F82AD2}"/>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10745410" y="2970831"/>
            <a:ext cx="958946" cy="258830"/>
          </a:xfrm>
          <a:prstGeom prst="rect">
            <a:avLst/>
          </a:prstGeom>
        </p:spPr>
      </p:pic>
      <p:sp>
        <p:nvSpPr>
          <p:cNvPr id="74" name="Rectangle 73">
            <a:extLst>
              <a:ext uri="{FF2B5EF4-FFF2-40B4-BE49-F238E27FC236}">
                <a16:creationId xmlns:a16="http://schemas.microsoft.com/office/drawing/2014/main" id="{D892DD30-7724-4AF3-7EDC-FAF78463073C}"/>
              </a:ext>
            </a:extLst>
          </p:cNvPr>
          <p:cNvSpPr/>
          <p:nvPr/>
        </p:nvSpPr>
        <p:spPr>
          <a:xfrm>
            <a:off x="9441504" y="3512719"/>
            <a:ext cx="1001133" cy="4948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200" dirty="0">
                <a:solidFill>
                  <a:schemeClr val="accent2"/>
                </a:solidFill>
                <a:latin typeface="+mj-lt"/>
                <a:ea typeface="Source Serif Pro" panose="02040603050405020204" pitchFamily="18" charset="0"/>
              </a:rPr>
              <a:t>Segmento</a:t>
            </a:r>
            <a:endParaRPr lang="es-CO" sz="1200" dirty="0" err="1">
              <a:solidFill>
                <a:schemeClr val="accent2"/>
              </a:solidFill>
              <a:latin typeface="+mj-lt"/>
              <a:ea typeface="Source Serif Pro" panose="02040603050405020204" pitchFamily="18" charset="0"/>
            </a:endParaRPr>
          </a:p>
        </p:txBody>
      </p:sp>
      <p:pic>
        <p:nvPicPr>
          <p:cNvPr id="75" name="Imagen 40">
            <a:extLst>
              <a:ext uri="{FF2B5EF4-FFF2-40B4-BE49-F238E27FC236}">
                <a16:creationId xmlns:a16="http://schemas.microsoft.com/office/drawing/2014/main" id="{BB94A500-1230-2849-E26A-75AF9339020C}"/>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10745410" y="3630737"/>
            <a:ext cx="958946" cy="258830"/>
          </a:xfrm>
          <a:prstGeom prst="rect">
            <a:avLst/>
          </a:prstGeom>
        </p:spPr>
      </p:pic>
      <p:sp>
        <p:nvSpPr>
          <p:cNvPr id="84" name="Rectangle 83">
            <a:extLst>
              <a:ext uri="{FF2B5EF4-FFF2-40B4-BE49-F238E27FC236}">
                <a16:creationId xmlns:a16="http://schemas.microsoft.com/office/drawing/2014/main" id="{6E02F94F-3A68-0C6D-F3A5-1997C238DE24}"/>
              </a:ext>
            </a:extLst>
          </p:cNvPr>
          <p:cNvSpPr/>
          <p:nvPr/>
        </p:nvSpPr>
        <p:spPr>
          <a:xfrm>
            <a:off x="9441504" y="4172625"/>
            <a:ext cx="1001133" cy="4948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200" dirty="0">
                <a:solidFill>
                  <a:schemeClr val="accent2"/>
                </a:solidFill>
                <a:latin typeface="+mj-lt"/>
                <a:ea typeface="Source Serif Pro" panose="02040603050405020204" pitchFamily="18" charset="0"/>
              </a:rPr>
              <a:t>Segmento</a:t>
            </a:r>
            <a:endParaRPr lang="es-CO" sz="1200" dirty="0" err="1">
              <a:solidFill>
                <a:schemeClr val="accent2"/>
              </a:solidFill>
              <a:latin typeface="+mj-lt"/>
              <a:ea typeface="Source Serif Pro" panose="02040603050405020204" pitchFamily="18" charset="0"/>
            </a:endParaRPr>
          </a:p>
        </p:txBody>
      </p:sp>
      <p:pic>
        <p:nvPicPr>
          <p:cNvPr id="85" name="Imagen 40">
            <a:extLst>
              <a:ext uri="{FF2B5EF4-FFF2-40B4-BE49-F238E27FC236}">
                <a16:creationId xmlns:a16="http://schemas.microsoft.com/office/drawing/2014/main" id="{9CCFBA63-B3B7-14E1-345B-146C95F096FC}"/>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10745410" y="4290643"/>
            <a:ext cx="958946" cy="258830"/>
          </a:xfrm>
          <a:prstGeom prst="rect">
            <a:avLst/>
          </a:prstGeom>
        </p:spPr>
      </p:pic>
      <p:sp>
        <p:nvSpPr>
          <p:cNvPr id="94" name="Rectangle 93">
            <a:extLst>
              <a:ext uri="{FF2B5EF4-FFF2-40B4-BE49-F238E27FC236}">
                <a16:creationId xmlns:a16="http://schemas.microsoft.com/office/drawing/2014/main" id="{55313B41-0443-6EFE-0DBA-2080C10398A5}"/>
              </a:ext>
            </a:extLst>
          </p:cNvPr>
          <p:cNvSpPr/>
          <p:nvPr/>
        </p:nvSpPr>
        <p:spPr>
          <a:xfrm>
            <a:off x="9441504" y="5438119"/>
            <a:ext cx="1001133" cy="4948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200" dirty="0">
                <a:solidFill>
                  <a:schemeClr val="accent2"/>
                </a:solidFill>
                <a:latin typeface="+mj-lt"/>
                <a:ea typeface="Source Serif Pro" panose="02040603050405020204" pitchFamily="18" charset="0"/>
              </a:rPr>
              <a:t>Segmento</a:t>
            </a:r>
            <a:endParaRPr lang="es-CO" sz="1200" dirty="0" err="1">
              <a:solidFill>
                <a:schemeClr val="accent2"/>
              </a:solidFill>
              <a:latin typeface="+mj-lt"/>
              <a:ea typeface="Source Serif Pro" panose="02040603050405020204" pitchFamily="18" charset="0"/>
            </a:endParaRPr>
          </a:p>
        </p:txBody>
      </p:sp>
      <p:pic>
        <p:nvPicPr>
          <p:cNvPr id="95" name="Imagen 40">
            <a:extLst>
              <a:ext uri="{FF2B5EF4-FFF2-40B4-BE49-F238E27FC236}">
                <a16:creationId xmlns:a16="http://schemas.microsoft.com/office/drawing/2014/main" id="{B3A95C7E-1107-FC65-36AF-EF2446EFCE82}"/>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10745410" y="5556137"/>
            <a:ext cx="958946" cy="258830"/>
          </a:xfrm>
          <a:prstGeom prst="rect">
            <a:avLst/>
          </a:prstGeom>
        </p:spPr>
      </p:pic>
      <p:grpSp>
        <p:nvGrpSpPr>
          <p:cNvPr id="2054" name="Group 2053">
            <a:extLst>
              <a:ext uri="{FF2B5EF4-FFF2-40B4-BE49-F238E27FC236}">
                <a16:creationId xmlns:a16="http://schemas.microsoft.com/office/drawing/2014/main" id="{DAF0B73F-6EBB-3DE8-6FD3-294A464A4D7C}"/>
              </a:ext>
            </a:extLst>
          </p:cNvPr>
          <p:cNvGrpSpPr/>
          <p:nvPr/>
        </p:nvGrpSpPr>
        <p:grpSpPr>
          <a:xfrm>
            <a:off x="6725838" y="1524716"/>
            <a:ext cx="2412893" cy="4416555"/>
            <a:chOff x="6694893" y="1524716"/>
            <a:chExt cx="2691783" cy="4416555"/>
          </a:xfrm>
        </p:grpSpPr>
        <p:grpSp>
          <p:nvGrpSpPr>
            <p:cNvPr id="10" name="Group 9">
              <a:extLst>
                <a:ext uri="{FF2B5EF4-FFF2-40B4-BE49-F238E27FC236}">
                  <a16:creationId xmlns:a16="http://schemas.microsoft.com/office/drawing/2014/main" id="{BCCEBABB-3C87-60BD-8115-4823E3E00D2D}"/>
                </a:ext>
              </a:extLst>
            </p:cNvPr>
            <p:cNvGrpSpPr/>
            <p:nvPr/>
          </p:nvGrpSpPr>
          <p:grpSpPr>
            <a:xfrm>
              <a:off x="6694895" y="1524716"/>
              <a:ext cx="1264065" cy="511437"/>
              <a:chOff x="7595140" y="1661420"/>
              <a:chExt cx="1122745" cy="1093091"/>
            </a:xfrm>
          </p:grpSpPr>
          <p:sp>
            <p:nvSpPr>
              <p:cNvPr id="6" name="Rectángulo: esquinas redondeadas 30">
                <a:extLst>
                  <a:ext uri="{FF2B5EF4-FFF2-40B4-BE49-F238E27FC236}">
                    <a16:creationId xmlns:a16="http://schemas.microsoft.com/office/drawing/2014/main" id="{51A3ED82-DADE-3425-F7AD-C44C86AC6242}"/>
                  </a:ext>
                </a:extLst>
              </p:cNvPr>
              <p:cNvSpPr/>
              <p:nvPr/>
            </p:nvSpPr>
            <p:spPr>
              <a:xfrm>
                <a:off x="7595140"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7" name="TextBox 6">
                <a:extLst>
                  <a:ext uri="{FF2B5EF4-FFF2-40B4-BE49-F238E27FC236}">
                    <a16:creationId xmlns:a16="http://schemas.microsoft.com/office/drawing/2014/main" id="{5384F6C9-DDF1-CD5F-D3FD-831450F0F050}"/>
                  </a:ext>
                </a:extLst>
              </p:cNvPr>
              <p:cNvSpPr txBox="1"/>
              <p:nvPr/>
            </p:nvSpPr>
            <p:spPr>
              <a:xfrm>
                <a:off x="7638960" y="1761034"/>
                <a:ext cx="1035113" cy="893869"/>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41</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Gross Margin 24’</a:t>
                </a:r>
              </a:p>
            </p:txBody>
          </p:sp>
        </p:grpSp>
        <p:grpSp>
          <p:nvGrpSpPr>
            <p:cNvPr id="11" name="Group 10">
              <a:extLst>
                <a:ext uri="{FF2B5EF4-FFF2-40B4-BE49-F238E27FC236}">
                  <a16:creationId xmlns:a16="http://schemas.microsoft.com/office/drawing/2014/main" id="{10277D16-945E-9038-7ED5-00A20410D1BC}"/>
                </a:ext>
              </a:extLst>
            </p:cNvPr>
            <p:cNvGrpSpPr/>
            <p:nvPr/>
          </p:nvGrpSpPr>
          <p:grpSpPr>
            <a:xfrm>
              <a:off x="8122611" y="1524716"/>
              <a:ext cx="1264065" cy="511437"/>
              <a:chOff x="7595141" y="1661420"/>
              <a:chExt cx="1122745" cy="1093091"/>
            </a:xfrm>
          </p:grpSpPr>
          <p:sp>
            <p:nvSpPr>
              <p:cNvPr id="12" name="Rectángulo: esquinas redondeadas 30">
                <a:extLst>
                  <a:ext uri="{FF2B5EF4-FFF2-40B4-BE49-F238E27FC236}">
                    <a16:creationId xmlns:a16="http://schemas.microsoft.com/office/drawing/2014/main" id="{E69CE2D0-23C1-44BA-6A42-93604F3B52A1}"/>
                  </a:ext>
                </a:extLst>
              </p:cNvPr>
              <p:cNvSpPr/>
              <p:nvPr/>
            </p:nvSpPr>
            <p:spPr>
              <a:xfrm>
                <a:off x="7595141"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17" name="TextBox 16">
                <a:extLst>
                  <a:ext uri="{FF2B5EF4-FFF2-40B4-BE49-F238E27FC236}">
                    <a16:creationId xmlns:a16="http://schemas.microsoft.com/office/drawing/2014/main" id="{937FA3C1-B971-AE00-A6F6-358ABF0DA9A4}"/>
                  </a:ext>
                </a:extLst>
              </p:cNvPr>
              <p:cNvSpPr txBox="1"/>
              <p:nvPr/>
            </p:nvSpPr>
            <p:spPr>
              <a:xfrm>
                <a:off x="7638961" y="1829730"/>
                <a:ext cx="1035113" cy="756481"/>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15</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CAGR 22'-24’</a:t>
                </a:r>
              </a:p>
            </p:txBody>
          </p:sp>
        </p:grpSp>
        <p:grpSp>
          <p:nvGrpSpPr>
            <p:cNvPr id="34" name="Group 33">
              <a:extLst>
                <a:ext uri="{FF2B5EF4-FFF2-40B4-BE49-F238E27FC236}">
                  <a16:creationId xmlns:a16="http://schemas.microsoft.com/office/drawing/2014/main" id="{F3A96BF9-9624-F36A-D290-EC267AF67CDB}"/>
                </a:ext>
              </a:extLst>
            </p:cNvPr>
            <p:cNvGrpSpPr/>
            <p:nvPr/>
          </p:nvGrpSpPr>
          <p:grpSpPr>
            <a:xfrm>
              <a:off x="6694895" y="2175569"/>
              <a:ext cx="1264065" cy="511437"/>
              <a:chOff x="7595143" y="1661420"/>
              <a:chExt cx="1122745" cy="1093091"/>
            </a:xfrm>
          </p:grpSpPr>
          <p:sp>
            <p:nvSpPr>
              <p:cNvPr id="36" name="Rectángulo: esquinas redondeadas 30">
                <a:extLst>
                  <a:ext uri="{FF2B5EF4-FFF2-40B4-BE49-F238E27FC236}">
                    <a16:creationId xmlns:a16="http://schemas.microsoft.com/office/drawing/2014/main" id="{CF4EB6C7-28BD-653D-1B57-91DC5E3CCD88}"/>
                  </a:ext>
                </a:extLst>
              </p:cNvPr>
              <p:cNvSpPr/>
              <p:nvPr/>
            </p:nvSpPr>
            <p:spPr>
              <a:xfrm>
                <a:off x="7595143"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40" name="TextBox 39">
                <a:extLst>
                  <a:ext uri="{FF2B5EF4-FFF2-40B4-BE49-F238E27FC236}">
                    <a16:creationId xmlns:a16="http://schemas.microsoft.com/office/drawing/2014/main" id="{F5329EEC-9A3F-7589-72A1-4C91909D1301}"/>
                  </a:ext>
                </a:extLst>
              </p:cNvPr>
              <p:cNvSpPr txBox="1"/>
              <p:nvPr/>
            </p:nvSpPr>
            <p:spPr>
              <a:xfrm>
                <a:off x="7638963" y="1829730"/>
                <a:ext cx="1035113" cy="756480"/>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53</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Gross Margin 24’</a:t>
                </a:r>
              </a:p>
            </p:txBody>
          </p:sp>
        </p:grpSp>
        <p:grpSp>
          <p:nvGrpSpPr>
            <p:cNvPr id="41" name="Group 40">
              <a:extLst>
                <a:ext uri="{FF2B5EF4-FFF2-40B4-BE49-F238E27FC236}">
                  <a16:creationId xmlns:a16="http://schemas.microsoft.com/office/drawing/2014/main" id="{D92D07E7-15D6-3B32-FA09-6C64C49862DC}"/>
                </a:ext>
              </a:extLst>
            </p:cNvPr>
            <p:cNvGrpSpPr/>
            <p:nvPr/>
          </p:nvGrpSpPr>
          <p:grpSpPr>
            <a:xfrm>
              <a:off x="8122611" y="2175569"/>
              <a:ext cx="1264065" cy="511437"/>
              <a:chOff x="7595143" y="1661420"/>
              <a:chExt cx="1122745" cy="1093091"/>
            </a:xfrm>
          </p:grpSpPr>
          <p:sp>
            <p:nvSpPr>
              <p:cNvPr id="42" name="Rectángulo: esquinas redondeadas 30">
                <a:extLst>
                  <a:ext uri="{FF2B5EF4-FFF2-40B4-BE49-F238E27FC236}">
                    <a16:creationId xmlns:a16="http://schemas.microsoft.com/office/drawing/2014/main" id="{CE4C436A-E658-B6BD-2F2F-47F3C470A3C5}"/>
                  </a:ext>
                </a:extLst>
              </p:cNvPr>
              <p:cNvSpPr/>
              <p:nvPr/>
            </p:nvSpPr>
            <p:spPr>
              <a:xfrm>
                <a:off x="7595143"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43" name="TextBox 42">
                <a:extLst>
                  <a:ext uri="{FF2B5EF4-FFF2-40B4-BE49-F238E27FC236}">
                    <a16:creationId xmlns:a16="http://schemas.microsoft.com/office/drawing/2014/main" id="{157E1F56-B1DE-4E1A-B058-D649E2DFDD16}"/>
                  </a:ext>
                </a:extLst>
              </p:cNvPr>
              <p:cNvSpPr txBox="1"/>
              <p:nvPr/>
            </p:nvSpPr>
            <p:spPr>
              <a:xfrm>
                <a:off x="7638961" y="1829730"/>
                <a:ext cx="1035113" cy="756480"/>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125</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CAGR 22'-24’</a:t>
                </a:r>
              </a:p>
            </p:txBody>
          </p:sp>
        </p:grpSp>
        <p:grpSp>
          <p:nvGrpSpPr>
            <p:cNvPr id="48" name="Group 47">
              <a:extLst>
                <a:ext uri="{FF2B5EF4-FFF2-40B4-BE49-F238E27FC236}">
                  <a16:creationId xmlns:a16="http://schemas.microsoft.com/office/drawing/2014/main" id="{349A87AF-FE3D-6E11-317D-978486C20659}"/>
                </a:ext>
              </a:extLst>
            </p:cNvPr>
            <p:cNvGrpSpPr/>
            <p:nvPr/>
          </p:nvGrpSpPr>
          <p:grpSpPr>
            <a:xfrm>
              <a:off x="6694895" y="2826422"/>
              <a:ext cx="1264065" cy="511437"/>
              <a:chOff x="7595140" y="1661420"/>
              <a:chExt cx="1122745" cy="1093091"/>
            </a:xfrm>
          </p:grpSpPr>
          <p:sp>
            <p:nvSpPr>
              <p:cNvPr id="68" name="Rectángulo: esquinas redondeadas 30">
                <a:extLst>
                  <a:ext uri="{FF2B5EF4-FFF2-40B4-BE49-F238E27FC236}">
                    <a16:creationId xmlns:a16="http://schemas.microsoft.com/office/drawing/2014/main" id="{E18F853A-6EFC-FE56-654F-1B4AD77CA0A8}"/>
                  </a:ext>
                </a:extLst>
              </p:cNvPr>
              <p:cNvSpPr/>
              <p:nvPr/>
            </p:nvSpPr>
            <p:spPr>
              <a:xfrm>
                <a:off x="7595140"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69" name="TextBox 68">
                <a:extLst>
                  <a:ext uri="{FF2B5EF4-FFF2-40B4-BE49-F238E27FC236}">
                    <a16:creationId xmlns:a16="http://schemas.microsoft.com/office/drawing/2014/main" id="{D75CCDFC-FAE7-DC47-36A2-E386087EE55D}"/>
                  </a:ext>
                </a:extLst>
              </p:cNvPr>
              <p:cNvSpPr txBox="1"/>
              <p:nvPr/>
            </p:nvSpPr>
            <p:spPr>
              <a:xfrm>
                <a:off x="7638960" y="1829730"/>
                <a:ext cx="1035113" cy="756480"/>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52</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Gross Margin 24’</a:t>
                </a:r>
              </a:p>
            </p:txBody>
          </p:sp>
        </p:grpSp>
        <p:grpSp>
          <p:nvGrpSpPr>
            <p:cNvPr id="49" name="Group 48">
              <a:extLst>
                <a:ext uri="{FF2B5EF4-FFF2-40B4-BE49-F238E27FC236}">
                  <a16:creationId xmlns:a16="http://schemas.microsoft.com/office/drawing/2014/main" id="{F9BA54FE-FF2E-0396-4844-BC706F71FAF5}"/>
                </a:ext>
              </a:extLst>
            </p:cNvPr>
            <p:cNvGrpSpPr/>
            <p:nvPr/>
          </p:nvGrpSpPr>
          <p:grpSpPr>
            <a:xfrm>
              <a:off x="8122611" y="2826422"/>
              <a:ext cx="1264065" cy="511437"/>
              <a:chOff x="7595141" y="1661420"/>
              <a:chExt cx="1122745" cy="1093091"/>
            </a:xfrm>
          </p:grpSpPr>
          <p:sp>
            <p:nvSpPr>
              <p:cNvPr id="66" name="Rectángulo: esquinas redondeadas 30">
                <a:extLst>
                  <a:ext uri="{FF2B5EF4-FFF2-40B4-BE49-F238E27FC236}">
                    <a16:creationId xmlns:a16="http://schemas.microsoft.com/office/drawing/2014/main" id="{01A04FCC-966B-680C-EDEC-67F22BBB36D8}"/>
                  </a:ext>
                </a:extLst>
              </p:cNvPr>
              <p:cNvSpPr/>
              <p:nvPr/>
            </p:nvSpPr>
            <p:spPr>
              <a:xfrm>
                <a:off x="7595141"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67" name="TextBox 66">
                <a:extLst>
                  <a:ext uri="{FF2B5EF4-FFF2-40B4-BE49-F238E27FC236}">
                    <a16:creationId xmlns:a16="http://schemas.microsoft.com/office/drawing/2014/main" id="{545D02DE-473B-A806-7ACB-77FE5307523C}"/>
                  </a:ext>
                </a:extLst>
              </p:cNvPr>
              <p:cNvSpPr txBox="1"/>
              <p:nvPr/>
            </p:nvSpPr>
            <p:spPr>
              <a:xfrm>
                <a:off x="7638961" y="1829730"/>
                <a:ext cx="1035113" cy="756481"/>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22</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CAGR 22'-24’</a:t>
                </a:r>
              </a:p>
            </p:txBody>
          </p:sp>
        </p:grpSp>
        <p:grpSp>
          <p:nvGrpSpPr>
            <p:cNvPr id="71" name="Group 70">
              <a:extLst>
                <a:ext uri="{FF2B5EF4-FFF2-40B4-BE49-F238E27FC236}">
                  <a16:creationId xmlns:a16="http://schemas.microsoft.com/office/drawing/2014/main" id="{CD59918B-002C-543A-C06B-61A348190A9F}"/>
                </a:ext>
              </a:extLst>
            </p:cNvPr>
            <p:cNvGrpSpPr/>
            <p:nvPr/>
          </p:nvGrpSpPr>
          <p:grpSpPr>
            <a:xfrm>
              <a:off x="6694895" y="3477275"/>
              <a:ext cx="1264065" cy="511437"/>
              <a:chOff x="7595143" y="1661420"/>
              <a:chExt cx="1122745" cy="1093091"/>
            </a:xfrm>
          </p:grpSpPr>
          <p:sp>
            <p:nvSpPr>
              <p:cNvPr id="78" name="Rectángulo: esquinas redondeadas 30">
                <a:extLst>
                  <a:ext uri="{FF2B5EF4-FFF2-40B4-BE49-F238E27FC236}">
                    <a16:creationId xmlns:a16="http://schemas.microsoft.com/office/drawing/2014/main" id="{C42FBDA6-8EDF-608B-7E72-CEA9E062485A}"/>
                  </a:ext>
                </a:extLst>
              </p:cNvPr>
              <p:cNvSpPr/>
              <p:nvPr/>
            </p:nvSpPr>
            <p:spPr>
              <a:xfrm>
                <a:off x="7595143"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79" name="TextBox 78">
                <a:extLst>
                  <a:ext uri="{FF2B5EF4-FFF2-40B4-BE49-F238E27FC236}">
                    <a16:creationId xmlns:a16="http://schemas.microsoft.com/office/drawing/2014/main" id="{EFEA09F1-91F9-B1D6-E4AF-53F88010A433}"/>
                  </a:ext>
                </a:extLst>
              </p:cNvPr>
              <p:cNvSpPr txBox="1"/>
              <p:nvPr/>
            </p:nvSpPr>
            <p:spPr>
              <a:xfrm>
                <a:off x="7638960" y="1829730"/>
                <a:ext cx="1035113" cy="756480"/>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50</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Gross Margin 24’</a:t>
                </a:r>
              </a:p>
            </p:txBody>
          </p:sp>
        </p:grpSp>
        <p:grpSp>
          <p:nvGrpSpPr>
            <p:cNvPr id="72" name="Group 71">
              <a:extLst>
                <a:ext uri="{FF2B5EF4-FFF2-40B4-BE49-F238E27FC236}">
                  <a16:creationId xmlns:a16="http://schemas.microsoft.com/office/drawing/2014/main" id="{56CD02D6-199B-3E62-73E2-977F19ED75C1}"/>
                </a:ext>
              </a:extLst>
            </p:cNvPr>
            <p:cNvGrpSpPr/>
            <p:nvPr/>
          </p:nvGrpSpPr>
          <p:grpSpPr>
            <a:xfrm>
              <a:off x="8122611" y="3477275"/>
              <a:ext cx="1264065" cy="511437"/>
              <a:chOff x="7595143" y="1661420"/>
              <a:chExt cx="1122745" cy="1093091"/>
            </a:xfrm>
          </p:grpSpPr>
          <p:sp>
            <p:nvSpPr>
              <p:cNvPr id="76" name="Rectángulo: esquinas redondeadas 30">
                <a:extLst>
                  <a:ext uri="{FF2B5EF4-FFF2-40B4-BE49-F238E27FC236}">
                    <a16:creationId xmlns:a16="http://schemas.microsoft.com/office/drawing/2014/main" id="{228A49E7-727A-C198-BF93-502EF6680E21}"/>
                  </a:ext>
                </a:extLst>
              </p:cNvPr>
              <p:cNvSpPr/>
              <p:nvPr/>
            </p:nvSpPr>
            <p:spPr>
              <a:xfrm>
                <a:off x="7595143"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77" name="TextBox 76">
                <a:extLst>
                  <a:ext uri="{FF2B5EF4-FFF2-40B4-BE49-F238E27FC236}">
                    <a16:creationId xmlns:a16="http://schemas.microsoft.com/office/drawing/2014/main" id="{248EA4AD-F4BE-B68E-2B08-7267B9A6CFEA}"/>
                  </a:ext>
                </a:extLst>
              </p:cNvPr>
              <p:cNvSpPr txBox="1"/>
              <p:nvPr/>
            </p:nvSpPr>
            <p:spPr>
              <a:xfrm>
                <a:off x="7638961" y="1829730"/>
                <a:ext cx="1035113" cy="756480"/>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388</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CAGR 22'-24’</a:t>
                </a:r>
              </a:p>
            </p:txBody>
          </p:sp>
        </p:grpSp>
        <p:grpSp>
          <p:nvGrpSpPr>
            <p:cNvPr id="81" name="Group 80">
              <a:extLst>
                <a:ext uri="{FF2B5EF4-FFF2-40B4-BE49-F238E27FC236}">
                  <a16:creationId xmlns:a16="http://schemas.microsoft.com/office/drawing/2014/main" id="{FD0936A6-5CD1-DEBF-BA29-02416EF34E8E}"/>
                </a:ext>
              </a:extLst>
            </p:cNvPr>
            <p:cNvGrpSpPr/>
            <p:nvPr/>
          </p:nvGrpSpPr>
          <p:grpSpPr>
            <a:xfrm>
              <a:off x="6694895" y="4128128"/>
              <a:ext cx="1264065" cy="511437"/>
              <a:chOff x="7595140" y="1661420"/>
              <a:chExt cx="1122745" cy="1093091"/>
            </a:xfrm>
          </p:grpSpPr>
          <p:sp>
            <p:nvSpPr>
              <p:cNvPr id="88" name="Rectángulo: esquinas redondeadas 30">
                <a:extLst>
                  <a:ext uri="{FF2B5EF4-FFF2-40B4-BE49-F238E27FC236}">
                    <a16:creationId xmlns:a16="http://schemas.microsoft.com/office/drawing/2014/main" id="{4D07006E-6DD1-EA12-1958-380828BA290B}"/>
                  </a:ext>
                </a:extLst>
              </p:cNvPr>
              <p:cNvSpPr/>
              <p:nvPr/>
            </p:nvSpPr>
            <p:spPr>
              <a:xfrm>
                <a:off x="7595140"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90" name="TextBox 89">
                <a:extLst>
                  <a:ext uri="{FF2B5EF4-FFF2-40B4-BE49-F238E27FC236}">
                    <a16:creationId xmlns:a16="http://schemas.microsoft.com/office/drawing/2014/main" id="{93D13904-4FEA-F884-2EDC-CFCE4E59E896}"/>
                  </a:ext>
                </a:extLst>
              </p:cNvPr>
              <p:cNvSpPr txBox="1"/>
              <p:nvPr/>
            </p:nvSpPr>
            <p:spPr>
              <a:xfrm>
                <a:off x="7638960" y="1829730"/>
                <a:ext cx="1035113" cy="756480"/>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40</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Gross Margin 24’</a:t>
                </a:r>
              </a:p>
            </p:txBody>
          </p:sp>
        </p:grpSp>
        <p:grpSp>
          <p:nvGrpSpPr>
            <p:cNvPr id="83" name="Group 82">
              <a:extLst>
                <a:ext uri="{FF2B5EF4-FFF2-40B4-BE49-F238E27FC236}">
                  <a16:creationId xmlns:a16="http://schemas.microsoft.com/office/drawing/2014/main" id="{45F948DD-B411-F366-6D20-2006B584A77B}"/>
                </a:ext>
              </a:extLst>
            </p:cNvPr>
            <p:cNvGrpSpPr/>
            <p:nvPr/>
          </p:nvGrpSpPr>
          <p:grpSpPr>
            <a:xfrm>
              <a:off x="8122611" y="4128128"/>
              <a:ext cx="1264065" cy="511437"/>
              <a:chOff x="7595141" y="1661420"/>
              <a:chExt cx="1122745" cy="1093091"/>
            </a:xfrm>
          </p:grpSpPr>
          <p:sp>
            <p:nvSpPr>
              <p:cNvPr id="86" name="Rectángulo: esquinas redondeadas 30">
                <a:extLst>
                  <a:ext uri="{FF2B5EF4-FFF2-40B4-BE49-F238E27FC236}">
                    <a16:creationId xmlns:a16="http://schemas.microsoft.com/office/drawing/2014/main" id="{1DD9FD03-11B1-70C7-D12B-7FDA2C83ABB2}"/>
                  </a:ext>
                </a:extLst>
              </p:cNvPr>
              <p:cNvSpPr/>
              <p:nvPr/>
            </p:nvSpPr>
            <p:spPr>
              <a:xfrm>
                <a:off x="7595141"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87" name="TextBox 86">
                <a:extLst>
                  <a:ext uri="{FF2B5EF4-FFF2-40B4-BE49-F238E27FC236}">
                    <a16:creationId xmlns:a16="http://schemas.microsoft.com/office/drawing/2014/main" id="{9ECE3957-FE05-FFDD-5AB8-2B35CB18E9E0}"/>
                  </a:ext>
                </a:extLst>
              </p:cNvPr>
              <p:cNvSpPr txBox="1"/>
              <p:nvPr/>
            </p:nvSpPr>
            <p:spPr>
              <a:xfrm>
                <a:off x="7638961" y="1829730"/>
                <a:ext cx="1035113" cy="756481"/>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96</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CAGR 22'-24’</a:t>
                </a:r>
              </a:p>
            </p:txBody>
          </p:sp>
        </p:grpSp>
        <p:grpSp>
          <p:nvGrpSpPr>
            <p:cNvPr id="92" name="Group 91">
              <a:extLst>
                <a:ext uri="{FF2B5EF4-FFF2-40B4-BE49-F238E27FC236}">
                  <a16:creationId xmlns:a16="http://schemas.microsoft.com/office/drawing/2014/main" id="{53E016F4-D4C7-1E4B-1E18-AF3AE66260B4}"/>
                </a:ext>
              </a:extLst>
            </p:cNvPr>
            <p:cNvGrpSpPr/>
            <p:nvPr/>
          </p:nvGrpSpPr>
          <p:grpSpPr>
            <a:xfrm>
              <a:off x="6694893" y="5429834"/>
              <a:ext cx="1264065" cy="511437"/>
              <a:chOff x="7595139" y="1661420"/>
              <a:chExt cx="1122745" cy="1093091"/>
            </a:xfrm>
          </p:grpSpPr>
          <p:sp>
            <p:nvSpPr>
              <p:cNvPr id="98" name="Rectángulo: esquinas redondeadas 30">
                <a:extLst>
                  <a:ext uri="{FF2B5EF4-FFF2-40B4-BE49-F238E27FC236}">
                    <a16:creationId xmlns:a16="http://schemas.microsoft.com/office/drawing/2014/main" id="{2D523773-22A9-AFE1-CAD9-32252C850DCF}"/>
                  </a:ext>
                </a:extLst>
              </p:cNvPr>
              <p:cNvSpPr/>
              <p:nvPr/>
            </p:nvSpPr>
            <p:spPr>
              <a:xfrm>
                <a:off x="7595139"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99" name="TextBox 98">
                <a:extLst>
                  <a:ext uri="{FF2B5EF4-FFF2-40B4-BE49-F238E27FC236}">
                    <a16:creationId xmlns:a16="http://schemas.microsoft.com/office/drawing/2014/main" id="{6CA880A0-7414-2124-80B1-57793CA3F156}"/>
                  </a:ext>
                </a:extLst>
              </p:cNvPr>
              <p:cNvSpPr txBox="1"/>
              <p:nvPr/>
            </p:nvSpPr>
            <p:spPr>
              <a:xfrm>
                <a:off x="7638960" y="1829730"/>
                <a:ext cx="1035113" cy="756480"/>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15</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Gross Margin 24’</a:t>
                </a:r>
              </a:p>
            </p:txBody>
          </p:sp>
        </p:grpSp>
        <p:grpSp>
          <p:nvGrpSpPr>
            <p:cNvPr id="93" name="Group 92">
              <a:extLst>
                <a:ext uri="{FF2B5EF4-FFF2-40B4-BE49-F238E27FC236}">
                  <a16:creationId xmlns:a16="http://schemas.microsoft.com/office/drawing/2014/main" id="{BA130B16-A792-9C61-DBFE-42D3C5D4789B}"/>
                </a:ext>
              </a:extLst>
            </p:cNvPr>
            <p:cNvGrpSpPr/>
            <p:nvPr/>
          </p:nvGrpSpPr>
          <p:grpSpPr>
            <a:xfrm>
              <a:off x="8122610" y="5429834"/>
              <a:ext cx="1264065" cy="511437"/>
              <a:chOff x="7595140" y="1661420"/>
              <a:chExt cx="1122745" cy="1093091"/>
            </a:xfrm>
          </p:grpSpPr>
          <p:sp>
            <p:nvSpPr>
              <p:cNvPr id="96" name="Rectángulo: esquinas redondeadas 30">
                <a:extLst>
                  <a:ext uri="{FF2B5EF4-FFF2-40B4-BE49-F238E27FC236}">
                    <a16:creationId xmlns:a16="http://schemas.microsoft.com/office/drawing/2014/main" id="{EAF3EA9D-9188-934D-1F18-FD8446D8278A}"/>
                  </a:ext>
                </a:extLst>
              </p:cNvPr>
              <p:cNvSpPr/>
              <p:nvPr/>
            </p:nvSpPr>
            <p:spPr>
              <a:xfrm>
                <a:off x="7595140"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97" name="TextBox 96">
                <a:extLst>
                  <a:ext uri="{FF2B5EF4-FFF2-40B4-BE49-F238E27FC236}">
                    <a16:creationId xmlns:a16="http://schemas.microsoft.com/office/drawing/2014/main" id="{B6E1A2EB-5DA8-D8BB-E627-38FBBCA10992}"/>
                  </a:ext>
                </a:extLst>
              </p:cNvPr>
              <p:cNvSpPr txBox="1"/>
              <p:nvPr/>
            </p:nvSpPr>
            <p:spPr>
              <a:xfrm>
                <a:off x="7638961" y="1829730"/>
                <a:ext cx="1035113" cy="756481"/>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18</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CAGR 22'-24’</a:t>
                </a:r>
              </a:p>
            </p:txBody>
          </p:sp>
        </p:grpSp>
        <p:grpSp>
          <p:nvGrpSpPr>
            <p:cNvPr id="101" name="Group 100">
              <a:extLst>
                <a:ext uri="{FF2B5EF4-FFF2-40B4-BE49-F238E27FC236}">
                  <a16:creationId xmlns:a16="http://schemas.microsoft.com/office/drawing/2014/main" id="{C514F011-2DBF-CD0B-7207-1B5969DF8DAC}"/>
                </a:ext>
              </a:extLst>
            </p:cNvPr>
            <p:cNvGrpSpPr/>
            <p:nvPr/>
          </p:nvGrpSpPr>
          <p:grpSpPr>
            <a:xfrm>
              <a:off x="6694895" y="4778981"/>
              <a:ext cx="1264065" cy="511437"/>
              <a:chOff x="7595143" y="1661420"/>
              <a:chExt cx="1122745" cy="1093091"/>
            </a:xfrm>
          </p:grpSpPr>
          <p:sp>
            <p:nvSpPr>
              <p:cNvPr id="110" name="Rectángulo: esquinas redondeadas 30">
                <a:extLst>
                  <a:ext uri="{FF2B5EF4-FFF2-40B4-BE49-F238E27FC236}">
                    <a16:creationId xmlns:a16="http://schemas.microsoft.com/office/drawing/2014/main" id="{D8421E28-CC64-A87D-2425-1ECF3EE45636}"/>
                  </a:ext>
                </a:extLst>
              </p:cNvPr>
              <p:cNvSpPr/>
              <p:nvPr/>
            </p:nvSpPr>
            <p:spPr>
              <a:xfrm>
                <a:off x="7595143"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112" name="TextBox 111">
                <a:extLst>
                  <a:ext uri="{FF2B5EF4-FFF2-40B4-BE49-F238E27FC236}">
                    <a16:creationId xmlns:a16="http://schemas.microsoft.com/office/drawing/2014/main" id="{6D73574C-5645-B25A-CE6A-81E344794857}"/>
                  </a:ext>
                </a:extLst>
              </p:cNvPr>
              <p:cNvSpPr txBox="1"/>
              <p:nvPr/>
            </p:nvSpPr>
            <p:spPr>
              <a:xfrm>
                <a:off x="7638960" y="1829730"/>
                <a:ext cx="1035113" cy="756480"/>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40</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Gross Margin 24’</a:t>
                </a:r>
              </a:p>
            </p:txBody>
          </p:sp>
        </p:grpSp>
        <p:grpSp>
          <p:nvGrpSpPr>
            <p:cNvPr id="102" name="Group 101">
              <a:extLst>
                <a:ext uri="{FF2B5EF4-FFF2-40B4-BE49-F238E27FC236}">
                  <a16:creationId xmlns:a16="http://schemas.microsoft.com/office/drawing/2014/main" id="{CD2FA770-2A47-1FD0-1452-D1B68FB6F1BC}"/>
                </a:ext>
              </a:extLst>
            </p:cNvPr>
            <p:cNvGrpSpPr/>
            <p:nvPr/>
          </p:nvGrpSpPr>
          <p:grpSpPr>
            <a:xfrm>
              <a:off x="8122611" y="4778981"/>
              <a:ext cx="1264065" cy="511437"/>
              <a:chOff x="7595143" y="1661420"/>
              <a:chExt cx="1122745" cy="1093091"/>
            </a:xfrm>
          </p:grpSpPr>
          <p:sp>
            <p:nvSpPr>
              <p:cNvPr id="106" name="Rectángulo: esquinas redondeadas 30">
                <a:extLst>
                  <a:ext uri="{FF2B5EF4-FFF2-40B4-BE49-F238E27FC236}">
                    <a16:creationId xmlns:a16="http://schemas.microsoft.com/office/drawing/2014/main" id="{6D6A3409-1CB4-2015-F083-AC6A710FDCE4}"/>
                  </a:ext>
                </a:extLst>
              </p:cNvPr>
              <p:cNvSpPr/>
              <p:nvPr/>
            </p:nvSpPr>
            <p:spPr>
              <a:xfrm>
                <a:off x="7595143"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107" name="TextBox 106">
                <a:extLst>
                  <a:ext uri="{FF2B5EF4-FFF2-40B4-BE49-F238E27FC236}">
                    <a16:creationId xmlns:a16="http://schemas.microsoft.com/office/drawing/2014/main" id="{76C5664B-A06A-5802-65A5-7BF49555C35C}"/>
                  </a:ext>
                </a:extLst>
              </p:cNvPr>
              <p:cNvSpPr txBox="1"/>
              <p:nvPr/>
            </p:nvSpPr>
            <p:spPr>
              <a:xfrm>
                <a:off x="7638961" y="1829730"/>
                <a:ext cx="1035113" cy="756480"/>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238</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CAGR 22'-24’</a:t>
                </a:r>
              </a:p>
            </p:txBody>
          </p:sp>
        </p:grpSp>
      </p:grpSp>
      <p:sp>
        <p:nvSpPr>
          <p:cNvPr id="103" name="Rectangle 102">
            <a:extLst>
              <a:ext uri="{FF2B5EF4-FFF2-40B4-BE49-F238E27FC236}">
                <a16:creationId xmlns:a16="http://schemas.microsoft.com/office/drawing/2014/main" id="{E67542D2-27E2-6A25-6D5C-59508CB43D79}"/>
              </a:ext>
            </a:extLst>
          </p:cNvPr>
          <p:cNvSpPr/>
          <p:nvPr/>
        </p:nvSpPr>
        <p:spPr>
          <a:xfrm>
            <a:off x="9441504" y="4832531"/>
            <a:ext cx="1001133" cy="4948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200" dirty="0">
                <a:solidFill>
                  <a:schemeClr val="accent2"/>
                </a:solidFill>
                <a:latin typeface="+mj-lt"/>
                <a:ea typeface="Source Serif Pro" panose="02040603050405020204" pitchFamily="18" charset="0"/>
              </a:rPr>
              <a:t>Segmento</a:t>
            </a:r>
            <a:endParaRPr lang="es-CO" sz="1200" dirty="0" err="1">
              <a:solidFill>
                <a:schemeClr val="accent2"/>
              </a:solidFill>
              <a:latin typeface="+mj-lt"/>
              <a:ea typeface="Source Serif Pro" panose="02040603050405020204" pitchFamily="18" charset="0"/>
            </a:endParaRPr>
          </a:p>
        </p:txBody>
      </p:sp>
      <p:pic>
        <p:nvPicPr>
          <p:cNvPr id="105" name="Imagen 40">
            <a:extLst>
              <a:ext uri="{FF2B5EF4-FFF2-40B4-BE49-F238E27FC236}">
                <a16:creationId xmlns:a16="http://schemas.microsoft.com/office/drawing/2014/main" id="{3DD40ADB-AB9C-FB2D-BE96-65965E6A7AB4}"/>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10745410" y="4950549"/>
            <a:ext cx="958946" cy="258830"/>
          </a:xfrm>
          <a:prstGeom prst="rect">
            <a:avLst/>
          </a:prstGeom>
        </p:spPr>
      </p:pic>
      <p:grpSp>
        <p:nvGrpSpPr>
          <p:cNvPr id="115" name="Group 114">
            <a:extLst>
              <a:ext uri="{FF2B5EF4-FFF2-40B4-BE49-F238E27FC236}">
                <a16:creationId xmlns:a16="http://schemas.microsoft.com/office/drawing/2014/main" id="{B4B72DB3-4124-3C4B-07C6-32060AD6CC29}"/>
              </a:ext>
            </a:extLst>
          </p:cNvPr>
          <p:cNvGrpSpPr/>
          <p:nvPr/>
        </p:nvGrpSpPr>
        <p:grpSpPr>
          <a:xfrm>
            <a:off x="-289711" y="2099356"/>
            <a:ext cx="3213168" cy="3249840"/>
            <a:chOff x="2247899" y="2099356"/>
            <a:chExt cx="7920000" cy="3249840"/>
          </a:xfrm>
        </p:grpSpPr>
        <p:cxnSp>
          <p:nvCxnSpPr>
            <p:cNvPr id="116" name="Conector reto 12">
              <a:extLst>
                <a:ext uri="{FF2B5EF4-FFF2-40B4-BE49-F238E27FC236}">
                  <a16:creationId xmlns:a16="http://schemas.microsoft.com/office/drawing/2014/main" id="{4794E288-B83A-7616-E82A-F36F1E0A6198}"/>
                </a:ext>
              </a:extLst>
            </p:cNvPr>
            <p:cNvCxnSpPr>
              <a:cxnSpLocks/>
            </p:cNvCxnSpPr>
            <p:nvPr/>
          </p:nvCxnSpPr>
          <p:spPr>
            <a:xfrm>
              <a:off x="2247899" y="2099356"/>
              <a:ext cx="7920000" cy="0"/>
            </a:xfrm>
            <a:prstGeom prst="line">
              <a:avLst/>
            </a:prstGeom>
            <a:ln>
              <a:solidFill>
                <a:schemeClr val="bg2">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17" name="Conector reto 12">
              <a:extLst>
                <a:ext uri="{FF2B5EF4-FFF2-40B4-BE49-F238E27FC236}">
                  <a16:creationId xmlns:a16="http://schemas.microsoft.com/office/drawing/2014/main" id="{CEF44451-C684-01A9-CB21-26616072B1E8}"/>
                </a:ext>
              </a:extLst>
            </p:cNvPr>
            <p:cNvCxnSpPr>
              <a:cxnSpLocks/>
            </p:cNvCxnSpPr>
            <p:nvPr/>
          </p:nvCxnSpPr>
          <p:spPr>
            <a:xfrm>
              <a:off x="2247899" y="3399290"/>
              <a:ext cx="7920000" cy="0"/>
            </a:xfrm>
            <a:prstGeom prst="line">
              <a:avLst/>
            </a:prstGeom>
            <a:ln>
              <a:solidFill>
                <a:schemeClr val="bg2">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18" name="Conector reto 12">
              <a:extLst>
                <a:ext uri="{FF2B5EF4-FFF2-40B4-BE49-F238E27FC236}">
                  <a16:creationId xmlns:a16="http://schemas.microsoft.com/office/drawing/2014/main" id="{D1DE96CB-085F-251E-D73F-FAB14B683810}"/>
                </a:ext>
              </a:extLst>
            </p:cNvPr>
            <p:cNvCxnSpPr>
              <a:cxnSpLocks/>
            </p:cNvCxnSpPr>
            <p:nvPr/>
          </p:nvCxnSpPr>
          <p:spPr>
            <a:xfrm>
              <a:off x="2247899" y="4049257"/>
              <a:ext cx="7920000" cy="0"/>
            </a:xfrm>
            <a:prstGeom prst="line">
              <a:avLst/>
            </a:prstGeom>
            <a:ln>
              <a:solidFill>
                <a:schemeClr val="bg2">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26" name="Conector reto 12">
              <a:extLst>
                <a:ext uri="{FF2B5EF4-FFF2-40B4-BE49-F238E27FC236}">
                  <a16:creationId xmlns:a16="http://schemas.microsoft.com/office/drawing/2014/main" id="{954B53DA-9AEF-11BF-20D3-8FA04BF82855}"/>
                </a:ext>
              </a:extLst>
            </p:cNvPr>
            <p:cNvCxnSpPr>
              <a:cxnSpLocks/>
            </p:cNvCxnSpPr>
            <p:nvPr/>
          </p:nvCxnSpPr>
          <p:spPr>
            <a:xfrm>
              <a:off x="2247899" y="2749323"/>
              <a:ext cx="7920000" cy="0"/>
            </a:xfrm>
            <a:prstGeom prst="line">
              <a:avLst/>
            </a:prstGeom>
            <a:ln>
              <a:solidFill>
                <a:schemeClr val="bg2">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27" name="Conector reto 12">
              <a:extLst>
                <a:ext uri="{FF2B5EF4-FFF2-40B4-BE49-F238E27FC236}">
                  <a16:creationId xmlns:a16="http://schemas.microsoft.com/office/drawing/2014/main" id="{2E27CDDA-B300-D203-4DBE-5720286837FA}"/>
                </a:ext>
              </a:extLst>
            </p:cNvPr>
            <p:cNvCxnSpPr>
              <a:cxnSpLocks/>
            </p:cNvCxnSpPr>
            <p:nvPr/>
          </p:nvCxnSpPr>
          <p:spPr>
            <a:xfrm>
              <a:off x="2247899" y="4699224"/>
              <a:ext cx="7920000" cy="0"/>
            </a:xfrm>
            <a:prstGeom prst="line">
              <a:avLst/>
            </a:prstGeom>
            <a:ln>
              <a:solidFill>
                <a:schemeClr val="bg2">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048" name="Conector reto 12">
              <a:extLst>
                <a:ext uri="{FF2B5EF4-FFF2-40B4-BE49-F238E27FC236}">
                  <a16:creationId xmlns:a16="http://schemas.microsoft.com/office/drawing/2014/main" id="{4B809029-759B-EA1C-47CC-95AC3AE6EFA8}"/>
                </a:ext>
              </a:extLst>
            </p:cNvPr>
            <p:cNvCxnSpPr>
              <a:cxnSpLocks/>
            </p:cNvCxnSpPr>
            <p:nvPr/>
          </p:nvCxnSpPr>
          <p:spPr>
            <a:xfrm>
              <a:off x="2247899" y="5349196"/>
              <a:ext cx="7920000" cy="0"/>
            </a:xfrm>
            <a:prstGeom prst="line">
              <a:avLst/>
            </a:prstGeom>
            <a:ln>
              <a:solidFill>
                <a:schemeClr val="bg2">
                  <a:lumMod val="75000"/>
                </a:schemeClr>
              </a:solidFill>
              <a:prstDash val="soli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205484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4E5F3-7597-27CF-5CB7-93359120DEB8}"/>
            </a:ext>
          </a:extLst>
        </p:cNvPr>
        <p:cNvGrpSpPr/>
        <p:nvPr/>
      </p:nvGrpSpPr>
      <p:grpSpPr>
        <a:xfrm>
          <a:off x="0" y="0"/>
          <a:ext cx="0" cy="0"/>
          <a:chOff x="0" y="0"/>
          <a:chExt cx="0" cy="0"/>
        </a:xfrm>
      </p:grpSpPr>
      <p:grpSp>
        <p:nvGrpSpPr>
          <p:cNvPr id="114" name="Group 113">
            <a:extLst>
              <a:ext uri="{FF2B5EF4-FFF2-40B4-BE49-F238E27FC236}">
                <a16:creationId xmlns:a16="http://schemas.microsoft.com/office/drawing/2014/main" id="{73087763-2D3C-1AD6-A99D-21E8E4610A3C}"/>
              </a:ext>
            </a:extLst>
          </p:cNvPr>
          <p:cNvGrpSpPr/>
          <p:nvPr/>
        </p:nvGrpSpPr>
        <p:grpSpPr>
          <a:xfrm>
            <a:off x="2247899" y="2099356"/>
            <a:ext cx="9944101" cy="3249840"/>
            <a:chOff x="2247899" y="2099356"/>
            <a:chExt cx="9944101" cy="3249840"/>
          </a:xfrm>
        </p:grpSpPr>
        <p:cxnSp>
          <p:nvCxnSpPr>
            <p:cNvPr id="13" name="Conector reto 12">
              <a:extLst>
                <a:ext uri="{FF2B5EF4-FFF2-40B4-BE49-F238E27FC236}">
                  <a16:creationId xmlns:a16="http://schemas.microsoft.com/office/drawing/2014/main" id="{A46F30D9-F99B-A9BD-2B2E-B2F83DC3F45D}"/>
                </a:ext>
              </a:extLst>
            </p:cNvPr>
            <p:cNvCxnSpPr>
              <a:cxnSpLocks/>
            </p:cNvCxnSpPr>
            <p:nvPr/>
          </p:nvCxnSpPr>
          <p:spPr>
            <a:xfrm>
              <a:off x="2247899" y="2099356"/>
              <a:ext cx="9944101" cy="0"/>
            </a:xfrm>
            <a:prstGeom prst="line">
              <a:avLst/>
            </a:prstGeom>
            <a:ln>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4" name="Conector reto 12">
              <a:extLst>
                <a:ext uri="{FF2B5EF4-FFF2-40B4-BE49-F238E27FC236}">
                  <a16:creationId xmlns:a16="http://schemas.microsoft.com/office/drawing/2014/main" id="{B023114A-02D1-3238-94BB-869ED86F8EB5}"/>
                </a:ext>
              </a:extLst>
            </p:cNvPr>
            <p:cNvCxnSpPr>
              <a:cxnSpLocks/>
            </p:cNvCxnSpPr>
            <p:nvPr/>
          </p:nvCxnSpPr>
          <p:spPr>
            <a:xfrm>
              <a:off x="2314574" y="3399290"/>
              <a:ext cx="9877426" cy="0"/>
            </a:xfrm>
            <a:prstGeom prst="line">
              <a:avLst/>
            </a:prstGeom>
            <a:ln>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5" name="Conector reto 12">
              <a:extLst>
                <a:ext uri="{FF2B5EF4-FFF2-40B4-BE49-F238E27FC236}">
                  <a16:creationId xmlns:a16="http://schemas.microsoft.com/office/drawing/2014/main" id="{1C6C3715-E3EC-5566-B7EE-16E033530525}"/>
                </a:ext>
              </a:extLst>
            </p:cNvPr>
            <p:cNvCxnSpPr>
              <a:cxnSpLocks/>
            </p:cNvCxnSpPr>
            <p:nvPr/>
          </p:nvCxnSpPr>
          <p:spPr>
            <a:xfrm>
              <a:off x="2247899" y="4049257"/>
              <a:ext cx="9944101" cy="0"/>
            </a:xfrm>
            <a:prstGeom prst="line">
              <a:avLst/>
            </a:prstGeom>
            <a:ln>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3" name="Conector reto 12">
              <a:extLst>
                <a:ext uri="{FF2B5EF4-FFF2-40B4-BE49-F238E27FC236}">
                  <a16:creationId xmlns:a16="http://schemas.microsoft.com/office/drawing/2014/main" id="{AF0605EC-55F3-CB30-223E-A56696140922}"/>
                </a:ext>
              </a:extLst>
            </p:cNvPr>
            <p:cNvCxnSpPr>
              <a:cxnSpLocks/>
            </p:cNvCxnSpPr>
            <p:nvPr/>
          </p:nvCxnSpPr>
          <p:spPr>
            <a:xfrm>
              <a:off x="2386668" y="2749323"/>
              <a:ext cx="9805332" cy="0"/>
            </a:xfrm>
            <a:prstGeom prst="line">
              <a:avLst/>
            </a:prstGeom>
            <a:ln>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08" name="Conector reto 12">
              <a:extLst>
                <a:ext uri="{FF2B5EF4-FFF2-40B4-BE49-F238E27FC236}">
                  <a16:creationId xmlns:a16="http://schemas.microsoft.com/office/drawing/2014/main" id="{42BB1D32-FCD9-A26B-AED7-3985774077C9}"/>
                </a:ext>
              </a:extLst>
            </p:cNvPr>
            <p:cNvCxnSpPr>
              <a:cxnSpLocks/>
            </p:cNvCxnSpPr>
            <p:nvPr/>
          </p:nvCxnSpPr>
          <p:spPr>
            <a:xfrm>
              <a:off x="2247899" y="4699224"/>
              <a:ext cx="9944101" cy="0"/>
            </a:xfrm>
            <a:prstGeom prst="line">
              <a:avLst/>
            </a:prstGeom>
            <a:ln>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09" name="Conector reto 12">
              <a:extLst>
                <a:ext uri="{FF2B5EF4-FFF2-40B4-BE49-F238E27FC236}">
                  <a16:creationId xmlns:a16="http://schemas.microsoft.com/office/drawing/2014/main" id="{74721776-5B20-A6B0-8E00-7E0D0EBFC3B3}"/>
                </a:ext>
              </a:extLst>
            </p:cNvPr>
            <p:cNvCxnSpPr>
              <a:cxnSpLocks/>
            </p:cNvCxnSpPr>
            <p:nvPr/>
          </p:nvCxnSpPr>
          <p:spPr>
            <a:xfrm>
              <a:off x="2247899" y="5349196"/>
              <a:ext cx="9944101" cy="0"/>
            </a:xfrm>
            <a:prstGeom prst="line">
              <a:avLst/>
            </a:prstGeom>
            <a:ln>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F4C8832C-E197-2BA1-C2D5-621B42218AE5}"/>
              </a:ext>
            </a:extLst>
          </p:cNvPr>
          <p:cNvSpPr>
            <a:spLocks noGrp="1"/>
          </p:cNvSpPr>
          <p:nvPr>
            <p:ph type="title"/>
          </p:nvPr>
        </p:nvSpPr>
        <p:spPr/>
        <p:txBody>
          <a:bodyPr/>
          <a:lstStyle/>
          <a:p>
            <a:r>
              <a:rPr lang="en-US" noProof="0" dirty="0"/>
              <a:t>Product Breakdown: Functionals</a:t>
            </a:r>
          </a:p>
        </p:txBody>
      </p:sp>
      <p:sp>
        <p:nvSpPr>
          <p:cNvPr id="5" name="Content Placeholder 4">
            <a:extLst>
              <a:ext uri="{FF2B5EF4-FFF2-40B4-BE49-F238E27FC236}">
                <a16:creationId xmlns:a16="http://schemas.microsoft.com/office/drawing/2014/main" id="{D1CEDD13-6B64-104C-7084-75A453919DD6}"/>
              </a:ext>
            </a:extLst>
          </p:cNvPr>
          <p:cNvSpPr>
            <a:spLocks noGrp="1"/>
          </p:cNvSpPr>
          <p:nvPr>
            <p:ph sz="quarter" idx="13"/>
          </p:nvPr>
        </p:nvSpPr>
        <p:spPr>
          <a:xfrm>
            <a:off x="731838" y="1052961"/>
            <a:ext cx="11102975" cy="215503"/>
          </a:xfrm>
        </p:spPr>
        <p:txBody>
          <a:bodyPr/>
          <a:lstStyle/>
          <a:p>
            <a:r>
              <a:rPr lang="en-US" noProof="0" dirty="0"/>
              <a:t>The company has drastically improved its profitability by ramping up new value-added services and products</a:t>
            </a:r>
          </a:p>
        </p:txBody>
      </p:sp>
      <p:sp>
        <p:nvSpPr>
          <p:cNvPr id="4" name="Text Placeholder 3">
            <a:extLst>
              <a:ext uri="{FF2B5EF4-FFF2-40B4-BE49-F238E27FC236}">
                <a16:creationId xmlns:a16="http://schemas.microsoft.com/office/drawing/2014/main" id="{195A4E2F-6F08-3717-DF7A-D148C3A26726}"/>
              </a:ext>
            </a:extLst>
          </p:cNvPr>
          <p:cNvSpPr>
            <a:spLocks noGrp="1"/>
          </p:cNvSpPr>
          <p:nvPr>
            <p:ph type="body" sz="quarter" idx="36"/>
          </p:nvPr>
        </p:nvSpPr>
        <p:spPr/>
        <p:txBody>
          <a:bodyPr/>
          <a:lstStyle/>
          <a:p>
            <a:endParaRPr lang="pt-BR"/>
          </a:p>
        </p:txBody>
      </p:sp>
      <p:sp>
        <p:nvSpPr>
          <p:cNvPr id="16" name="Rectangle: Rounded Corners 15">
            <a:extLst>
              <a:ext uri="{FF2B5EF4-FFF2-40B4-BE49-F238E27FC236}">
                <a16:creationId xmlns:a16="http://schemas.microsoft.com/office/drawing/2014/main" id="{DBCC80B5-D78E-6CD2-417D-C86DAA2D77BD}"/>
              </a:ext>
            </a:extLst>
          </p:cNvPr>
          <p:cNvSpPr/>
          <p:nvPr/>
        </p:nvSpPr>
        <p:spPr>
          <a:xfrm>
            <a:off x="-397608" y="1449389"/>
            <a:ext cx="3330118" cy="4563822"/>
          </a:xfrm>
          <a:prstGeom prst="roundRect">
            <a:avLst>
              <a:gd name="adj" fmla="val 56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en-US" sz="1200" noProof="0" dirty="0">
              <a:solidFill>
                <a:schemeClr val="tx1"/>
              </a:solidFill>
              <a:latin typeface="+mj-lt"/>
              <a:ea typeface="Source Serif Pro" panose="02040603050405020204" pitchFamily="18" charset="0"/>
            </a:endParaRPr>
          </a:p>
        </p:txBody>
      </p:sp>
      <p:sp>
        <p:nvSpPr>
          <p:cNvPr id="22" name="Content Placeholder 25">
            <a:extLst>
              <a:ext uri="{FF2B5EF4-FFF2-40B4-BE49-F238E27FC236}">
                <a16:creationId xmlns:a16="http://schemas.microsoft.com/office/drawing/2014/main" id="{1EB337EC-684D-D59F-8CF5-34F15EBC2427}"/>
              </a:ext>
            </a:extLst>
          </p:cNvPr>
          <p:cNvSpPr txBox="1">
            <a:spLocks/>
          </p:cNvSpPr>
          <p:nvPr/>
        </p:nvSpPr>
        <p:spPr>
          <a:xfrm>
            <a:off x="1228522" y="1698799"/>
            <a:ext cx="934764" cy="215444"/>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00"/>
              </a:spcAft>
            </a:pPr>
            <a:r>
              <a:rPr lang="en-US" sz="1400" noProof="0" dirty="0">
                <a:solidFill>
                  <a:schemeClr val="bg1"/>
                </a:solidFill>
                <a:latin typeface="Poppins Medium" panose="00000600000000000000" pitchFamily="2" charset="0"/>
                <a:cs typeface="Poppins Medium" panose="00000600000000000000" pitchFamily="2" charset="0"/>
              </a:rPr>
              <a:t>Glycerin</a:t>
            </a:r>
            <a:endParaRPr lang="en-US" sz="1050" noProof="0" dirty="0">
              <a:solidFill>
                <a:schemeClr val="bg1"/>
              </a:solidFill>
              <a:latin typeface="Poppins Medium" panose="00000600000000000000" pitchFamily="2" charset="0"/>
              <a:cs typeface="Poppins Medium" panose="00000600000000000000" pitchFamily="2" charset="0"/>
            </a:endParaRPr>
          </a:p>
        </p:txBody>
      </p:sp>
      <p:sp>
        <p:nvSpPr>
          <p:cNvPr id="23" name="Content Placeholder 25">
            <a:extLst>
              <a:ext uri="{FF2B5EF4-FFF2-40B4-BE49-F238E27FC236}">
                <a16:creationId xmlns:a16="http://schemas.microsoft.com/office/drawing/2014/main" id="{5E7AAA11-AEF7-9D9A-3C40-2A9ABFDC2051}"/>
              </a:ext>
            </a:extLst>
          </p:cNvPr>
          <p:cNvSpPr txBox="1">
            <a:spLocks/>
          </p:cNvSpPr>
          <p:nvPr/>
        </p:nvSpPr>
        <p:spPr>
          <a:xfrm>
            <a:off x="1228522" y="3563666"/>
            <a:ext cx="773966" cy="215444"/>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00"/>
              </a:spcAft>
            </a:pPr>
            <a:r>
              <a:rPr lang="en-US" sz="1400" noProof="0" dirty="0">
                <a:solidFill>
                  <a:schemeClr val="bg1"/>
                </a:solidFill>
                <a:latin typeface="Poppins Medium" panose="00000600000000000000" pitchFamily="2" charset="0"/>
                <a:cs typeface="Poppins Medium" panose="00000600000000000000" pitchFamily="2" charset="0"/>
              </a:rPr>
              <a:t>Services</a:t>
            </a:r>
            <a:endParaRPr lang="en-US" sz="1000" noProof="0" dirty="0">
              <a:solidFill>
                <a:schemeClr val="bg1"/>
              </a:solidFill>
              <a:latin typeface="Poppins Medium" panose="00000600000000000000" pitchFamily="2" charset="0"/>
              <a:cs typeface="Poppins Medium" panose="00000600000000000000" pitchFamily="2" charset="0"/>
            </a:endParaRPr>
          </a:p>
        </p:txBody>
      </p:sp>
      <p:sp>
        <p:nvSpPr>
          <p:cNvPr id="24" name="Content Placeholder 25">
            <a:extLst>
              <a:ext uri="{FF2B5EF4-FFF2-40B4-BE49-F238E27FC236}">
                <a16:creationId xmlns:a16="http://schemas.microsoft.com/office/drawing/2014/main" id="{B3838DA3-DF1D-B479-866C-9EE3A814FB66}"/>
              </a:ext>
            </a:extLst>
          </p:cNvPr>
          <p:cNvSpPr txBox="1">
            <a:spLocks/>
          </p:cNvSpPr>
          <p:nvPr/>
        </p:nvSpPr>
        <p:spPr>
          <a:xfrm>
            <a:off x="1228522" y="4189578"/>
            <a:ext cx="1023132" cy="430887"/>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00"/>
              </a:spcAft>
            </a:pPr>
            <a:r>
              <a:rPr lang="en-US" sz="1400" noProof="0" dirty="0">
                <a:solidFill>
                  <a:schemeClr val="bg1"/>
                </a:solidFill>
                <a:latin typeface="Poppins Medium" panose="00000600000000000000" pitchFamily="2" charset="0"/>
                <a:cs typeface="Poppins Medium" panose="00000600000000000000" pitchFamily="2" charset="0"/>
              </a:rPr>
              <a:t>Xanthan Gum</a:t>
            </a:r>
            <a:endParaRPr lang="en-US" sz="1000" noProof="0" dirty="0">
              <a:solidFill>
                <a:schemeClr val="bg1"/>
              </a:solidFill>
              <a:latin typeface="Poppins Medium" panose="00000600000000000000" pitchFamily="2" charset="0"/>
              <a:cs typeface="Poppins Medium" panose="00000600000000000000" pitchFamily="2" charset="0"/>
            </a:endParaRPr>
          </a:p>
        </p:txBody>
      </p:sp>
      <p:sp>
        <p:nvSpPr>
          <p:cNvPr id="25" name="Content Placeholder 25">
            <a:extLst>
              <a:ext uri="{FF2B5EF4-FFF2-40B4-BE49-F238E27FC236}">
                <a16:creationId xmlns:a16="http://schemas.microsoft.com/office/drawing/2014/main" id="{07D73505-4AFB-3F26-6420-634ECCA3EC56}"/>
              </a:ext>
            </a:extLst>
          </p:cNvPr>
          <p:cNvSpPr txBox="1">
            <a:spLocks/>
          </p:cNvSpPr>
          <p:nvPr/>
        </p:nvSpPr>
        <p:spPr>
          <a:xfrm>
            <a:off x="1228522" y="2889642"/>
            <a:ext cx="934764" cy="430887"/>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00"/>
              </a:spcAft>
            </a:pPr>
            <a:r>
              <a:rPr lang="en-US" sz="1400" noProof="0" dirty="0">
                <a:solidFill>
                  <a:schemeClr val="bg1"/>
                </a:solidFill>
                <a:latin typeface="Poppins Medium" panose="00000600000000000000" pitchFamily="2" charset="0"/>
                <a:cs typeface="Poppins Medium" panose="00000600000000000000" pitchFamily="2" charset="0"/>
              </a:rPr>
              <a:t>Soy Lecithin</a:t>
            </a:r>
            <a:endParaRPr lang="en-US" sz="1000" noProof="0" dirty="0">
              <a:solidFill>
                <a:schemeClr val="bg1"/>
              </a:solidFill>
              <a:latin typeface="Poppins Medium" panose="00000600000000000000" pitchFamily="2" charset="0"/>
              <a:cs typeface="Poppins Medium" panose="00000600000000000000" pitchFamily="2" charset="0"/>
            </a:endParaRPr>
          </a:p>
        </p:txBody>
      </p:sp>
      <p:sp>
        <p:nvSpPr>
          <p:cNvPr id="61" name="Content Placeholder 25">
            <a:extLst>
              <a:ext uri="{FF2B5EF4-FFF2-40B4-BE49-F238E27FC236}">
                <a16:creationId xmlns:a16="http://schemas.microsoft.com/office/drawing/2014/main" id="{04408CEB-471E-FF23-AD48-69F1B3340FBA}"/>
              </a:ext>
            </a:extLst>
          </p:cNvPr>
          <p:cNvSpPr txBox="1">
            <a:spLocks/>
          </p:cNvSpPr>
          <p:nvPr/>
        </p:nvSpPr>
        <p:spPr>
          <a:xfrm>
            <a:off x="1228522" y="2230889"/>
            <a:ext cx="934764" cy="430887"/>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00"/>
              </a:spcAft>
            </a:pPr>
            <a:r>
              <a:rPr lang="en-US" sz="1400" noProof="0" dirty="0">
                <a:solidFill>
                  <a:schemeClr val="bg1"/>
                </a:solidFill>
                <a:latin typeface="Poppins Medium" panose="00000600000000000000" pitchFamily="2" charset="0"/>
                <a:cs typeface="Poppins Medium" panose="00000600000000000000" pitchFamily="2" charset="0"/>
              </a:rPr>
              <a:t>Hydrating Nucleus</a:t>
            </a:r>
            <a:endParaRPr lang="en-US" sz="1000" noProof="0" dirty="0">
              <a:solidFill>
                <a:schemeClr val="bg1"/>
              </a:solidFill>
              <a:latin typeface="Poppins Medium" panose="00000600000000000000" pitchFamily="2" charset="0"/>
              <a:cs typeface="Poppins Medium" panose="00000600000000000000" pitchFamily="2" charset="0"/>
            </a:endParaRPr>
          </a:p>
        </p:txBody>
      </p:sp>
      <p:sp>
        <p:nvSpPr>
          <p:cNvPr id="64" name="Content Placeholder 25">
            <a:extLst>
              <a:ext uri="{FF2B5EF4-FFF2-40B4-BE49-F238E27FC236}">
                <a16:creationId xmlns:a16="http://schemas.microsoft.com/office/drawing/2014/main" id="{FBDFCCF4-F726-0AFB-37D0-5460147434C7}"/>
              </a:ext>
            </a:extLst>
          </p:cNvPr>
          <p:cNvSpPr txBox="1">
            <a:spLocks/>
          </p:cNvSpPr>
          <p:nvPr/>
        </p:nvSpPr>
        <p:spPr>
          <a:xfrm>
            <a:off x="1228522" y="5578191"/>
            <a:ext cx="934764" cy="215444"/>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00"/>
              </a:spcAft>
            </a:pPr>
            <a:r>
              <a:rPr lang="en-US" sz="1400" noProof="0" dirty="0">
                <a:solidFill>
                  <a:schemeClr val="bg1"/>
                </a:solidFill>
                <a:latin typeface="Poppins Medium" panose="00000600000000000000" pitchFamily="2" charset="0"/>
                <a:cs typeface="Poppins Medium" panose="00000600000000000000" pitchFamily="2" charset="0"/>
              </a:rPr>
              <a:t>Others</a:t>
            </a:r>
            <a:endParaRPr lang="en-US" sz="1000" noProof="0" dirty="0">
              <a:solidFill>
                <a:schemeClr val="bg1"/>
              </a:solidFill>
              <a:latin typeface="Poppins Medium" panose="00000600000000000000" pitchFamily="2" charset="0"/>
              <a:cs typeface="Poppins Medium" panose="00000600000000000000" pitchFamily="2" charset="0"/>
            </a:endParaRPr>
          </a:p>
        </p:txBody>
      </p:sp>
      <p:sp>
        <p:nvSpPr>
          <p:cNvPr id="104" name="Content Placeholder 25">
            <a:extLst>
              <a:ext uri="{FF2B5EF4-FFF2-40B4-BE49-F238E27FC236}">
                <a16:creationId xmlns:a16="http://schemas.microsoft.com/office/drawing/2014/main" id="{765DF361-DE0E-6599-B160-1B600060EFA4}"/>
              </a:ext>
            </a:extLst>
          </p:cNvPr>
          <p:cNvSpPr txBox="1">
            <a:spLocks/>
          </p:cNvSpPr>
          <p:nvPr/>
        </p:nvSpPr>
        <p:spPr>
          <a:xfrm>
            <a:off x="1228522" y="4914176"/>
            <a:ext cx="1023132" cy="215444"/>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Source Serif Pro" panose="02040603050405020204" pitchFamily="18" charset="0"/>
                <a:ea typeface="Source Serif Pro" panose="02040603050405020204" pitchFamily="18" charset="0"/>
                <a:cs typeface="+mn-cs"/>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00"/>
              </a:spcAft>
            </a:pPr>
            <a:r>
              <a:rPr lang="en-US" sz="1400" noProof="0" dirty="0">
                <a:solidFill>
                  <a:schemeClr val="bg1"/>
                </a:solidFill>
                <a:latin typeface="Poppins Medium" panose="00000600000000000000" pitchFamily="2" charset="0"/>
                <a:cs typeface="Poppins Medium" panose="00000600000000000000" pitchFamily="2" charset="0"/>
              </a:rPr>
              <a:t>Oils</a:t>
            </a:r>
          </a:p>
        </p:txBody>
      </p:sp>
      <p:sp>
        <p:nvSpPr>
          <p:cNvPr id="119" name="Oval 118">
            <a:extLst>
              <a:ext uri="{FF2B5EF4-FFF2-40B4-BE49-F238E27FC236}">
                <a16:creationId xmlns:a16="http://schemas.microsoft.com/office/drawing/2014/main" id="{CBE66F82-B496-0ECC-FE9E-048A141EF405}"/>
              </a:ext>
            </a:extLst>
          </p:cNvPr>
          <p:cNvSpPr/>
          <p:nvPr/>
        </p:nvSpPr>
        <p:spPr>
          <a:xfrm>
            <a:off x="731838" y="1626247"/>
            <a:ext cx="329770" cy="32977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sz="1050" b="1" noProof="0" dirty="0">
                <a:solidFill>
                  <a:schemeClr val="bg1"/>
                </a:solidFill>
                <a:latin typeface="+mj-lt"/>
                <a:ea typeface="Source Serif Pro" panose="02040603050405020204" pitchFamily="18" charset="0"/>
              </a:rPr>
              <a:t>1</a:t>
            </a:r>
          </a:p>
        </p:txBody>
      </p:sp>
      <p:sp>
        <p:nvSpPr>
          <p:cNvPr id="120" name="Oval 119">
            <a:extLst>
              <a:ext uri="{FF2B5EF4-FFF2-40B4-BE49-F238E27FC236}">
                <a16:creationId xmlns:a16="http://schemas.microsoft.com/office/drawing/2014/main" id="{92203323-7AD1-3A50-7768-704EBFA56781}"/>
              </a:ext>
            </a:extLst>
          </p:cNvPr>
          <p:cNvSpPr/>
          <p:nvPr/>
        </p:nvSpPr>
        <p:spPr>
          <a:xfrm>
            <a:off x="731838" y="2250670"/>
            <a:ext cx="329770" cy="32977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sz="1050" b="1" noProof="0" dirty="0">
                <a:solidFill>
                  <a:schemeClr val="bg1"/>
                </a:solidFill>
                <a:latin typeface="+mj-lt"/>
                <a:ea typeface="Source Serif Pro" panose="02040603050405020204" pitchFamily="18" charset="0"/>
              </a:rPr>
              <a:t>2</a:t>
            </a:r>
          </a:p>
        </p:txBody>
      </p:sp>
      <p:sp>
        <p:nvSpPr>
          <p:cNvPr id="121" name="Oval 120">
            <a:extLst>
              <a:ext uri="{FF2B5EF4-FFF2-40B4-BE49-F238E27FC236}">
                <a16:creationId xmlns:a16="http://schemas.microsoft.com/office/drawing/2014/main" id="{D0751EAF-2AB8-8D4A-2ECF-76E45D85FEAB}"/>
              </a:ext>
            </a:extLst>
          </p:cNvPr>
          <p:cNvSpPr/>
          <p:nvPr/>
        </p:nvSpPr>
        <p:spPr>
          <a:xfrm>
            <a:off x="731838" y="2909423"/>
            <a:ext cx="329770" cy="32977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sz="1050" b="1" noProof="0" dirty="0">
                <a:solidFill>
                  <a:schemeClr val="bg1"/>
                </a:solidFill>
                <a:latin typeface="+mj-lt"/>
                <a:ea typeface="Source Serif Pro" panose="02040603050405020204" pitchFamily="18" charset="0"/>
              </a:rPr>
              <a:t>3</a:t>
            </a:r>
          </a:p>
        </p:txBody>
      </p:sp>
      <p:sp>
        <p:nvSpPr>
          <p:cNvPr id="122" name="Oval 121">
            <a:extLst>
              <a:ext uri="{FF2B5EF4-FFF2-40B4-BE49-F238E27FC236}">
                <a16:creationId xmlns:a16="http://schemas.microsoft.com/office/drawing/2014/main" id="{3970B8A2-92BA-0BEC-4665-EB7D5297CBB2}"/>
              </a:ext>
            </a:extLst>
          </p:cNvPr>
          <p:cNvSpPr/>
          <p:nvPr/>
        </p:nvSpPr>
        <p:spPr>
          <a:xfrm>
            <a:off x="731838" y="3583447"/>
            <a:ext cx="329770" cy="32977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sz="1050" b="1" noProof="0" dirty="0">
                <a:solidFill>
                  <a:schemeClr val="bg1"/>
                </a:solidFill>
                <a:latin typeface="+mj-lt"/>
                <a:ea typeface="Source Serif Pro" panose="02040603050405020204" pitchFamily="18" charset="0"/>
              </a:rPr>
              <a:t>4</a:t>
            </a:r>
          </a:p>
        </p:txBody>
      </p:sp>
      <p:sp>
        <p:nvSpPr>
          <p:cNvPr id="123" name="Oval 122">
            <a:extLst>
              <a:ext uri="{FF2B5EF4-FFF2-40B4-BE49-F238E27FC236}">
                <a16:creationId xmlns:a16="http://schemas.microsoft.com/office/drawing/2014/main" id="{4C45075F-C10C-E966-9625-52EDA8E51914}"/>
              </a:ext>
            </a:extLst>
          </p:cNvPr>
          <p:cNvSpPr/>
          <p:nvPr/>
        </p:nvSpPr>
        <p:spPr>
          <a:xfrm>
            <a:off x="731838" y="4209359"/>
            <a:ext cx="329770" cy="32977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sz="1050" b="1" noProof="0" dirty="0">
                <a:solidFill>
                  <a:schemeClr val="bg1"/>
                </a:solidFill>
                <a:latin typeface="+mj-lt"/>
                <a:ea typeface="Source Serif Pro" panose="02040603050405020204" pitchFamily="18" charset="0"/>
              </a:rPr>
              <a:t>5</a:t>
            </a:r>
          </a:p>
        </p:txBody>
      </p:sp>
      <p:sp>
        <p:nvSpPr>
          <p:cNvPr id="124" name="Oval 123">
            <a:extLst>
              <a:ext uri="{FF2B5EF4-FFF2-40B4-BE49-F238E27FC236}">
                <a16:creationId xmlns:a16="http://schemas.microsoft.com/office/drawing/2014/main" id="{5A0DC98F-7EC3-513C-8621-1C43184CAD6B}"/>
              </a:ext>
            </a:extLst>
          </p:cNvPr>
          <p:cNvSpPr/>
          <p:nvPr/>
        </p:nvSpPr>
        <p:spPr>
          <a:xfrm>
            <a:off x="731838" y="4852929"/>
            <a:ext cx="329770" cy="32977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sz="1050" b="1" noProof="0" dirty="0">
                <a:solidFill>
                  <a:schemeClr val="bg1"/>
                </a:solidFill>
                <a:latin typeface="+mj-lt"/>
                <a:ea typeface="Source Serif Pro" panose="02040603050405020204" pitchFamily="18" charset="0"/>
              </a:rPr>
              <a:t>6</a:t>
            </a:r>
          </a:p>
        </p:txBody>
      </p:sp>
      <p:sp>
        <p:nvSpPr>
          <p:cNvPr id="125" name="Oval 124">
            <a:extLst>
              <a:ext uri="{FF2B5EF4-FFF2-40B4-BE49-F238E27FC236}">
                <a16:creationId xmlns:a16="http://schemas.microsoft.com/office/drawing/2014/main" id="{F0CD1B1A-4BFC-1B01-5057-3E52E7A4BF3E}"/>
              </a:ext>
            </a:extLst>
          </p:cNvPr>
          <p:cNvSpPr/>
          <p:nvPr/>
        </p:nvSpPr>
        <p:spPr>
          <a:xfrm>
            <a:off x="731838" y="5505639"/>
            <a:ext cx="329770" cy="32977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sz="1050" b="1" noProof="0" dirty="0">
                <a:solidFill>
                  <a:schemeClr val="bg1"/>
                </a:solidFill>
                <a:latin typeface="+mj-lt"/>
                <a:ea typeface="Source Serif Pro" panose="02040603050405020204" pitchFamily="18" charset="0"/>
              </a:rPr>
              <a:t>7</a:t>
            </a:r>
          </a:p>
        </p:txBody>
      </p:sp>
      <p:sp>
        <p:nvSpPr>
          <p:cNvPr id="2055" name="Content Placeholder 25">
            <a:extLst>
              <a:ext uri="{FF2B5EF4-FFF2-40B4-BE49-F238E27FC236}">
                <a16:creationId xmlns:a16="http://schemas.microsoft.com/office/drawing/2014/main" id="{F24C969F-7769-DB3D-A55A-B6E914AC8739}"/>
              </a:ext>
            </a:extLst>
          </p:cNvPr>
          <p:cNvSpPr txBox="1">
            <a:spLocks/>
          </p:cNvSpPr>
          <p:nvPr/>
        </p:nvSpPr>
        <p:spPr>
          <a:xfrm>
            <a:off x="3181661" y="1637545"/>
            <a:ext cx="686300" cy="285779"/>
          </a:xfrm>
          <a:prstGeom prst="rect">
            <a:avLst/>
          </a:prstGeom>
        </p:spPr>
        <p:txBody>
          <a:bodyPr vert="horz" wrap="square" lIns="0" tIns="36000" rIns="0" bIns="0" rtlCol="0" anchor="t">
            <a:spAutoFit/>
          </a:bodyPr>
          <a:lstStyle>
            <a:defPPr>
              <a:defRPr lang="pt-BR"/>
            </a:defPPr>
            <a:lvl1pPr>
              <a:lnSpc>
                <a:spcPct val="110000"/>
              </a:lnSpc>
              <a:defRPr sz="800">
                <a:latin typeface="+mj-lt"/>
                <a:ea typeface="Source Serif Pro Light" panose="02040303050405020204" pitchFamily="18" charset="0"/>
                <a:cs typeface="Roboto" panose="020000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2"/>
                </a:solidFill>
                <a:latin typeface="Poppins SemiBold" panose="00000700000000000000" pitchFamily="2" charset="0"/>
                <a:cs typeface="Poppins SemiBold" panose="00000700000000000000" pitchFamily="2" charset="0"/>
              </a:rPr>
              <a:t>Gross Profit </a:t>
            </a:r>
          </a:p>
          <a:p>
            <a:r>
              <a:rPr lang="en-US" sz="700" dirty="0"/>
              <a:t>(Million USD)</a:t>
            </a:r>
          </a:p>
        </p:txBody>
      </p:sp>
      <p:sp>
        <p:nvSpPr>
          <p:cNvPr id="2058" name="Content Placeholder 25">
            <a:extLst>
              <a:ext uri="{FF2B5EF4-FFF2-40B4-BE49-F238E27FC236}">
                <a16:creationId xmlns:a16="http://schemas.microsoft.com/office/drawing/2014/main" id="{0E041F76-340D-0CE0-C1D0-22E15CCF021C}"/>
              </a:ext>
            </a:extLst>
          </p:cNvPr>
          <p:cNvSpPr txBox="1">
            <a:spLocks/>
          </p:cNvSpPr>
          <p:nvPr/>
        </p:nvSpPr>
        <p:spPr>
          <a:xfrm>
            <a:off x="3181661" y="2281451"/>
            <a:ext cx="686300" cy="285779"/>
          </a:xfrm>
          <a:prstGeom prst="rect">
            <a:avLst/>
          </a:prstGeom>
        </p:spPr>
        <p:txBody>
          <a:bodyPr vert="horz" wrap="square" lIns="0" tIns="36000" rIns="0" bIns="0" rtlCol="0" anchor="t">
            <a:spAutoFit/>
          </a:bodyPr>
          <a:lstStyle>
            <a:defPPr>
              <a:defRPr lang="pt-BR"/>
            </a:defPPr>
            <a:lvl1pPr>
              <a:lnSpc>
                <a:spcPct val="110000"/>
              </a:lnSpc>
              <a:defRPr sz="800">
                <a:latin typeface="+mj-lt"/>
                <a:ea typeface="Source Serif Pro Light" panose="02040303050405020204" pitchFamily="18" charset="0"/>
                <a:cs typeface="Roboto" panose="020000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2"/>
                </a:solidFill>
                <a:latin typeface="Poppins SemiBold" panose="00000700000000000000" pitchFamily="2" charset="0"/>
                <a:cs typeface="Poppins SemiBold" panose="00000700000000000000" pitchFamily="2" charset="0"/>
              </a:rPr>
              <a:t>Gross Profit </a:t>
            </a:r>
          </a:p>
          <a:p>
            <a:r>
              <a:rPr lang="en-US" sz="700" dirty="0"/>
              <a:t>(Million USD)</a:t>
            </a:r>
          </a:p>
        </p:txBody>
      </p:sp>
      <p:sp>
        <p:nvSpPr>
          <p:cNvPr id="2060" name="Content Placeholder 25">
            <a:extLst>
              <a:ext uri="{FF2B5EF4-FFF2-40B4-BE49-F238E27FC236}">
                <a16:creationId xmlns:a16="http://schemas.microsoft.com/office/drawing/2014/main" id="{D7B62901-B3FF-A073-FD22-60FFD9812BA5}"/>
              </a:ext>
            </a:extLst>
          </p:cNvPr>
          <p:cNvSpPr txBox="1">
            <a:spLocks/>
          </p:cNvSpPr>
          <p:nvPr/>
        </p:nvSpPr>
        <p:spPr>
          <a:xfrm>
            <a:off x="3181661" y="2931420"/>
            <a:ext cx="686300" cy="285779"/>
          </a:xfrm>
          <a:prstGeom prst="rect">
            <a:avLst/>
          </a:prstGeom>
        </p:spPr>
        <p:txBody>
          <a:bodyPr vert="horz" wrap="square" lIns="0" tIns="36000" rIns="0" bIns="0" rtlCol="0" anchor="t">
            <a:spAutoFit/>
          </a:bodyPr>
          <a:lstStyle>
            <a:defPPr>
              <a:defRPr lang="pt-BR"/>
            </a:defPPr>
            <a:lvl1pPr>
              <a:lnSpc>
                <a:spcPct val="110000"/>
              </a:lnSpc>
              <a:defRPr sz="800">
                <a:latin typeface="+mj-lt"/>
                <a:ea typeface="Source Serif Pro Light" panose="02040303050405020204" pitchFamily="18" charset="0"/>
                <a:cs typeface="Roboto" panose="020000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2"/>
                </a:solidFill>
                <a:latin typeface="Poppins SemiBold" panose="00000700000000000000" pitchFamily="2" charset="0"/>
                <a:cs typeface="Poppins SemiBold" panose="00000700000000000000" pitchFamily="2" charset="0"/>
              </a:rPr>
              <a:t>Gross</a:t>
            </a:r>
            <a:r>
              <a:rPr lang="en-US" dirty="0"/>
              <a:t> </a:t>
            </a:r>
            <a:r>
              <a:rPr lang="en-US" dirty="0">
                <a:solidFill>
                  <a:schemeClr val="bg2"/>
                </a:solidFill>
                <a:latin typeface="Poppins SemiBold" panose="00000700000000000000" pitchFamily="2" charset="0"/>
                <a:cs typeface="Poppins SemiBold" panose="00000700000000000000" pitchFamily="2" charset="0"/>
              </a:rPr>
              <a:t>Profit</a:t>
            </a:r>
            <a:r>
              <a:rPr lang="en-US" dirty="0"/>
              <a:t> </a:t>
            </a:r>
          </a:p>
          <a:p>
            <a:r>
              <a:rPr lang="en-US" sz="700" dirty="0"/>
              <a:t>(Million USD)</a:t>
            </a:r>
          </a:p>
        </p:txBody>
      </p:sp>
      <p:sp>
        <p:nvSpPr>
          <p:cNvPr id="2063" name="Content Placeholder 25">
            <a:extLst>
              <a:ext uri="{FF2B5EF4-FFF2-40B4-BE49-F238E27FC236}">
                <a16:creationId xmlns:a16="http://schemas.microsoft.com/office/drawing/2014/main" id="{A5F35CBE-1A33-F903-BE0F-F11D1B70E798}"/>
              </a:ext>
            </a:extLst>
          </p:cNvPr>
          <p:cNvSpPr txBox="1">
            <a:spLocks/>
          </p:cNvSpPr>
          <p:nvPr/>
        </p:nvSpPr>
        <p:spPr>
          <a:xfrm>
            <a:off x="3181661" y="3581389"/>
            <a:ext cx="686300" cy="285779"/>
          </a:xfrm>
          <a:prstGeom prst="rect">
            <a:avLst/>
          </a:prstGeom>
        </p:spPr>
        <p:txBody>
          <a:bodyPr vert="horz" wrap="square" lIns="0" tIns="36000" rIns="0" bIns="0" rtlCol="0" anchor="t">
            <a:spAutoFit/>
          </a:bodyPr>
          <a:lstStyle>
            <a:defPPr>
              <a:defRPr lang="pt-BR"/>
            </a:defPPr>
            <a:lvl1pPr>
              <a:lnSpc>
                <a:spcPct val="110000"/>
              </a:lnSpc>
              <a:defRPr sz="800">
                <a:latin typeface="+mj-lt"/>
                <a:ea typeface="Source Serif Pro Light" panose="02040303050405020204" pitchFamily="18" charset="0"/>
                <a:cs typeface="Roboto" panose="020000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2"/>
                </a:solidFill>
                <a:latin typeface="Poppins SemiBold" panose="00000700000000000000" pitchFamily="2" charset="0"/>
                <a:cs typeface="Poppins SemiBold" panose="00000700000000000000" pitchFamily="2" charset="0"/>
              </a:rPr>
              <a:t>Gross Profit </a:t>
            </a:r>
          </a:p>
          <a:p>
            <a:r>
              <a:rPr lang="en-US" sz="700" dirty="0"/>
              <a:t>(Million USD)</a:t>
            </a:r>
          </a:p>
        </p:txBody>
      </p:sp>
      <p:sp>
        <p:nvSpPr>
          <p:cNvPr id="2066" name="Content Placeholder 25">
            <a:extLst>
              <a:ext uri="{FF2B5EF4-FFF2-40B4-BE49-F238E27FC236}">
                <a16:creationId xmlns:a16="http://schemas.microsoft.com/office/drawing/2014/main" id="{43B7B5DC-5952-D5AC-6D35-4BC6C64087AB}"/>
              </a:ext>
            </a:extLst>
          </p:cNvPr>
          <p:cNvSpPr txBox="1">
            <a:spLocks/>
          </p:cNvSpPr>
          <p:nvPr/>
        </p:nvSpPr>
        <p:spPr>
          <a:xfrm>
            <a:off x="3181661" y="4231358"/>
            <a:ext cx="686300" cy="285779"/>
          </a:xfrm>
          <a:prstGeom prst="rect">
            <a:avLst/>
          </a:prstGeom>
        </p:spPr>
        <p:txBody>
          <a:bodyPr vert="horz" wrap="square" lIns="0" tIns="36000" rIns="0" bIns="0" rtlCol="0" anchor="t">
            <a:spAutoFit/>
          </a:bodyPr>
          <a:lstStyle>
            <a:defPPr>
              <a:defRPr lang="pt-BR"/>
            </a:defPPr>
            <a:lvl1pPr>
              <a:lnSpc>
                <a:spcPct val="110000"/>
              </a:lnSpc>
              <a:defRPr sz="800">
                <a:latin typeface="+mj-lt"/>
                <a:ea typeface="Source Serif Pro Light" panose="02040303050405020204" pitchFamily="18" charset="0"/>
                <a:cs typeface="Roboto" panose="020000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2"/>
                </a:solidFill>
                <a:latin typeface="Poppins SemiBold" panose="00000700000000000000" pitchFamily="2" charset="0"/>
                <a:cs typeface="Poppins SemiBold" panose="00000700000000000000" pitchFamily="2" charset="0"/>
              </a:rPr>
              <a:t>Gross Profit </a:t>
            </a:r>
          </a:p>
          <a:p>
            <a:r>
              <a:rPr lang="en-US" sz="700" dirty="0"/>
              <a:t>(Million USD)</a:t>
            </a:r>
          </a:p>
        </p:txBody>
      </p:sp>
      <p:sp>
        <p:nvSpPr>
          <p:cNvPr id="2069" name="Content Placeholder 25">
            <a:extLst>
              <a:ext uri="{FF2B5EF4-FFF2-40B4-BE49-F238E27FC236}">
                <a16:creationId xmlns:a16="http://schemas.microsoft.com/office/drawing/2014/main" id="{09655959-3A82-94C9-D333-4E81AE0B3414}"/>
              </a:ext>
            </a:extLst>
          </p:cNvPr>
          <p:cNvSpPr txBox="1">
            <a:spLocks/>
          </p:cNvSpPr>
          <p:nvPr/>
        </p:nvSpPr>
        <p:spPr>
          <a:xfrm>
            <a:off x="3181661" y="4881327"/>
            <a:ext cx="686300" cy="285779"/>
          </a:xfrm>
          <a:prstGeom prst="rect">
            <a:avLst/>
          </a:prstGeom>
        </p:spPr>
        <p:txBody>
          <a:bodyPr vert="horz" wrap="square" lIns="0" tIns="36000" rIns="0" bIns="0" rtlCol="0" anchor="t">
            <a:spAutoFit/>
          </a:bodyPr>
          <a:lstStyle>
            <a:defPPr>
              <a:defRPr lang="pt-BR"/>
            </a:defPPr>
            <a:lvl1pPr>
              <a:lnSpc>
                <a:spcPct val="110000"/>
              </a:lnSpc>
              <a:defRPr sz="800">
                <a:latin typeface="+mj-lt"/>
                <a:ea typeface="Source Serif Pro Light" panose="02040303050405020204" pitchFamily="18" charset="0"/>
                <a:cs typeface="Roboto" panose="020000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2"/>
                </a:solidFill>
                <a:latin typeface="Poppins SemiBold" panose="00000700000000000000" pitchFamily="2" charset="0"/>
                <a:cs typeface="Poppins SemiBold" panose="00000700000000000000" pitchFamily="2" charset="0"/>
              </a:rPr>
              <a:t>Gross Profit </a:t>
            </a:r>
          </a:p>
          <a:p>
            <a:r>
              <a:rPr lang="en-US" sz="700" dirty="0"/>
              <a:t>(Million USD)</a:t>
            </a:r>
          </a:p>
        </p:txBody>
      </p:sp>
      <p:graphicFrame>
        <p:nvGraphicFramePr>
          <p:cNvPr id="2053" name="Content Placeholder 163">
            <a:extLst>
              <a:ext uri="{FF2B5EF4-FFF2-40B4-BE49-F238E27FC236}">
                <a16:creationId xmlns:a16="http://schemas.microsoft.com/office/drawing/2014/main" id="{78E3AC64-BD03-9D22-6D2A-70D77E0C9D0F}"/>
              </a:ext>
            </a:extLst>
          </p:cNvPr>
          <p:cNvGraphicFramePr>
            <a:graphicFrameLocks/>
          </p:cNvGraphicFramePr>
          <p:nvPr/>
        </p:nvGraphicFramePr>
        <p:xfrm>
          <a:off x="4139792" y="1527853"/>
          <a:ext cx="2283273" cy="50516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057" name="Content Placeholder 163">
            <a:extLst>
              <a:ext uri="{FF2B5EF4-FFF2-40B4-BE49-F238E27FC236}">
                <a16:creationId xmlns:a16="http://schemas.microsoft.com/office/drawing/2014/main" id="{0272FDC1-47CF-1815-D39B-B7434F7EBF8F}"/>
              </a:ext>
            </a:extLst>
          </p:cNvPr>
          <p:cNvGraphicFramePr>
            <a:graphicFrameLocks/>
          </p:cNvGraphicFramePr>
          <p:nvPr/>
        </p:nvGraphicFramePr>
        <p:xfrm>
          <a:off x="4139792" y="2171758"/>
          <a:ext cx="2283273" cy="50516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59" name="Content Placeholder 163">
            <a:extLst>
              <a:ext uri="{FF2B5EF4-FFF2-40B4-BE49-F238E27FC236}">
                <a16:creationId xmlns:a16="http://schemas.microsoft.com/office/drawing/2014/main" id="{A12708DB-F517-E7DE-5981-02901C8EBA3C}"/>
              </a:ext>
            </a:extLst>
          </p:cNvPr>
          <p:cNvGraphicFramePr>
            <a:graphicFrameLocks/>
          </p:cNvGraphicFramePr>
          <p:nvPr/>
        </p:nvGraphicFramePr>
        <p:xfrm>
          <a:off x="4139792" y="2821725"/>
          <a:ext cx="2283273" cy="50516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061" name="Content Placeholder 163">
            <a:extLst>
              <a:ext uri="{FF2B5EF4-FFF2-40B4-BE49-F238E27FC236}">
                <a16:creationId xmlns:a16="http://schemas.microsoft.com/office/drawing/2014/main" id="{DB22DE74-A607-EEA8-A13F-7D89454B2225}"/>
              </a:ext>
            </a:extLst>
          </p:cNvPr>
          <p:cNvGraphicFramePr>
            <a:graphicFrameLocks/>
          </p:cNvGraphicFramePr>
          <p:nvPr/>
        </p:nvGraphicFramePr>
        <p:xfrm>
          <a:off x="4139792" y="3471692"/>
          <a:ext cx="2283273" cy="505163"/>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065" name="Content Placeholder 163">
            <a:extLst>
              <a:ext uri="{FF2B5EF4-FFF2-40B4-BE49-F238E27FC236}">
                <a16:creationId xmlns:a16="http://schemas.microsoft.com/office/drawing/2014/main" id="{2F43E3A9-C1CA-29FF-F1F7-51074564ED60}"/>
              </a:ext>
            </a:extLst>
          </p:cNvPr>
          <p:cNvGraphicFramePr>
            <a:graphicFrameLocks/>
          </p:cNvGraphicFramePr>
          <p:nvPr/>
        </p:nvGraphicFramePr>
        <p:xfrm>
          <a:off x="4139792" y="4121659"/>
          <a:ext cx="2283273" cy="505163"/>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067" name="Content Placeholder 163">
            <a:extLst>
              <a:ext uri="{FF2B5EF4-FFF2-40B4-BE49-F238E27FC236}">
                <a16:creationId xmlns:a16="http://schemas.microsoft.com/office/drawing/2014/main" id="{4DFF281A-2085-2C51-F4A7-D06AF75F1143}"/>
              </a:ext>
            </a:extLst>
          </p:cNvPr>
          <p:cNvGraphicFramePr>
            <a:graphicFrameLocks/>
          </p:cNvGraphicFramePr>
          <p:nvPr/>
        </p:nvGraphicFramePr>
        <p:xfrm>
          <a:off x="4139792" y="4771627"/>
          <a:ext cx="2283273" cy="505163"/>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2071" name="Content Placeholder 163">
            <a:extLst>
              <a:ext uri="{FF2B5EF4-FFF2-40B4-BE49-F238E27FC236}">
                <a16:creationId xmlns:a16="http://schemas.microsoft.com/office/drawing/2014/main" id="{8050E766-0F9A-9736-28C1-0691F7BFC47B}"/>
              </a:ext>
            </a:extLst>
          </p:cNvPr>
          <p:cNvGraphicFramePr>
            <a:graphicFrameLocks/>
          </p:cNvGraphicFramePr>
          <p:nvPr/>
        </p:nvGraphicFramePr>
        <p:xfrm>
          <a:off x="4139792" y="5432971"/>
          <a:ext cx="2283273" cy="505163"/>
        </p:xfrm>
        <a:graphic>
          <a:graphicData uri="http://schemas.openxmlformats.org/drawingml/2006/chart">
            <c:chart xmlns:c="http://schemas.openxmlformats.org/drawingml/2006/chart" xmlns:r="http://schemas.openxmlformats.org/officeDocument/2006/relationships" r:id="rId8"/>
          </a:graphicData>
        </a:graphic>
      </p:graphicFrame>
      <p:sp>
        <p:nvSpPr>
          <p:cNvPr id="2073" name="Content Placeholder 25">
            <a:extLst>
              <a:ext uri="{FF2B5EF4-FFF2-40B4-BE49-F238E27FC236}">
                <a16:creationId xmlns:a16="http://schemas.microsoft.com/office/drawing/2014/main" id="{9DEE9D0F-1BA3-1C7D-E31F-B9BA40FD8B97}"/>
              </a:ext>
            </a:extLst>
          </p:cNvPr>
          <p:cNvSpPr txBox="1">
            <a:spLocks/>
          </p:cNvSpPr>
          <p:nvPr/>
        </p:nvSpPr>
        <p:spPr>
          <a:xfrm>
            <a:off x="3181661" y="5542663"/>
            <a:ext cx="686300" cy="285779"/>
          </a:xfrm>
          <a:prstGeom prst="rect">
            <a:avLst/>
          </a:prstGeom>
        </p:spPr>
        <p:txBody>
          <a:bodyPr vert="horz" wrap="square" lIns="0" tIns="36000" rIns="0" bIns="0" rtlCol="0" anchor="t">
            <a:spAutoFit/>
          </a:bodyPr>
          <a:lstStyle>
            <a:defPPr>
              <a:defRPr lang="pt-BR"/>
            </a:defPPr>
            <a:lvl1pPr>
              <a:lnSpc>
                <a:spcPct val="110000"/>
              </a:lnSpc>
              <a:defRPr sz="800">
                <a:latin typeface="+mj-lt"/>
                <a:ea typeface="Source Serif Pro Light" panose="02040303050405020204" pitchFamily="18" charset="0"/>
                <a:cs typeface="Roboto" panose="020000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Source Serif Pro" panose="02040603050405020204" pitchFamily="18" charset="0"/>
                <a:ea typeface="Source Serif Pro" panose="02040603050405020204" pitchFamily="18" charset="0"/>
                <a:cs typeface="+mn-cs"/>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sz="1200" kern="1200">
                <a:solidFill>
                  <a:schemeClr val="tx1"/>
                </a:solidFill>
                <a:latin typeface="Source Serif Pro Light" panose="02040303050405020204" pitchFamily="18" charset="0"/>
                <a:ea typeface="Source Serif Pro Light" panose="02040303050405020204" pitchFamily="18" charset="0"/>
                <a:cs typeface="+mn-cs"/>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2"/>
                </a:solidFill>
                <a:latin typeface="Poppins SemiBold" panose="00000700000000000000" pitchFamily="2" charset="0"/>
                <a:cs typeface="Poppins SemiBold" panose="00000700000000000000" pitchFamily="2" charset="0"/>
              </a:rPr>
              <a:t>Gross Profit </a:t>
            </a:r>
          </a:p>
          <a:p>
            <a:r>
              <a:rPr lang="en-US" sz="700" dirty="0"/>
              <a:t>(Million USD)</a:t>
            </a:r>
          </a:p>
        </p:txBody>
      </p:sp>
      <p:sp>
        <p:nvSpPr>
          <p:cNvPr id="18" name="Rectangle 17">
            <a:extLst>
              <a:ext uri="{FF2B5EF4-FFF2-40B4-BE49-F238E27FC236}">
                <a16:creationId xmlns:a16="http://schemas.microsoft.com/office/drawing/2014/main" id="{2D4AD5E4-3BB3-C425-87DD-CD63841F3C01}"/>
              </a:ext>
            </a:extLst>
          </p:cNvPr>
          <p:cNvSpPr/>
          <p:nvPr/>
        </p:nvSpPr>
        <p:spPr>
          <a:xfrm>
            <a:off x="9441504" y="1533001"/>
            <a:ext cx="1001133" cy="4948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200" dirty="0">
                <a:solidFill>
                  <a:schemeClr val="accent2"/>
                </a:solidFill>
                <a:latin typeface="+mj-lt"/>
                <a:ea typeface="Source Serif Pro" panose="02040603050405020204" pitchFamily="18" charset="0"/>
              </a:rPr>
              <a:t>Segmento</a:t>
            </a:r>
            <a:endParaRPr lang="es-CO" sz="1200" dirty="0" err="1">
              <a:solidFill>
                <a:schemeClr val="accent2"/>
              </a:solidFill>
              <a:latin typeface="+mj-lt"/>
              <a:ea typeface="Source Serif Pro" panose="02040603050405020204" pitchFamily="18" charset="0"/>
            </a:endParaRPr>
          </a:p>
        </p:txBody>
      </p:sp>
      <p:pic>
        <p:nvPicPr>
          <p:cNvPr id="26" name="Imagen 40">
            <a:extLst>
              <a:ext uri="{FF2B5EF4-FFF2-40B4-BE49-F238E27FC236}">
                <a16:creationId xmlns:a16="http://schemas.microsoft.com/office/drawing/2014/main" id="{37CFD0C7-111D-27CC-75E6-B386DE305D96}"/>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10745410" y="1651019"/>
            <a:ext cx="958946" cy="258830"/>
          </a:xfrm>
          <a:prstGeom prst="rect">
            <a:avLst/>
          </a:prstGeom>
        </p:spPr>
      </p:pic>
      <p:sp>
        <p:nvSpPr>
          <p:cNvPr id="44" name="Rectangle 43">
            <a:extLst>
              <a:ext uri="{FF2B5EF4-FFF2-40B4-BE49-F238E27FC236}">
                <a16:creationId xmlns:a16="http://schemas.microsoft.com/office/drawing/2014/main" id="{DF3EEAA1-7D98-B4D8-9384-F0BC616113A7}"/>
              </a:ext>
            </a:extLst>
          </p:cNvPr>
          <p:cNvSpPr/>
          <p:nvPr/>
        </p:nvSpPr>
        <p:spPr>
          <a:xfrm>
            <a:off x="9441504" y="2192907"/>
            <a:ext cx="1001133" cy="4948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200" dirty="0">
                <a:solidFill>
                  <a:schemeClr val="accent2"/>
                </a:solidFill>
                <a:latin typeface="+mj-lt"/>
                <a:ea typeface="Source Serif Pro" panose="02040603050405020204" pitchFamily="18" charset="0"/>
              </a:rPr>
              <a:t>Segmento</a:t>
            </a:r>
            <a:endParaRPr lang="es-CO" sz="1200" dirty="0" err="1">
              <a:solidFill>
                <a:schemeClr val="accent2"/>
              </a:solidFill>
              <a:latin typeface="+mj-lt"/>
              <a:ea typeface="Source Serif Pro" panose="02040603050405020204" pitchFamily="18" charset="0"/>
            </a:endParaRPr>
          </a:p>
        </p:txBody>
      </p:sp>
      <p:pic>
        <p:nvPicPr>
          <p:cNvPr id="45" name="Imagen 40">
            <a:extLst>
              <a:ext uri="{FF2B5EF4-FFF2-40B4-BE49-F238E27FC236}">
                <a16:creationId xmlns:a16="http://schemas.microsoft.com/office/drawing/2014/main" id="{D415095D-1600-61B4-52EF-3342C0FC65E3}"/>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10745410" y="2310925"/>
            <a:ext cx="958946" cy="258830"/>
          </a:xfrm>
          <a:prstGeom prst="rect">
            <a:avLst/>
          </a:prstGeom>
        </p:spPr>
      </p:pic>
      <p:sp>
        <p:nvSpPr>
          <p:cNvPr id="52" name="Rectangle 51">
            <a:extLst>
              <a:ext uri="{FF2B5EF4-FFF2-40B4-BE49-F238E27FC236}">
                <a16:creationId xmlns:a16="http://schemas.microsoft.com/office/drawing/2014/main" id="{4D630E19-E65A-EA38-0052-945785C4E6D7}"/>
              </a:ext>
            </a:extLst>
          </p:cNvPr>
          <p:cNvSpPr/>
          <p:nvPr/>
        </p:nvSpPr>
        <p:spPr>
          <a:xfrm>
            <a:off x="9441504" y="2852813"/>
            <a:ext cx="1001133" cy="4948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200" dirty="0">
                <a:solidFill>
                  <a:schemeClr val="accent2"/>
                </a:solidFill>
                <a:latin typeface="+mj-lt"/>
                <a:ea typeface="Source Serif Pro" panose="02040603050405020204" pitchFamily="18" charset="0"/>
              </a:rPr>
              <a:t>Segmento</a:t>
            </a:r>
            <a:endParaRPr lang="es-CO" sz="1200" dirty="0" err="1">
              <a:solidFill>
                <a:schemeClr val="accent2"/>
              </a:solidFill>
              <a:latin typeface="+mj-lt"/>
              <a:ea typeface="Source Serif Pro" panose="02040603050405020204" pitchFamily="18" charset="0"/>
            </a:endParaRPr>
          </a:p>
        </p:txBody>
      </p:sp>
      <p:pic>
        <p:nvPicPr>
          <p:cNvPr id="65" name="Imagen 40">
            <a:extLst>
              <a:ext uri="{FF2B5EF4-FFF2-40B4-BE49-F238E27FC236}">
                <a16:creationId xmlns:a16="http://schemas.microsoft.com/office/drawing/2014/main" id="{B3739C2E-8AD4-92B9-09B7-2279B1C72F5D}"/>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10745410" y="2970831"/>
            <a:ext cx="958946" cy="258830"/>
          </a:xfrm>
          <a:prstGeom prst="rect">
            <a:avLst/>
          </a:prstGeom>
        </p:spPr>
      </p:pic>
      <p:sp>
        <p:nvSpPr>
          <p:cNvPr id="74" name="Rectangle 73">
            <a:extLst>
              <a:ext uri="{FF2B5EF4-FFF2-40B4-BE49-F238E27FC236}">
                <a16:creationId xmlns:a16="http://schemas.microsoft.com/office/drawing/2014/main" id="{496FE0FD-AEE6-FBEB-F0CA-ABFDEE157C03}"/>
              </a:ext>
            </a:extLst>
          </p:cNvPr>
          <p:cNvSpPr/>
          <p:nvPr/>
        </p:nvSpPr>
        <p:spPr>
          <a:xfrm>
            <a:off x="9441504" y="3512719"/>
            <a:ext cx="1001133" cy="4948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200" dirty="0">
                <a:solidFill>
                  <a:schemeClr val="accent2"/>
                </a:solidFill>
                <a:latin typeface="+mj-lt"/>
                <a:ea typeface="Source Serif Pro" panose="02040603050405020204" pitchFamily="18" charset="0"/>
              </a:rPr>
              <a:t>Segmento</a:t>
            </a:r>
            <a:endParaRPr lang="es-CO" sz="1200" dirty="0" err="1">
              <a:solidFill>
                <a:schemeClr val="accent2"/>
              </a:solidFill>
              <a:latin typeface="+mj-lt"/>
              <a:ea typeface="Source Serif Pro" panose="02040603050405020204" pitchFamily="18" charset="0"/>
            </a:endParaRPr>
          </a:p>
        </p:txBody>
      </p:sp>
      <p:pic>
        <p:nvPicPr>
          <p:cNvPr id="75" name="Imagen 40">
            <a:extLst>
              <a:ext uri="{FF2B5EF4-FFF2-40B4-BE49-F238E27FC236}">
                <a16:creationId xmlns:a16="http://schemas.microsoft.com/office/drawing/2014/main" id="{8E6E0419-2F90-6D81-8081-4030E6A8AE6D}"/>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10745410" y="3630737"/>
            <a:ext cx="958946" cy="258830"/>
          </a:xfrm>
          <a:prstGeom prst="rect">
            <a:avLst/>
          </a:prstGeom>
        </p:spPr>
      </p:pic>
      <p:sp>
        <p:nvSpPr>
          <p:cNvPr id="84" name="Rectangle 83">
            <a:extLst>
              <a:ext uri="{FF2B5EF4-FFF2-40B4-BE49-F238E27FC236}">
                <a16:creationId xmlns:a16="http://schemas.microsoft.com/office/drawing/2014/main" id="{35E5B883-0B24-FF51-4270-140504E143A5}"/>
              </a:ext>
            </a:extLst>
          </p:cNvPr>
          <p:cNvSpPr/>
          <p:nvPr/>
        </p:nvSpPr>
        <p:spPr>
          <a:xfrm>
            <a:off x="9441504" y="4172625"/>
            <a:ext cx="1001133" cy="4948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200" dirty="0">
                <a:solidFill>
                  <a:schemeClr val="accent2"/>
                </a:solidFill>
                <a:latin typeface="+mj-lt"/>
                <a:ea typeface="Source Serif Pro" panose="02040603050405020204" pitchFamily="18" charset="0"/>
              </a:rPr>
              <a:t>Segmento</a:t>
            </a:r>
            <a:endParaRPr lang="es-CO" sz="1200" dirty="0" err="1">
              <a:solidFill>
                <a:schemeClr val="accent2"/>
              </a:solidFill>
              <a:latin typeface="+mj-lt"/>
              <a:ea typeface="Source Serif Pro" panose="02040603050405020204" pitchFamily="18" charset="0"/>
            </a:endParaRPr>
          </a:p>
        </p:txBody>
      </p:sp>
      <p:pic>
        <p:nvPicPr>
          <p:cNvPr id="85" name="Imagen 40">
            <a:extLst>
              <a:ext uri="{FF2B5EF4-FFF2-40B4-BE49-F238E27FC236}">
                <a16:creationId xmlns:a16="http://schemas.microsoft.com/office/drawing/2014/main" id="{986321CA-AAA6-8ADE-C2FC-3195AFF91438}"/>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10745410" y="4290643"/>
            <a:ext cx="958946" cy="258830"/>
          </a:xfrm>
          <a:prstGeom prst="rect">
            <a:avLst/>
          </a:prstGeom>
        </p:spPr>
      </p:pic>
      <p:sp>
        <p:nvSpPr>
          <p:cNvPr id="94" name="Rectangle 93">
            <a:extLst>
              <a:ext uri="{FF2B5EF4-FFF2-40B4-BE49-F238E27FC236}">
                <a16:creationId xmlns:a16="http://schemas.microsoft.com/office/drawing/2014/main" id="{8C5D036E-1422-7E16-E316-CBD8AC9A067C}"/>
              </a:ext>
            </a:extLst>
          </p:cNvPr>
          <p:cNvSpPr/>
          <p:nvPr/>
        </p:nvSpPr>
        <p:spPr>
          <a:xfrm>
            <a:off x="9441504" y="5438119"/>
            <a:ext cx="1001133" cy="4948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200" dirty="0">
                <a:solidFill>
                  <a:schemeClr val="accent2"/>
                </a:solidFill>
                <a:latin typeface="+mj-lt"/>
                <a:ea typeface="Source Serif Pro" panose="02040603050405020204" pitchFamily="18" charset="0"/>
              </a:rPr>
              <a:t>Segmento</a:t>
            </a:r>
            <a:endParaRPr lang="es-CO" sz="1200" dirty="0" err="1">
              <a:solidFill>
                <a:schemeClr val="accent2"/>
              </a:solidFill>
              <a:latin typeface="+mj-lt"/>
              <a:ea typeface="Source Serif Pro" panose="02040603050405020204" pitchFamily="18" charset="0"/>
            </a:endParaRPr>
          </a:p>
        </p:txBody>
      </p:sp>
      <p:pic>
        <p:nvPicPr>
          <p:cNvPr id="95" name="Imagen 40">
            <a:extLst>
              <a:ext uri="{FF2B5EF4-FFF2-40B4-BE49-F238E27FC236}">
                <a16:creationId xmlns:a16="http://schemas.microsoft.com/office/drawing/2014/main" id="{A0012DF6-8D9E-D608-DC1B-35656B88ECBF}"/>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10745410" y="5556137"/>
            <a:ext cx="958946" cy="258830"/>
          </a:xfrm>
          <a:prstGeom prst="rect">
            <a:avLst/>
          </a:prstGeom>
        </p:spPr>
      </p:pic>
      <p:grpSp>
        <p:nvGrpSpPr>
          <p:cNvPr id="2054" name="Group 2053">
            <a:extLst>
              <a:ext uri="{FF2B5EF4-FFF2-40B4-BE49-F238E27FC236}">
                <a16:creationId xmlns:a16="http://schemas.microsoft.com/office/drawing/2014/main" id="{16419CD7-B635-A899-42C7-000EC9ED0EDA}"/>
              </a:ext>
            </a:extLst>
          </p:cNvPr>
          <p:cNvGrpSpPr/>
          <p:nvPr/>
        </p:nvGrpSpPr>
        <p:grpSpPr>
          <a:xfrm>
            <a:off x="6725838" y="1524716"/>
            <a:ext cx="2412893" cy="4416555"/>
            <a:chOff x="6694893" y="1524716"/>
            <a:chExt cx="2691783" cy="4416555"/>
          </a:xfrm>
        </p:grpSpPr>
        <p:grpSp>
          <p:nvGrpSpPr>
            <p:cNvPr id="10" name="Group 9">
              <a:extLst>
                <a:ext uri="{FF2B5EF4-FFF2-40B4-BE49-F238E27FC236}">
                  <a16:creationId xmlns:a16="http://schemas.microsoft.com/office/drawing/2014/main" id="{C0A4CDD6-7614-4332-EA91-2750C1332648}"/>
                </a:ext>
              </a:extLst>
            </p:cNvPr>
            <p:cNvGrpSpPr/>
            <p:nvPr/>
          </p:nvGrpSpPr>
          <p:grpSpPr>
            <a:xfrm>
              <a:off x="6694895" y="1524716"/>
              <a:ext cx="1264065" cy="511437"/>
              <a:chOff x="7595140" y="1661420"/>
              <a:chExt cx="1122745" cy="1093091"/>
            </a:xfrm>
          </p:grpSpPr>
          <p:sp>
            <p:nvSpPr>
              <p:cNvPr id="6" name="Rectángulo: esquinas redondeadas 30">
                <a:extLst>
                  <a:ext uri="{FF2B5EF4-FFF2-40B4-BE49-F238E27FC236}">
                    <a16:creationId xmlns:a16="http://schemas.microsoft.com/office/drawing/2014/main" id="{06C5A3C3-BC48-768E-76A4-0FE9E7D27ADC}"/>
                  </a:ext>
                </a:extLst>
              </p:cNvPr>
              <p:cNvSpPr/>
              <p:nvPr/>
            </p:nvSpPr>
            <p:spPr>
              <a:xfrm>
                <a:off x="7595140"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7" name="TextBox 6">
                <a:extLst>
                  <a:ext uri="{FF2B5EF4-FFF2-40B4-BE49-F238E27FC236}">
                    <a16:creationId xmlns:a16="http://schemas.microsoft.com/office/drawing/2014/main" id="{53590E57-5A35-8D3D-83D6-BE9A67736809}"/>
                  </a:ext>
                </a:extLst>
              </p:cNvPr>
              <p:cNvSpPr txBox="1"/>
              <p:nvPr/>
            </p:nvSpPr>
            <p:spPr>
              <a:xfrm>
                <a:off x="7638960" y="1761034"/>
                <a:ext cx="1035113" cy="893869"/>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41</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Gross Margin 24’</a:t>
                </a:r>
              </a:p>
            </p:txBody>
          </p:sp>
        </p:grpSp>
        <p:grpSp>
          <p:nvGrpSpPr>
            <p:cNvPr id="11" name="Group 10">
              <a:extLst>
                <a:ext uri="{FF2B5EF4-FFF2-40B4-BE49-F238E27FC236}">
                  <a16:creationId xmlns:a16="http://schemas.microsoft.com/office/drawing/2014/main" id="{5F866261-3544-700A-7050-067013205DC0}"/>
                </a:ext>
              </a:extLst>
            </p:cNvPr>
            <p:cNvGrpSpPr/>
            <p:nvPr/>
          </p:nvGrpSpPr>
          <p:grpSpPr>
            <a:xfrm>
              <a:off x="8122611" y="1524716"/>
              <a:ext cx="1264065" cy="511437"/>
              <a:chOff x="7595141" y="1661420"/>
              <a:chExt cx="1122745" cy="1093091"/>
            </a:xfrm>
          </p:grpSpPr>
          <p:sp>
            <p:nvSpPr>
              <p:cNvPr id="12" name="Rectángulo: esquinas redondeadas 30">
                <a:extLst>
                  <a:ext uri="{FF2B5EF4-FFF2-40B4-BE49-F238E27FC236}">
                    <a16:creationId xmlns:a16="http://schemas.microsoft.com/office/drawing/2014/main" id="{4DC9CD50-077A-DDCB-FC87-77A2BD64FF1A}"/>
                  </a:ext>
                </a:extLst>
              </p:cNvPr>
              <p:cNvSpPr/>
              <p:nvPr/>
            </p:nvSpPr>
            <p:spPr>
              <a:xfrm>
                <a:off x="7595141"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17" name="TextBox 16">
                <a:extLst>
                  <a:ext uri="{FF2B5EF4-FFF2-40B4-BE49-F238E27FC236}">
                    <a16:creationId xmlns:a16="http://schemas.microsoft.com/office/drawing/2014/main" id="{72046890-D5D7-4534-5A67-7B758676FCA5}"/>
                  </a:ext>
                </a:extLst>
              </p:cNvPr>
              <p:cNvSpPr txBox="1"/>
              <p:nvPr/>
            </p:nvSpPr>
            <p:spPr>
              <a:xfrm>
                <a:off x="7638961" y="1829730"/>
                <a:ext cx="1035113" cy="756481"/>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15</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CAGR 22'-24’</a:t>
                </a:r>
              </a:p>
            </p:txBody>
          </p:sp>
        </p:grpSp>
        <p:grpSp>
          <p:nvGrpSpPr>
            <p:cNvPr id="34" name="Group 33">
              <a:extLst>
                <a:ext uri="{FF2B5EF4-FFF2-40B4-BE49-F238E27FC236}">
                  <a16:creationId xmlns:a16="http://schemas.microsoft.com/office/drawing/2014/main" id="{18318F54-F3FA-444A-1DC2-A60599B1C285}"/>
                </a:ext>
              </a:extLst>
            </p:cNvPr>
            <p:cNvGrpSpPr/>
            <p:nvPr/>
          </p:nvGrpSpPr>
          <p:grpSpPr>
            <a:xfrm>
              <a:off x="6694895" y="2175569"/>
              <a:ext cx="1264065" cy="511437"/>
              <a:chOff x="7595143" y="1661420"/>
              <a:chExt cx="1122745" cy="1093091"/>
            </a:xfrm>
          </p:grpSpPr>
          <p:sp>
            <p:nvSpPr>
              <p:cNvPr id="36" name="Rectángulo: esquinas redondeadas 30">
                <a:extLst>
                  <a:ext uri="{FF2B5EF4-FFF2-40B4-BE49-F238E27FC236}">
                    <a16:creationId xmlns:a16="http://schemas.microsoft.com/office/drawing/2014/main" id="{098518A7-C164-4AA3-852E-FB7701DAB465}"/>
                  </a:ext>
                </a:extLst>
              </p:cNvPr>
              <p:cNvSpPr/>
              <p:nvPr/>
            </p:nvSpPr>
            <p:spPr>
              <a:xfrm>
                <a:off x="7595143"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40" name="TextBox 39">
                <a:extLst>
                  <a:ext uri="{FF2B5EF4-FFF2-40B4-BE49-F238E27FC236}">
                    <a16:creationId xmlns:a16="http://schemas.microsoft.com/office/drawing/2014/main" id="{3671D833-9345-B6A7-4C88-F4AB4A16D792}"/>
                  </a:ext>
                </a:extLst>
              </p:cNvPr>
              <p:cNvSpPr txBox="1"/>
              <p:nvPr/>
            </p:nvSpPr>
            <p:spPr>
              <a:xfrm>
                <a:off x="7638963" y="1829730"/>
                <a:ext cx="1035113" cy="756480"/>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53</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Gross Margin 24’</a:t>
                </a:r>
              </a:p>
            </p:txBody>
          </p:sp>
        </p:grpSp>
        <p:grpSp>
          <p:nvGrpSpPr>
            <p:cNvPr id="41" name="Group 40">
              <a:extLst>
                <a:ext uri="{FF2B5EF4-FFF2-40B4-BE49-F238E27FC236}">
                  <a16:creationId xmlns:a16="http://schemas.microsoft.com/office/drawing/2014/main" id="{8CCDA1A0-5E22-AA13-8277-F411C8880A32}"/>
                </a:ext>
              </a:extLst>
            </p:cNvPr>
            <p:cNvGrpSpPr/>
            <p:nvPr/>
          </p:nvGrpSpPr>
          <p:grpSpPr>
            <a:xfrm>
              <a:off x="8122611" y="2175569"/>
              <a:ext cx="1264065" cy="511437"/>
              <a:chOff x="7595143" y="1661420"/>
              <a:chExt cx="1122745" cy="1093091"/>
            </a:xfrm>
          </p:grpSpPr>
          <p:sp>
            <p:nvSpPr>
              <p:cNvPr id="42" name="Rectángulo: esquinas redondeadas 30">
                <a:extLst>
                  <a:ext uri="{FF2B5EF4-FFF2-40B4-BE49-F238E27FC236}">
                    <a16:creationId xmlns:a16="http://schemas.microsoft.com/office/drawing/2014/main" id="{8BC36B9C-B6F5-0ECE-ABF0-B30CEE89437C}"/>
                  </a:ext>
                </a:extLst>
              </p:cNvPr>
              <p:cNvSpPr/>
              <p:nvPr/>
            </p:nvSpPr>
            <p:spPr>
              <a:xfrm>
                <a:off x="7595143"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43" name="TextBox 42">
                <a:extLst>
                  <a:ext uri="{FF2B5EF4-FFF2-40B4-BE49-F238E27FC236}">
                    <a16:creationId xmlns:a16="http://schemas.microsoft.com/office/drawing/2014/main" id="{CBA6E838-CD22-836A-FE70-EE14A4A4221B}"/>
                  </a:ext>
                </a:extLst>
              </p:cNvPr>
              <p:cNvSpPr txBox="1"/>
              <p:nvPr/>
            </p:nvSpPr>
            <p:spPr>
              <a:xfrm>
                <a:off x="7638961" y="1829730"/>
                <a:ext cx="1035113" cy="756480"/>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125</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CAGR 22'-24’</a:t>
                </a:r>
              </a:p>
            </p:txBody>
          </p:sp>
        </p:grpSp>
        <p:grpSp>
          <p:nvGrpSpPr>
            <p:cNvPr id="48" name="Group 47">
              <a:extLst>
                <a:ext uri="{FF2B5EF4-FFF2-40B4-BE49-F238E27FC236}">
                  <a16:creationId xmlns:a16="http://schemas.microsoft.com/office/drawing/2014/main" id="{05B3068C-A14F-7F7B-C4CE-C8219708202B}"/>
                </a:ext>
              </a:extLst>
            </p:cNvPr>
            <p:cNvGrpSpPr/>
            <p:nvPr/>
          </p:nvGrpSpPr>
          <p:grpSpPr>
            <a:xfrm>
              <a:off x="6694895" y="2826422"/>
              <a:ext cx="1264065" cy="511437"/>
              <a:chOff x="7595140" y="1661420"/>
              <a:chExt cx="1122745" cy="1093091"/>
            </a:xfrm>
          </p:grpSpPr>
          <p:sp>
            <p:nvSpPr>
              <p:cNvPr id="68" name="Rectángulo: esquinas redondeadas 30">
                <a:extLst>
                  <a:ext uri="{FF2B5EF4-FFF2-40B4-BE49-F238E27FC236}">
                    <a16:creationId xmlns:a16="http://schemas.microsoft.com/office/drawing/2014/main" id="{46AFA0A1-F983-3BE3-8566-1D57EC13D75A}"/>
                  </a:ext>
                </a:extLst>
              </p:cNvPr>
              <p:cNvSpPr/>
              <p:nvPr/>
            </p:nvSpPr>
            <p:spPr>
              <a:xfrm>
                <a:off x="7595140"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69" name="TextBox 68">
                <a:extLst>
                  <a:ext uri="{FF2B5EF4-FFF2-40B4-BE49-F238E27FC236}">
                    <a16:creationId xmlns:a16="http://schemas.microsoft.com/office/drawing/2014/main" id="{40613026-CC77-0668-BF67-C439CE900CCD}"/>
                  </a:ext>
                </a:extLst>
              </p:cNvPr>
              <p:cNvSpPr txBox="1"/>
              <p:nvPr/>
            </p:nvSpPr>
            <p:spPr>
              <a:xfrm>
                <a:off x="7638960" y="1829730"/>
                <a:ext cx="1035113" cy="756480"/>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52</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Gross Margin 24’</a:t>
                </a:r>
              </a:p>
            </p:txBody>
          </p:sp>
        </p:grpSp>
        <p:grpSp>
          <p:nvGrpSpPr>
            <p:cNvPr id="49" name="Group 48">
              <a:extLst>
                <a:ext uri="{FF2B5EF4-FFF2-40B4-BE49-F238E27FC236}">
                  <a16:creationId xmlns:a16="http://schemas.microsoft.com/office/drawing/2014/main" id="{CF872FA1-0B0B-CAF8-1962-6F49F968E87C}"/>
                </a:ext>
              </a:extLst>
            </p:cNvPr>
            <p:cNvGrpSpPr/>
            <p:nvPr/>
          </p:nvGrpSpPr>
          <p:grpSpPr>
            <a:xfrm>
              <a:off x="8122611" y="2826422"/>
              <a:ext cx="1264065" cy="511437"/>
              <a:chOff x="7595141" y="1661420"/>
              <a:chExt cx="1122745" cy="1093091"/>
            </a:xfrm>
          </p:grpSpPr>
          <p:sp>
            <p:nvSpPr>
              <p:cNvPr id="66" name="Rectángulo: esquinas redondeadas 30">
                <a:extLst>
                  <a:ext uri="{FF2B5EF4-FFF2-40B4-BE49-F238E27FC236}">
                    <a16:creationId xmlns:a16="http://schemas.microsoft.com/office/drawing/2014/main" id="{102FCD37-B7A8-BCBD-B4A1-62A5729C837E}"/>
                  </a:ext>
                </a:extLst>
              </p:cNvPr>
              <p:cNvSpPr/>
              <p:nvPr/>
            </p:nvSpPr>
            <p:spPr>
              <a:xfrm>
                <a:off x="7595141"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67" name="TextBox 66">
                <a:extLst>
                  <a:ext uri="{FF2B5EF4-FFF2-40B4-BE49-F238E27FC236}">
                    <a16:creationId xmlns:a16="http://schemas.microsoft.com/office/drawing/2014/main" id="{4098BF86-9287-42BA-7F6A-D9801172038A}"/>
                  </a:ext>
                </a:extLst>
              </p:cNvPr>
              <p:cNvSpPr txBox="1"/>
              <p:nvPr/>
            </p:nvSpPr>
            <p:spPr>
              <a:xfrm>
                <a:off x="7638961" y="1829730"/>
                <a:ext cx="1035113" cy="756481"/>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22</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CAGR 22'-24’</a:t>
                </a:r>
              </a:p>
            </p:txBody>
          </p:sp>
        </p:grpSp>
        <p:grpSp>
          <p:nvGrpSpPr>
            <p:cNvPr id="71" name="Group 70">
              <a:extLst>
                <a:ext uri="{FF2B5EF4-FFF2-40B4-BE49-F238E27FC236}">
                  <a16:creationId xmlns:a16="http://schemas.microsoft.com/office/drawing/2014/main" id="{A1A3CF02-1D81-A5A2-71CB-E0ACDCD6A3C7}"/>
                </a:ext>
              </a:extLst>
            </p:cNvPr>
            <p:cNvGrpSpPr/>
            <p:nvPr/>
          </p:nvGrpSpPr>
          <p:grpSpPr>
            <a:xfrm>
              <a:off x="6694895" y="3477275"/>
              <a:ext cx="1264065" cy="511437"/>
              <a:chOff x="7595143" y="1661420"/>
              <a:chExt cx="1122745" cy="1093091"/>
            </a:xfrm>
          </p:grpSpPr>
          <p:sp>
            <p:nvSpPr>
              <p:cNvPr id="78" name="Rectángulo: esquinas redondeadas 30">
                <a:extLst>
                  <a:ext uri="{FF2B5EF4-FFF2-40B4-BE49-F238E27FC236}">
                    <a16:creationId xmlns:a16="http://schemas.microsoft.com/office/drawing/2014/main" id="{663E8407-B30C-C274-4901-4454EDCE0330}"/>
                  </a:ext>
                </a:extLst>
              </p:cNvPr>
              <p:cNvSpPr/>
              <p:nvPr/>
            </p:nvSpPr>
            <p:spPr>
              <a:xfrm>
                <a:off x="7595143"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79" name="TextBox 78">
                <a:extLst>
                  <a:ext uri="{FF2B5EF4-FFF2-40B4-BE49-F238E27FC236}">
                    <a16:creationId xmlns:a16="http://schemas.microsoft.com/office/drawing/2014/main" id="{8A6B30BC-8D72-20C0-7CA9-43C27A0B3FE7}"/>
                  </a:ext>
                </a:extLst>
              </p:cNvPr>
              <p:cNvSpPr txBox="1"/>
              <p:nvPr/>
            </p:nvSpPr>
            <p:spPr>
              <a:xfrm>
                <a:off x="7638960" y="1829730"/>
                <a:ext cx="1035113" cy="756480"/>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50</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Gross Margin 24’</a:t>
                </a:r>
              </a:p>
            </p:txBody>
          </p:sp>
        </p:grpSp>
        <p:grpSp>
          <p:nvGrpSpPr>
            <p:cNvPr id="72" name="Group 71">
              <a:extLst>
                <a:ext uri="{FF2B5EF4-FFF2-40B4-BE49-F238E27FC236}">
                  <a16:creationId xmlns:a16="http://schemas.microsoft.com/office/drawing/2014/main" id="{459EC246-D224-2133-A521-C84A0F3EA820}"/>
                </a:ext>
              </a:extLst>
            </p:cNvPr>
            <p:cNvGrpSpPr/>
            <p:nvPr/>
          </p:nvGrpSpPr>
          <p:grpSpPr>
            <a:xfrm>
              <a:off x="8122611" y="3477275"/>
              <a:ext cx="1264065" cy="511437"/>
              <a:chOff x="7595143" y="1661420"/>
              <a:chExt cx="1122745" cy="1093091"/>
            </a:xfrm>
          </p:grpSpPr>
          <p:sp>
            <p:nvSpPr>
              <p:cNvPr id="76" name="Rectángulo: esquinas redondeadas 30">
                <a:extLst>
                  <a:ext uri="{FF2B5EF4-FFF2-40B4-BE49-F238E27FC236}">
                    <a16:creationId xmlns:a16="http://schemas.microsoft.com/office/drawing/2014/main" id="{5E27BC79-DB42-514F-6C2A-16E0242C3AA7}"/>
                  </a:ext>
                </a:extLst>
              </p:cNvPr>
              <p:cNvSpPr/>
              <p:nvPr/>
            </p:nvSpPr>
            <p:spPr>
              <a:xfrm>
                <a:off x="7595143"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77" name="TextBox 76">
                <a:extLst>
                  <a:ext uri="{FF2B5EF4-FFF2-40B4-BE49-F238E27FC236}">
                    <a16:creationId xmlns:a16="http://schemas.microsoft.com/office/drawing/2014/main" id="{2306E96E-4B01-B473-86BE-382D5B8236DF}"/>
                  </a:ext>
                </a:extLst>
              </p:cNvPr>
              <p:cNvSpPr txBox="1"/>
              <p:nvPr/>
            </p:nvSpPr>
            <p:spPr>
              <a:xfrm>
                <a:off x="7638961" y="1829730"/>
                <a:ext cx="1035113" cy="756480"/>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388</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CAGR 22'-24’</a:t>
                </a:r>
              </a:p>
            </p:txBody>
          </p:sp>
        </p:grpSp>
        <p:grpSp>
          <p:nvGrpSpPr>
            <p:cNvPr id="81" name="Group 80">
              <a:extLst>
                <a:ext uri="{FF2B5EF4-FFF2-40B4-BE49-F238E27FC236}">
                  <a16:creationId xmlns:a16="http://schemas.microsoft.com/office/drawing/2014/main" id="{CB481993-4DF6-F8FD-2F6B-DE14C89DF3D3}"/>
                </a:ext>
              </a:extLst>
            </p:cNvPr>
            <p:cNvGrpSpPr/>
            <p:nvPr/>
          </p:nvGrpSpPr>
          <p:grpSpPr>
            <a:xfrm>
              <a:off x="6694895" y="4128128"/>
              <a:ext cx="1264065" cy="511437"/>
              <a:chOff x="7595140" y="1661420"/>
              <a:chExt cx="1122745" cy="1093091"/>
            </a:xfrm>
          </p:grpSpPr>
          <p:sp>
            <p:nvSpPr>
              <p:cNvPr id="88" name="Rectángulo: esquinas redondeadas 30">
                <a:extLst>
                  <a:ext uri="{FF2B5EF4-FFF2-40B4-BE49-F238E27FC236}">
                    <a16:creationId xmlns:a16="http://schemas.microsoft.com/office/drawing/2014/main" id="{52DDCDD4-4FFB-A0DC-0CFE-4057D93A714D}"/>
                  </a:ext>
                </a:extLst>
              </p:cNvPr>
              <p:cNvSpPr/>
              <p:nvPr/>
            </p:nvSpPr>
            <p:spPr>
              <a:xfrm>
                <a:off x="7595140"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90" name="TextBox 89">
                <a:extLst>
                  <a:ext uri="{FF2B5EF4-FFF2-40B4-BE49-F238E27FC236}">
                    <a16:creationId xmlns:a16="http://schemas.microsoft.com/office/drawing/2014/main" id="{B8629806-7AF9-C20F-CE0C-C875175C14D7}"/>
                  </a:ext>
                </a:extLst>
              </p:cNvPr>
              <p:cNvSpPr txBox="1"/>
              <p:nvPr/>
            </p:nvSpPr>
            <p:spPr>
              <a:xfrm>
                <a:off x="7638960" y="1829730"/>
                <a:ext cx="1035113" cy="756480"/>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40</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Gross Margin 24’</a:t>
                </a:r>
              </a:p>
            </p:txBody>
          </p:sp>
        </p:grpSp>
        <p:grpSp>
          <p:nvGrpSpPr>
            <p:cNvPr id="83" name="Group 82">
              <a:extLst>
                <a:ext uri="{FF2B5EF4-FFF2-40B4-BE49-F238E27FC236}">
                  <a16:creationId xmlns:a16="http://schemas.microsoft.com/office/drawing/2014/main" id="{A2BCBE3C-DD3F-95AE-7FDB-9BFAD77C9370}"/>
                </a:ext>
              </a:extLst>
            </p:cNvPr>
            <p:cNvGrpSpPr/>
            <p:nvPr/>
          </p:nvGrpSpPr>
          <p:grpSpPr>
            <a:xfrm>
              <a:off x="8122611" y="4128128"/>
              <a:ext cx="1264065" cy="511437"/>
              <a:chOff x="7595141" y="1661420"/>
              <a:chExt cx="1122745" cy="1093091"/>
            </a:xfrm>
          </p:grpSpPr>
          <p:sp>
            <p:nvSpPr>
              <p:cNvPr id="86" name="Rectángulo: esquinas redondeadas 30">
                <a:extLst>
                  <a:ext uri="{FF2B5EF4-FFF2-40B4-BE49-F238E27FC236}">
                    <a16:creationId xmlns:a16="http://schemas.microsoft.com/office/drawing/2014/main" id="{7EB7E411-336F-BD99-B069-21E81AA6BEFF}"/>
                  </a:ext>
                </a:extLst>
              </p:cNvPr>
              <p:cNvSpPr/>
              <p:nvPr/>
            </p:nvSpPr>
            <p:spPr>
              <a:xfrm>
                <a:off x="7595141"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87" name="TextBox 86">
                <a:extLst>
                  <a:ext uri="{FF2B5EF4-FFF2-40B4-BE49-F238E27FC236}">
                    <a16:creationId xmlns:a16="http://schemas.microsoft.com/office/drawing/2014/main" id="{06B7B08C-2A84-FDB1-B25E-E367FD5E079E}"/>
                  </a:ext>
                </a:extLst>
              </p:cNvPr>
              <p:cNvSpPr txBox="1"/>
              <p:nvPr/>
            </p:nvSpPr>
            <p:spPr>
              <a:xfrm>
                <a:off x="7638961" y="1829730"/>
                <a:ext cx="1035113" cy="756481"/>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96</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CAGR 22'-24’</a:t>
                </a:r>
              </a:p>
            </p:txBody>
          </p:sp>
        </p:grpSp>
        <p:grpSp>
          <p:nvGrpSpPr>
            <p:cNvPr id="92" name="Group 91">
              <a:extLst>
                <a:ext uri="{FF2B5EF4-FFF2-40B4-BE49-F238E27FC236}">
                  <a16:creationId xmlns:a16="http://schemas.microsoft.com/office/drawing/2014/main" id="{EDA552B4-8BF2-BBCE-3C54-5A9D817051AA}"/>
                </a:ext>
              </a:extLst>
            </p:cNvPr>
            <p:cNvGrpSpPr/>
            <p:nvPr/>
          </p:nvGrpSpPr>
          <p:grpSpPr>
            <a:xfrm>
              <a:off x="6694893" y="5429834"/>
              <a:ext cx="1264065" cy="511437"/>
              <a:chOff x="7595139" y="1661420"/>
              <a:chExt cx="1122745" cy="1093091"/>
            </a:xfrm>
          </p:grpSpPr>
          <p:sp>
            <p:nvSpPr>
              <p:cNvPr id="98" name="Rectángulo: esquinas redondeadas 30">
                <a:extLst>
                  <a:ext uri="{FF2B5EF4-FFF2-40B4-BE49-F238E27FC236}">
                    <a16:creationId xmlns:a16="http://schemas.microsoft.com/office/drawing/2014/main" id="{EB819B1F-8163-BC67-84D0-3B0C0C8B3F03}"/>
                  </a:ext>
                </a:extLst>
              </p:cNvPr>
              <p:cNvSpPr/>
              <p:nvPr/>
            </p:nvSpPr>
            <p:spPr>
              <a:xfrm>
                <a:off x="7595139"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99" name="TextBox 98">
                <a:extLst>
                  <a:ext uri="{FF2B5EF4-FFF2-40B4-BE49-F238E27FC236}">
                    <a16:creationId xmlns:a16="http://schemas.microsoft.com/office/drawing/2014/main" id="{5AF323C0-CAC6-D16E-C72C-ACEFA1246C43}"/>
                  </a:ext>
                </a:extLst>
              </p:cNvPr>
              <p:cNvSpPr txBox="1"/>
              <p:nvPr/>
            </p:nvSpPr>
            <p:spPr>
              <a:xfrm>
                <a:off x="7638960" y="1829730"/>
                <a:ext cx="1035113" cy="756480"/>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15</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Gross Margin 24’</a:t>
                </a:r>
              </a:p>
            </p:txBody>
          </p:sp>
        </p:grpSp>
        <p:grpSp>
          <p:nvGrpSpPr>
            <p:cNvPr id="93" name="Group 92">
              <a:extLst>
                <a:ext uri="{FF2B5EF4-FFF2-40B4-BE49-F238E27FC236}">
                  <a16:creationId xmlns:a16="http://schemas.microsoft.com/office/drawing/2014/main" id="{7FAAA0C7-EF58-EE7A-C94A-8C1CBBA0401D}"/>
                </a:ext>
              </a:extLst>
            </p:cNvPr>
            <p:cNvGrpSpPr/>
            <p:nvPr/>
          </p:nvGrpSpPr>
          <p:grpSpPr>
            <a:xfrm>
              <a:off x="8122610" y="5429834"/>
              <a:ext cx="1264065" cy="511437"/>
              <a:chOff x="7595140" y="1661420"/>
              <a:chExt cx="1122745" cy="1093091"/>
            </a:xfrm>
          </p:grpSpPr>
          <p:sp>
            <p:nvSpPr>
              <p:cNvPr id="96" name="Rectángulo: esquinas redondeadas 30">
                <a:extLst>
                  <a:ext uri="{FF2B5EF4-FFF2-40B4-BE49-F238E27FC236}">
                    <a16:creationId xmlns:a16="http://schemas.microsoft.com/office/drawing/2014/main" id="{9CF335B3-9504-B089-403F-A7D575B099F2}"/>
                  </a:ext>
                </a:extLst>
              </p:cNvPr>
              <p:cNvSpPr/>
              <p:nvPr/>
            </p:nvSpPr>
            <p:spPr>
              <a:xfrm>
                <a:off x="7595140"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97" name="TextBox 96">
                <a:extLst>
                  <a:ext uri="{FF2B5EF4-FFF2-40B4-BE49-F238E27FC236}">
                    <a16:creationId xmlns:a16="http://schemas.microsoft.com/office/drawing/2014/main" id="{639D329D-7E13-D308-DC7D-8ADCCCFFD1F9}"/>
                  </a:ext>
                </a:extLst>
              </p:cNvPr>
              <p:cNvSpPr txBox="1"/>
              <p:nvPr/>
            </p:nvSpPr>
            <p:spPr>
              <a:xfrm>
                <a:off x="7638961" y="1829730"/>
                <a:ext cx="1035113" cy="756481"/>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18</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CAGR 22'-24’</a:t>
                </a:r>
              </a:p>
            </p:txBody>
          </p:sp>
        </p:grpSp>
        <p:grpSp>
          <p:nvGrpSpPr>
            <p:cNvPr id="101" name="Group 100">
              <a:extLst>
                <a:ext uri="{FF2B5EF4-FFF2-40B4-BE49-F238E27FC236}">
                  <a16:creationId xmlns:a16="http://schemas.microsoft.com/office/drawing/2014/main" id="{EFBCD0CC-C844-1585-CD18-0676E0EC8E16}"/>
                </a:ext>
              </a:extLst>
            </p:cNvPr>
            <p:cNvGrpSpPr/>
            <p:nvPr/>
          </p:nvGrpSpPr>
          <p:grpSpPr>
            <a:xfrm>
              <a:off x="6694895" y="4778981"/>
              <a:ext cx="1264065" cy="511437"/>
              <a:chOff x="7595143" y="1661420"/>
              <a:chExt cx="1122745" cy="1093091"/>
            </a:xfrm>
          </p:grpSpPr>
          <p:sp>
            <p:nvSpPr>
              <p:cNvPr id="110" name="Rectángulo: esquinas redondeadas 30">
                <a:extLst>
                  <a:ext uri="{FF2B5EF4-FFF2-40B4-BE49-F238E27FC236}">
                    <a16:creationId xmlns:a16="http://schemas.microsoft.com/office/drawing/2014/main" id="{59B50773-B798-C567-F587-274D85285D70}"/>
                  </a:ext>
                </a:extLst>
              </p:cNvPr>
              <p:cNvSpPr/>
              <p:nvPr/>
            </p:nvSpPr>
            <p:spPr>
              <a:xfrm>
                <a:off x="7595143"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112" name="TextBox 111">
                <a:extLst>
                  <a:ext uri="{FF2B5EF4-FFF2-40B4-BE49-F238E27FC236}">
                    <a16:creationId xmlns:a16="http://schemas.microsoft.com/office/drawing/2014/main" id="{03AA1330-3030-3122-D98F-93F93CAF601D}"/>
                  </a:ext>
                </a:extLst>
              </p:cNvPr>
              <p:cNvSpPr txBox="1"/>
              <p:nvPr/>
            </p:nvSpPr>
            <p:spPr>
              <a:xfrm>
                <a:off x="7638960" y="1829730"/>
                <a:ext cx="1035113" cy="756480"/>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40</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Gross Margin 24’</a:t>
                </a:r>
              </a:p>
            </p:txBody>
          </p:sp>
        </p:grpSp>
        <p:grpSp>
          <p:nvGrpSpPr>
            <p:cNvPr id="102" name="Group 101">
              <a:extLst>
                <a:ext uri="{FF2B5EF4-FFF2-40B4-BE49-F238E27FC236}">
                  <a16:creationId xmlns:a16="http://schemas.microsoft.com/office/drawing/2014/main" id="{4992E402-A338-4C39-4F6C-210BB7D96033}"/>
                </a:ext>
              </a:extLst>
            </p:cNvPr>
            <p:cNvGrpSpPr/>
            <p:nvPr/>
          </p:nvGrpSpPr>
          <p:grpSpPr>
            <a:xfrm>
              <a:off x="8122611" y="4778981"/>
              <a:ext cx="1264065" cy="511437"/>
              <a:chOff x="7595143" y="1661420"/>
              <a:chExt cx="1122745" cy="1093091"/>
            </a:xfrm>
          </p:grpSpPr>
          <p:sp>
            <p:nvSpPr>
              <p:cNvPr id="106" name="Rectángulo: esquinas redondeadas 30">
                <a:extLst>
                  <a:ext uri="{FF2B5EF4-FFF2-40B4-BE49-F238E27FC236}">
                    <a16:creationId xmlns:a16="http://schemas.microsoft.com/office/drawing/2014/main" id="{0588530E-F420-7EDE-F15A-7903ECE3E835}"/>
                  </a:ext>
                </a:extLst>
              </p:cNvPr>
              <p:cNvSpPr/>
              <p:nvPr/>
            </p:nvSpPr>
            <p:spPr>
              <a:xfrm>
                <a:off x="7595143" y="1661420"/>
                <a:ext cx="1122745" cy="1093091"/>
              </a:xfrm>
              <a:prstGeom prst="roundRect">
                <a:avLst>
                  <a:gd name="adj" fmla="val 7896"/>
                </a:avLst>
              </a:prstGeom>
              <a:solidFill>
                <a:schemeClr val="accent1">
                  <a:lumMod val="20000"/>
                  <a:lumOff val="80000"/>
                </a:schemeClr>
              </a:solidFill>
              <a:ln>
                <a:noFill/>
              </a:ln>
              <a:effectLst/>
            </p:spPr>
            <p:txBody>
              <a:bodyPr spcFirstLastPara="1" wrap="square" lIns="91425" tIns="91425" rIns="91425" bIns="91425" anchor="ctr" anchorCtr="0">
                <a:noAutofit/>
              </a:bodyPr>
              <a:lstStyle/>
              <a:p>
                <a:pPr algn="ctr" defTabSz="457200"/>
                <a:endParaRPr lang="es-CO" dirty="0">
                  <a:solidFill>
                    <a:schemeClr val="tx1"/>
                  </a:solidFill>
                </a:endParaRPr>
              </a:p>
            </p:txBody>
          </p:sp>
          <p:sp>
            <p:nvSpPr>
              <p:cNvPr id="107" name="TextBox 106">
                <a:extLst>
                  <a:ext uri="{FF2B5EF4-FFF2-40B4-BE49-F238E27FC236}">
                    <a16:creationId xmlns:a16="http://schemas.microsoft.com/office/drawing/2014/main" id="{ED1E4CA3-967B-14B9-B812-C039B30C4835}"/>
                  </a:ext>
                </a:extLst>
              </p:cNvPr>
              <p:cNvSpPr txBox="1"/>
              <p:nvPr/>
            </p:nvSpPr>
            <p:spPr>
              <a:xfrm>
                <a:off x="7638961" y="1829730"/>
                <a:ext cx="1035113" cy="756480"/>
              </a:xfrm>
              <a:prstGeom prst="rect">
                <a:avLst/>
              </a:prstGeom>
              <a:noFill/>
            </p:spPr>
            <p:txBody>
              <a:bodyPr wrap="square" lIns="0" tIns="0" rIns="0" bIns="0" rtlCol="0" anchor="ctr">
                <a:spAutoFit/>
              </a:bodyPr>
              <a:lstStyle/>
              <a:p>
                <a:pPr algn="ctr"/>
                <a:r>
                  <a:rPr lang="pt-BR" sz="1400" b="1" baseline="15000" dirty="0">
                    <a:solidFill>
                      <a:schemeClr val="tx2"/>
                    </a:solidFill>
                    <a:latin typeface="+mj-lt"/>
                    <a:ea typeface="Source Serif Pro Black" panose="02040903050405020204" pitchFamily="18" charset="0"/>
                  </a:rPr>
                  <a:t>+</a:t>
                </a:r>
                <a:r>
                  <a:rPr lang="pt-BR" sz="1600" b="1" dirty="0">
                    <a:solidFill>
                      <a:schemeClr val="tx2"/>
                    </a:solidFill>
                    <a:latin typeface="+mj-lt"/>
                    <a:ea typeface="Source Serif Pro Black" panose="02040903050405020204" pitchFamily="18" charset="0"/>
                  </a:rPr>
                  <a:t>238</a:t>
                </a:r>
                <a:r>
                  <a:rPr lang="pt-BR" sz="1100" b="1" dirty="0">
                    <a:solidFill>
                      <a:schemeClr val="tx2"/>
                    </a:solidFill>
                    <a:latin typeface="+mj-lt"/>
                    <a:ea typeface="Source Serif Pro Black" panose="02040903050405020204" pitchFamily="18" charset="0"/>
                  </a:rPr>
                  <a:t>% </a:t>
                </a:r>
                <a:endParaRPr lang="en-US" sz="1100" b="1" dirty="0">
                  <a:solidFill>
                    <a:schemeClr val="tx2"/>
                  </a:solidFill>
                  <a:latin typeface="+mj-lt"/>
                  <a:ea typeface="Source Serif Pro Black" panose="02040903050405020204" pitchFamily="18" charset="0"/>
                </a:endParaRPr>
              </a:p>
              <a:p>
                <a:pPr algn="ctr"/>
                <a:r>
                  <a:rPr lang="en-US" sz="700" dirty="0">
                    <a:solidFill>
                      <a:schemeClr val="tx2"/>
                    </a:solidFill>
                    <a:latin typeface="+mj-lt"/>
                    <a:ea typeface="Source Serif Pro" panose="02040603050405020204" pitchFamily="18" charset="0"/>
                  </a:rPr>
                  <a:t>CAGR 22'-24’</a:t>
                </a:r>
              </a:p>
            </p:txBody>
          </p:sp>
        </p:grpSp>
      </p:grpSp>
      <p:sp>
        <p:nvSpPr>
          <p:cNvPr id="103" name="Rectangle 102">
            <a:extLst>
              <a:ext uri="{FF2B5EF4-FFF2-40B4-BE49-F238E27FC236}">
                <a16:creationId xmlns:a16="http://schemas.microsoft.com/office/drawing/2014/main" id="{747386B7-6FF3-2036-3D70-DCC12F3A03A5}"/>
              </a:ext>
            </a:extLst>
          </p:cNvPr>
          <p:cNvSpPr/>
          <p:nvPr/>
        </p:nvSpPr>
        <p:spPr>
          <a:xfrm>
            <a:off x="9441504" y="4832531"/>
            <a:ext cx="1001133" cy="4948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200" dirty="0">
                <a:solidFill>
                  <a:schemeClr val="accent2"/>
                </a:solidFill>
                <a:latin typeface="+mj-lt"/>
                <a:ea typeface="Source Serif Pro" panose="02040603050405020204" pitchFamily="18" charset="0"/>
              </a:rPr>
              <a:t>Segmento</a:t>
            </a:r>
            <a:endParaRPr lang="es-CO" sz="1200" dirty="0" err="1">
              <a:solidFill>
                <a:schemeClr val="accent2"/>
              </a:solidFill>
              <a:latin typeface="+mj-lt"/>
              <a:ea typeface="Source Serif Pro" panose="02040603050405020204" pitchFamily="18" charset="0"/>
            </a:endParaRPr>
          </a:p>
        </p:txBody>
      </p:sp>
      <p:pic>
        <p:nvPicPr>
          <p:cNvPr id="105" name="Imagen 40">
            <a:extLst>
              <a:ext uri="{FF2B5EF4-FFF2-40B4-BE49-F238E27FC236}">
                <a16:creationId xmlns:a16="http://schemas.microsoft.com/office/drawing/2014/main" id="{207D8B62-915A-CD05-52EE-0AC70FB561D9}"/>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10745410" y="4950549"/>
            <a:ext cx="958946" cy="258830"/>
          </a:xfrm>
          <a:prstGeom prst="rect">
            <a:avLst/>
          </a:prstGeom>
        </p:spPr>
      </p:pic>
      <p:grpSp>
        <p:nvGrpSpPr>
          <p:cNvPr id="115" name="Group 114">
            <a:extLst>
              <a:ext uri="{FF2B5EF4-FFF2-40B4-BE49-F238E27FC236}">
                <a16:creationId xmlns:a16="http://schemas.microsoft.com/office/drawing/2014/main" id="{DE554944-2F28-AADA-EB9D-83F807E6B0A1}"/>
              </a:ext>
            </a:extLst>
          </p:cNvPr>
          <p:cNvGrpSpPr/>
          <p:nvPr/>
        </p:nvGrpSpPr>
        <p:grpSpPr>
          <a:xfrm>
            <a:off x="-289711" y="2099356"/>
            <a:ext cx="3213168" cy="3249840"/>
            <a:chOff x="2247899" y="2099356"/>
            <a:chExt cx="7920000" cy="3249840"/>
          </a:xfrm>
        </p:grpSpPr>
        <p:cxnSp>
          <p:nvCxnSpPr>
            <p:cNvPr id="116" name="Conector reto 12">
              <a:extLst>
                <a:ext uri="{FF2B5EF4-FFF2-40B4-BE49-F238E27FC236}">
                  <a16:creationId xmlns:a16="http://schemas.microsoft.com/office/drawing/2014/main" id="{80165D40-2EC7-B29C-8026-A7F18F10A002}"/>
                </a:ext>
              </a:extLst>
            </p:cNvPr>
            <p:cNvCxnSpPr>
              <a:cxnSpLocks/>
            </p:cNvCxnSpPr>
            <p:nvPr/>
          </p:nvCxnSpPr>
          <p:spPr>
            <a:xfrm>
              <a:off x="2247899" y="2099356"/>
              <a:ext cx="7920000" cy="0"/>
            </a:xfrm>
            <a:prstGeom prst="line">
              <a:avLst/>
            </a:prstGeom>
            <a:ln>
              <a:solidFill>
                <a:schemeClr val="bg2">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17" name="Conector reto 12">
              <a:extLst>
                <a:ext uri="{FF2B5EF4-FFF2-40B4-BE49-F238E27FC236}">
                  <a16:creationId xmlns:a16="http://schemas.microsoft.com/office/drawing/2014/main" id="{E214049C-8E86-83D8-F994-3838EB263EC9}"/>
                </a:ext>
              </a:extLst>
            </p:cNvPr>
            <p:cNvCxnSpPr>
              <a:cxnSpLocks/>
            </p:cNvCxnSpPr>
            <p:nvPr/>
          </p:nvCxnSpPr>
          <p:spPr>
            <a:xfrm>
              <a:off x="2247899" y="3399290"/>
              <a:ext cx="7920000" cy="0"/>
            </a:xfrm>
            <a:prstGeom prst="line">
              <a:avLst/>
            </a:prstGeom>
            <a:ln>
              <a:solidFill>
                <a:schemeClr val="bg2">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18" name="Conector reto 12">
              <a:extLst>
                <a:ext uri="{FF2B5EF4-FFF2-40B4-BE49-F238E27FC236}">
                  <a16:creationId xmlns:a16="http://schemas.microsoft.com/office/drawing/2014/main" id="{A61F3B26-D2A7-0CEB-DE6D-4064266D5C13}"/>
                </a:ext>
              </a:extLst>
            </p:cNvPr>
            <p:cNvCxnSpPr>
              <a:cxnSpLocks/>
            </p:cNvCxnSpPr>
            <p:nvPr/>
          </p:nvCxnSpPr>
          <p:spPr>
            <a:xfrm>
              <a:off x="2247899" y="4049257"/>
              <a:ext cx="7920000" cy="0"/>
            </a:xfrm>
            <a:prstGeom prst="line">
              <a:avLst/>
            </a:prstGeom>
            <a:ln>
              <a:solidFill>
                <a:schemeClr val="bg2">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26" name="Conector reto 12">
              <a:extLst>
                <a:ext uri="{FF2B5EF4-FFF2-40B4-BE49-F238E27FC236}">
                  <a16:creationId xmlns:a16="http://schemas.microsoft.com/office/drawing/2014/main" id="{001CF297-1BEA-1502-CDEA-65D1A08A2016}"/>
                </a:ext>
              </a:extLst>
            </p:cNvPr>
            <p:cNvCxnSpPr>
              <a:cxnSpLocks/>
            </p:cNvCxnSpPr>
            <p:nvPr/>
          </p:nvCxnSpPr>
          <p:spPr>
            <a:xfrm>
              <a:off x="2247899" y="2749323"/>
              <a:ext cx="7920000" cy="0"/>
            </a:xfrm>
            <a:prstGeom prst="line">
              <a:avLst/>
            </a:prstGeom>
            <a:ln>
              <a:solidFill>
                <a:schemeClr val="bg2">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27" name="Conector reto 12">
              <a:extLst>
                <a:ext uri="{FF2B5EF4-FFF2-40B4-BE49-F238E27FC236}">
                  <a16:creationId xmlns:a16="http://schemas.microsoft.com/office/drawing/2014/main" id="{F0729C64-531A-E771-EEC8-B408847E96E6}"/>
                </a:ext>
              </a:extLst>
            </p:cNvPr>
            <p:cNvCxnSpPr>
              <a:cxnSpLocks/>
            </p:cNvCxnSpPr>
            <p:nvPr/>
          </p:nvCxnSpPr>
          <p:spPr>
            <a:xfrm>
              <a:off x="2247899" y="4699224"/>
              <a:ext cx="7920000" cy="0"/>
            </a:xfrm>
            <a:prstGeom prst="line">
              <a:avLst/>
            </a:prstGeom>
            <a:ln>
              <a:solidFill>
                <a:schemeClr val="bg2">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048" name="Conector reto 12">
              <a:extLst>
                <a:ext uri="{FF2B5EF4-FFF2-40B4-BE49-F238E27FC236}">
                  <a16:creationId xmlns:a16="http://schemas.microsoft.com/office/drawing/2014/main" id="{AF5EFCA3-E693-9C9F-F126-5370E3248B14}"/>
                </a:ext>
              </a:extLst>
            </p:cNvPr>
            <p:cNvCxnSpPr>
              <a:cxnSpLocks/>
            </p:cNvCxnSpPr>
            <p:nvPr/>
          </p:nvCxnSpPr>
          <p:spPr>
            <a:xfrm>
              <a:off x="2247899" y="5349196"/>
              <a:ext cx="7920000" cy="0"/>
            </a:xfrm>
            <a:prstGeom prst="line">
              <a:avLst/>
            </a:prstGeom>
            <a:ln>
              <a:solidFill>
                <a:schemeClr val="bg2">
                  <a:lumMod val="75000"/>
                </a:schemeClr>
              </a:solidFill>
              <a:prstDash val="soli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385536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4D440-260A-4ABF-33C0-9A7DFCDAAE6D}"/>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F6112FBA-8490-1C7F-4282-41EC2A8250A7}"/>
              </a:ext>
            </a:extLst>
          </p:cNvPr>
          <p:cNvSpPr>
            <a:spLocks noGrp="1" noRot="1" noMove="1" noResize="1" noEditPoints="1" noAdjustHandles="1" noChangeArrowheads="1" noChangeShapeType="1"/>
          </p:cNvSpPr>
          <p:nvPr/>
        </p:nvSpPr>
        <p:spPr>
          <a:xfrm>
            <a:off x="0" y="0"/>
            <a:ext cx="81279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19" name="Rectángulo 1">
            <a:extLst>
              <a:ext uri="{FF2B5EF4-FFF2-40B4-BE49-F238E27FC236}">
                <a16:creationId xmlns:a16="http://schemas.microsoft.com/office/drawing/2014/main" id="{31F6A9BF-4537-9A39-5D79-10148AAFD006}"/>
              </a:ext>
            </a:extLst>
          </p:cNvPr>
          <p:cNvSpPr/>
          <p:nvPr/>
        </p:nvSpPr>
        <p:spPr>
          <a:xfrm>
            <a:off x="5992628" y="4339178"/>
            <a:ext cx="5386573" cy="106243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grpSp>
        <p:nvGrpSpPr>
          <p:cNvPr id="6" name="Group 5">
            <a:extLst>
              <a:ext uri="{FF2B5EF4-FFF2-40B4-BE49-F238E27FC236}">
                <a16:creationId xmlns:a16="http://schemas.microsoft.com/office/drawing/2014/main" id="{444CED73-D72E-1122-4548-A650B9637835}"/>
              </a:ext>
            </a:extLst>
          </p:cNvPr>
          <p:cNvGrpSpPr/>
          <p:nvPr/>
        </p:nvGrpSpPr>
        <p:grpSpPr>
          <a:xfrm>
            <a:off x="7440991" y="1451263"/>
            <a:ext cx="447192" cy="447192"/>
            <a:chOff x="7056481" y="1451263"/>
            <a:chExt cx="447192" cy="447192"/>
          </a:xfrm>
        </p:grpSpPr>
        <p:sp>
          <p:nvSpPr>
            <p:cNvPr id="20" name="Google Shape;236;p23">
              <a:extLst>
                <a:ext uri="{FF2B5EF4-FFF2-40B4-BE49-F238E27FC236}">
                  <a16:creationId xmlns:a16="http://schemas.microsoft.com/office/drawing/2014/main" id="{264F7C47-ED0E-A93B-B129-07AAA8A61C30}"/>
                </a:ext>
              </a:extLst>
            </p:cNvPr>
            <p:cNvSpPr/>
            <p:nvPr/>
          </p:nvSpPr>
          <p:spPr>
            <a:xfrm rot="5400000">
              <a:off x="7056481" y="1451263"/>
              <a:ext cx="447192" cy="447192"/>
            </a:xfrm>
            <a:prstGeom prst="teardrop">
              <a:avLst>
                <a:gd name="adj" fmla="val 100000"/>
              </a:avLst>
            </a:prstGeom>
            <a:solidFill>
              <a:schemeClr val="accent1"/>
            </a:solidFill>
            <a:ln>
              <a:no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sp>
          <p:nvSpPr>
            <p:cNvPr id="21" name="CuadroTexto 10">
              <a:extLst>
                <a:ext uri="{FF2B5EF4-FFF2-40B4-BE49-F238E27FC236}">
                  <a16:creationId xmlns:a16="http://schemas.microsoft.com/office/drawing/2014/main" id="{21ACD4FC-80E8-5474-8563-CA2B18C906C1}"/>
                </a:ext>
              </a:extLst>
            </p:cNvPr>
            <p:cNvSpPr txBox="1"/>
            <p:nvPr/>
          </p:nvSpPr>
          <p:spPr>
            <a:xfrm>
              <a:off x="7085152" y="1549212"/>
              <a:ext cx="389850" cy="276999"/>
            </a:xfrm>
            <a:prstGeom prst="rect">
              <a:avLst/>
            </a:prstGeom>
            <a:noFill/>
          </p:spPr>
          <p:txBody>
            <a:bodyPr wrap="none" rtlCol="0">
              <a:spAutoFit/>
            </a:bodyPr>
            <a:lstStyle/>
            <a:p>
              <a:r>
                <a:rPr lang="es-CO" sz="1200" b="1" dirty="0">
                  <a:solidFill>
                    <a:srgbClr val="07272D"/>
                  </a:solidFill>
                  <a:latin typeface="Poppins" panose="00000500000000000000" pitchFamily="2" charset="0"/>
                  <a:cs typeface="Poppins" panose="00000500000000000000" pitchFamily="2" charset="0"/>
                </a:rPr>
                <a:t>04</a:t>
              </a:r>
            </a:p>
          </p:txBody>
        </p:sp>
      </p:grpSp>
      <p:sp>
        <p:nvSpPr>
          <p:cNvPr id="24" name="TextBox 18">
            <a:extLst>
              <a:ext uri="{FF2B5EF4-FFF2-40B4-BE49-F238E27FC236}">
                <a16:creationId xmlns:a16="http://schemas.microsoft.com/office/drawing/2014/main" id="{B78E5ADC-6D14-81CC-AF23-C9D90448BE18}"/>
              </a:ext>
            </a:extLst>
          </p:cNvPr>
          <p:cNvSpPr txBox="1"/>
          <p:nvPr/>
        </p:nvSpPr>
        <p:spPr>
          <a:xfrm>
            <a:off x="8049002" y="1505790"/>
            <a:ext cx="2354061" cy="338138"/>
          </a:xfrm>
          <a:prstGeom prst="rect">
            <a:avLst/>
          </a:prstGeom>
          <a:noFill/>
        </p:spPr>
        <p:txBody>
          <a:bodyPr wrap="square">
            <a:spAutoFit/>
          </a:bodyPr>
          <a:lstStyle/>
          <a:p>
            <a:pPr eaLnBrk="1" fontAlgn="auto" hangingPunct="1">
              <a:spcBef>
                <a:spcPts val="0"/>
              </a:spcBef>
              <a:spcAft>
                <a:spcPts val="0"/>
              </a:spcAft>
              <a:defRPr/>
            </a:pPr>
            <a:r>
              <a:rPr lang="es-CO" sz="1600" b="1" dirty="0" err="1">
                <a:solidFill>
                  <a:schemeClr val="tx2"/>
                </a:solidFill>
                <a:latin typeface="Poppins" panose="00000500000000000000" pitchFamily="2" charset="0"/>
                <a:ea typeface="Inter" panose="02000503000000020004" pitchFamily="2" charset="0"/>
                <a:cs typeface="Poppins" panose="00000500000000000000" pitchFamily="2" charset="0"/>
              </a:rPr>
              <a:t>Introduction</a:t>
            </a:r>
            <a:endParaRPr lang="es-CO" sz="1600" b="1" dirty="0">
              <a:solidFill>
                <a:schemeClr val="tx2"/>
              </a:solidFill>
              <a:latin typeface="Poppins" panose="00000500000000000000" pitchFamily="2" charset="0"/>
              <a:ea typeface="Inter" panose="02000503000000020004" pitchFamily="2" charset="0"/>
              <a:cs typeface="Poppins" panose="00000500000000000000" pitchFamily="2" charset="0"/>
            </a:endParaRPr>
          </a:p>
        </p:txBody>
      </p:sp>
      <p:grpSp>
        <p:nvGrpSpPr>
          <p:cNvPr id="5" name="Group 4">
            <a:extLst>
              <a:ext uri="{FF2B5EF4-FFF2-40B4-BE49-F238E27FC236}">
                <a16:creationId xmlns:a16="http://schemas.microsoft.com/office/drawing/2014/main" id="{77D51453-E251-1C4E-43F4-A0DF1C00B5B8}"/>
              </a:ext>
            </a:extLst>
          </p:cNvPr>
          <p:cNvGrpSpPr/>
          <p:nvPr/>
        </p:nvGrpSpPr>
        <p:grpSpPr>
          <a:xfrm>
            <a:off x="7440991" y="2516441"/>
            <a:ext cx="447192" cy="447192"/>
            <a:chOff x="7056481" y="2516441"/>
            <a:chExt cx="447192" cy="447192"/>
          </a:xfrm>
        </p:grpSpPr>
        <p:sp>
          <p:nvSpPr>
            <p:cNvPr id="26" name="Google Shape;236;p23">
              <a:extLst>
                <a:ext uri="{FF2B5EF4-FFF2-40B4-BE49-F238E27FC236}">
                  <a16:creationId xmlns:a16="http://schemas.microsoft.com/office/drawing/2014/main" id="{727CCB43-4E37-85CE-CF6E-637DD2A73F75}"/>
                </a:ext>
              </a:extLst>
            </p:cNvPr>
            <p:cNvSpPr/>
            <p:nvPr/>
          </p:nvSpPr>
          <p:spPr>
            <a:xfrm rot="5400000">
              <a:off x="7056481" y="2516441"/>
              <a:ext cx="447192" cy="447192"/>
            </a:xfrm>
            <a:prstGeom prst="teardrop">
              <a:avLst>
                <a:gd name="adj" fmla="val 100000"/>
              </a:avLst>
            </a:prstGeom>
            <a:solidFill>
              <a:schemeClr val="accent1"/>
            </a:solidFill>
            <a:ln>
              <a:no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sp>
          <p:nvSpPr>
            <p:cNvPr id="27" name="CuadroTexto 17">
              <a:extLst>
                <a:ext uri="{FF2B5EF4-FFF2-40B4-BE49-F238E27FC236}">
                  <a16:creationId xmlns:a16="http://schemas.microsoft.com/office/drawing/2014/main" id="{7B6FC42A-40C2-F07B-6DFF-1C7D3726A4D4}"/>
                </a:ext>
              </a:extLst>
            </p:cNvPr>
            <p:cNvSpPr txBox="1"/>
            <p:nvPr/>
          </p:nvSpPr>
          <p:spPr>
            <a:xfrm>
              <a:off x="7088358" y="2614390"/>
              <a:ext cx="383438" cy="276999"/>
            </a:xfrm>
            <a:prstGeom prst="rect">
              <a:avLst/>
            </a:prstGeom>
            <a:noFill/>
          </p:spPr>
          <p:txBody>
            <a:bodyPr wrap="none" rtlCol="0">
              <a:spAutoFit/>
            </a:bodyPr>
            <a:lstStyle/>
            <a:p>
              <a:r>
                <a:rPr lang="es-CO" sz="1200" b="1" dirty="0">
                  <a:solidFill>
                    <a:srgbClr val="07272D"/>
                  </a:solidFill>
                  <a:latin typeface="Poppins" panose="00000500000000000000" pitchFamily="2" charset="0"/>
                  <a:cs typeface="Poppins" panose="00000500000000000000" pitchFamily="2" charset="0"/>
                </a:rPr>
                <a:t>06</a:t>
              </a:r>
            </a:p>
          </p:txBody>
        </p:sp>
      </p:grpSp>
      <p:sp>
        <p:nvSpPr>
          <p:cNvPr id="41" name="TextBox 23">
            <a:extLst>
              <a:ext uri="{FF2B5EF4-FFF2-40B4-BE49-F238E27FC236}">
                <a16:creationId xmlns:a16="http://schemas.microsoft.com/office/drawing/2014/main" id="{25944438-A879-E97D-8DD3-B6A0D4163125}"/>
              </a:ext>
            </a:extLst>
          </p:cNvPr>
          <p:cNvSpPr txBox="1"/>
          <p:nvPr/>
        </p:nvSpPr>
        <p:spPr>
          <a:xfrm>
            <a:off x="8049002" y="2570969"/>
            <a:ext cx="2340504" cy="338137"/>
          </a:xfrm>
          <a:prstGeom prst="rect">
            <a:avLst/>
          </a:prstGeom>
          <a:noFill/>
        </p:spPr>
        <p:txBody>
          <a:bodyPr wrap="square">
            <a:spAutoFit/>
          </a:bodyPr>
          <a:lstStyle/>
          <a:p>
            <a:pPr eaLnBrk="1" fontAlgn="auto" hangingPunct="1">
              <a:spcBef>
                <a:spcPts val="0"/>
              </a:spcBef>
              <a:spcAft>
                <a:spcPts val="0"/>
              </a:spcAft>
              <a:defRPr/>
            </a:pPr>
            <a:r>
              <a:rPr lang="es-CO" sz="1600" b="1" dirty="0" err="1">
                <a:solidFill>
                  <a:schemeClr val="tx2"/>
                </a:solidFill>
                <a:latin typeface="Poppins" panose="00000500000000000000" pitchFamily="2" charset="0"/>
                <a:ea typeface="Inter" panose="02000503000000020004" pitchFamily="2" charset="0"/>
                <a:cs typeface="Poppins" panose="00000500000000000000" pitchFamily="2" charset="0"/>
              </a:rPr>
              <a:t>Investment</a:t>
            </a:r>
            <a:r>
              <a:rPr lang="es-CO" sz="1600" b="1" dirty="0">
                <a:solidFill>
                  <a:schemeClr val="tx2"/>
                </a:solidFill>
                <a:latin typeface="Poppins" panose="00000500000000000000" pitchFamily="2" charset="0"/>
                <a:ea typeface="Inter" panose="02000503000000020004" pitchFamily="2" charset="0"/>
                <a:cs typeface="Poppins" panose="00000500000000000000" pitchFamily="2" charset="0"/>
              </a:rPr>
              <a:t> </a:t>
            </a:r>
            <a:r>
              <a:rPr lang="es-CO" sz="1600" b="1" dirty="0" err="1">
                <a:solidFill>
                  <a:schemeClr val="tx2"/>
                </a:solidFill>
                <a:latin typeface="Poppins" panose="00000500000000000000" pitchFamily="2" charset="0"/>
                <a:ea typeface="Inter" panose="02000503000000020004" pitchFamily="2" charset="0"/>
                <a:cs typeface="Poppins" panose="00000500000000000000" pitchFamily="2" charset="0"/>
              </a:rPr>
              <a:t>Thesis</a:t>
            </a:r>
            <a:endParaRPr lang="es-CO" sz="1600" b="1" dirty="0">
              <a:solidFill>
                <a:schemeClr val="tx2"/>
              </a:solidFill>
              <a:latin typeface="Poppins" panose="00000500000000000000" pitchFamily="2" charset="0"/>
              <a:ea typeface="Inter" panose="02000503000000020004" pitchFamily="2" charset="0"/>
              <a:cs typeface="Poppins" panose="00000500000000000000" pitchFamily="2" charset="0"/>
            </a:endParaRPr>
          </a:p>
        </p:txBody>
      </p:sp>
      <p:grpSp>
        <p:nvGrpSpPr>
          <p:cNvPr id="4" name="Group 3">
            <a:extLst>
              <a:ext uri="{FF2B5EF4-FFF2-40B4-BE49-F238E27FC236}">
                <a16:creationId xmlns:a16="http://schemas.microsoft.com/office/drawing/2014/main" id="{3A8990A3-2F4D-C304-83CC-656D71F6A43E}"/>
              </a:ext>
            </a:extLst>
          </p:cNvPr>
          <p:cNvGrpSpPr/>
          <p:nvPr/>
        </p:nvGrpSpPr>
        <p:grpSpPr>
          <a:xfrm>
            <a:off x="7440991" y="3581619"/>
            <a:ext cx="447192" cy="447192"/>
            <a:chOff x="7056481" y="3581619"/>
            <a:chExt cx="447192" cy="447192"/>
          </a:xfrm>
        </p:grpSpPr>
        <p:sp>
          <p:nvSpPr>
            <p:cNvPr id="30" name="Google Shape;236;p23">
              <a:extLst>
                <a:ext uri="{FF2B5EF4-FFF2-40B4-BE49-F238E27FC236}">
                  <a16:creationId xmlns:a16="http://schemas.microsoft.com/office/drawing/2014/main" id="{EC2BF919-A62E-4AE9-17C1-B3B6413BDABC}"/>
                </a:ext>
              </a:extLst>
            </p:cNvPr>
            <p:cNvSpPr/>
            <p:nvPr/>
          </p:nvSpPr>
          <p:spPr>
            <a:xfrm rot="5400000">
              <a:off x="7056481" y="3581619"/>
              <a:ext cx="447192" cy="447192"/>
            </a:xfrm>
            <a:prstGeom prst="teardrop">
              <a:avLst>
                <a:gd name="adj" fmla="val 100000"/>
              </a:avLst>
            </a:prstGeom>
            <a:solidFill>
              <a:schemeClr val="accent1"/>
            </a:solidFill>
            <a:ln>
              <a:no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sp>
          <p:nvSpPr>
            <p:cNvPr id="33" name="CuadroTexto 22">
              <a:extLst>
                <a:ext uri="{FF2B5EF4-FFF2-40B4-BE49-F238E27FC236}">
                  <a16:creationId xmlns:a16="http://schemas.microsoft.com/office/drawing/2014/main" id="{44725E6E-8308-4553-C945-7FAA4E3A55A1}"/>
                </a:ext>
              </a:extLst>
            </p:cNvPr>
            <p:cNvSpPr txBox="1"/>
            <p:nvPr/>
          </p:nvSpPr>
          <p:spPr>
            <a:xfrm>
              <a:off x="7109197" y="3679568"/>
              <a:ext cx="341760" cy="276999"/>
            </a:xfrm>
            <a:prstGeom prst="rect">
              <a:avLst/>
            </a:prstGeom>
            <a:noFill/>
          </p:spPr>
          <p:txBody>
            <a:bodyPr wrap="none" rtlCol="0">
              <a:spAutoFit/>
            </a:bodyPr>
            <a:lstStyle/>
            <a:p>
              <a:r>
                <a:rPr lang="es-CO" sz="1200" b="1" dirty="0">
                  <a:solidFill>
                    <a:srgbClr val="07272D"/>
                  </a:solidFill>
                  <a:latin typeface="Poppins" panose="00000500000000000000" pitchFamily="2" charset="0"/>
                  <a:cs typeface="Poppins" panose="00000500000000000000" pitchFamily="2" charset="0"/>
                </a:rPr>
                <a:t>18</a:t>
              </a:r>
            </a:p>
          </p:txBody>
        </p:sp>
      </p:grpSp>
      <p:sp>
        <p:nvSpPr>
          <p:cNvPr id="42" name="TextBox 55">
            <a:extLst>
              <a:ext uri="{FF2B5EF4-FFF2-40B4-BE49-F238E27FC236}">
                <a16:creationId xmlns:a16="http://schemas.microsoft.com/office/drawing/2014/main" id="{F1C82AFA-25B7-C2A5-990E-D133315A676F}"/>
              </a:ext>
            </a:extLst>
          </p:cNvPr>
          <p:cNvSpPr txBox="1"/>
          <p:nvPr/>
        </p:nvSpPr>
        <p:spPr>
          <a:xfrm>
            <a:off x="8049002" y="3636147"/>
            <a:ext cx="2350834" cy="338137"/>
          </a:xfrm>
          <a:prstGeom prst="rect">
            <a:avLst/>
          </a:prstGeom>
          <a:noFill/>
        </p:spPr>
        <p:txBody>
          <a:bodyPr wrap="square">
            <a:spAutoFit/>
          </a:bodyPr>
          <a:lstStyle/>
          <a:p>
            <a:pPr eaLnBrk="1" fontAlgn="auto" hangingPunct="1">
              <a:spcBef>
                <a:spcPts val="0"/>
              </a:spcBef>
              <a:spcAft>
                <a:spcPts val="0"/>
              </a:spcAft>
              <a:defRPr/>
            </a:pPr>
            <a:r>
              <a:rPr lang="es-CO" sz="1600" b="1">
                <a:solidFill>
                  <a:schemeClr val="tx2"/>
                </a:solidFill>
                <a:latin typeface="Poppins" panose="00000500000000000000" pitchFamily="2" charset="0"/>
                <a:ea typeface="Inter" panose="02000503000000020004" pitchFamily="2" charset="0"/>
                <a:cs typeface="Poppins" panose="00000500000000000000" pitchFamily="2" charset="0"/>
              </a:rPr>
              <a:t>Company Overview</a:t>
            </a:r>
            <a:endParaRPr lang="es-CO" sz="1600" b="1" dirty="0">
              <a:solidFill>
                <a:schemeClr val="tx2"/>
              </a:solidFill>
              <a:latin typeface="Poppins" panose="00000500000000000000" pitchFamily="2" charset="0"/>
              <a:ea typeface="Inter" panose="02000503000000020004" pitchFamily="2" charset="0"/>
              <a:cs typeface="Poppins" panose="00000500000000000000" pitchFamily="2" charset="0"/>
            </a:endParaRPr>
          </a:p>
        </p:txBody>
      </p:sp>
      <p:grpSp>
        <p:nvGrpSpPr>
          <p:cNvPr id="3" name="Group 2">
            <a:extLst>
              <a:ext uri="{FF2B5EF4-FFF2-40B4-BE49-F238E27FC236}">
                <a16:creationId xmlns:a16="http://schemas.microsoft.com/office/drawing/2014/main" id="{3F82C966-5252-515D-4B17-E721B768A1FC}"/>
              </a:ext>
            </a:extLst>
          </p:cNvPr>
          <p:cNvGrpSpPr/>
          <p:nvPr/>
        </p:nvGrpSpPr>
        <p:grpSpPr>
          <a:xfrm>
            <a:off x="7440991" y="4646797"/>
            <a:ext cx="447192" cy="447192"/>
            <a:chOff x="7056481" y="4646797"/>
            <a:chExt cx="447192" cy="447192"/>
          </a:xfrm>
        </p:grpSpPr>
        <p:sp>
          <p:nvSpPr>
            <p:cNvPr id="38" name="Google Shape;236;p23">
              <a:extLst>
                <a:ext uri="{FF2B5EF4-FFF2-40B4-BE49-F238E27FC236}">
                  <a16:creationId xmlns:a16="http://schemas.microsoft.com/office/drawing/2014/main" id="{A60E8391-D368-B230-AECB-CE7F9E67C570}"/>
                </a:ext>
              </a:extLst>
            </p:cNvPr>
            <p:cNvSpPr/>
            <p:nvPr/>
          </p:nvSpPr>
          <p:spPr>
            <a:xfrm rot="5400000">
              <a:off x="7056481" y="4646797"/>
              <a:ext cx="447192" cy="447192"/>
            </a:xfrm>
            <a:prstGeom prst="teardrop">
              <a:avLst>
                <a:gd name="adj" fmla="val 100000"/>
              </a:avLst>
            </a:prstGeom>
            <a:solidFill>
              <a:schemeClr val="accent1"/>
            </a:solidFill>
            <a:ln>
              <a:noFill/>
            </a:ln>
            <a:effectLst/>
          </p:spPr>
          <p:txBody>
            <a:bodyPr spcFirstLastPara="1" wrap="square" lIns="91425" tIns="91425" rIns="91425" bIns="91425" anchor="ctr" anchorCtr="0">
              <a:noAutofit/>
            </a:bodyPr>
            <a:lstStyle/>
            <a:p>
              <a:pPr marL="0" lvl="0" indent="0" algn="ctr" rtl="0">
                <a:spcBef>
                  <a:spcPts val="0"/>
                </a:spcBef>
                <a:spcAft>
                  <a:spcPts val="0"/>
                </a:spcAft>
                <a:buNone/>
              </a:pPr>
              <a:endParaRPr lang="es-CO" dirty="0"/>
            </a:p>
          </p:txBody>
        </p:sp>
        <p:sp>
          <p:nvSpPr>
            <p:cNvPr id="39" name="CuadroTexto 27">
              <a:extLst>
                <a:ext uri="{FF2B5EF4-FFF2-40B4-BE49-F238E27FC236}">
                  <a16:creationId xmlns:a16="http://schemas.microsoft.com/office/drawing/2014/main" id="{EB5F29BD-69D2-34A2-68AB-3F9B30A75284}"/>
                </a:ext>
              </a:extLst>
            </p:cNvPr>
            <p:cNvSpPr txBox="1"/>
            <p:nvPr/>
          </p:nvSpPr>
          <p:spPr>
            <a:xfrm>
              <a:off x="7097174" y="4744746"/>
              <a:ext cx="365806" cy="276999"/>
            </a:xfrm>
            <a:prstGeom prst="rect">
              <a:avLst/>
            </a:prstGeom>
            <a:noFill/>
          </p:spPr>
          <p:txBody>
            <a:bodyPr wrap="none" rtlCol="0">
              <a:spAutoFit/>
            </a:bodyPr>
            <a:lstStyle/>
            <a:p>
              <a:r>
                <a:rPr lang="es-CO" sz="1200" b="1" dirty="0">
                  <a:solidFill>
                    <a:srgbClr val="07272D"/>
                  </a:solidFill>
                  <a:latin typeface="Poppins" panose="00000500000000000000" pitchFamily="2" charset="0"/>
                  <a:cs typeface="Poppins" panose="00000500000000000000" pitchFamily="2" charset="0"/>
                </a:rPr>
                <a:t>23</a:t>
              </a:r>
            </a:p>
          </p:txBody>
        </p:sp>
      </p:grpSp>
      <p:sp>
        <p:nvSpPr>
          <p:cNvPr id="44" name="TextBox 55">
            <a:extLst>
              <a:ext uri="{FF2B5EF4-FFF2-40B4-BE49-F238E27FC236}">
                <a16:creationId xmlns:a16="http://schemas.microsoft.com/office/drawing/2014/main" id="{1CDFD347-A3B0-BA86-B62D-FDCE3C315833}"/>
              </a:ext>
            </a:extLst>
          </p:cNvPr>
          <p:cNvSpPr txBox="1"/>
          <p:nvPr/>
        </p:nvSpPr>
        <p:spPr>
          <a:xfrm>
            <a:off x="8049002" y="4701325"/>
            <a:ext cx="2702391" cy="338137"/>
          </a:xfrm>
          <a:prstGeom prst="rect">
            <a:avLst/>
          </a:prstGeom>
          <a:noFill/>
        </p:spPr>
        <p:txBody>
          <a:bodyPr wrap="square">
            <a:spAutoFit/>
          </a:bodyPr>
          <a:lstStyle/>
          <a:p>
            <a:pPr eaLnBrk="1" fontAlgn="auto" hangingPunct="1">
              <a:spcBef>
                <a:spcPts val="0"/>
              </a:spcBef>
              <a:spcAft>
                <a:spcPts val="0"/>
              </a:spcAft>
              <a:defRPr/>
            </a:pPr>
            <a:r>
              <a:rPr lang="es-CO" sz="1600" b="1" dirty="0" err="1">
                <a:solidFill>
                  <a:schemeClr val="tx2"/>
                </a:solidFill>
                <a:latin typeface="Poppins" panose="00000500000000000000" pitchFamily="2" charset="0"/>
                <a:ea typeface="Inter" panose="02000503000000020004" pitchFamily="2" charset="0"/>
                <a:cs typeface="Poppins" panose="00000500000000000000" pitchFamily="2" charset="0"/>
              </a:rPr>
              <a:t>Financial</a:t>
            </a:r>
            <a:r>
              <a:rPr lang="es-CO" sz="1600" b="1" dirty="0">
                <a:solidFill>
                  <a:schemeClr val="tx2"/>
                </a:solidFill>
                <a:latin typeface="Poppins" panose="00000500000000000000" pitchFamily="2" charset="0"/>
                <a:ea typeface="Inter" panose="02000503000000020004" pitchFamily="2" charset="0"/>
                <a:cs typeface="Poppins" panose="00000500000000000000" pitchFamily="2" charset="0"/>
              </a:rPr>
              <a:t> </a:t>
            </a:r>
            <a:r>
              <a:rPr lang="es-CO" sz="1600" b="1" dirty="0" err="1">
                <a:solidFill>
                  <a:schemeClr val="tx2"/>
                </a:solidFill>
                <a:latin typeface="Poppins" panose="00000500000000000000" pitchFamily="2" charset="0"/>
                <a:ea typeface="Inter" panose="02000503000000020004" pitchFamily="2" charset="0"/>
                <a:cs typeface="Poppins" panose="00000500000000000000" pitchFamily="2" charset="0"/>
              </a:rPr>
              <a:t>Information</a:t>
            </a:r>
            <a:endParaRPr lang="es-CO" sz="1600" b="1" dirty="0">
              <a:solidFill>
                <a:schemeClr val="tx2"/>
              </a:solidFill>
              <a:latin typeface="Poppins" panose="00000500000000000000" pitchFamily="2" charset="0"/>
              <a:ea typeface="Inter" panose="02000503000000020004" pitchFamily="2" charset="0"/>
              <a:cs typeface="Poppins" panose="00000500000000000000" pitchFamily="2" charset="0"/>
            </a:endParaRPr>
          </a:p>
        </p:txBody>
      </p:sp>
      <p:grpSp>
        <p:nvGrpSpPr>
          <p:cNvPr id="2" name="Group 1">
            <a:extLst>
              <a:ext uri="{FF2B5EF4-FFF2-40B4-BE49-F238E27FC236}">
                <a16:creationId xmlns:a16="http://schemas.microsoft.com/office/drawing/2014/main" id="{A051E344-8DE9-BCD3-A1BB-64D55D92A5F8}"/>
              </a:ext>
            </a:extLst>
          </p:cNvPr>
          <p:cNvGrpSpPr/>
          <p:nvPr/>
        </p:nvGrpSpPr>
        <p:grpSpPr>
          <a:xfrm>
            <a:off x="5765800" y="2203694"/>
            <a:ext cx="5600701" cy="1072686"/>
            <a:chOff x="5979928" y="2203694"/>
            <a:chExt cx="5851529" cy="1072686"/>
          </a:xfrm>
        </p:grpSpPr>
        <p:cxnSp>
          <p:nvCxnSpPr>
            <p:cNvPr id="22" name="Conector recto 12">
              <a:extLst>
                <a:ext uri="{FF2B5EF4-FFF2-40B4-BE49-F238E27FC236}">
                  <a16:creationId xmlns:a16="http://schemas.microsoft.com/office/drawing/2014/main" id="{1E400854-9C57-A2FB-06F2-758C05917794}"/>
                </a:ext>
              </a:extLst>
            </p:cNvPr>
            <p:cNvCxnSpPr>
              <a:cxnSpLocks/>
            </p:cNvCxnSpPr>
            <p:nvPr/>
          </p:nvCxnSpPr>
          <p:spPr>
            <a:xfrm flipV="1">
              <a:off x="5979928" y="2203694"/>
              <a:ext cx="5851529" cy="7508"/>
            </a:xfrm>
            <a:prstGeom prst="line">
              <a:avLst/>
            </a:prstGeom>
            <a:ln>
              <a:solidFill>
                <a:srgbClr val="EE5340"/>
              </a:solidFill>
            </a:ln>
          </p:spPr>
          <p:style>
            <a:lnRef idx="1">
              <a:schemeClr val="accent1"/>
            </a:lnRef>
            <a:fillRef idx="0">
              <a:schemeClr val="accent1"/>
            </a:fillRef>
            <a:effectRef idx="0">
              <a:schemeClr val="accent1"/>
            </a:effectRef>
            <a:fontRef idx="minor">
              <a:schemeClr val="tx1"/>
            </a:fontRef>
          </p:style>
        </p:cxnSp>
        <p:cxnSp>
          <p:nvCxnSpPr>
            <p:cNvPr id="53" name="Conector recto 12">
              <a:extLst>
                <a:ext uri="{FF2B5EF4-FFF2-40B4-BE49-F238E27FC236}">
                  <a16:creationId xmlns:a16="http://schemas.microsoft.com/office/drawing/2014/main" id="{AE5ACA28-0762-55B4-11F4-492BD678500C}"/>
                </a:ext>
              </a:extLst>
            </p:cNvPr>
            <p:cNvCxnSpPr>
              <a:cxnSpLocks/>
            </p:cNvCxnSpPr>
            <p:nvPr/>
          </p:nvCxnSpPr>
          <p:spPr>
            <a:xfrm flipV="1">
              <a:off x="5979928" y="3268872"/>
              <a:ext cx="5851529" cy="7508"/>
            </a:xfrm>
            <a:prstGeom prst="line">
              <a:avLst/>
            </a:prstGeom>
            <a:ln>
              <a:solidFill>
                <a:srgbClr val="EE5340"/>
              </a:solidFill>
            </a:ln>
          </p:spPr>
          <p:style>
            <a:lnRef idx="1">
              <a:schemeClr val="accent1"/>
            </a:lnRef>
            <a:fillRef idx="0">
              <a:schemeClr val="accent1"/>
            </a:fillRef>
            <a:effectRef idx="0">
              <a:schemeClr val="accent1"/>
            </a:effectRef>
            <a:fontRef idx="minor">
              <a:schemeClr val="tx1"/>
            </a:fontRef>
          </p:style>
        </p:cxnSp>
      </p:grpSp>
      <p:grpSp>
        <p:nvGrpSpPr>
          <p:cNvPr id="7" name="Group 6">
            <a:extLst>
              <a:ext uri="{FF2B5EF4-FFF2-40B4-BE49-F238E27FC236}">
                <a16:creationId xmlns:a16="http://schemas.microsoft.com/office/drawing/2014/main" id="{DC9C28B6-9517-806A-8BB2-D271745A8FCA}"/>
              </a:ext>
            </a:extLst>
          </p:cNvPr>
          <p:cNvGrpSpPr/>
          <p:nvPr/>
        </p:nvGrpSpPr>
        <p:grpSpPr>
          <a:xfrm>
            <a:off x="6096000" y="4334050"/>
            <a:ext cx="5270501" cy="1072688"/>
            <a:chOff x="5979928" y="4334050"/>
            <a:chExt cx="5851529" cy="1072688"/>
          </a:xfrm>
        </p:grpSpPr>
        <p:cxnSp>
          <p:nvCxnSpPr>
            <p:cNvPr id="54" name="Conector recto 12">
              <a:extLst>
                <a:ext uri="{FF2B5EF4-FFF2-40B4-BE49-F238E27FC236}">
                  <a16:creationId xmlns:a16="http://schemas.microsoft.com/office/drawing/2014/main" id="{03E25F31-88B9-9562-AB5E-7ED2D0AFC023}"/>
                </a:ext>
              </a:extLst>
            </p:cNvPr>
            <p:cNvCxnSpPr>
              <a:cxnSpLocks/>
            </p:cNvCxnSpPr>
            <p:nvPr/>
          </p:nvCxnSpPr>
          <p:spPr>
            <a:xfrm flipV="1">
              <a:off x="5979928" y="4334050"/>
              <a:ext cx="5851529" cy="7508"/>
            </a:xfrm>
            <a:prstGeom prst="line">
              <a:avLst/>
            </a:prstGeom>
            <a:ln>
              <a:solidFill>
                <a:srgbClr val="EE5340"/>
              </a:solidFill>
            </a:ln>
          </p:spPr>
          <p:style>
            <a:lnRef idx="1">
              <a:schemeClr val="accent1"/>
            </a:lnRef>
            <a:fillRef idx="0">
              <a:schemeClr val="accent1"/>
            </a:fillRef>
            <a:effectRef idx="0">
              <a:schemeClr val="accent1"/>
            </a:effectRef>
            <a:fontRef idx="minor">
              <a:schemeClr val="tx1"/>
            </a:fontRef>
          </p:style>
        </p:cxnSp>
        <p:cxnSp>
          <p:nvCxnSpPr>
            <p:cNvPr id="55" name="Conector recto 12">
              <a:extLst>
                <a:ext uri="{FF2B5EF4-FFF2-40B4-BE49-F238E27FC236}">
                  <a16:creationId xmlns:a16="http://schemas.microsoft.com/office/drawing/2014/main" id="{B999C412-C4C3-2195-739A-74D2C27E9679}"/>
                </a:ext>
              </a:extLst>
            </p:cNvPr>
            <p:cNvCxnSpPr>
              <a:cxnSpLocks/>
            </p:cNvCxnSpPr>
            <p:nvPr/>
          </p:nvCxnSpPr>
          <p:spPr>
            <a:xfrm flipV="1">
              <a:off x="5979928" y="5399230"/>
              <a:ext cx="5851529" cy="7508"/>
            </a:xfrm>
            <a:prstGeom prst="line">
              <a:avLst/>
            </a:prstGeom>
            <a:ln>
              <a:solidFill>
                <a:srgbClr val="EE5340"/>
              </a:solidFill>
            </a:ln>
          </p:spPr>
          <p:style>
            <a:lnRef idx="1">
              <a:schemeClr val="accent1"/>
            </a:lnRef>
            <a:fillRef idx="0">
              <a:schemeClr val="accent1"/>
            </a:fillRef>
            <a:effectRef idx="0">
              <a:schemeClr val="accent1"/>
            </a:effectRef>
            <a:fontRef idx="minor">
              <a:schemeClr val="tx1"/>
            </a:fontRef>
          </p:style>
        </p:cxnSp>
      </p:grpSp>
      <p:sp>
        <p:nvSpPr>
          <p:cNvPr id="17" name="Rectángulo: esquinas redondeadas 2">
            <a:extLst>
              <a:ext uri="{FF2B5EF4-FFF2-40B4-BE49-F238E27FC236}">
                <a16:creationId xmlns:a16="http://schemas.microsoft.com/office/drawing/2014/main" id="{86986DDA-D05B-5BC9-7C5C-84363826990A}"/>
              </a:ext>
            </a:extLst>
          </p:cNvPr>
          <p:cNvSpPr/>
          <p:nvPr/>
        </p:nvSpPr>
        <p:spPr>
          <a:xfrm>
            <a:off x="0" y="0"/>
            <a:ext cx="6360928" cy="6858000"/>
          </a:xfrm>
          <a:prstGeom prst="roundRect">
            <a:avLst>
              <a:gd name="adj" fmla="val 3011"/>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pic>
        <p:nvPicPr>
          <p:cNvPr id="18" name="Imagen 17">
            <a:extLst>
              <a:ext uri="{FF2B5EF4-FFF2-40B4-BE49-F238E27FC236}">
                <a16:creationId xmlns:a16="http://schemas.microsoft.com/office/drawing/2014/main" id="{0DB384E6-9404-E6D8-D63F-52B4C547E1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1746" y="2119684"/>
            <a:ext cx="4127142" cy="4738316"/>
          </a:xfrm>
          <a:prstGeom prst="rect">
            <a:avLst/>
          </a:prstGeom>
        </p:spPr>
      </p:pic>
      <p:sp>
        <p:nvSpPr>
          <p:cNvPr id="46" name="CuadroTexto 4">
            <a:extLst>
              <a:ext uri="{FF2B5EF4-FFF2-40B4-BE49-F238E27FC236}">
                <a16:creationId xmlns:a16="http://schemas.microsoft.com/office/drawing/2014/main" id="{1D0D6A75-A24E-C501-4D8D-C38A4D1D101D}"/>
              </a:ext>
            </a:extLst>
          </p:cNvPr>
          <p:cNvSpPr txBox="1"/>
          <p:nvPr/>
        </p:nvSpPr>
        <p:spPr>
          <a:xfrm>
            <a:off x="1579378" y="774878"/>
            <a:ext cx="3202172" cy="1077218"/>
          </a:xfrm>
          <a:prstGeom prst="rect">
            <a:avLst/>
          </a:prstGeom>
          <a:noFill/>
        </p:spPr>
        <p:txBody>
          <a:bodyPr wrap="square" rtlCol="0">
            <a:spAutoFit/>
          </a:bodyPr>
          <a:lstStyle/>
          <a:p>
            <a:pPr algn="ctr"/>
            <a:r>
              <a:rPr lang="es-CO" sz="3200" dirty="0">
                <a:solidFill>
                  <a:schemeClr val="bg1"/>
                </a:solidFill>
                <a:latin typeface="Poppins" panose="00000500000000000000" pitchFamily="2" charset="0"/>
                <a:cs typeface="Poppins" panose="00000500000000000000" pitchFamily="2" charset="0"/>
              </a:rPr>
              <a:t>Executive </a:t>
            </a:r>
            <a:r>
              <a:rPr lang="es-CO" sz="3200" dirty="0" err="1">
                <a:solidFill>
                  <a:schemeClr val="bg1"/>
                </a:solidFill>
                <a:latin typeface="Poppins" panose="00000500000000000000" pitchFamily="2" charset="0"/>
                <a:cs typeface="Poppins" panose="00000500000000000000" pitchFamily="2" charset="0"/>
              </a:rPr>
              <a:t>Summary</a:t>
            </a:r>
            <a:endParaRPr lang="es-CO" sz="3200" dirty="0">
              <a:solidFill>
                <a:schemeClr val="bg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3425878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042D2-D01B-81FB-3BD9-87880C8C4909}"/>
            </a:ext>
          </a:extLst>
        </p:cNvPr>
        <p:cNvGrpSpPr/>
        <p:nvPr/>
      </p:nvGrpSpPr>
      <p:grpSpPr>
        <a:xfrm>
          <a:off x="0" y="0"/>
          <a:ext cx="0" cy="0"/>
          <a:chOff x="0" y="0"/>
          <a:chExt cx="0" cy="0"/>
        </a:xfrm>
      </p:grpSpPr>
      <p:grpSp>
        <p:nvGrpSpPr>
          <p:cNvPr id="45" name="Group 44">
            <a:extLst>
              <a:ext uri="{FF2B5EF4-FFF2-40B4-BE49-F238E27FC236}">
                <a16:creationId xmlns:a16="http://schemas.microsoft.com/office/drawing/2014/main" id="{145254D7-7E49-8B4E-84DD-F95DB0FB9322}"/>
              </a:ext>
            </a:extLst>
          </p:cNvPr>
          <p:cNvGrpSpPr/>
          <p:nvPr/>
        </p:nvGrpSpPr>
        <p:grpSpPr>
          <a:xfrm>
            <a:off x="9376332" y="5096830"/>
            <a:ext cx="3720089" cy="612084"/>
            <a:chOff x="8851317" y="5638800"/>
            <a:chExt cx="4410593" cy="725696"/>
          </a:xfrm>
        </p:grpSpPr>
        <p:grpSp>
          <p:nvGrpSpPr>
            <p:cNvPr id="41" name="Group 40">
              <a:extLst>
                <a:ext uri="{FF2B5EF4-FFF2-40B4-BE49-F238E27FC236}">
                  <a16:creationId xmlns:a16="http://schemas.microsoft.com/office/drawing/2014/main" id="{5F53FC71-0FD2-DD64-91ED-DD3A30264C3B}"/>
                </a:ext>
              </a:extLst>
            </p:cNvPr>
            <p:cNvGrpSpPr/>
            <p:nvPr/>
          </p:nvGrpSpPr>
          <p:grpSpPr>
            <a:xfrm>
              <a:off x="11177708" y="5638800"/>
              <a:ext cx="2084202" cy="725696"/>
              <a:chOff x="11134284" y="5595032"/>
              <a:chExt cx="2335606" cy="813232"/>
            </a:xfrm>
          </p:grpSpPr>
          <p:sp>
            <p:nvSpPr>
              <p:cNvPr id="42" name="Rectangle: Rounded Corners 41">
                <a:extLst>
                  <a:ext uri="{FF2B5EF4-FFF2-40B4-BE49-F238E27FC236}">
                    <a16:creationId xmlns:a16="http://schemas.microsoft.com/office/drawing/2014/main" id="{71523952-6A9A-A16A-8E5B-C81318634B32}"/>
                  </a:ext>
                </a:extLst>
              </p:cNvPr>
              <p:cNvSpPr/>
              <p:nvPr/>
            </p:nvSpPr>
            <p:spPr>
              <a:xfrm>
                <a:off x="11134284" y="5595032"/>
                <a:ext cx="2335606" cy="813232"/>
              </a:xfrm>
              <a:prstGeom prst="roundRect">
                <a:avLst>
                  <a:gd name="adj" fmla="val 50000"/>
                </a:avLst>
              </a:prstGeom>
              <a:solidFill>
                <a:schemeClr val="accent1">
                  <a:lumMod val="60000"/>
                  <a:lumOff val="40000"/>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dirty="0" err="1"/>
              </a:p>
            </p:txBody>
          </p:sp>
          <p:pic>
            <p:nvPicPr>
              <p:cNvPr id="43" name="Picture 2" descr="Colômbia - ícones de bandeiras grátis">
                <a:extLst>
                  <a:ext uri="{FF2B5EF4-FFF2-40B4-BE49-F238E27FC236}">
                    <a16:creationId xmlns:a16="http://schemas.microsoft.com/office/drawing/2014/main" id="{BED34B5D-1B04-B6E2-8C0E-152887C02D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44439" y="5703785"/>
                <a:ext cx="595728" cy="595728"/>
              </a:xfrm>
              <a:prstGeom prst="rect">
                <a:avLst/>
              </a:prstGeom>
              <a:noFill/>
              <a:extLst>
                <a:ext uri="{909E8E84-426E-40DD-AFC4-6F175D3DCCD1}">
                  <a14:hiddenFill xmlns:a14="http://schemas.microsoft.com/office/drawing/2010/main">
                    <a:solidFill>
                      <a:srgbClr val="FFFFFF"/>
                    </a:solidFill>
                  </a14:hiddenFill>
                </a:ext>
              </a:extLst>
            </p:spPr>
          </p:pic>
        </p:grpSp>
        <p:pic>
          <p:nvPicPr>
            <p:cNvPr id="44" name="Picture 43">
              <a:extLst>
                <a:ext uri="{FF2B5EF4-FFF2-40B4-BE49-F238E27FC236}">
                  <a16:creationId xmlns:a16="http://schemas.microsoft.com/office/drawing/2014/main" id="{327C598C-A105-F624-62BA-2E425C2924B2}"/>
                </a:ext>
              </a:extLst>
            </p:cNvPr>
            <p:cNvPicPr>
              <a:picLocks noChangeAspect="1"/>
            </p:cNvPicPr>
            <p:nvPr/>
          </p:nvPicPr>
          <p:blipFill>
            <a:blip r:embed="rId3">
              <a:alphaModFix/>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8851317" y="5802126"/>
              <a:ext cx="2154787" cy="543626"/>
            </a:xfrm>
            <a:prstGeom prst="rect">
              <a:avLst/>
            </a:prstGeom>
          </p:spPr>
        </p:pic>
      </p:grpSp>
      <p:grpSp>
        <p:nvGrpSpPr>
          <p:cNvPr id="33" name="Group 32">
            <a:extLst>
              <a:ext uri="{FF2B5EF4-FFF2-40B4-BE49-F238E27FC236}">
                <a16:creationId xmlns:a16="http://schemas.microsoft.com/office/drawing/2014/main" id="{59F73BA7-39ED-B908-3EB2-BF0E1102D6DF}"/>
              </a:ext>
            </a:extLst>
          </p:cNvPr>
          <p:cNvGrpSpPr/>
          <p:nvPr/>
        </p:nvGrpSpPr>
        <p:grpSpPr>
          <a:xfrm>
            <a:off x="719138" y="5455678"/>
            <a:ext cx="2159229" cy="714566"/>
            <a:chOff x="927815" y="5373489"/>
            <a:chExt cx="2159229" cy="714566"/>
          </a:xfrm>
        </p:grpSpPr>
        <p:sp>
          <p:nvSpPr>
            <p:cNvPr id="15" name="Text Placeholder 2">
              <a:extLst>
                <a:ext uri="{FF2B5EF4-FFF2-40B4-BE49-F238E27FC236}">
                  <a16:creationId xmlns:a16="http://schemas.microsoft.com/office/drawing/2014/main" id="{56C7E14D-D189-7419-F3BC-EA93C1D33DEF}"/>
                </a:ext>
              </a:extLst>
            </p:cNvPr>
            <p:cNvSpPr txBox="1">
              <a:spLocks noChangeArrowheads="1"/>
            </p:cNvSpPr>
            <p:nvPr/>
          </p:nvSpPr>
          <p:spPr>
            <a:xfrm>
              <a:off x="927815" y="5373489"/>
              <a:ext cx="2159229" cy="526298"/>
            </a:xfrm>
            <a:prstGeom prst="rect">
              <a:avLst/>
            </a:prstGeom>
          </p:spPr>
          <p:txBody>
            <a:bodyPr vert="horz" wrap="square" lIns="0" tIns="0" rIns="0" bIns="0" rtlCol="0">
              <a:spAutoFit/>
            </a:bodyPr>
            <a:lstStyle>
              <a:lvl1pPr marL="0" indent="0" algn="l" defTabSz="1125444" rtl="0" eaLnBrk="1" latinLnBrk="0" hangingPunct="1">
                <a:lnSpc>
                  <a:spcPct val="100000"/>
                </a:lnSpc>
                <a:spcBef>
                  <a:spcPts val="0"/>
                </a:spcBef>
                <a:spcAft>
                  <a:spcPts val="0"/>
                </a:spcAft>
                <a:buFont typeface="Arial" pitchFamily="34" charset="0"/>
                <a:buNone/>
                <a:defRPr sz="1477" b="1" kern="1200">
                  <a:solidFill>
                    <a:schemeClr val="accent2"/>
                  </a:solidFill>
                  <a:latin typeface="+mn-lt"/>
                  <a:ea typeface="+mn-ea"/>
                  <a:cs typeface="+mn-cs"/>
                </a:defRPr>
              </a:lvl1pPr>
              <a:lvl2pPr marL="222744" indent="-222744" algn="l" defTabSz="1125444" rtl="0" eaLnBrk="1" latinLnBrk="0" hangingPunct="1">
                <a:lnSpc>
                  <a:spcPct val="100000"/>
                </a:lnSpc>
                <a:spcBef>
                  <a:spcPts val="0"/>
                </a:spcBef>
                <a:spcAft>
                  <a:spcPts val="0"/>
                </a:spcAft>
                <a:buClr>
                  <a:schemeClr val="accent6"/>
                </a:buClr>
                <a:buSzPct val="100000"/>
                <a:buFont typeface="Wingdings" pitchFamily="2" charset="2"/>
                <a:buChar char="§"/>
                <a:defRPr sz="1231" kern="1200">
                  <a:solidFill>
                    <a:schemeClr val="accent2"/>
                  </a:solidFill>
                  <a:latin typeface="+mn-lt"/>
                  <a:ea typeface="+mn-ea"/>
                  <a:cs typeface="+mn-cs"/>
                </a:defRPr>
              </a:lvl2pPr>
              <a:lvl3pPr marL="416180" indent="-201252" algn="l" defTabSz="1125444" rtl="0" eaLnBrk="1" latinLnBrk="0" hangingPunct="1">
                <a:lnSpc>
                  <a:spcPct val="100000"/>
                </a:lnSpc>
                <a:spcBef>
                  <a:spcPts val="0"/>
                </a:spcBef>
                <a:spcAft>
                  <a:spcPts val="0"/>
                </a:spcAft>
                <a:buClr>
                  <a:schemeClr val="accent6"/>
                </a:buClr>
                <a:buSzPct val="110000"/>
                <a:buFont typeface="Wingdings" panose="05000000000000000000" pitchFamily="2" charset="2"/>
                <a:buChar char="§"/>
                <a:defRPr sz="1477" kern="1200">
                  <a:solidFill>
                    <a:schemeClr val="accent2"/>
                  </a:solidFill>
                  <a:latin typeface="+mn-lt"/>
                  <a:ea typeface="+mn-ea"/>
                  <a:cs typeface="+mn-cs"/>
                </a:defRPr>
              </a:lvl3pPr>
              <a:lvl4pPr marL="656509" indent="-214928" algn="l" defTabSz="1125444" rtl="0" eaLnBrk="1" latinLnBrk="0" hangingPunct="1">
                <a:lnSpc>
                  <a:spcPct val="100000"/>
                </a:lnSpc>
                <a:spcBef>
                  <a:spcPts val="0"/>
                </a:spcBef>
                <a:spcAft>
                  <a:spcPts val="0"/>
                </a:spcAft>
                <a:buClr>
                  <a:schemeClr val="accent6"/>
                </a:buClr>
                <a:buSzPct val="90000"/>
                <a:buFont typeface="Wingdings" pitchFamily="2" charset="2"/>
                <a:buChar char="§"/>
                <a:defRPr sz="1477" kern="1200">
                  <a:solidFill>
                    <a:schemeClr val="accent2"/>
                  </a:solidFill>
                  <a:latin typeface="+mn-lt"/>
                  <a:ea typeface="+mn-ea"/>
                  <a:cs typeface="+mn-cs"/>
                </a:defRPr>
              </a:lvl4pPr>
              <a:lvl5pPr marL="885115" indent="-228606" algn="l" defTabSz="1125444" rtl="0" eaLnBrk="1" latinLnBrk="0" hangingPunct="1">
                <a:lnSpc>
                  <a:spcPct val="100000"/>
                </a:lnSpc>
                <a:spcBef>
                  <a:spcPts val="0"/>
                </a:spcBef>
                <a:spcAft>
                  <a:spcPts val="0"/>
                </a:spcAft>
                <a:buClr>
                  <a:schemeClr val="accent6"/>
                </a:buClr>
                <a:buSzPct val="100000"/>
                <a:buFont typeface="Wingdings" panose="05000000000000000000" pitchFamily="2" charset="2"/>
                <a:buChar char="§"/>
                <a:defRPr sz="1477" kern="1200">
                  <a:solidFill>
                    <a:schemeClr val="accent2"/>
                  </a:solidFill>
                  <a:latin typeface="+mn-lt"/>
                  <a:ea typeface="+mn-ea"/>
                  <a:cs typeface="+mn-cs"/>
                </a:defRPr>
              </a:lvl5pPr>
              <a:lvl6pPr marL="777650" indent="-134819" algn="l" defTabSz="1125444" rtl="0" eaLnBrk="1" latinLnBrk="0" hangingPunct="1">
                <a:lnSpc>
                  <a:spcPct val="100000"/>
                </a:lnSpc>
                <a:spcBef>
                  <a:spcPts val="0"/>
                </a:spcBef>
                <a:spcAft>
                  <a:spcPts val="0"/>
                </a:spcAft>
                <a:buClr>
                  <a:schemeClr val="accent6"/>
                </a:buClr>
                <a:buSzPct val="100000"/>
                <a:buFont typeface="Arial" pitchFamily="34" charset="0"/>
                <a:buChar char="•"/>
                <a:defRPr sz="1354" kern="1200">
                  <a:solidFill>
                    <a:schemeClr val="accent2"/>
                  </a:solidFill>
                  <a:latin typeface="+mn-lt"/>
                  <a:ea typeface="+mn-ea"/>
                  <a:cs typeface="+mn-cs"/>
                </a:defRPr>
              </a:lvl6pPr>
              <a:lvl7pPr marL="3657691" indent="-281361" algn="l" defTabSz="1125444" rtl="0" eaLnBrk="1" latinLnBrk="0" hangingPunct="1">
                <a:spcBef>
                  <a:spcPct val="20000"/>
                </a:spcBef>
                <a:buFont typeface="Arial" pitchFamily="34" charset="0"/>
                <a:buChar char="•"/>
                <a:defRPr sz="2462" kern="1200">
                  <a:solidFill>
                    <a:schemeClr val="tx1"/>
                  </a:solidFill>
                  <a:latin typeface="+mn-lt"/>
                  <a:ea typeface="+mn-ea"/>
                  <a:cs typeface="+mn-cs"/>
                </a:defRPr>
              </a:lvl7pPr>
              <a:lvl8pPr marL="4220413" indent="-281361" algn="l" defTabSz="1125444" rtl="0" eaLnBrk="1" latinLnBrk="0" hangingPunct="1">
                <a:spcBef>
                  <a:spcPct val="20000"/>
                </a:spcBef>
                <a:buFont typeface="Arial" pitchFamily="34" charset="0"/>
                <a:buChar char="•"/>
                <a:defRPr sz="2462" kern="1200">
                  <a:solidFill>
                    <a:schemeClr val="tx1"/>
                  </a:solidFill>
                  <a:latin typeface="+mn-lt"/>
                  <a:ea typeface="+mn-ea"/>
                  <a:cs typeface="+mn-cs"/>
                </a:defRPr>
              </a:lvl8pPr>
              <a:lvl9pPr marL="4783135" indent="-281361" algn="l" defTabSz="1125444" rtl="0" eaLnBrk="1" latinLnBrk="0" hangingPunct="1">
                <a:spcBef>
                  <a:spcPct val="20000"/>
                </a:spcBef>
                <a:buFont typeface="Arial" pitchFamily="34" charset="0"/>
                <a:buChar char="•"/>
                <a:defRPr sz="2462" kern="1200">
                  <a:solidFill>
                    <a:schemeClr val="tx1"/>
                  </a:solidFill>
                  <a:latin typeface="+mn-lt"/>
                  <a:ea typeface="+mn-ea"/>
                  <a:cs typeface="+mn-cs"/>
                </a:defRPr>
              </a:lvl9pPr>
            </a:lstStyle>
            <a:p>
              <a:pPr>
                <a:lnSpc>
                  <a:spcPct val="120000"/>
                </a:lnSpc>
                <a:spcBef>
                  <a:spcPct val="0"/>
                </a:spcBef>
                <a:spcAft>
                  <a:spcPct val="0"/>
                </a:spcAft>
                <a:defRPr/>
              </a:pPr>
              <a:r>
                <a:rPr lang="pt-BR" altLang="pt-BR" sz="1100" dirty="0">
                  <a:solidFill>
                    <a:schemeClr val="bg2"/>
                  </a:solidFill>
                  <a:latin typeface="+mj-lt"/>
                  <a:ea typeface="Source Serif Pro" panose="02040603050405020204" pitchFamily="18" charset="0"/>
                  <a:cs typeface="Poppins" panose="00000500000000000000" pitchFamily="2" charset="0"/>
                </a:rPr>
                <a:t>Flavia Silveira</a:t>
              </a:r>
            </a:p>
            <a:p>
              <a:pPr marL="0" marR="0" lvl="0" indent="0" algn="l" defTabSz="1125444" rtl="0" eaLnBrk="1" fontAlgn="auto" latinLnBrk="0" hangingPunct="1">
                <a:lnSpc>
                  <a:spcPct val="120000"/>
                </a:lnSpc>
                <a:spcBef>
                  <a:spcPct val="0"/>
                </a:spcBef>
                <a:spcAft>
                  <a:spcPct val="0"/>
                </a:spcAft>
                <a:buClrTx/>
                <a:buSzTx/>
                <a:buFont typeface="Arial" pitchFamily="34" charset="0"/>
                <a:buNone/>
                <a:tabLst/>
                <a:defRPr/>
              </a:pPr>
              <a:r>
                <a:rPr lang="pt-BR" altLang="pt-BR" sz="900" b="0" dirty="0">
                  <a:solidFill>
                    <a:schemeClr val="tx1"/>
                  </a:solidFill>
                  <a:latin typeface="+mj-lt"/>
                  <a:ea typeface="Source Serif Pro" panose="02040603050405020204" pitchFamily="18" charset="0"/>
                  <a:cs typeface="Poppins" panose="00000500000000000000" pitchFamily="2" charset="0"/>
                </a:rPr>
                <a:t>flavia.silveira@igcp.com.br</a:t>
              </a:r>
            </a:p>
            <a:p>
              <a:pPr marL="0" marR="0" lvl="0" indent="0" algn="l" defTabSz="1125444" rtl="0" eaLnBrk="1" fontAlgn="auto" latinLnBrk="0" hangingPunct="1">
                <a:lnSpc>
                  <a:spcPct val="120000"/>
                </a:lnSpc>
                <a:spcBef>
                  <a:spcPct val="0"/>
                </a:spcBef>
                <a:spcAft>
                  <a:spcPct val="0"/>
                </a:spcAft>
                <a:buClrTx/>
                <a:buSzTx/>
                <a:buFont typeface="Arial" pitchFamily="34" charset="0"/>
                <a:buNone/>
                <a:tabLst/>
                <a:defRPr/>
              </a:pPr>
              <a:r>
                <a:rPr lang="pt-BR" altLang="pt-BR" sz="900" b="0" dirty="0">
                  <a:solidFill>
                    <a:schemeClr val="tx1"/>
                  </a:solidFill>
                  <a:latin typeface="+mj-lt"/>
                  <a:ea typeface="Source Serif Pro" panose="02040603050405020204" pitchFamily="18" charset="0"/>
                  <a:cs typeface="Poppins" panose="00000500000000000000" pitchFamily="2" charset="0"/>
                </a:rPr>
                <a:t>11 3815 3533</a:t>
              </a:r>
            </a:p>
          </p:txBody>
        </p:sp>
        <p:cxnSp>
          <p:nvCxnSpPr>
            <p:cNvPr id="20" name="Conector reto 9">
              <a:extLst>
                <a:ext uri="{FF2B5EF4-FFF2-40B4-BE49-F238E27FC236}">
                  <a16:creationId xmlns:a16="http://schemas.microsoft.com/office/drawing/2014/main" id="{F7C9B5C3-068B-22A2-7051-484AA0A2BD03}"/>
                </a:ext>
              </a:extLst>
            </p:cNvPr>
            <p:cNvCxnSpPr>
              <a:cxnSpLocks/>
            </p:cNvCxnSpPr>
            <p:nvPr/>
          </p:nvCxnSpPr>
          <p:spPr>
            <a:xfrm>
              <a:off x="927815" y="6088055"/>
              <a:ext cx="262970" cy="0"/>
            </a:xfrm>
            <a:prstGeom prst="line">
              <a:avLst/>
            </a:prstGeom>
            <a:no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cxnSp>
      </p:grpSp>
      <p:sp>
        <p:nvSpPr>
          <p:cNvPr id="5" name="Text Placeholder 4">
            <a:extLst>
              <a:ext uri="{FF2B5EF4-FFF2-40B4-BE49-F238E27FC236}">
                <a16:creationId xmlns:a16="http://schemas.microsoft.com/office/drawing/2014/main" id="{AC26AF1A-6CFC-8733-29F1-8D4247BF264A}"/>
              </a:ext>
            </a:extLst>
          </p:cNvPr>
          <p:cNvSpPr txBox="1">
            <a:spLocks noChangeArrowheads="1"/>
          </p:cNvSpPr>
          <p:nvPr/>
        </p:nvSpPr>
        <p:spPr>
          <a:xfrm>
            <a:off x="9376332" y="5853632"/>
            <a:ext cx="2360566" cy="468846"/>
          </a:xfrm>
          <a:prstGeom prst="rect">
            <a:avLst/>
          </a:prstGeom>
        </p:spPr>
        <p:txBody>
          <a:bodyPr vert="horz" wrap="square" lIns="0" tIns="0" rIns="0" bIns="0" rtlCol="0">
            <a:spAutoFit/>
          </a:bodyPr>
          <a:lstStyle>
            <a:lvl1pPr marL="0" indent="0" algn="l" defTabSz="1125444" rtl="0" eaLnBrk="1" latinLnBrk="0" hangingPunct="1">
              <a:lnSpc>
                <a:spcPct val="100000"/>
              </a:lnSpc>
              <a:spcBef>
                <a:spcPts val="0"/>
              </a:spcBef>
              <a:spcAft>
                <a:spcPts val="0"/>
              </a:spcAft>
              <a:buFont typeface="Arial" pitchFamily="34" charset="0"/>
              <a:buNone/>
              <a:defRPr sz="1231" kern="1200">
                <a:solidFill>
                  <a:schemeClr val="accent2"/>
                </a:solidFill>
                <a:latin typeface="+mn-lt"/>
                <a:ea typeface="+mn-ea"/>
                <a:cs typeface="+mn-cs"/>
              </a:defRPr>
            </a:lvl1pPr>
            <a:lvl2pPr marL="222744" indent="-222744" algn="l" defTabSz="1125444" rtl="0" eaLnBrk="1" latinLnBrk="0" hangingPunct="1">
              <a:lnSpc>
                <a:spcPct val="100000"/>
              </a:lnSpc>
              <a:spcBef>
                <a:spcPts val="0"/>
              </a:spcBef>
              <a:spcAft>
                <a:spcPts val="0"/>
              </a:spcAft>
              <a:buClr>
                <a:schemeClr val="accent6"/>
              </a:buClr>
              <a:buSzPct val="100000"/>
              <a:buFont typeface="Wingdings" pitchFamily="2" charset="2"/>
              <a:buChar char="§"/>
              <a:defRPr sz="1477" kern="1200">
                <a:solidFill>
                  <a:schemeClr val="accent2"/>
                </a:solidFill>
                <a:latin typeface="+mn-lt"/>
                <a:ea typeface="+mn-ea"/>
                <a:cs typeface="+mn-cs"/>
              </a:defRPr>
            </a:lvl2pPr>
            <a:lvl3pPr marL="416180" indent="-201252" algn="l" defTabSz="1125444" rtl="0" eaLnBrk="1" latinLnBrk="0" hangingPunct="1">
              <a:lnSpc>
                <a:spcPct val="100000"/>
              </a:lnSpc>
              <a:spcBef>
                <a:spcPts val="0"/>
              </a:spcBef>
              <a:spcAft>
                <a:spcPts val="0"/>
              </a:spcAft>
              <a:buClr>
                <a:schemeClr val="accent6"/>
              </a:buClr>
              <a:buSzPct val="110000"/>
              <a:buFont typeface="Wingdings" panose="05000000000000000000" pitchFamily="2" charset="2"/>
              <a:buChar char="§"/>
              <a:defRPr sz="1477" kern="1200">
                <a:solidFill>
                  <a:schemeClr val="accent2"/>
                </a:solidFill>
                <a:latin typeface="+mn-lt"/>
                <a:ea typeface="+mn-ea"/>
                <a:cs typeface="+mn-cs"/>
              </a:defRPr>
            </a:lvl3pPr>
            <a:lvl4pPr marL="656509" indent="-214928" algn="l" defTabSz="1125444" rtl="0" eaLnBrk="1" latinLnBrk="0" hangingPunct="1">
              <a:lnSpc>
                <a:spcPct val="100000"/>
              </a:lnSpc>
              <a:spcBef>
                <a:spcPts val="0"/>
              </a:spcBef>
              <a:spcAft>
                <a:spcPts val="0"/>
              </a:spcAft>
              <a:buClr>
                <a:schemeClr val="accent6"/>
              </a:buClr>
              <a:buSzPct val="90000"/>
              <a:buFont typeface="Wingdings" pitchFamily="2" charset="2"/>
              <a:buChar char="§"/>
              <a:defRPr sz="1477" kern="1200">
                <a:solidFill>
                  <a:schemeClr val="accent2"/>
                </a:solidFill>
                <a:latin typeface="+mn-lt"/>
                <a:ea typeface="+mn-ea"/>
                <a:cs typeface="+mn-cs"/>
              </a:defRPr>
            </a:lvl4pPr>
            <a:lvl5pPr marL="885115" indent="-228606" algn="l" defTabSz="1125444" rtl="0" eaLnBrk="1" latinLnBrk="0" hangingPunct="1">
              <a:lnSpc>
                <a:spcPct val="100000"/>
              </a:lnSpc>
              <a:spcBef>
                <a:spcPts val="0"/>
              </a:spcBef>
              <a:spcAft>
                <a:spcPts val="0"/>
              </a:spcAft>
              <a:buClr>
                <a:schemeClr val="accent6"/>
              </a:buClr>
              <a:buSzPct val="100000"/>
              <a:buFont typeface="Wingdings" panose="05000000000000000000" pitchFamily="2" charset="2"/>
              <a:buChar char="§"/>
              <a:defRPr sz="1477" kern="1200">
                <a:solidFill>
                  <a:schemeClr val="accent2"/>
                </a:solidFill>
                <a:latin typeface="+mn-lt"/>
                <a:ea typeface="+mn-ea"/>
                <a:cs typeface="+mn-cs"/>
              </a:defRPr>
            </a:lvl5pPr>
            <a:lvl6pPr marL="777650" indent="-134819" algn="l" defTabSz="1125444" rtl="0" eaLnBrk="1" latinLnBrk="0" hangingPunct="1">
              <a:lnSpc>
                <a:spcPct val="100000"/>
              </a:lnSpc>
              <a:spcBef>
                <a:spcPts val="0"/>
              </a:spcBef>
              <a:spcAft>
                <a:spcPts val="0"/>
              </a:spcAft>
              <a:buClr>
                <a:schemeClr val="accent6"/>
              </a:buClr>
              <a:buSzPct val="100000"/>
              <a:buFont typeface="Arial" pitchFamily="34" charset="0"/>
              <a:buChar char="•"/>
              <a:defRPr sz="1354" kern="1200">
                <a:solidFill>
                  <a:schemeClr val="accent2"/>
                </a:solidFill>
                <a:latin typeface="+mn-lt"/>
                <a:ea typeface="+mn-ea"/>
                <a:cs typeface="+mn-cs"/>
              </a:defRPr>
            </a:lvl6pPr>
            <a:lvl7pPr marL="3657691" indent="-281361" algn="l" defTabSz="1125444" rtl="0" eaLnBrk="1" latinLnBrk="0" hangingPunct="1">
              <a:spcBef>
                <a:spcPct val="20000"/>
              </a:spcBef>
              <a:buFont typeface="Arial" pitchFamily="34" charset="0"/>
              <a:buChar char="•"/>
              <a:defRPr sz="2462" kern="1200">
                <a:solidFill>
                  <a:schemeClr val="tx1"/>
                </a:solidFill>
                <a:latin typeface="+mn-lt"/>
                <a:ea typeface="+mn-ea"/>
                <a:cs typeface="+mn-cs"/>
              </a:defRPr>
            </a:lvl7pPr>
            <a:lvl8pPr marL="4220413" indent="-281361" algn="l" defTabSz="1125444" rtl="0" eaLnBrk="1" latinLnBrk="0" hangingPunct="1">
              <a:spcBef>
                <a:spcPct val="20000"/>
              </a:spcBef>
              <a:buFont typeface="Arial" pitchFamily="34" charset="0"/>
              <a:buChar char="•"/>
              <a:defRPr sz="2462" kern="1200">
                <a:solidFill>
                  <a:schemeClr val="tx1"/>
                </a:solidFill>
                <a:latin typeface="+mn-lt"/>
                <a:ea typeface="+mn-ea"/>
                <a:cs typeface="+mn-cs"/>
              </a:defRPr>
            </a:lvl8pPr>
            <a:lvl9pPr marL="4783135" indent="-281361" algn="l" defTabSz="1125444" rtl="0" eaLnBrk="1" latinLnBrk="0" hangingPunct="1">
              <a:spcBef>
                <a:spcPct val="20000"/>
              </a:spcBef>
              <a:buFont typeface="Arial" pitchFamily="34" charset="0"/>
              <a:buChar char="•"/>
              <a:defRPr sz="2462" kern="1200">
                <a:solidFill>
                  <a:schemeClr val="tx1"/>
                </a:solidFill>
                <a:latin typeface="+mn-lt"/>
                <a:ea typeface="+mn-ea"/>
                <a:cs typeface="+mn-cs"/>
              </a:defRPr>
            </a:lvl9pPr>
          </a:lstStyle>
          <a:p>
            <a:pPr marL="0" marR="0" lvl="0" indent="0" algn="l" defTabSz="1125444" rtl="0" eaLnBrk="1" fontAlgn="auto" latinLnBrk="0" hangingPunct="1">
              <a:lnSpc>
                <a:spcPct val="130000"/>
              </a:lnSpc>
              <a:spcBef>
                <a:spcPts val="0"/>
              </a:spcBef>
              <a:spcAft>
                <a:spcPts val="0"/>
              </a:spcAft>
              <a:buClrTx/>
              <a:buSzTx/>
              <a:buFont typeface="Arial" pitchFamily="34" charset="0"/>
              <a:buNone/>
              <a:tabLst/>
              <a:defRPr/>
            </a:pPr>
            <a:r>
              <a:rPr kumimoji="0" lang="pt-BR" altLang="pt-BR" sz="800" b="0" i="0" u="none" strike="noStrike" kern="1200" cap="none" spc="0" normalizeH="0" baseline="0" noProof="0" dirty="0">
                <a:ln>
                  <a:noFill/>
                </a:ln>
                <a:solidFill>
                  <a:schemeClr val="bg1">
                    <a:lumMod val="65000"/>
                  </a:schemeClr>
                </a:solidFill>
                <a:effectLst/>
                <a:uLnTx/>
                <a:uFillTx/>
                <a:latin typeface="+mj-lt"/>
                <a:ea typeface="Source Serif Pro" panose="02040603050405020204" pitchFamily="18" charset="0"/>
                <a:cs typeface="Poppins" panose="00000500000000000000" pitchFamily="2" charset="0"/>
              </a:rPr>
              <a:t>Avenida Brigadeiro Faria Lima, 2.277, 6th floor 01452-000,   Jardim  Paulistano, São Paulo </a:t>
            </a:r>
          </a:p>
          <a:p>
            <a:pPr marL="0" marR="0" lvl="0" indent="0" algn="l" defTabSz="1125444" rtl="0" eaLnBrk="1" fontAlgn="auto" latinLnBrk="0" hangingPunct="1">
              <a:lnSpc>
                <a:spcPct val="130000"/>
              </a:lnSpc>
              <a:spcBef>
                <a:spcPts val="0"/>
              </a:spcBef>
              <a:spcAft>
                <a:spcPts val="0"/>
              </a:spcAft>
              <a:buClrTx/>
              <a:buSzTx/>
              <a:buFont typeface="Arial" pitchFamily="34" charset="0"/>
              <a:buNone/>
              <a:tabLst/>
              <a:defRPr/>
            </a:pPr>
            <a:r>
              <a:rPr kumimoji="0" lang="pt-BR" altLang="pt-BR" sz="800" b="0" i="0" u="none" strike="noStrike" kern="1200" cap="none" spc="0" normalizeH="0" baseline="0" noProof="0" dirty="0">
                <a:ln>
                  <a:noFill/>
                </a:ln>
                <a:solidFill>
                  <a:schemeClr val="bg1">
                    <a:lumMod val="65000"/>
                  </a:schemeClr>
                </a:solidFill>
                <a:effectLst/>
                <a:uLnTx/>
                <a:uFillTx/>
                <a:latin typeface="+mj-lt"/>
                <a:ea typeface="Source Serif Pro" panose="02040603050405020204" pitchFamily="18" charset="0"/>
                <a:cs typeface="Poppins" panose="00000500000000000000" pitchFamily="2" charset="0"/>
              </a:rPr>
              <a:t>55 11 3815-3533</a:t>
            </a:r>
          </a:p>
        </p:txBody>
      </p:sp>
      <p:sp>
        <p:nvSpPr>
          <p:cNvPr id="14" name="Rectángulo: esquinas redondeadas 2">
            <a:extLst>
              <a:ext uri="{FF2B5EF4-FFF2-40B4-BE49-F238E27FC236}">
                <a16:creationId xmlns:a16="http://schemas.microsoft.com/office/drawing/2014/main" id="{445A8A57-0E93-4DD7-C53A-7D40184C8E4D}"/>
              </a:ext>
            </a:extLst>
          </p:cNvPr>
          <p:cNvSpPr/>
          <p:nvPr/>
        </p:nvSpPr>
        <p:spPr>
          <a:xfrm flipV="1">
            <a:off x="0" y="0"/>
            <a:ext cx="12192000" cy="4635500"/>
          </a:xfrm>
          <a:prstGeom prst="round2SameRect">
            <a:avLst>
              <a:gd name="adj1" fmla="val 10515"/>
              <a:gd name="adj2"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pic>
        <p:nvPicPr>
          <p:cNvPr id="18" name="Imagen 7">
            <a:extLst>
              <a:ext uri="{FF2B5EF4-FFF2-40B4-BE49-F238E27FC236}">
                <a16:creationId xmlns:a16="http://schemas.microsoft.com/office/drawing/2014/main" id="{076368B2-D0CD-A46C-A423-FAB9DE7335B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4964" y="2040548"/>
            <a:ext cx="5487542" cy="554404"/>
          </a:xfrm>
          <a:prstGeom prst="rect">
            <a:avLst/>
          </a:prstGeom>
        </p:spPr>
      </p:pic>
      <p:pic>
        <p:nvPicPr>
          <p:cNvPr id="23" name="Imagen 9">
            <a:extLst>
              <a:ext uri="{FF2B5EF4-FFF2-40B4-BE49-F238E27FC236}">
                <a16:creationId xmlns:a16="http://schemas.microsoft.com/office/drawing/2014/main" id="{A60B47AB-45A8-9DB0-0A03-0313584AF24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11339" y="455799"/>
            <a:ext cx="3975698" cy="3723902"/>
          </a:xfrm>
          <a:prstGeom prst="rect">
            <a:avLst/>
          </a:prstGeom>
        </p:spPr>
      </p:pic>
      <p:grpSp>
        <p:nvGrpSpPr>
          <p:cNvPr id="34" name="Group 33">
            <a:extLst>
              <a:ext uri="{FF2B5EF4-FFF2-40B4-BE49-F238E27FC236}">
                <a16:creationId xmlns:a16="http://schemas.microsoft.com/office/drawing/2014/main" id="{88941A6E-84CA-227D-1CCC-124DFFC506D6}"/>
              </a:ext>
            </a:extLst>
          </p:cNvPr>
          <p:cNvGrpSpPr/>
          <p:nvPr/>
        </p:nvGrpSpPr>
        <p:grpSpPr>
          <a:xfrm>
            <a:off x="3423244" y="5455678"/>
            <a:ext cx="2159229" cy="714566"/>
            <a:chOff x="3937715" y="5373489"/>
            <a:chExt cx="2159229" cy="714566"/>
          </a:xfrm>
        </p:grpSpPr>
        <p:sp>
          <p:nvSpPr>
            <p:cNvPr id="27" name="Text Placeholder 2">
              <a:extLst>
                <a:ext uri="{FF2B5EF4-FFF2-40B4-BE49-F238E27FC236}">
                  <a16:creationId xmlns:a16="http://schemas.microsoft.com/office/drawing/2014/main" id="{383232E0-F66D-E6A3-5217-1DAD1299D737}"/>
                </a:ext>
              </a:extLst>
            </p:cNvPr>
            <p:cNvSpPr txBox="1">
              <a:spLocks noChangeArrowheads="1"/>
            </p:cNvSpPr>
            <p:nvPr/>
          </p:nvSpPr>
          <p:spPr>
            <a:xfrm>
              <a:off x="3937715" y="5373489"/>
              <a:ext cx="2159229" cy="526298"/>
            </a:xfrm>
            <a:prstGeom prst="rect">
              <a:avLst/>
            </a:prstGeom>
          </p:spPr>
          <p:txBody>
            <a:bodyPr vert="horz" wrap="square" lIns="0" tIns="0" rIns="0" bIns="0" rtlCol="0">
              <a:spAutoFit/>
            </a:bodyPr>
            <a:lstStyle>
              <a:lvl1pPr marL="0" indent="0" algn="l" defTabSz="1125444" rtl="0" eaLnBrk="1" latinLnBrk="0" hangingPunct="1">
                <a:lnSpc>
                  <a:spcPct val="100000"/>
                </a:lnSpc>
                <a:spcBef>
                  <a:spcPts val="0"/>
                </a:spcBef>
                <a:spcAft>
                  <a:spcPts val="0"/>
                </a:spcAft>
                <a:buFont typeface="Arial" pitchFamily="34" charset="0"/>
                <a:buNone/>
                <a:defRPr sz="1477" b="1" kern="1200">
                  <a:solidFill>
                    <a:schemeClr val="accent2"/>
                  </a:solidFill>
                  <a:latin typeface="+mn-lt"/>
                  <a:ea typeface="+mn-ea"/>
                  <a:cs typeface="+mn-cs"/>
                </a:defRPr>
              </a:lvl1pPr>
              <a:lvl2pPr marL="222744" indent="-222744" algn="l" defTabSz="1125444" rtl="0" eaLnBrk="1" latinLnBrk="0" hangingPunct="1">
                <a:lnSpc>
                  <a:spcPct val="100000"/>
                </a:lnSpc>
                <a:spcBef>
                  <a:spcPts val="0"/>
                </a:spcBef>
                <a:spcAft>
                  <a:spcPts val="0"/>
                </a:spcAft>
                <a:buClr>
                  <a:schemeClr val="accent6"/>
                </a:buClr>
                <a:buSzPct val="100000"/>
                <a:buFont typeface="Wingdings" pitchFamily="2" charset="2"/>
                <a:buChar char="§"/>
                <a:defRPr sz="1231" kern="1200">
                  <a:solidFill>
                    <a:schemeClr val="accent2"/>
                  </a:solidFill>
                  <a:latin typeface="+mn-lt"/>
                  <a:ea typeface="+mn-ea"/>
                  <a:cs typeface="+mn-cs"/>
                </a:defRPr>
              </a:lvl2pPr>
              <a:lvl3pPr marL="416180" indent="-201252" algn="l" defTabSz="1125444" rtl="0" eaLnBrk="1" latinLnBrk="0" hangingPunct="1">
                <a:lnSpc>
                  <a:spcPct val="100000"/>
                </a:lnSpc>
                <a:spcBef>
                  <a:spcPts val="0"/>
                </a:spcBef>
                <a:spcAft>
                  <a:spcPts val="0"/>
                </a:spcAft>
                <a:buClr>
                  <a:schemeClr val="accent6"/>
                </a:buClr>
                <a:buSzPct val="110000"/>
                <a:buFont typeface="Wingdings" panose="05000000000000000000" pitchFamily="2" charset="2"/>
                <a:buChar char="§"/>
                <a:defRPr sz="1477" kern="1200">
                  <a:solidFill>
                    <a:schemeClr val="accent2"/>
                  </a:solidFill>
                  <a:latin typeface="+mn-lt"/>
                  <a:ea typeface="+mn-ea"/>
                  <a:cs typeface="+mn-cs"/>
                </a:defRPr>
              </a:lvl3pPr>
              <a:lvl4pPr marL="656509" indent="-214928" algn="l" defTabSz="1125444" rtl="0" eaLnBrk="1" latinLnBrk="0" hangingPunct="1">
                <a:lnSpc>
                  <a:spcPct val="100000"/>
                </a:lnSpc>
                <a:spcBef>
                  <a:spcPts val="0"/>
                </a:spcBef>
                <a:spcAft>
                  <a:spcPts val="0"/>
                </a:spcAft>
                <a:buClr>
                  <a:schemeClr val="accent6"/>
                </a:buClr>
                <a:buSzPct val="90000"/>
                <a:buFont typeface="Wingdings" pitchFamily="2" charset="2"/>
                <a:buChar char="§"/>
                <a:defRPr sz="1477" kern="1200">
                  <a:solidFill>
                    <a:schemeClr val="accent2"/>
                  </a:solidFill>
                  <a:latin typeface="+mn-lt"/>
                  <a:ea typeface="+mn-ea"/>
                  <a:cs typeface="+mn-cs"/>
                </a:defRPr>
              </a:lvl4pPr>
              <a:lvl5pPr marL="885115" indent="-228606" algn="l" defTabSz="1125444" rtl="0" eaLnBrk="1" latinLnBrk="0" hangingPunct="1">
                <a:lnSpc>
                  <a:spcPct val="100000"/>
                </a:lnSpc>
                <a:spcBef>
                  <a:spcPts val="0"/>
                </a:spcBef>
                <a:spcAft>
                  <a:spcPts val="0"/>
                </a:spcAft>
                <a:buClr>
                  <a:schemeClr val="accent6"/>
                </a:buClr>
                <a:buSzPct val="100000"/>
                <a:buFont typeface="Wingdings" panose="05000000000000000000" pitchFamily="2" charset="2"/>
                <a:buChar char="§"/>
                <a:defRPr sz="1477" kern="1200">
                  <a:solidFill>
                    <a:schemeClr val="accent2"/>
                  </a:solidFill>
                  <a:latin typeface="+mn-lt"/>
                  <a:ea typeface="+mn-ea"/>
                  <a:cs typeface="+mn-cs"/>
                </a:defRPr>
              </a:lvl5pPr>
              <a:lvl6pPr marL="777650" indent="-134819" algn="l" defTabSz="1125444" rtl="0" eaLnBrk="1" latinLnBrk="0" hangingPunct="1">
                <a:lnSpc>
                  <a:spcPct val="100000"/>
                </a:lnSpc>
                <a:spcBef>
                  <a:spcPts val="0"/>
                </a:spcBef>
                <a:spcAft>
                  <a:spcPts val="0"/>
                </a:spcAft>
                <a:buClr>
                  <a:schemeClr val="accent6"/>
                </a:buClr>
                <a:buSzPct val="100000"/>
                <a:buFont typeface="Arial" pitchFamily="34" charset="0"/>
                <a:buChar char="•"/>
                <a:defRPr sz="1354" kern="1200">
                  <a:solidFill>
                    <a:schemeClr val="accent2"/>
                  </a:solidFill>
                  <a:latin typeface="+mn-lt"/>
                  <a:ea typeface="+mn-ea"/>
                  <a:cs typeface="+mn-cs"/>
                </a:defRPr>
              </a:lvl6pPr>
              <a:lvl7pPr marL="3657691" indent="-281361" algn="l" defTabSz="1125444" rtl="0" eaLnBrk="1" latinLnBrk="0" hangingPunct="1">
                <a:spcBef>
                  <a:spcPct val="20000"/>
                </a:spcBef>
                <a:buFont typeface="Arial" pitchFamily="34" charset="0"/>
                <a:buChar char="•"/>
                <a:defRPr sz="2462" kern="1200">
                  <a:solidFill>
                    <a:schemeClr val="tx1"/>
                  </a:solidFill>
                  <a:latin typeface="+mn-lt"/>
                  <a:ea typeface="+mn-ea"/>
                  <a:cs typeface="+mn-cs"/>
                </a:defRPr>
              </a:lvl7pPr>
              <a:lvl8pPr marL="4220413" indent="-281361" algn="l" defTabSz="1125444" rtl="0" eaLnBrk="1" latinLnBrk="0" hangingPunct="1">
                <a:spcBef>
                  <a:spcPct val="20000"/>
                </a:spcBef>
                <a:buFont typeface="Arial" pitchFamily="34" charset="0"/>
                <a:buChar char="•"/>
                <a:defRPr sz="2462" kern="1200">
                  <a:solidFill>
                    <a:schemeClr val="tx1"/>
                  </a:solidFill>
                  <a:latin typeface="+mn-lt"/>
                  <a:ea typeface="+mn-ea"/>
                  <a:cs typeface="+mn-cs"/>
                </a:defRPr>
              </a:lvl8pPr>
              <a:lvl9pPr marL="4783135" indent="-281361" algn="l" defTabSz="1125444" rtl="0" eaLnBrk="1" latinLnBrk="0" hangingPunct="1">
                <a:spcBef>
                  <a:spcPct val="20000"/>
                </a:spcBef>
                <a:buFont typeface="Arial" pitchFamily="34" charset="0"/>
                <a:buChar char="•"/>
                <a:defRPr sz="2462" kern="1200">
                  <a:solidFill>
                    <a:schemeClr val="tx1"/>
                  </a:solidFill>
                  <a:latin typeface="+mn-lt"/>
                  <a:ea typeface="+mn-ea"/>
                  <a:cs typeface="+mn-cs"/>
                </a:defRPr>
              </a:lvl9pPr>
            </a:lstStyle>
            <a:p>
              <a:pPr>
                <a:lnSpc>
                  <a:spcPct val="120000"/>
                </a:lnSpc>
                <a:spcBef>
                  <a:spcPct val="0"/>
                </a:spcBef>
                <a:spcAft>
                  <a:spcPct val="0"/>
                </a:spcAft>
                <a:defRPr/>
              </a:pPr>
              <a:r>
                <a:rPr lang="pt-BR" altLang="pt-BR" sz="1100" dirty="0">
                  <a:solidFill>
                    <a:schemeClr val="bg2"/>
                  </a:solidFill>
                  <a:latin typeface="+mj-lt"/>
                  <a:ea typeface="Source Serif Pro" panose="02040603050405020204" pitchFamily="18" charset="0"/>
                  <a:cs typeface="Poppins" panose="00000500000000000000" pitchFamily="2" charset="0"/>
                </a:rPr>
                <a:t>Marcos Berridi</a:t>
              </a:r>
            </a:p>
            <a:p>
              <a:pPr>
                <a:lnSpc>
                  <a:spcPct val="120000"/>
                </a:lnSpc>
                <a:spcBef>
                  <a:spcPct val="0"/>
                </a:spcBef>
                <a:spcAft>
                  <a:spcPct val="0"/>
                </a:spcAft>
                <a:defRPr/>
              </a:pPr>
              <a:r>
                <a:rPr lang="pt-BR" altLang="pt-BR" sz="900" b="0" dirty="0">
                  <a:solidFill>
                    <a:schemeClr val="tx1"/>
                  </a:solidFill>
                  <a:latin typeface="+mj-lt"/>
                  <a:ea typeface="Source Serif Pro" panose="02040603050405020204" pitchFamily="18" charset="0"/>
                  <a:cs typeface="Poppins" panose="00000500000000000000" pitchFamily="2" charset="0"/>
                </a:rPr>
                <a:t>marcos.berridi@igcp.com.br</a:t>
              </a:r>
            </a:p>
            <a:p>
              <a:pPr>
                <a:lnSpc>
                  <a:spcPct val="120000"/>
                </a:lnSpc>
                <a:spcBef>
                  <a:spcPct val="0"/>
                </a:spcBef>
                <a:spcAft>
                  <a:spcPct val="0"/>
                </a:spcAft>
                <a:defRPr/>
              </a:pPr>
              <a:r>
                <a:rPr lang="pt-BR" altLang="pt-BR" sz="900" b="0" dirty="0">
                  <a:solidFill>
                    <a:schemeClr val="tx1"/>
                  </a:solidFill>
                  <a:latin typeface="+mj-lt"/>
                  <a:ea typeface="Source Serif Pro" panose="02040603050405020204" pitchFamily="18" charset="0"/>
                  <a:cs typeface="Poppins" panose="00000500000000000000" pitchFamily="2" charset="0"/>
                </a:rPr>
                <a:t>11 3815 3533</a:t>
              </a:r>
            </a:p>
          </p:txBody>
        </p:sp>
        <p:cxnSp>
          <p:nvCxnSpPr>
            <p:cNvPr id="28" name="Conector reto 9">
              <a:extLst>
                <a:ext uri="{FF2B5EF4-FFF2-40B4-BE49-F238E27FC236}">
                  <a16:creationId xmlns:a16="http://schemas.microsoft.com/office/drawing/2014/main" id="{DB70C04C-2C0A-6357-C07A-0B60AE096F53}"/>
                </a:ext>
              </a:extLst>
            </p:cNvPr>
            <p:cNvCxnSpPr>
              <a:cxnSpLocks/>
            </p:cNvCxnSpPr>
            <p:nvPr/>
          </p:nvCxnSpPr>
          <p:spPr>
            <a:xfrm>
              <a:off x="3937715" y="6088055"/>
              <a:ext cx="262970" cy="0"/>
            </a:xfrm>
            <a:prstGeom prst="line">
              <a:avLst/>
            </a:prstGeom>
            <a:no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35" name="Group 34">
            <a:extLst>
              <a:ext uri="{FF2B5EF4-FFF2-40B4-BE49-F238E27FC236}">
                <a16:creationId xmlns:a16="http://schemas.microsoft.com/office/drawing/2014/main" id="{F2E7C5EF-52FA-4A12-3CE0-750071BFA85A}"/>
              </a:ext>
            </a:extLst>
          </p:cNvPr>
          <p:cNvGrpSpPr/>
          <p:nvPr/>
        </p:nvGrpSpPr>
        <p:grpSpPr>
          <a:xfrm>
            <a:off x="6127350" y="5455678"/>
            <a:ext cx="2159229" cy="714566"/>
            <a:chOff x="6198315" y="5373489"/>
            <a:chExt cx="2159229" cy="714566"/>
          </a:xfrm>
        </p:grpSpPr>
        <p:sp>
          <p:nvSpPr>
            <p:cNvPr id="30" name="Text Placeholder 2">
              <a:extLst>
                <a:ext uri="{FF2B5EF4-FFF2-40B4-BE49-F238E27FC236}">
                  <a16:creationId xmlns:a16="http://schemas.microsoft.com/office/drawing/2014/main" id="{ED086A52-06CE-D649-B19A-5DF5A2948A65}"/>
                </a:ext>
              </a:extLst>
            </p:cNvPr>
            <p:cNvSpPr txBox="1">
              <a:spLocks noChangeArrowheads="1"/>
            </p:cNvSpPr>
            <p:nvPr/>
          </p:nvSpPr>
          <p:spPr>
            <a:xfrm>
              <a:off x="6198315" y="5373489"/>
              <a:ext cx="2159229" cy="526298"/>
            </a:xfrm>
            <a:prstGeom prst="rect">
              <a:avLst/>
            </a:prstGeom>
          </p:spPr>
          <p:txBody>
            <a:bodyPr vert="horz" wrap="square" lIns="0" tIns="0" rIns="0" bIns="0" rtlCol="0">
              <a:spAutoFit/>
            </a:bodyPr>
            <a:lstStyle>
              <a:lvl1pPr marL="0" indent="0" algn="l" defTabSz="1125444" rtl="0" eaLnBrk="1" latinLnBrk="0" hangingPunct="1">
                <a:lnSpc>
                  <a:spcPct val="100000"/>
                </a:lnSpc>
                <a:spcBef>
                  <a:spcPts val="0"/>
                </a:spcBef>
                <a:spcAft>
                  <a:spcPts val="0"/>
                </a:spcAft>
                <a:buFont typeface="Arial" pitchFamily="34" charset="0"/>
                <a:buNone/>
                <a:defRPr sz="1477" b="1" kern="1200">
                  <a:solidFill>
                    <a:schemeClr val="accent2"/>
                  </a:solidFill>
                  <a:latin typeface="+mn-lt"/>
                  <a:ea typeface="+mn-ea"/>
                  <a:cs typeface="+mn-cs"/>
                </a:defRPr>
              </a:lvl1pPr>
              <a:lvl2pPr marL="222744" indent="-222744" algn="l" defTabSz="1125444" rtl="0" eaLnBrk="1" latinLnBrk="0" hangingPunct="1">
                <a:lnSpc>
                  <a:spcPct val="100000"/>
                </a:lnSpc>
                <a:spcBef>
                  <a:spcPts val="0"/>
                </a:spcBef>
                <a:spcAft>
                  <a:spcPts val="0"/>
                </a:spcAft>
                <a:buClr>
                  <a:schemeClr val="accent6"/>
                </a:buClr>
                <a:buSzPct val="100000"/>
                <a:buFont typeface="Wingdings" pitchFamily="2" charset="2"/>
                <a:buChar char="§"/>
                <a:defRPr sz="1231" kern="1200">
                  <a:solidFill>
                    <a:schemeClr val="accent2"/>
                  </a:solidFill>
                  <a:latin typeface="+mn-lt"/>
                  <a:ea typeface="+mn-ea"/>
                  <a:cs typeface="+mn-cs"/>
                </a:defRPr>
              </a:lvl2pPr>
              <a:lvl3pPr marL="416180" indent="-201252" algn="l" defTabSz="1125444" rtl="0" eaLnBrk="1" latinLnBrk="0" hangingPunct="1">
                <a:lnSpc>
                  <a:spcPct val="100000"/>
                </a:lnSpc>
                <a:spcBef>
                  <a:spcPts val="0"/>
                </a:spcBef>
                <a:spcAft>
                  <a:spcPts val="0"/>
                </a:spcAft>
                <a:buClr>
                  <a:schemeClr val="accent6"/>
                </a:buClr>
                <a:buSzPct val="110000"/>
                <a:buFont typeface="Wingdings" panose="05000000000000000000" pitchFamily="2" charset="2"/>
                <a:buChar char="§"/>
                <a:defRPr sz="1477" kern="1200">
                  <a:solidFill>
                    <a:schemeClr val="accent2"/>
                  </a:solidFill>
                  <a:latin typeface="+mn-lt"/>
                  <a:ea typeface="+mn-ea"/>
                  <a:cs typeface="+mn-cs"/>
                </a:defRPr>
              </a:lvl3pPr>
              <a:lvl4pPr marL="656509" indent="-214928" algn="l" defTabSz="1125444" rtl="0" eaLnBrk="1" latinLnBrk="0" hangingPunct="1">
                <a:lnSpc>
                  <a:spcPct val="100000"/>
                </a:lnSpc>
                <a:spcBef>
                  <a:spcPts val="0"/>
                </a:spcBef>
                <a:spcAft>
                  <a:spcPts val="0"/>
                </a:spcAft>
                <a:buClr>
                  <a:schemeClr val="accent6"/>
                </a:buClr>
                <a:buSzPct val="90000"/>
                <a:buFont typeface="Wingdings" pitchFamily="2" charset="2"/>
                <a:buChar char="§"/>
                <a:defRPr sz="1477" kern="1200">
                  <a:solidFill>
                    <a:schemeClr val="accent2"/>
                  </a:solidFill>
                  <a:latin typeface="+mn-lt"/>
                  <a:ea typeface="+mn-ea"/>
                  <a:cs typeface="+mn-cs"/>
                </a:defRPr>
              </a:lvl4pPr>
              <a:lvl5pPr marL="885115" indent="-228606" algn="l" defTabSz="1125444" rtl="0" eaLnBrk="1" latinLnBrk="0" hangingPunct="1">
                <a:lnSpc>
                  <a:spcPct val="100000"/>
                </a:lnSpc>
                <a:spcBef>
                  <a:spcPts val="0"/>
                </a:spcBef>
                <a:spcAft>
                  <a:spcPts val="0"/>
                </a:spcAft>
                <a:buClr>
                  <a:schemeClr val="accent6"/>
                </a:buClr>
                <a:buSzPct val="100000"/>
                <a:buFont typeface="Wingdings" panose="05000000000000000000" pitchFamily="2" charset="2"/>
                <a:buChar char="§"/>
                <a:defRPr sz="1477" kern="1200">
                  <a:solidFill>
                    <a:schemeClr val="accent2"/>
                  </a:solidFill>
                  <a:latin typeface="+mn-lt"/>
                  <a:ea typeface="+mn-ea"/>
                  <a:cs typeface="+mn-cs"/>
                </a:defRPr>
              </a:lvl5pPr>
              <a:lvl6pPr marL="777650" indent="-134819" algn="l" defTabSz="1125444" rtl="0" eaLnBrk="1" latinLnBrk="0" hangingPunct="1">
                <a:lnSpc>
                  <a:spcPct val="100000"/>
                </a:lnSpc>
                <a:spcBef>
                  <a:spcPts val="0"/>
                </a:spcBef>
                <a:spcAft>
                  <a:spcPts val="0"/>
                </a:spcAft>
                <a:buClr>
                  <a:schemeClr val="accent6"/>
                </a:buClr>
                <a:buSzPct val="100000"/>
                <a:buFont typeface="Arial" pitchFamily="34" charset="0"/>
                <a:buChar char="•"/>
                <a:defRPr sz="1354" kern="1200">
                  <a:solidFill>
                    <a:schemeClr val="accent2"/>
                  </a:solidFill>
                  <a:latin typeface="+mn-lt"/>
                  <a:ea typeface="+mn-ea"/>
                  <a:cs typeface="+mn-cs"/>
                </a:defRPr>
              </a:lvl6pPr>
              <a:lvl7pPr marL="3657691" indent="-281361" algn="l" defTabSz="1125444" rtl="0" eaLnBrk="1" latinLnBrk="0" hangingPunct="1">
                <a:spcBef>
                  <a:spcPct val="20000"/>
                </a:spcBef>
                <a:buFont typeface="Arial" pitchFamily="34" charset="0"/>
                <a:buChar char="•"/>
                <a:defRPr sz="2462" kern="1200">
                  <a:solidFill>
                    <a:schemeClr val="tx1"/>
                  </a:solidFill>
                  <a:latin typeface="+mn-lt"/>
                  <a:ea typeface="+mn-ea"/>
                  <a:cs typeface="+mn-cs"/>
                </a:defRPr>
              </a:lvl7pPr>
              <a:lvl8pPr marL="4220413" indent="-281361" algn="l" defTabSz="1125444" rtl="0" eaLnBrk="1" latinLnBrk="0" hangingPunct="1">
                <a:spcBef>
                  <a:spcPct val="20000"/>
                </a:spcBef>
                <a:buFont typeface="Arial" pitchFamily="34" charset="0"/>
                <a:buChar char="•"/>
                <a:defRPr sz="2462" kern="1200">
                  <a:solidFill>
                    <a:schemeClr val="tx1"/>
                  </a:solidFill>
                  <a:latin typeface="+mn-lt"/>
                  <a:ea typeface="+mn-ea"/>
                  <a:cs typeface="+mn-cs"/>
                </a:defRPr>
              </a:lvl8pPr>
              <a:lvl9pPr marL="4783135" indent="-281361" algn="l" defTabSz="1125444" rtl="0" eaLnBrk="1" latinLnBrk="0" hangingPunct="1">
                <a:spcBef>
                  <a:spcPct val="20000"/>
                </a:spcBef>
                <a:buFont typeface="Arial" pitchFamily="34" charset="0"/>
                <a:buChar char="•"/>
                <a:defRPr sz="2462" kern="1200">
                  <a:solidFill>
                    <a:schemeClr val="tx1"/>
                  </a:solidFill>
                  <a:latin typeface="+mn-lt"/>
                  <a:ea typeface="+mn-ea"/>
                  <a:cs typeface="+mn-cs"/>
                </a:defRPr>
              </a:lvl9pPr>
            </a:lstStyle>
            <a:p>
              <a:pPr marL="0" marR="0" lvl="0" indent="0" algn="l" defTabSz="1125444" rtl="0" eaLnBrk="1" fontAlgn="auto" latinLnBrk="0" hangingPunct="1">
                <a:lnSpc>
                  <a:spcPct val="120000"/>
                </a:lnSpc>
                <a:spcBef>
                  <a:spcPct val="0"/>
                </a:spcBef>
                <a:spcAft>
                  <a:spcPct val="0"/>
                </a:spcAft>
                <a:buClrTx/>
                <a:buSzTx/>
                <a:buFont typeface="Arial" pitchFamily="34" charset="0"/>
                <a:buNone/>
                <a:tabLst/>
                <a:defRPr/>
              </a:pPr>
              <a:r>
                <a:rPr lang="pt-BR" altLang="pt-BR" sz="1100" dirty="0">
                  <a:solidFill>
                    <a:schemeClr val="bg2"/>
                  </a:solidFill>
                  <a:latin typeface="+mj-lt"/>
                  <a:ea typeface="Source Serif Pro" panose="02040603050405020204" pitchFamily="18" charset="0"/>
                  <a:cs typeface="Poppins" panose="00000500000000000000" pitchFamily="2" charset="0"/>
                </a:rPr>
                <a:t>Juan Pablo Cardenas</a:t>
              </a:r>
            </a:p>
            <a:p>
              <a:pPr>
                <a:lnSpc>
                  <a:spcPct val="120000"/>
                </a:lnSpc>
                <a:spcBef>
                  <a:spcPct val="0"/>
                </a:spcBef>
                <a:spcAft>
                  <a:spcPct val="0"/>
                </a:spcAft>
                <a:defRPr/>
              </a:pPr>
              <a:r>
                <a:rPr lang="pt-BR" altLang="pt-BR" sz="900" b="0" dirty="0">
                  <a:solidFill>
                    <a:schemeClr val="tx1"/>
                  </a:solidFill>
                  <a:latin typeface="+mj-lt"/>
                  <a:ea typeface="Source Serif Pro" panose="02040603050405020204" pitchFamily="18" charset="0"/>
                  <a:cs typeface="Poppins" panose="00000500000000000000" pitchFamily="2" charset="0"/>
                </a:rPr>
                <a:t>juan.cardenas@igcp.com.br</a:t>
              </a:r>
            </a:p>
            <a:p>
              <a:pPr>
                <a:lnSpc>
                  <a:spcPct val="120000"/>
                </a:lnSpc>
                <a:spcBef>
                  <a:spcPct val="0"/>
                </a:spcBef>
                <a:spcAft>
                  <a:spcPct val="0"/>
                </a:spcAft>
                <a:defRPr/>
              </a:pPr>
              <a:r>
                <a:rPr lang="pt-BR" altLang="pt-BR" sz="900" b="0" dirty="0">
                  <a:solidFill>
                    <a:schemeClr val="tx1"/>
                  </a:solidFill>
                  <a:latin typeface="+mj-lt"/>
                  <a:ea typeface="Source Serif Pro" panose="02040603050405020204" pitchFamily="18" charset="0"/>
                  <a:cs typeface="Poppins" panose="00000500000000000000" pitchFamily="2" charset="0"/>
                </a:rPr>
                <a:t>11 3815 3533</a:t>
              </a:r>
            </a:p>
          </p:txBody>
        </p:sp>
        <p:cxnSp>
          <p:nvCxnSpPr>
            <p:cNvPr id="32" name="Conector reto 9">
              <a:extLst>
                <a:ext uri="{FF2B5EF4-FFF2-40B4-BE49-F238E27FC236}">
                  <a16:creationId xmlns:a16="http://schemas.microsoft.com/office/drawing/2014/main" id="{9B07E4A8-DA27-62BD-C03E-6F160ED6955B}"/>
                </a:ext>
              </a:extLst>
            </p:cNvPr>
            <p:cNvCxnSpPr>
              <a:cxnSpLocks/>
            </p:cNvCxnSpPr>
            <p:nvPr/>
          </p:nvCxnSpPr>
          <p:spPr>
            <a:xfrm>
              <a:off x="6198315" y="6088055"/>
              <a:ext cx="262970" cy="0"/>
            </a:xfrm>
            <a:prstGeom prst="line">
              <a:avLst/>
            </a:prstGeom>
            <a:no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cxnSp>
      </p:grpSp>
      <p:cxnSp>
        <p:nvCxnSpPr>
          <p:cNvPr id="38" name="Straight Connector 37">
            <a:extLst>
              <a:ext uri="{FF2B5EF4-FFF2-40B4-BE49-F238E27FC236}">
                <a16:creationId xmlns:a16="http://schemas.microsoft.com/office/drawing/2014/main" id="{ACB3EE54-2559-6D9C-859D-6515A614B418}"/>
              </a:ext>
            </a:extLst>
          </p:cNvPr>
          <p:cNvCxnSpPr>
            <a:cxnSpLocks/>
          </p:cNvCxnSpPr>
          <p:nvPr/>
        </p:nvCxnSpPr>
        <p:spPr>
          <a:xfrm>
            <a:off x="8745731" y="5136223"/>
            <a:ext cx="0" cy="1353477"/>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8016739"/>
      </p:ext>
    </p:extLst>
  </p:cSld>
  <p:clrMapOvr>
    <a:masterClrMapping/>
  </p:clrMapOvr>
</p:sld>
</file>

<file path=ppt/theme/theme1.xml><?xml version="1.0" encoding="utf-8"?>
<a:theme xmlns:a="http://schemas.openxmlformats.org/drawingml/2006/main" name="Introduction">
  <a:themeElements>
    <a:clrScheme name="Almatia">
      <a:dk1>
        <a:srgbClr val="000000"/>
      </a:dk1>
      <a:lt1>
        <a:srgbClr val="FFFFFF"/>
      </a:lt1>
      <a:dk2>
        <a:srgbClr val="07272D"/>
      </a:dk2>
      <a:lt2>
        <a:srgbClr val="2E4D58"/>
      </a:lt2>
      <a:accent1>
        <a:srgbClr val="ABC7CA"/>
      </a:accent1>
      <a:accent2>
        <a:srgbClr val="EE5340"/>
      </a:accent2>
      <a:accent3>
        <a:srgbClr val="ECE81A"/>
      </a:accent3>
      <a:accent4>
        <a:srgbClr val="009CDE"/>
      </a:accent4>
      <a:accent5>
        <a:srgbClr val="FF8200"/>
      </a:accent5>
      <a:accent6>
        <a:srgbClr val="7474C1"/>
      </a:accent6>
      <a:hlink>
        <a:srgbClr val="EE5340"/>
      </a:hlink>
      <a:folHlink>
        <a:srgbClr val="ABC7CA"/>
      </a:folHlink>
    </a:clrScheme>
    <a:fontScheme name="Custom 2">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wrap="square" lIns="0" tIns="0" rIns="0" bIns="0" rtlCol="0" anchor="ctr"/>
      <a:lstStyle>
        <a:defPPr algn="ctr">
          <a:lnSpc>
            <a:spcPct val="112000"/>
          </a:lnSpc>
          <a:spcAft>
            <a:spcPts val="800"/>
          </a:spcAft>
          <a:defRPr sz="1200" dirty="0" err="1" smtClean="0">
            <a:solidFill>
              <a:schemeClr val="tx1"/>
            </a:solidFill>
            <a:latin typeface="Source Serif Pro" panose="02040603050405020204" pitchFamily="18" charset="0"/>
            <a:ea typeface="Source Serif Pro" panose="02040603050405020204" pitchFamily="18"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lnSpc>
            <a:spcPct val="110000"/>
          </a:lnSpc>
          <a:spcAft>
            <a:spcPts val="800"/>
          </a:spcAft>
          <a:defRPr sz="1200" dirty="0" err="1" smtClean="0">
            <a:latin typeface="Source Serif Pro" panose="02040603050405020204" pitchFamily="18" charset="0"/>
            <a:ea typeface="Source Serif Pro" panose="02040603050405020204" pitchFamily="18" charset="0"/>
          </a:defRPr>
        </a:defPPr>
      </a:lstStyle>
    </a:txDef>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Capas">
  <a:themeElements>
    <a:clrScheme name="Almatia">
      <a:dk1>
        <a:srgbClr val="000000"/>
      </a:dk1>
      <a:lt1>
        <a:srgbClr val="FFFFFF"/>
      </a:lt1>
      <a:dk2>
        <a:srgbClr val="07272D"/>
      </a:dk2>
      <a:lt2>
        <a:srgbClr val="2E4D58"/>
      </a:lt2>
      <a:accent1>
        <a:srgbClr val="ABC7CA"/>
      </a:accent1>
      <a:accent2>
        <a:srgbClr val="EE5340"/>
      </a:accent2>
      <a:accent3>
        <a:srgbClr val="ECE81A"/>
      </a:accent3>
      <a:accent4>
        <a:srgbClr val="009CDE"/>
      </a:accent4>
      <a:accent5>
        <a:srgbClr val="FF8200"/>
      </a:accent5>
      <a:accent6>
        <a:srgbClr val="7474C1"/>
      </a:accent6>
      <a:hlink>
        <a:srgbClr val="EE5340"/>
      </a:hlink>
      <a:folHlink>
        <a:srgbClr val="ABC7CA"/>
      </a:folHlink>
    </a:clrScheme>
    <a:fontScheme name="Custom 2">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wrap="square" lIns="0" tIns="0" rIns="0" bIns="0" rtlCol="0" anchor="ctr"/>
      <a:lstStyle>
        <a:defPPr algn="ctr">
          <a:lnSpc>
            <a:spcPct val="112000"/>
          </a:lnSpc>
          <a:spcAft>
            <a:spcPts val="800"/>
          </a:spcAft>
          <a:defRPr sz="1200" dirty="0" err="1" smtClean="0">
            <a:solidFill>
              <a:schemeClr val="tx1"/>
            </a:solidFill>
            <a:latin typeface="Source Serif Pro" panose="02040603050405020204" pitchFamily="18" charset="0"/>
            <a:ea typeface="Source Serif Pro" panose="02040603050405020204" pitchFamily="18"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lnSpc>
            <a:spcPct val="110000"/>
          </a:lnSpc>
          <a:spcAft>
            <a:spcPts val="800"/>
          </a:spcAft>
          <a:defRPr sz="1200" dirty="0" err="1" smtClean="0">
            <a:latin typeface="Source Serif Pro" panose="02040603050405020204" pitchFamily="18" charset="0"/>
            <a:ea typeface="Source Serif Pro" panose="02040603050405020204" pitchFamily="18"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Investment Thesis">
  <a:themeElements>
    <a:clrScheme name="Almatia">
      <a:dk1>
        <a:srgbClr val="000000"/>
      </a:dk1>
      <a:lt1>
        <a:srgbClr val="FFFFFF"/>
      </a:lt1>
      <a:dk2>
        <a:srgbClr val="07272D"/>
      </a:dk2>
      <a:lt2>
        <a:srgbClr val="2E4D58"/>
      </a:lt2>
      <a:accent1>
        <a:srgbClr val="ABC7CA"/>
      </a:accent1>
      <a:accent2>
        <a:srgbClr val="EE5340"/>
      </a:accent2>
      <a:accent3>
        <a:srgbClr val="ECE81A"/>
      </a:accent3>
      <a:accent4>
        <a:srgbClr val="009CDE"/>
      </a:accent4>
      <a:accent5>
        <a:srgbClr val="FF8200"/>
      </a:accent5>
      <a:accent6>
        <a:srgbClr val="7474C1"/>
      </a:accent6>
      <a:hlink>
        <a:srgbClr val="EE5340"/>
      </a:hlink>
      <a:folHlink>
        <a:srgbClr val="ABC7CA"/>
      </a:folHlink>
    </a:clrScheme>
    <a:fontScheme name="Custom 2">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wrap="square" lIns="0" tIns="0" rIns="0" bIns="0" rtlCol="0" anchor="ctr"/>
      <a:lstStyle>
        <a:defPPr algn="ctr">
          <a:lnSpc>
            <a:spcPct val="112000"/>
          </a:lnSpc>
          <a:spcAft>
            <a:spcPts val="800"/>
          </a:spcAft>
          <a:defRPr sz="1200" dirty="0" err="1" smtClean="0">
            <a:solidFill>
              <a:schemeClr val="tx1"/>
            </a:solidFill>
            <a:latin typeface="Source Serif Pro" panose="02040603050405020204" pitchFamily="18" charset="0"/>
            <a:ea typeface="Source Serif Pro" panose="02040603050405020204" pitchFamily="18"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lnSpc>
            <a:spcPct val="110000"/>
          </a:lnSpc>
          <a:spcAft>
            <a:spcPts val="800"/>
          </a:spcAft>
          <a:defRPr sz="1200" dirty="0" err="1" smtClean="0">
            <a:latin typeface="Source Serif Pro" panose="02040603050405020204" pitchFamily="18" charset="0"/>
            <a:ea typeface="Source Serif Pro" panose="02040603050405020204" pitchFamily="18" charset="0"/>
          </a:defRPr>
        </a:defPPr>
      </a:lstStyle>
    </a:txDef>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4.xml><?xml version="1.0" encoding="utf-8"?>
<a:theme xmlns:a="http://schemas.openxmlformats.org/drawingml/2006/main" name="Company Overview">
  <a:themeElements>
    <a:clrScheme name="Almatia">
      <a:dk1>
        <a:srgbClr val="000000"/>
      </a:dk1>
      <a:lt1>
        <a:srgbClr val="FFFFFF"/>
      </a:lt1>
      <a:dk2>
        <a:srgbClr val="07272D"/>
      </a:dk2>
      <a:lt2>
        <a:srgbClr val="2E4D58"/>
      </a:lt2>
      <a:accent1>
        <a:srgbClr val="ABC7CA"/>
      </a:accent1>
      <a:accent2>
        <a:srgbClr val="EE5340"/>
      </a:accent2>
      <a:accent3>
        <a:srgbClr val="ECE81A"/>
      </a:accent3>
      <a:accent4>
        <a:srgbClr val="009CDE"/>
      </a:accent4>
      <a:accent5>
        <a:srgbClr val="FF8200"/>
      </a:accent5>
      <a:accent6>
        <a:srgbClr val="7474C1"/>
      </a:accent6>
      <a:hlink>
        <a:srgbClr val="EE5340"/>
      </a:hlink>
      <a:folHlink>
        <a:srgbClr val="ABC7CA"/>
      </a:folHlink>
    </a:clrScheme>
    <a:fontScheme name="Custom 2">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wrap="square" lIns="0" tIns="0" rIns="0" bIns="0" rtlCol="0" anchor="ctr"/>
      <a:lstStyle>
        <a:defPPr algn="ctr">
          <a:lnSpc>
            <a:spcPct val="112000"/>
          </a:lnSpc>
          <a:spcAft>
            <a:spcPts val="800"/>
          </a:spcAft>
          <a:defRPr sz="1200" dirty="0" err="1" smtClean="0">
            <a:solidFill>
              <a:schemeClr val="tx1"/>
            </a:solidFill>
            <a:latin typeface="Source Serif Pro" panose="02040603050405020204" pitchFamily="18" charset="0"/>
            <a:ea typeface="Source Serif Pro" panose="02040603050405020204" pitchFamily="18"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lnSpc>
            <a:spcPct val="110000"/>
          </a:lnSpc>
          <a:spcAft>
            <a:spcPts val="800"/>
          </a:spcAft>
          <a:defRPr sz="1200" dirty="0" err="1" smtClean="0">
            <a:latin typeface="Source Serif Pro" panose="02040603050405020204" pitchFamily="18" charset="0"/>
            <a:ea typeface="Source Serif Pro" panose="02040603050405020204" pitchFamily="18" charset="0"/>
          </a:defRPr>
        </a:defPPr>
      </a:lstStyle>
    </a:txDef>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5.xml><?xml version="1.0" encoding="utf-8"?>
<a:theme xmlns:a="http://schemas.openxmlformats.org/drawingml/2006/main" name="Financial Information">
  <a:themeElements>
    <a:clrScheme name="Almatia">
      <a:dk1>
        <a:srgbClr val="000000"/>
      </a:dk1>
      <a:lt1>
        <a:srgbClr val="FFFFFF"/>
      </a:lt1>
      <a:dk2>
        <a:srgbClr val="07272D"/>
      </a:dk2>
      <a:lt2>
        <a:srgbClr val="2E4D58"/>
      </a:lt2>
      <a:accent1>
        <a:srgbClr val="ABC7CA"/>
      </a:accent1>
      <a:accent2>
        <a:srgbClr val="EE5340"/>
      </a:accent2>
      <a:accent3>
        <a:srgbClr val="ECE81A"/>
      </a:accent3>
      <a:accent4>
        <a:srgbClr val="009CDE"/>
      </a:accent4>
      <a:accent5>
        <a:srgbClr val="FF8200"/>
      </a:accent5>
      <a:accent6>
        <a:srgbClr val="7474C1"/>
      </a:accent6>
      <a:hlink>
        <a:srgbClr val="EE5340"/>
      </a:hlink>
      <a:folHlink>
        <a:srgbClr val="ABC7CA"/>
      </a:folHlink>
    </a:clrScheme>
    <a:fontScheme name="Custom 2">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wrap="square" lIns="0" tIns="0" rIns="0" bIns="0" rtlCol="0" anchor="ctr"/>
      <a:lstStyle>
        <a:defPPr algn="ctr">
          <a:lnSpc>
            <a:spcPct val="112000"/>
          </a:lnSpc>
          <a:spcAft>
            <a:spcPts val="800"/>
          </a:spcAft>
          <a:defRPr sz="1200" dirty="0" err="1" smtClean="0">
            <a:solidFill>
              <a:schemeClr val="tx1"/>
            </a:solidFill>
            <a:latin typeface="Source Serif Pro" panose="02040603050405020204" pitchFamily="18" charset="0"/>
            <a:ea typeface="Source Serif Pro" panose="02040603050405020204" pitchFamily="18"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lnSpc>
            <a:spcPct val="110000"/>
          </a:lnSpc>
          <a:spcAft>
            <a:spcPts val="800"/>
          </a:spcAft>
          <a:defRPr sz="1200" dirty="0" err="1" smtClean="0">
            <a:latin typeface="Source Serif Pro" panose="02040603050405020204" pitchFamily="18" charset="0"/>
            <a:ea typeface="Source Serif Pro" panose="02040603050405020204" pitchFamily="18" charset="0"/>
          </a:defRPr>
        </a:defPPr>
      </a:lstStyle>
    </a:txDef>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6.xml><?xml version="1.0" encoding="utf-8"?>
<a:theme xmlns:a="http://schemas.openxmlformats.org/drawingml/2006/main" name="Appendix">
  <a:themeElements>
    <a:clrScheme name="Almatia">
      <a:dk1>
        <a:srgbClr val="000000"/>
      </a:dk1>
      <a:lt1>
        <a:srgbClr val="FFFFFF"/>
      </a:lt1>
      <a:dk2>
        <a:srgbClr val="07272D"/>
      </a:dk2>
      <a:lt2>
        <a:srgbClr val="2E4D58"/>
      </a:lt2>
      <a:accent1>
        <a:srgbClr val="ABC7CA"/>
      </a:accent1>
      <a:accent2>
        <a:srgbClr val="EE5340"/>
      </a:accent2>
      <a:accent3>
        <a:srgbClr val="ECE81A"/>
      </a:accent3>
      <a:accent4>
        <a:srgbClr val="009CDE"/>
      </a:accent4>
      <a:accent5>
        <a:srgbClr val="FF8200"/>
      </a:accent5>
      <a:accent6>
        <a:srgbClr val="7474C1"/>
      </a:accent6>
      <a:hlink>
        <a:srgbClr val="EE5340"/>
      </a:hlink>
      <a:folHlink>
        <a:srgbClr val="ABC7CA"/>
      </a:folHlink>
    </a:clrScheme>
    <a:fontScheme name="Custom 2">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wrap="square" lIns="0" tIns="0" rIns="0" bIns="0" rtlCol="0" anchor="ctr"/>
      <a:lstStyle>
        <a:defPPr algn="ctr">
          <a:lnSpc>
            <a:spcPct val="112000"/>
          </a:lnSpc>
          <a:spcAft>
            <a:spcPts val="800"/>
          </a:spcAft>
          <a:defRPr sz="1200" dirty="0" err="1" smtClean="0">
            <a:solidFill>
              <a:schemeClr val="tx1"/>
            </a:solidFill>
            <a:latin typeface="Source Serif Pro" panose="02040603050405020204" pitchFamily="18" charset="0"/>
            <a:ea typeface="Source Serif Pro" panose="02040603050405020204" pitchFamily="18"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lnSpc>
            <a:spcPct val="110000"/>
          </a:lnSpc>
          <a:spcAft>
            <a:spcPts val="800"/>
          </a:spcAft>
          <a:defRPr sz="1200" dirty="0" err="1" smtClean="0">
            <a:latin typeface="Source Serif Pro" panose="02040603050405020204" pitchFamily="18" charset="0"/>
            <a:ea typeface="Source Serif Pro" panose="02040603050405020204" pitchFamily="18" charset="0"/>
          </a:defRPr>
        </a:defPPr>
      </a:lstStyle>
    </a:txDef>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7.xml><?xml version="1.0" encoding="utf-8"?>
<a:theme xmlns:a="http://schemas.openxmlformats.org/drawingml/2006/main" name="Disclaimer">
  <a:themeElements>
    <a:clrScheme name="Almatia">
      <a:dk1>
        <a:srgbClr val="000000"/>
      </a:dk1>
      <a:lt1>
        <a:srgbClr val="FFFFFF"/>
      </a:lt1>
      <a:dk2>
        <a:srgbClr val="07272D"/>
      </a:dk2>
      <a:lt2>
        <a:srgbClr val="2E4D58"/>
      </a:lt2>
      <a:accent1>
        <a:srgbClr val="ABC7CA"/>
      </a:accent1>
      <a:accent2>
        <a:srgbClr val="EE5340"/>
      </a:accent2>
      <a:accent3>
        <a:srgbClr val="ECE81A"/>
      </a:accent3>
      <a:accent4>
        <a:srgbClr val="009CDE"/>
      </a:accent4>
      <a:accent5>
        <a:srgbClr val="FF8200"/>
      </a:accent5>
      <a:accent6>
        <a:srgbClr val="7474C1"/>
      </a:accent6>
      <a:hlink>
        <a:srgbClr val="EE5340"/>
      </a:hlink>
      <a:folHlink>
        <a:srgbClr val="ABC7CA"/>
      </a:folHlink>
    </a:clrScheme>
    <a:fontScheme name="Custom 2">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wrap="square" lIns="0" tIns="0" rIns="0" bIns="0" rtlCol="0" anchor="ctr"/>
      <a:lstStyle>
        <a:defPPr algn="ctr">
          <a:lnSpc>
            <a:spcPct val="112000"/>
          </a:lnSpc>
          <a:spcAft>
            <a:spcPts val="800"/>
          </a:spcAft>
          <a:defRPr sz="1200" dirty="0" err="1" smtClean="0">
            <a:solidFill>
              <a:schemeClr val="tx1"/>
            </a:solidFill>
            <a:latin typeface="Source Serif Pro" panose="02040603050405020204" pitchFamily="18" charset="0"/>
            <a:ea typeface="Source Serif Pro" panose="02040603050405020204" pitchFamily="18"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lnSpc>
            <a:spcPct val="110000"/>
          </a:lnSpc>
          <a:spcAft>
            <a:spcPts val="800"/>
          </a:spcAft>
          <a:defRPr sz="1200" dirty="0" err="1" smtClean="0">
            <a:latin typeface="Source Serif Pro" panose="02040603050405020204" pitchFamily="18" charset="0"/>
            <a:ea typeface="Source Serif Pro" panose="02040603050405020204" pitchFamily="18" charset="0"/>
          </a:defRPr>
        </a:defPPr>
      </a:lstStyle>
    </a:txDef>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8.xml><?xml version="1.0" encoding="utf-8"?>
<a:theme xmlns:a="http://schemas.openxmlformats.org/drawingml/2006/main" name="Seção Editável">
  <a:themeElements>
    <a:clrScheme name="Almatia">
      <a:dk1>
        <a:srgbClr val="000000"/>
      </a:dk1>
      <a:lt1>
        <a:srgbClr val="FFFFFF"/>
      </a:lt1>
      <a:dk2>
        <a:srgbClr val="07272D"/>
      </a:dk2>
      <a:lt2>
        <a:srgbClr val="2E4D58"/>
      </a:lt2>
      <a:accent1>
        <a:srgbClr val="ABC7CA"/>
      </a:accent1>
      <a:accent2>
        <a:srgbClr val="EE5340"/>
      </a:accent2>
      <a:accent3>
        <a:srgbClr val="ECE81A"/>
      </a:accent3>
      <a:accent4>
        <a:srgbClr val="009CDE"/>
      </a:accent4>
      <a:accent5>
        <a:srgbClr val="FF8200"/>
      </a:accent5>
      <a:accent6>
        <a:srgbClr val="7474C1"/>
      </a:accent6>
      <a:hlink>
        <a:srgbClr val="EE5340"/>
      </a:hlink>
      <a:folHlink>
        <a:srgbClr val="ABC7CA"/>
      </a:folHlink>
    </a:clrScheme>
    <a:fontScheme name="Custom 2">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wrap="square" lIns="0" tIns="0" rIns="0" bIns="0" rtlCol="0" anchor="ctr"/>
      <a:lstStyle>
        <a:defPPr algn="ctr">
          <a:lnSpc>
            <a:spcPct val="112000"/>
          </a:lnSpc>
          <a:spcAft>
            <a:spcPts val="800"/>
          </a:spcAft>
          <a:defRPr sz="1200" dirty="0" err="1" smtClean="0">
            <a:solidFill>
              <a:schemeClr val="tx1"/>
            </a:solidFill>
            <a:latin typeface="Source Serif Pro" panose="02040603050405020204" pitchFamily="18" charset="0"/>
            <a:ea typeface="Source Serif Pro" panose="02040603050405020204" pitchFamily="18"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lnSpc>
            <a:spcPct val="110000"/>
          </a:lnSpc>
          <a:spcAft>
            <a:spcPts val="800"/>
          </a:spcAft>
          <a:defRPr sz="1200" dirty="0" err="1" smtClean="0">
            <a:latin typeface="Source Serif Pro" panose="02040603050405020204" pitchFamily="18" charset="0"/>
            <a:ea typeface="Source Serif Pro" panose="02040603050405020204" pitchFamily="18" charset="0"/>
          </a:defRPr>
        </a:defPPr>
      </a:lstStyle>
    </a:txDef>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9.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857721e-1697-4fc2-97a4-881e4f2f9958">
      <Terms xmlns="http://schemas.microsoft.com/office/infopath/2007/PartnerControls"/>
    </lcf76f155ced4ddcb4097134ff3c332f>
    <TaxCatchAll xmlns="851d3cfd-8265-4cd8-9491-31a9a583376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B2CBCB83D8FE7D4E90C638237FBFEA77" ma:contentTypeVersion="13" ma:contentTypeDescription="Crie um novo documento." ma:contentTypeScope="" ma:versionID="6d6f542f6862cbdf220149bb2a4c8e13">
  <xsd:schema xmlns:xsd="http://www.w3.org/2001/XMLSchema" xmlns:xs="http://www.w3.org/2001/XMLSchema" xmlns:p="http://schemas.microsoft.com/office/2006/metadata/properties" xmlns:ns2="d857721e-1697-4fc2-97a4-881e4f2f9958" xmlns:ns3="851d3cfd-8265-4cd8-9491-31a9a5833764" targetNamespace="http://schemas.microsoft.com/office/2006/metadata/properties" ma:root="true" ma:fieldsID="971e1739115bce1e291e43cdd3b224bb" ns2:_="" ns3:_="">
    <xsd:import namespace="d857721e-1697-4fc2-97a4-881e4f2f9958"/>
    <xsd:import namespace="851d3cfd-8265-4cd8-9491-31a9a5833764"/>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LengthInSeconds" minOccurs="0"/>
                <xsd:element ref="ns2:MediaServiceOCR"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857721e-1697-4fc2-97a4-881e4f2f995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Marcações de imagem" ma:readOnly="false" ma:fieldId="{5cf76f15-5ced-4ddc-b409-7134ff3c332f}" ma:taxonomyMulti="true" ma:sspId="c7d46ea2-efa8-4cae-a764-a25d3811283b"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51d3cfd-8265-4cd8-9491-31a9a5833764"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6e5e5168-5939-4fe4-8225-d91270821c2d}" ma:internalName="TaxCatchAll" ma:showField="CatchAllData" ma:web="851d3cfd-8265-4cd8-9491-31a9a5833764">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Com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Detalhes de Compartilhado Com"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D0ABA47-66EF-4FC2-B5CB-F1CEBE481A94}">
  <ds:schemaRefs>
    <ds:schemaRef ds:uri="http://schemas.microsoft.com/sharepoint/v3/contenttype/forms"/>
  </ds:schemaRefs>
</ds:datastoreItem>
</file>

<file path=customXml/itemProps2.xml><?xml version="1.0" encoding="utf-8"?>
<ds:datastoreItem xmlns:ds="http://schemas.openxmlformats.org/officeDocument/2006/customXml" ds:itemID="{6C466829-102F-4B10-B244-BAB15F2E6FFE}">
  <ds:schemaRefs>
    <ds:schemaRef ds:uri="http://purl.org/dc/elements/1.1/"/>
    <ds:schemaRef ds:uri="http://purl.org/dc/dcmitype/"/>
    <ds:schemaRef ds:uri="http://schemas.microsoft.com/office/infopath/2007/PartnerControls"/>
    <ds:schemaRef ds:uri="http://purl.org/dc/terms/"/>
    <ds:schemaRef ds:uri="http://schemas.microsoft.com/office/2006/documentManagement/types"/>
    <ds:schemaRef ds:uri="http://schemas.openxmlformats.org/package/2006/metadata/core-properties"/>
    <ds:schemaRef ds:uri="http://schemas.microsoft.com/office/2006/metadata/properties"/>
    <ds:schemaRef ds:uri="851d3cfd-8265-4cd8-9491-31a9a5833764"/>
    <ds:schemaRef ds:uri="d857721e-1697-4fc2-97a4-881e4f2f9958"/>
    <ds:schemaRef ds:uri="http://www.w3.org/XML/1998/namespace"/>
  </ds:schemaRefs>
</ds:datastoreItem>
</file>

<file path=customXml/itemProps3.xml><?xml version="1.0" encoding="utf-8"?>
<ds:datastoreItem xmlns:ds="http://schemas.openxmlformats.org/officeDocument/2006/customXml" ds:itemID="{F842C61E-9884-4DB6-AB11-D464780196E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857721e-1697-4fc2-97a4-881e4f2f9958"/>
    <ds:schemaRef ds:uri="851d3cfd-8265-4cd8-9491-31a9a583376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639168ec-16d4-4a2c-9ce2-09cc4ca9bfe8}" enabled="1" method="Standard" siteId="{9a6e48f1-2427-4aa1-b4c9-ee7623d0c265}" contentBits="0" removed="0"/>
</clbl:labelList>
</file>

<file path=docProps/app.xml><?xml version="1.0" encoding="utf-8"?>
<Properties xmlns="http://schemas.openxmlformats.org/officeDocument/2006/extended-properties" xmlns:vt="http://schemas.openxmlformats.org/officeDocument/2006/docPropsVTypes">
  <TotalTime>45779</TotalTime>
  <Words>4071</Words>
  <Application>Microsoft Office PowerPoint</Application>
  <PresentationFormat>Widescreen</PresentationFormat>
  <Paragraphs>868</Paragraphs>
  <Slides>29</Slides>
  <Notes>15</Notes>
  <HiddenSlides>0</HiddenSlides>
  <MMClips>0</MMClips>
  <ScaleCrop>false</ScaleCrop>
  <HeadingPairs>
    <vt:vector size="6" baseType="variant">
      <vt:variant>
        <vt:lpstr>Fonts Used</vt:lpstr>
      </vt:variant>
      <vt:variant>
        <vt:i4>15</vt:i4>
      </vt:variant>
      <vt:variant>
        <vt:lpstr>Theme</vt:lpstr>
      </vt:variant>
      <vt:variant>
        <vt:i4>8</vt:i4>
      </vt:variant>
      <vt:variant>
        <vt:lpstr>Slide Titles</vt:lpstr>
      </vt:variant>
      <vt:variant>
        <vt:i4>29</vt:i4>
      </vt:variant>
    </vt:vector>
  </HeadingPairs>
  <TitlesOfParts>
    <vt:vector size="52" baseType="lpstr">
      <vt:lpstr>Arial</vt:lpstr>
      <vt:lpstr>Calibri</vt:lpstr>
      <vt:lpstr>Montserrat</vt:lpstr>
      <vt:lpstr>Montserrat Light</vt:lpstr>
      <vt:lpstr>Poppins</vt:lpstr>
      <vt:lpstr>Poppins </vt:lpstr>
      <vt:lpstr>Poppins Light</vt:lpstr>
      <vt:lpstr>Poppins Medium</vt:lpstr>
      <vt:lpstr>Poppins SemiBold</vt:lpstr>
      <vt:lpstr>Source Sans Pro</vt:lpstr>
      <vt:lpstr>Source Serif Pro</vt:lpstr>
      <vt:lpstr>Source Serif Pro Black</vt:lpstr>
      <vt:lpstr>Source Serif Pro Light</vt:lpstr>
      <vt:lpstr>Source Serif Pro SemiBold</vt:lpstr>
      <vt:lpstr>Times New Roman</vt:lpstr>
      <vt:lpstr>Introduction</vt:lpstr>
      <vt:lpstr>Capas</vt:lpstr>
      <vt:lpstr>Investment Thesis</vt:lpstr>
      <vt:lpstr>Company Overview</vt:lpstr>
      <vt:lpstr>Financial Information</vt:lpstr>
      <vt:lpstr>Appendix</vt:lpstr>
      <vt:lpstr>Disclaimer</vt:lpstr>
      <vt:lpstr>Seção Editável</vt:lpstr>
      <vt:lpstr>PowerPoint Presentation</vt:lpstr>
      <vt:lpstr>Disclaimer</vt:lpstr>
      <vt:lpstr>PowerPoint Presentation</vt:lpstr>
      <vt:lpstr>Syrsa at a Glance</vt:lpstr>
      <vt:lpstr>PowerPoint Presentation</vt:lpstr>
      <vt:lpstr>The Chemical Distribution Market in LatAm is Pointing to a Consolidation…</vt:lpstr>
      <vt:lpstr>The Beauty and Personal Care Market in Latin America is Thriving</vt:lpstr>
      <vt:lpstr>Almatia is a Leader in The Plastics and Coatings Market in the Region…</vt:lpstr>
      <vt:lpstr>…Serving as a One-Stop-Shop in Those Segments</vt:lpstr>
      <vt:lpstr>…Serving as a One-Stop-Shop in Those Segments</vt:lpstr>
      <vt:lpstr>…Serving as a One-Stop-Shop in Those Segments</vt:lpstr>
      <vt:lpstr>…Serving as a One-Stop-Shop in Those Segments</vt:lpstr>
      <vt:lpstr>... With an Advanced Applications Laboratory to Provide Formulations and Service to Clients </vt:lpstr>
      <vt:lpstr>Loyal &amp; Recurrent Blue-Chip Client Base</vt:lpstr>
      <vt:lpstr>Almatia is the Trusted Partner for World-Class Suppliers</vt:lpstr>
      <vt:lpstr>Almatia is a Consolidated Player with Multiple Warehouses &amp; Global Commercial Presence</vt:lpstr>
      <vt:lpstr>Almatia has Wide Geographical Reach Within the Colombian Market</vt:lpstr>
      <vt:lpstr>Growth Avenues</vt:lpstr>
      <vt:lpstr>PowerPoint Presentation</vt:lpstr>
      <vt:lpstr>High Standard Corporate Governance Practices</vt:lpstr>
      <vt:lpstr>Nuestra historia</vt:lpstr>
      <vt:lpstr>Shareholder’s Structure</vt:lpstr>
      <vt:lpstr>Sumiquim’s Organizational Structure</vt:lpstr>
      <vt:lpstr>Product Breakdown: Essentials</vt:lpstr>
      <vt:lpstr>Product Breakdown: Differentiators</vt:lpstr>
      <vt:lpstr>Product Breakdown: Enhancers</vt:lpstr>
      <vt:lpstr>Product Breakdown: Functionals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 - Project Soul I Confidential Information Memorandum</dc:title>
  <dc:creator>IGC Partners LatAm</dc:creator>
  <cp:lastModifiedBy>Tais Pires</cp:lastModifiedBy>
  <cp:revision>861</cp:revision>
  <dcterms:created xsi:type="dcterms:W3CDTF">2022-12-01T15:58:43Z</dcterms:created>
  <dcterms:modified xsi:type="dcterms:W3CDTF">2025-10-07T20:23:28Z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0x010100B2CBCB83D8FE7D4E90C638237FBFEA77</vt:lpwstr>
  </property>
  <property fmtid="{D5CDD505-2E9C-101B-9397-08002B2CF9AE}" pid="3" name="MediaServiceImageTags">
    <vt:lpwstr/>
  </property>
  <property fmtid="{D5CDD505-2E9C-101B-9397-08002B2CF9AE}" pid="4" name="Order">
    <vt:lpwstr>208461200.000000</vt:lpwstr>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y fmtid="{D5CDD505-2E9C-101B-9397-08002B2CF9AE}" pid="12" name="xd_Signature">
    <vt:lpwstr/>
  </property>
</Properties>
</file>