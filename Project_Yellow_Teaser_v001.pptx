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906000" type="A4"/>
  <p:notesSz cx="9906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056" y="-9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057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grpSp>
        <p:nvGrpSpPr>
          <p:cNvPr id="52" name="Group 3">
            <a:extLst>
              <a:ext uri="{FF2B5EF4-FFF2-40B4-BE49-F238E27FC236}">
                <a16:creationId xmlns:a16="http://schemas.microsoft.com/office/drawing/2014/main" id="{6B3D12C8-15CB-0B4B-7026-CBC7A93C80D9}"/>
              </a:ext>
            </a:extLst>
          </p:cNvPr>
          <p:cNvGrpSpPr>
            <a:grpSpLocks/>
          </p:cNvGrpSpPr>
          <p:nvPr/>
        </p:nvGrpSpPr>
        <p:grpSpPr bwMode="auto">
          <a:xfrm>
            <a:off x="2761487" y="3880805"/>
            <a:ext cx="1547165" cy="1577422"/>
            <a:chOff x="1392" y="506"/>
            <a:chExt cx="3444" cy="3454"/>
          </a:xfrm>
          <a:solidFill>
            <a:schemeClr val="accent6"/>
          </a:solidFill>
          <a:effectLst/>
        </p:grpSpPr>
        <p:sp>
          <p:nvSpPr>
            <p:cNvPr id="53" name="Freeform 4">
              <a:extLst>
                <a:ext uri="{FF2B5EF4-FFF2-40B4-BE49-F238E27FC236}">
                  <a16:creationId xmlns:a16="http://schemas.microsoft.com/office/drawing/2014/main" id="{2CF99064-924D-4A99-2FD9-956EA899BCB8}"/>
                </a:ext>
              </a:extLst>
            </p:cNvPr>
            <p:cNvSpPr>
              <a:spLocks noChangeAspect="1"/>
            </p:cNvSpPr>
            <p:nvPr/>
          </p:nvSpPr>
          <p:spPr bwMode="auto">
            <a:xfrm>
              <a:off x="3078" y="599"/>
              <a:ext cx="446" cy="502"/>
            </a:xfrm>
            <a:custGeom>
              <a:avLst/>
              <a:gdLst/>
              <a:ahLst/>
              <a:cxnLst>
                <a:cxn ang="0">
                  <a:pos x="474" y="92"/>
                </a:cxn>
                <a:cxn ang="0">
                  <a:pos x="456" y="60"/>
                </a:cxn>
                <a:cxn ang="0">
                  <a:pos x="422" y="23"/>
                </a:cxn>
                <a:cxn ang="0">
                  <a:pos x="376" y="69"/>
                </a:cxn>
                <a:cxn ang="0">
                  <a:pos x="349" y="132"/>
                </a:cxn>
                <a:cxn ang="0">
                  <a:pos x="307" y="205"/>
                </a:cxn>
                <a:cxn ang="0">
                  <a:pos x="278" y="255"/>
                </a:cxn>
                <a:cxn ang="0">
                  <a:pos x="232" y="280"/>
                </a:cxn>
                <a:cxn ang="0">
                  <a:pos x="184" y="263"/>
                </a:cxn>
                <a:cxn ang="0">
                  <a:pos x="151" y="257"/>
                </a:cxn>
                <a:cxn ang="0">
                  <a:pos x="73" y="267"/>
                </a:cxn>
                <a:cxn ang="0">
                  <a:pos x="30" y="253"/>
                </a:cxn>
                <a:cxn ang="0">
                  <a:pos x="2" y="269"/>
                </a:cxn>
                <a:cxn ang="0">
                  <a:pos x="13" y="315"/>
                </a:cxn>
                <a:cxn ang="0">
                  <a:pos x="50" y="326"/>
                </a:cxn>
                <a:cxn ang="0">
                  <a:pos x="82" y="344"/>
                </a:cxn>
                <a:cxn ang="0">
                  <a:pos x="109" y="357"/>
                </a:cxn>
                <a:cxn ang="0">
                  <a:pos x="134" y="374"/>
                </a:cxn>
                <a:cxn ang="0">
                  <a:pos x="161" y="393"/>
                </a:cxn>
                <a:cxn ang="0">
                  <a:pos x="176" y="420"/>
                </a:cxn>
                <a:cxn ang="0">
                  <a:pos x="188" y="453"/>
                </a:cxn>
                <a:cxn ang="0">
                  <a:pos x="218" y="470"/>
                </a:cxn>
                <a:cxn ang="0">
                  <a:pos x="222" y="507"/>
                </a:cxn>
                <a:cxn ang="0">
                  <a:pos x="232" y="539"/>
                </a:cxn>
                <a:cxn ang="0">
                  <a:pos x="245" y="564"/>
                </a:cxn>
                <a:cxn ang="0">
                  <a:pos x="257" y="593"/>
                </a:cxn>
                <a:cxn ang="0">
                  <a:pos x="274" y="628"/>
                </a:cxn>
                <a:cxn ang="0">
                  <a:pos x="291" y="654"/>
                </a:cxn>
                <a:cxn ang="0">
                  <a:pos x="307" y="676"/>
                </a:cxn>
                <a:cxn ang="0">
                  <a:pos x="339" y="697"/>
                </a:cxn>
                <a:cxn ang="0">
                  <a:pos x="358" y="716"/>
                </a:cxn>
                <a:cxn ang="0">
                  <a:pos x="364" y="695"/>
                </a:cxn>
                <a:cxn ang="0">
                  <a:pos x="378" y="687"/>
                </a:cxn>
                <a:cxn ang="0">
                  <a:pos x="389" y="664"/>
                </a:cxn>
                <a:cxn ang="0">
                  <a:pos x="433" y="591"/>
                </a:cxn>
                <a:cxn ang="0">
                  <a:pos x="497" y="535"/>
                </a:cxn>
                <a:cxn ang="0">
                  <a:pos x="539" y="511"/>
                </a:cxn>
                <a:cxn ang="0">
                  <a:pos x="579" y="468"/>
                </a:cxn>
                <a:cxn ang="0">
                  <a:pos x="619" y="426"/>
                </a:cxn>
                <a:cxn ang="0">
                  <a:pos x="635" y="380"/>
                </a:cxn>
                <a:cxn ang="0">
                  <a:pos x="614" y="345"/>
                </a:cxn>
                <a:cxn ang="0">
                  <a:pos x="547" y="315"/>
                </a:cxn>
                <a:cxn ang="0">
                  <a:pos x="525" y="263"/>
                </a:cxn>
                <a:cxn ang="0">
                  <a:pos x="510" y="221"/>
                </a:cxn>
                <a:cxn ang="0">
                  <a:pos x="504" y="198"/>
                </a:cxn>
                <a:cxn ang="0">
                  <a:pos x="481" y="140"/>
                </a:cxn>
              </a:cxnLst>
              <a:rect l="0" t="0" r="r" b="b"/>
              <a:pathLst>
                <a:path w="635" h="716">
                  <a:moveTo>
                    <a:pt x="481" y="140"/>
                  </a:moveTo>
                  <a:lnTo>
                    <a:pt x="483" y="117"/>
                  </a:lnTo>
                  <a:lnTo>
                    <a:pt x="474" y="92"/>
                  </a:lnTo>
                  <a:lnTo>
                    <a:pt x="447" y="107"/>
                  </a:lnTo>
                  <a:lnTo>
                    <a:pt x="456" y="86"/>
                  </a:lnTo>
                  <a:lnTo>
                    <a:pt x="456" y="60"/>
                  </a:lnTo>
                  <a:lnTo>
                    <a:pt x="441" y="27"/>
                  </a:lnTo>
                  <a:lnTo>
                    <a:pt x="416" y="0"/>
                  </a:lnTo>
                  <a:lnTo>
                    <a:pt x="422" y="23"/>
                  </a:lnTo>
                  <a:lnTo>
                    <a:pt x="422" y="42"/>
                  </a:lnTo>
                  <a:lnTo>
                    <a:pt x="399" y="48"/>
                  </a:lnTo>
                  <a:lnTo>
                    <a:pt x="376" y="69"/>
                  </a:lnTo>
                  <a:lnTo>
                    <a:pt x="341" y="92"/>
                  </a:lnTo>
                  <a:lnTo>
                    <a:pt x="349" y="107"/>
                  </a:lnTo>
                  <a:lnTo>
                    <a:pt x="349" y="132"/>
                  </a:lnTo>
                  <a:lnTo>
                    <a:pt x="324" y="150"/>
                  </a:lnTo>
                  <a:lnTo>
                    <a:pt x="316" y="173"/>
                  </a:lnTo>
                  <a:lnTo>
                    <a:pt x="307" y="205"/>
                  </a:lnTo>
                  <a:lnTo>
                    <a:pt x="307" y="225"/>
                  </a:lnTo>
                  <a:lnTo>
                    <a:pt x="286" y="238"/>
                  </a:lnTo>
                  <a:lnTo>
                    <a:pt x="278" y="255"/>
                  </a:lnTo>
                  <a:lnTo>
                    <a:pt x="268" y="267"/>
                  </a:lnTo>
                  <a:lnTo>
                    <a:pt x="253" y="278"/>
                  </a:lnTo>
                  <a:lnTo>
                    <a:pt x="232" y="280"/>
                  </a:lnTo>
                  <a:lnTo>
                    <a:pt x="211" y="280"/>
                  </a:lnTo>
                  <a:lnTo>
                    <a:pt x="205" y="263"/>
                  </a:lnTo>
                  <a:lnTo>
                    <a:pt x="184" y="263"/>
                  </a:lnTo>
                  <a:lnTo>
                    <a:pt x="170" y="263"/>
                  </a:lnTo>
                  <a:lnTo>
                    <a:pt x="163" y="246"/>
                  </a:lnTo>
                  <a:lnTo>
                    <a:pt x="151" y="257"/>
                  </a:lnTo>
                  <a:lnTo>
                    <a:pt x="126" y="267"/>
                  </a:lnTo>
                  <a:lnTo>
                    <a:pt x="101" y="267"/>
                  </a:lnTo>
                  <a:lnTo>
                    <a:pt x="73" y="267"/>
                  </a:lnTo>
                  <a:lnTo>
                    <a:pt x="57" y="253"/>
                  </a:lnTo>
                  <a:lnTo>
                    <a:pt x="44" y="246"/>
                  </a:lnTo>
                  <a:lnTo>
                    <a:pt x="30" y="253"/>
                  </a:lnTo>
                  <a:lnTo>
                    <a:pt x="11" y="250"/>
                  </a:lnTo>
                  <a:lnTo>
                    <a:pt x="5" y="257"/>
                  </a:lnTo>
                  <a:lnTo>
                    <a:pt x="2" y="269"/>
                  </a:lnTo>
                  <a:lnTo>
                    <a:pt x="0" y="282"/>
                  </a:lnTo>
                  <a:lnTo>
                    <a:pt x="2" y="301"/>
                  </a:lnTo>
                  <a:lnTo>
                    <a:pt x="13" y="315"/>
                  </a:lnTo>
                  <a:lnTo>
                    <a:pt x="27" y="324"/>
                  </a:lnTo>
                  <a:lnTo>
                    <a:pt x="40" y="326"/>
                  </a:lnTo>
                  <a:lnTo>
                    <a:pt x="50" y="326"/>
                  </a:lnTo>
                  <a:lnTo>
                    <a:pt x="63" y="328"/>
                  </a:lnTo>
                  <a:lnTo>
                    <a:pt x="75" y="336"/>
                  </a:lnTo>
                  <a:lnTo>
                    <a:pt x="82" y="344"/>
                  </a:lnTo>
                  <a:lnTo>
                    <a:pt x="92" y="347"/>
                  </a:lnTo>
                  <a:lnTo>
                    <a:pt x="101" y="351"/>
                  </a:lnTo>
                  <a:lnTo>
                    <a:pt x="109" y="357"/>
                  </a:lnTo>
                  <a:lnTo>
                    <a:pt x="115" y="367"/>
                  </a:lnTo>
                  <a:lnTo>
                    <a:pt x="122" y="374"/>
                  </a:lnTo>
                  <a:lnTo>
                    <a:pt x="134" y="374"/>
                  </a:lnTo>
                  <a:lnTo>
                    <a:pt x="147" y="374"/>
                  </a:lnTo>
                  <a:lnTo>
                    <a:pt x="157" y="382"/>
                  </a:lnTo>
                  <a:lnTo>
                    <a:pt x="161" y="393"/>
                  </a:lnTo>
                  <a:lnTo>
                    <a:pt x="161" y="407"/>
                  </a:lnTo>
                  <a:lnTo>
                    <a:pt x="169" y="416"/>
                  </a:lnTo>
                  <a:lnTo>
                    <a:pt x="176" y="420"/>
                  </a:lnTo>
                  <a:lnTo>
                    <a:pt x="182" y="432"/>
                  </a:lnTo>
                  <a:lnTo>
                    <a:pt x="186" y="441"/>
                  </a:lnTo>
                  <a:lnTo>
                    <a:pt x="188" y="453"/>
                  </a:lnTo>
                  <a:lnTo>
                    <a:pt x="199" y="459"/>
                  </a:lnTo>
                  <a:lnTo>
                    <a:pt x="207" y="464"/>
                  </a:lnTo>
                  <a:lnTo>
                    <a:pt x="218" y="470"/>
                  </a:lnTo>
                  <a:lnTo>
                    <a:pt x="222" y="486"/>
                  </a:lnTo>
                  <a:lnTo>
                    <a:pt x="220" y="493"/>
                  </a:lnTo>
                  <a:lnTo>
                    <a:pt x="222" y="507"/>
                  </a:lnTo>
                  <a:lnTo>
                    <a:pt x="232" y="511"/>
                  </a:lnTo>
                  <a:lnTo>
                    <a:pt x="232" y="524"/>
                  </a:lnTo>
                  <a:lnTo>
                    <a:pt x="232" y="539"/>
                  </a:lnTo>
                  <a:lnTo>
                    <a:pt x="236" y="547"/>
                  </a:lnTo>
                  <a:lnTo>
                    <a:pt x="236" y="560"/>
                  </a:lnTo>
                  <a:lnTo>
                    <a:pt x="245" y="564"/>
                  </a:lnTo>
                  <a:lnTo>
                    <a:pt x="251" y="574"/>
                  </a:lnTo>
                  <a:lnTo>
                    <a:pt x="251" y="585"/>
                  </a:lnTo>
                  <a:lnTo>
                    <a:pt x="257" y="593"/>
                  </a:lnTo>
                  <a:lnTo>
                    <a:pt x="264" y="603"/>
                  </a:lnTo>
                  <a:lnTo>
                    <a:pt x="274" y="612"/>
                  </a:lnTo>
                  <a:lnTo>
                    <a:pt x="274" y="628"/>
                  </a:lnTo>
                  <a:lnTo>
                    <a:pt x="274" y="643"/>
                  </a:lnTo>
                  <a:lnTo>
                    <a:pt x="282" y="654"/>
                  </a:lnTo>
                  <a:lnTo>
                    <a:pt x="291" y="654"/>
                  </a:lnTo>
                  <a:lnTo>
                    <a:pt x="299" y="662"/>
                  </a:lnTo>
                  <a:lnTo>
                    <a:pt x="299" y="674"/>
                  </a:lnTo>
                  <a:lnTo>
                    <a:pt x="307" y="676"/>
                  </a:lnTo>
                  <a:lnTo>
                    <a:pt x="318" y="679"/>
                  </a:lnTo>
                  <a:lnTo>
                    <a:pt x="328" y="691"/>
                  </a:lnTo>
                  <a:lnTo>
                    <a:pt x="339" y="697"/>
                  </a:lnTo>
                  <a:lnTo>
                    <a:pt x="345" y="708"/>
                  </a:lnTo>
                  <a:lnTo>
                    <a:pt x="357" y="716"/>
                  </a:lnTo>
                  <a:lnTo>
                    <a:pt x="358" y="716"/>
                  </a:lnTo>
                  <a:lnTo>
                    <a:pt x="358" y="708"/>
                  </a:lnTo>
                  <a:lnTo>
                    <a:pt x="360" y="701"/>
                  </a:lnTo>
                  <a:lnTo>
                    <a:pt x="364" y="695"/>
                  </a:lnTo>
                  <a:lnTo>
                    <a:pt x="368" y="693"/>
                  </a:lnTo>
                  <a:lnTo>
                    <a:pt x="374" y="691"/>
                  </a:lnTo>
                  <a:lnTo>
                    <a:pt x="378" y="687"/>
                  </a:lnTo>
                  <a:lnTo>
                    <a:pt x="382" y="681"/>
                  </a:lnTo>
                  <a:lnTo>
                    <a:pt x="385" y="676"/>
                  </a:lnTo>
                  <a:lnTo>
                    <a:pt x="389" y="664"/>
                  </a:lnTo>
                  <a:lnTo>
                    <a:pt x="391" y="658"/>
                  </a:lnTo>
                  <a:lnTo>
                    <a:pt x="408" y="624"/>
                  </a:lnTo>
                  <a:lnTo>
                    <a:pt x="433" y="591"/>
                  </a:lnTo>
                  <a:lnTo>
                    <a:pt x="456" y="572"/>
                  </a:lnTo>
                  <a:lnTo>
                    <a:pt x="476" y="551"/>
                  </a:lnTo>
                  <a:lnTo>
                    <a:pt x="497" y="535"/>
                  </a:lnTo>
                  <a:lnTo>
                    <a:pt x="512" y="530"/>
                  </a:lnTo>
                  <a:lnTo>
                    <a:pt x="525" y="530"/>
                  </a:lnTo>
                  <a:lnTo>
                    <a:pt x="539" y="511"/>
                  </a:lnTo>
                  <a:lnTo>
                    <a:pt x="548" y="493"/>
                  </a:lnTo>
                  <a:lnTo>
                    <a:pt x="564" y="480"/>
                  </a:lnTo>
                  <a:lnTo>
                    <a:pt x="579" y="468"/>
                  </a:lnTo>
                  <a:lnTo>
                    <a:pt x="589" y="453"/>
                  </a:lnTo>
                  <a:lnTo>
                    <a:pt x="604" y="440"/>
                  </a:lnTo>
                  <a:lnTo>
                    <a:pt x="619" y="426"/>
                  </a:lnTo>
                  <a:lnTo>
                    <a:pt x="604" y="401"/>
                  </a:lnTo>
                  <a:lnTo>
                    <a:pt x="627" y="397"/>
                  </a:lnTo>
                  <a:lnTo>
                    <a:pt x="635" y="380"/>
                  </a:lnTo>
                  <a:lnTo>
                    <a:pt x="635" y="363"/>
                  </a:lnTo>
                  <a:lnTo>
                    <a:pt x="627" y="349"/>
                  </a:lnTo>
                  <a:lnTo>
                    <a:pt x="614" y="345"/>
                  </a:lnTo>
                  <a:lnTo>
                    <a:pt x="587" y="344"/>
                  </a:lnTo>
                  <a:lnTo>
                    <a:pt x="570" y="332"/>
                  </a:lnTo>
                  <a:lnTo>
                    <a:pt x="547" y="315"/>
                  </a:lnTo>
                  <a:lnTo>
                    <a:pt x="529" y="292"/>
                  </a:lnTo>
                  <a:lnTo>
                    <a:pt x="516" y="280"/>
                  </a:lnTo>
                  <a:lnTo>
                    <a:pt x="525" y="263"/>
                  </a:lnTo>
                  <a:lnTo>
                    <a:pt x="516" y="240"/>
                  </a:lnTo>
                  <a:lnTo>
                    <a:pt x="512" y="230"/>
                  </a:lnTo>
                  <a:lnTo>
                    <a:pt x="510" y="221"/>
                  </a:lnTo>
                  <a:lnTo>
                    <a:pt x="510" y="213"/>
                  </a:lnTo>
                  <a:lnTo>
                    <a:pt x="512" y="209"/>
                  </a:lnTo>
                  <a:lnTo>
                    <a:pt x="504" y="198"/>
                  </a:lnTo>
                  <a:lnTo>
                    <a:pt x="497" y="182"/>
                  </a:lnTo>
                  <a:lnTo>
                    <a:pt x="493" y="163"/>
                  </a:lnTo>
                  <a:lnTo>
                    <a:pt x="481" y="140"/>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4" name="Freeform 5">
              <a:extLst>
                <a:ext uri="{FF2B5EF4-FFF2-40B4-BE49-F238E27FC236}">
                  <a16:creationId xmlns:a16="http://schemas.microsoft.com/office/drawing/2014/main" id="{E3B31AB6-9455-14A3-DDCF-B49E7DD5AD53}"/>
                </a:ext>
              </a:extLst>
            </p:cNvPr>
            <p:cNvSpPr>
              <a:spLocks noChangeAspect="1"/>
            </p:cNvSpPr>
            <p:nvPr/>
          </p:nvSpPr>
          <p:spPr bwMode="auto">
            <a:xfrm>
              <a:off x="3525" y="3423"/>
              <a:ext cx="20" cy="31"/>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5" name="Freeform 6">
              <a:extLst>
                <a:ext uri="{FF2B5EF4-FFF2-40B4-BE49-F238E27FC236}">
                  <a16:creationId xmlns:a16="http://schemas.microsoft.com/office/drawing/2014/main" id="{A9A4A5FF-7027-EF9A-981F-E776E121EDDE}"/>
                </a:ext>
              </a:extLst>
            </p:cNvPr>
            <p:cNvSpPr>
              <a:spLocks noChangeAspect="1"/>
            </p:cNvSpPr>
            <p:nvPr/>
          </p:nvSpPr>
          <p:spPr bwMode="auto">
            <a:xfrm>
              <a:off x="3525" y="3423"/>
              <a:ext cx="20" cy="31"/>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6" name="Freeform 7">
              <a:extLst>
                <a:ext uri="{FF2B5EF4-FFF2-40B4-BE49-F238E27FC236}">
                  <a16:creationId xmlns:a16="http://schemas.microsoft.com/office/drawing/2014/main" id="{5FA94EAD-F50D-3AEF-64A0-535462E37697}"/>
                </a:ext>
              </a:extLst>
            </p:cNvPr>
            <p:cNvSpPr>
              <a:spLocks noChangeAspect="1"/>
            </p:cNvSpPr>
            <p:nvPr/>
          </p:nvSpPr>
          <p:spPr bwMode="auto">
            <a:xfrm>
              <a:off x="2803" y="3375"/>
              <a:ext cx="619" cy="585"/>
            </a:xfrm>
            <a:custGeom>
              <a:avLst/>
              <a:gdLst/>
              <a:ahLst/>
              <a:cxnLst>
                <a:cxn ang="0">
                  <a:pos x="463" y="743"/>
                </a:cxn>
                <a:cxn ang="0">
                  <a:pos x="403" y="628"/>
                </a:cxn>
                <a:cxn ang="0">
                  <a:pos x="298" y="519"/>
                </a:cxn>
                <a:cxn ang="0">
                  <a:pos x="202" y="453"/>
                </a:cxn>
                <a:cxn ang="0">
                  <a:pos x="69" y="352"/>
                </a:cxn>
                <a:cxn ang="0">
                  <a:pos x="18" y="365"/>
                </a:cxn>
                <a:cxn ang="0">
                  <a:pos x="142" y="237"/>
                </a:cxn>
                <a:cxn ang="0">
                  <a:pos x="234" y="135"/>
                </a:cxn>
                <a:cxn ang="0">
                  <a:pos x="300" y="66"/>
                </a:cxn>
                <a:cxn ang="0">
                  <a:pos x="403" y="6"/>
                </a:cxn>
                <a:cxn ang="0">
                  <a:pos x="520" y="4"/>
                </a:cxn>
                <a:cxn ang="0">
                  <a:pos x="632" y="37"/>
                </a:cxn>
                <a:cxn ang="0">
                  <a:pos x="739" y="110"/>
                </a:cxn>
                <a:cxn ang="0">
                  <a:pos x="823" y="171"/>
                </a:cxn>
                <a:cxn ang="0">
                  <a:pos x="864" y="231"/>
                </a:cxn>
                <a:cxn ang="0">
                  <a:pos x="839" y="292"/>
                </a:cxn>
                <a:cxn ang="0">
                  <a:pos x="883" y="292"/>
                </a:cxn>
                <a:cxn ang="0">
                  <a:pos x="820" y="390"/>
                </a:cxn>
                <a:cxn ang="0">
                  <a:pos x="754" y="496"/>
                </a:cxn>
                <a:cxn ang="0">
                  <a:pos x="678" y="580"/>
                </a:cxn>
                <a:cxn ang="0">
                  <a:pos x="603" y="632"/>
                </a:cxn>
                <a:cxn ang="0">
                  <a:pos x="624" y="603"/>
                </a:cxn>
                <a:cxn ang="0">
                  <a:pos x="641" y="570"/>
                </a:cxn>
                <a:cxn ang="0">
                  <a:pos x="691" y="538"/>
                </a:cxn>
                <a:cxn ang="0">
                  <a:pos x="726" y="492"/>
                </a:cxn>
                <a:cxn ang="0">
                  <a:pos x="745" y="450"/>
                </a:cxn>
                <a:cxn ang="0">
                  <a:pos x="770" y="457"/>
                </a:cxn>
                <a:cxn ang="0">
                  <a:pos x="770" y="419"/>
                </a:cxn>
                <a:cxn ang="0">
                  <a:pos x="729" y="430"/>
                </a:cxn>
                <a:cxn ang="0">
                  <a:pos x="693" y="375"/>
                </a:cxn>
                <a:cxn ang="0">
                  <a:pos x="691" y="423"/>
                </a:cxn>
                <a:cxn ang="0">
                  <a:pos x="681" y="453"/>
                </a:cxn>
                <a:cxn ang="0">
                  <a:pos x="666" y="511"/>
                </a:cxn>
                <a:cxn ang="0">
                  <a:pos x="639" y="546"/>
                </a:cxn>
                <a:cxn ang="0">
                  <a:pos x="610" y="576"/>
                </a:cxn>
                <a:cxn ang="0">
                  <a:pos x="580" y="607"/>
                </a:cxn>
                <a:cxn ang="0">
                  <a:pos x="568" y="613"/>
                </a:cxn>
                <a:cxn ang="0">
                  <a:pos x="582" y="647"/>
                </a:cxn>
                <a:cxn ang="0">
                  <a:pos x="561" y="699"/>
                </a:cxn>
                <a:cxn ang="0">
                  <a:pos x="536" y="743"/>
                </a:cxn>
                <a:cxn ang="0">
                  <a:pos x="536" y="711"/>
                </a:cxn>
                <a:cxn ang="0">
                  <a:pos x="539" y="684"/>
                </a:cxn>
                <a:cxn ang="0">
                  <a:pos x="516" y="665"/>
                </a:cxn>
                <a:cxn ang="0">
                  <a:pos x="495" y="701"/>
                </a:cxn>
                <a:cxn ang="0">
                  <a:pos x="499" y="718"/>
                </a:cxn>
                <a:cxn ang="0">
                  <a:pos x="511" y="747"/>
                </a:cxn>
                <a:cxn ang="0">
                  <a:pos x="514" y="764"/>
                </a:cxn>
                <a:cxn ang="0">
                  <a:pos x="491" y="797"/>
                </a:cxn>
              </a:cxnLst>
              <a:rect l="0" t="0" r="r" b="b"/>
              <a:pathLst>
                <a:path w="883" h="833">
                  <a:moveTo>
                    <a:pt x="463" y="833"/>
                  </a:moveTo>
                  <a:lnTo>
                    <a:pt x="447" y="816"/>
                  </a:lnTo>
                  <a:lnTo>
                    <a:pt x="447" y="760"/>
                  </a:lnTo>
                  <a:lnTo>
                    <a:pt x="463" y="743"/>
                  </a:lnTo>
                  <a:lnTo>
                    <a:pt x="476" y="739"/>
                  </a:lnTo>
                  <a:lnTo>
                    <a:pt x="488" y="716"/>
                  </a:lnTo>
                  <a:lnTo>
                    <a:pt x="455" y="672"/>
                  </a:lnTo>
                  <a:lnTo>
                    <a:pt x="403" y="628"/>
                  </a:lnTo>
                  <a:lnTo>
                    <a:pt x="397" y="601"/>
                  </a:lnTo>
                  <a:lnTo>
                    <a:pt x="355" y="563"/>
                  </a:lnTo>
                  <a:lnTo>
                    <a:pt x="328" y="561"/>
                  </a:lnTo>
                  <a:lnTo>
                    <a:pt x="298" y="519"/>
                  </a:lnTo>
                  <a:lnTo>
                    <a:pt x="273" y="509"/>
                  </a:lnTo>
                  <a:lnTo>
                    <a:pt x="257" y="509"/>
                  </a:lnTo>
                  <a:lnTo>
                    <a:pt x="244" y="486"/>
                  </a:lnTo>
                  <a:lnTo>
                    <a:pt x="202" y="453"/>
                  </a:lnTo>
                  <a:lnTo>
                    <a:pt x="175" y="453"/>
                  </a:lnTo>
                  <a:lnTo>
                    <a:pt x="133" y="415"/>
                  </a:lnTo>
                  <a:lnTo>
                    <a:pt x="100" y="392"/>
                  </a:lnTo>
                  <a:lnTo>
                    <a:pt x="69" y="352"/>
                  </a:lnTo>
                  <a:lnTo>
                    <a:pt x="52" y="365"/>
                  </a:lnTo>
                  <a:lnTo>
                    <a:pt x="23" y="394"/>
                  </a:lnTo>
                  <a:lnTo>
                    <a:pt x="0" y="398"/>
                  </a:lnTo>
                  <a:lnTo>
                    <a:pt x="18" y="365"/>
                  </a:lnTo>
                  <a:lnTo>
                    <a:pt x="25" y="344"/>
                  </a:lnTo>
                  <a:lnTo>
                    <a:pt x="108" y="273"/>
                  </a:lnTo>
                  <a:lnTo>
                    <a:pt x="113" y="256"/>
                  </a:lnTo>
                  <a:lnTo>
                    <a:pt x="142" y="237"/>
                  </a:lnTo>
                  <a:lnTo>
                    <a:pt x="146" y="212"/>
                  </a:lnTo>
                  <a:lnTo>
                    <a:pt x="196" y="156"/>
                  </a:lnTo>
                  <a:lnTo>
                    <a:pt x="231" y="154"/>
                  </a:lnTo>
                  <a:lnTo>
                    <a:pt x="234" y="135"/>
                  </a:lnTo>
                  <a:lnTo>
                    <a:pt x="223" y="127"/>
                  </a:lnTo>
                  <a:lnTo>
                    <a:pt x="231" y="112"/>
                  </a:lnTo>
                  <a:lnTo>
                    <a:pt x="246" y="112"/>
                  </a:lnTo>
                  <a:lnTo>
                    <a:pt x="300" y="66"/>
                  </a:lnTo>
                  <a:lnTo>
                    <a:pt x="319" y="45"/>
                  </a:lnTo>
                  <a:lnTo>
                    <a:pt x="338" y="37"/>
                  </a:lnTo>
                  <a:lnTo>
                    <a:pt x="367" y="29"/>
                  </a:lnTo>
                  <a:lnTo>
                    <a:pt x="403" y="6"/>
                  </a:lnTo>
                  <a:lnTo>
                    <a:pt x="455" y="0"/>
                  </a:lnTo>
                  <a:lnTo>
                    <a:pt x="467" y="2"/>
                  </a:lnTo>
                  <a:lnTo>
                    <a:pt x="499" y="4"/>
                  </a:lnTo>
                  <a:lnTo>
                    <a:pt x="520" y="4"/>
                  </a:lnTo>
                  <a:lnTo>
                    <a:pt x="549" y="14"/>
                  </a:lnTo>
                  <a:lnTo>
                    <a:pt x="578" y="18"/>
                  </a:lnTo>
                  <a:lnTo>
                    <a:pt x="612" y="27"/>
                  </a:lnTo>
                  <a:lnTo>
                    <a:pt x="632" y="37"/>
                  </a:lnTo>
                  <a:lnTo>
                    <a:pt x="656" y="52"/>
                  </a:lnTo>
                  <a:lnTo>
                    <a:pt x="697" y="60"/>
                  </a:lnTo>
                  <a:lnTo>
                    <a:pt x="720" y="85"/>
                  </a:lnTo>
                  <a:lnTo>
                    <a:pt x="739" y="110"/>
                  </a:lnTo>
                  <a:lnTo>
                    <a:pt x="766" y="137"/>
                  </a:lnTo>
                  <a:lnTo>
                    <a:pt x="770" y="158"/>
                  </a:lnTo>
                  <a:lnTo>
                    <a:pt x="798" y="173"/>
                  </a:lnTo>
                  <a:lnTo>
                    <a:pt x="823" y="171"/>
                  </a:lnTo>
                  <a:lnTo>
                    <a:pt x="866" y="173"/>
                  </a:lnTo>
                  <a:lnTo>
                    <a:pt x="883" y="192"/>
                  </a:lnTo>
                  <a:lnTo>
                    <a:pt x="871" y="210"/>
                  </a:lnTo>
                  <a:lnTo>
                    <a:pt x="864" y="231"/>
                  </a:lnTo>
                  <a:lnTo>
                    <a:pt x="843" y="246"/>
                  </a:lnTo>
                  <a:lnTo>
                    <a:pt x="839" y="263"/>
                  </a:lnTo>
                  <a:lnTo>
                    <a:pt x="829" y="283"/>
                  </a:lnTo>
                  <a:lnTo>
                    <a:pt x="839" y="292"/>
                  </a:lnTo>
                  <a:lnTo>
                    <a:pt x="848" y="286"/>
                  </a:lnTo>
                  <a:lnTo>
                    <a:pt x="858" y="273"/>
                  </a:lnTo>
                  <a:lnTo>
                    <a:pt x="873" y="279"/>
                  </a:lnTo>
                  <a:lnTo>
                    <a:pt x="883" y="292"/>
                  </a:lnTo>
                  <a:lnTo>
                    <a:pt x="862" y="321"/>
                  </a:lnTo>
                  <a:lnTo>
                    <a:pt x="843" y="350"/>
                  </a:lnTo>
                  <a:lnTo>
                    <a:pt x="825" y="365"/>
                  </a:lnTo>
                  <a:lnTo>
                    <a:pt x="820" y="390"/>
                  </a:lnTo>
                  <a:lnTo>
                    <a:pt x="812" y="415"/>
                  </a:lnTo>
                  <a:lnTo>
                    <a:pt x="797" y="450"/>
                  </a:lnTo>
                  <a:lnTo>
                    <a:pt x="774" y="475"/>
                  </a:lnTo>
                  <a:lnTo>
                    <a:pt x="754" y="496"/>
                  </a:lnTo>
                  <a:lnTo>
                    <a:pt x="735" y="522"/>
                  </a:lnTo>
                  <a:lnTo>
                    <a:pt x="720" y="547"/>
                  </a:lnTo>
                  <a:lnTo>
                    <a:pt x="697" y="569"/>
                  </a:lnTo>
                  <a:lnTo>
                    <a:pt x="678" y="580"/>
                  </a:lnTo>
                  <a:lnTo>
                    <a:pt x="651" y="594"/>
                  </a:lnTo>
                  <a:lnTo>
                    <a:pt x="632" y="609"/>
                  </a:lnTo>
                  <a:lnTo>
                    <a:pt x="614" y="626"/>
                  </a:lnTo>
                  <a:lnTo>
                    <a:pt x="603" y="632"/>
                  </a:lnTo>
                  <a:lnTo>
                    <a:pt x="597" y="618"/>
                  </a:lnTo>
                  <a:lnTo>
                    <a:pt x="589" y="605"/>
                  </a:lnTo>
                  <a:lnTo>
                    <a:pt x="601" y="603"/>
                  </a:lnTo>
                  <a:lnTo>
                    <a:pt x="624" y="603"/>
                  </a:lnTo>
                  <a:lnTo>
                    <a:pt x="632" y="597"/>
                  </a:lnTo>
                  <a:lnTo>
                    <a:pt x="626" y="588"/>
                  </a:lnTo>
                  <a:lnTo>
                    <a:pt x="633" y="580"/>
                  </a:lnTo>
                  <a:lnTo>
                    <a:pt x="641" y="570"/>
                  </a:lnTo>
                  <a:lnTo>
                    <a:pt x="666" y="576"/>
                  </a:lnTo>
                  <a:lnTo>
                    <a:pt x="679" y="567"/>
                  </a:lnTo>
                  <a:lnTo>
                    <a:pt x="689" y="551"/>
                  </a:lnTo>
                  <a:lnTo>
                    <a:pt x="691" y="538"/>
                  </a:lnTo>
                  <a:lnTo>
                    <a:pt x="691" y="517"/>
                  </a:lnTo>
                  <a:lnTo>
                    <a:pt x="701" y="513"/>
                  </a:lnTo>
                  <a:lnTo>
                    <a:pt x="716" y="507"/>
                  </a:lnTo>
                  <a:lnTo>
                    <a:pt x="726" y="492"/>
                  </a:lnTo>
                  <a:lnTo>
                    <a:pt x="726" y="475"/>
                  </a:lnTo>
                  <a:lnTo>
                    <a:pt x="743" y="473"/>
                  </a:lnTo>
                  <a:lnTo>
                    <a:pt x="745" y="463"/>
                  </a:lnTo>
                  <a:lnTo>
                    <a:pt x="745" y="450"/>
                  </a:lnTo>
                  <a:lnTo>
                    <a:pt x="754" y="450"/>
                  </a:lnTo>
                  <a:lnTo>
                    <a:pt x="760" y="463"/>
                  </a:lnTo>
                  <a:lnTo>
                    <a:pt x="768" y="465"/>
                  </a:lnTo>
                  <a:lnTo>
                    <a:pt x="770" y="457"/>
                  </a:lnTo>
                  <a:lnTo>
                    <a:pt x="777" y="451"/>
                  </a:lnTo>
                  <a:lnTo>
                    <a:pt x="777" y="442"/>
                  </a:lnTo>
                  <a:lnTo>
                    <a:pt x="777" y="427"/>
                  </a:lnTo>
                  <a:lnTo>
                    <a:pt x="770" y="419"/>
                  </a:lnTo>
                  <a:lnTo>
                    <a:pt x="760" y="419"/>
                  </a:lnTo>
                  <a:lnTo>
                    <a:pt x="750" y="425"/>
                  </a:lnTo>
                  <a:lnTo>
                    <a:pt x="745" y="434"/>
                  </a:lnTo>
                  <a:lnTo>
                    <a:pt x="729" y="430"/>
                  </a:lnTo>
                  <a:lnTo>
                    <a:pt x="724" y="415"/>
                  </a:lnTo>
                  <a:lnTo>
                    <a:pt x="710" y="400"/>
                  </a:lnTo>
                  <a:lnTo>
                    <a:pt x="703" y="384"/>
                  </a:lnTo>
                  <a:lnTo>
                    <a:pt x="693" y="375"/>
                  </a:lnTo>
                  <a:lnTo>
                    <a:pt x="693" y="386"/>
                  </a:lnTo>
                  <a:lnTo>
                    <a:pt x="697" y="400"/>
                  </a:lnTo>
                  <a:lnTo>
                    <a:pt x="697" y="413"/>
                  </a:lnTo>
                  <a:lnTo>
                    <a:pt x="691" y="423"/>
                  </a:lnTo>
                  <a:lnTo>
                    <a:pt x="695" y="428"/>
                  </a:lnTo>
                  <a:lnTo>
                    <a:pt x="697" y="440"/>
                  </a:lnTo>
                  <a:lnTo>
                    <a:pt x="689" y="450"/>
                  </a:lnTo>
                  <a:lnTo>
                    <a:pt x="681" y="453"/>
                  </a:lnTo>
                  <a:lnTo>
                    <a:pt x="670" y="459"/>
                  </a:lnTo>
                  <a:lnTo>
                    <a:pt x="672" y="480"/>
                  </a:lnTo>
                  <a:lnTo>
                    <a:pt x="676" y="503"/>
                  </a:lnTo>
                  <a:lnTo>
                    <a:pt x="666" y="511"/>
                  </a:lnTo>
                  <a:lnTo>
                    <a:pt x="664" y="522"/>
                  </a:lnTo>
                  <a:lnTo>
                    <a:pt x="656" y="528"/>
                  </a:lnTo>
                  <a:lnTo>
                    <a:pt x="643" y="534"/>
                  </a:lnTo>
                  <a:lnTo>
                    <a:pt x="639" y="546"/>
                  </a:lnTo>
                  <a:lnTo>
                    <a:pt x="628" y="547"/>
                  </a:lnTo>
                  <a:lnTo>
                    <a:pt x="614" y="551"/>
                  </a:lnTo>
                  <a:lnTo>
                    <a:pt x="612" y="563"/>
                  </a:lnTo>
                  <a:lnTo>
                    <a:pt x="610" y="576"/>
                  </a:lnTo>
                  <a:lnTo>
                    <a:pt x="597" y="580"/>
                  </a:lnTo>
                  <a:lnTo>
                    <a:pt x="587" y="588"/>
                  </a:lnTo>
                  <a:lnTo>
                    <a:pt x="580" y="592"/>
                  </a:lnTo>
                  <a:lnTo>
                    <a:pt x="580" y="607"/>
                  </a:lnTo>
                  <a:lnTo>
                    <a:pt x="578" y="607"/>
                  </a:lnTo>
                  <a:lnTo>
                    <a:pt x="574" y="607"/>
                  </a:lnTo>
                  <a:lnTo>
                    <a:pt x="570" y="609"/>
                  </a:lnTo>
                  <a:lnTo>
                    <a:pt x="568" y="613"/>
                  </a:lnTo>
                  <a:lnTo>
                    <a:pt x="568" y="622"/>
                  </a:lnTo>
                  <a:lnTo>
                    <a:pt x="568" y="626"/>
                  </a:lnTo>
                  <a:lnTo>
                    <a:pt x="580" y="628"/>
                  </a:lnTo>
                  <a:lnTo>
                    <a:pt x="582" y="647"/>
                  </a:lnTo>
                  <a:lnTo>
                    <a:pt x="580" y="657"/>
                  </a:lnTo>
                  <a:lnTo>
                    <a:pt x="572" y="672"/>
                  </a:lnTo>
                  <a:lnTo>
                    <a:pt x="564" y="688"/>
                  </a:lnTo>
                  <a:lnTo>
                    <a:pt x="561" y="699"/>
                  </a:lnTo>
                  <a:lnTo>
                    <a:pt x="561" y="716"/>
                  </a:lnTo>
                  <a:lnTo>
                    <a:pt x="549" y="736"/>
                  </a:lnTo>
                  <a:lnTo>
                    <a:pt x="536" y="751"/>
                  </a:lnTo>
                  <a:lnTo>
                    <a:pt x="536" y="743"/>
                  </a:lnTo>
                  <a:lnTo>
                    <a:pt x="543" y="730"/>
                  </a:lnTo>
                  <a:lnTo>
                    <a:pt x="536" y="728"/>
                  </a:lnTo>
                  <a:lnTo>
                    <a:pt x="530" y="722"/>
                  </a:lnTo>
                  <a:lnTo>
                    <a:pt x="536" y="711"/>
                  </a:lnTo>
                  <a:lnTo>
                    <a:pt x="538" y="709"/>
                  </a:lnTo>
                  <a:lnTo>
                    <a:pt x="539" y="699"/>
                  </a:lnTo>
                  <a:lnTo>
                    <a:pt x="539" y="688"/>
                  </a:lnTo>
                  <a:lnTo>
                    <a:pt x="539" y="684"/>
                  </a:lnTo>
                  <a:lnTo>
                    <a:pt x="539" y="661"/>
                  </a:lnTo>
                  <a:lnTo>
                    <a:pt x="532" y="651"/>
                  </a:lnTo>
                  <a:lnTo>
                    <a:pt x="524" y="655"/>
                  </a:lnTo>
                  <a:lnTo>
                    <a:pt x="516" y="665"/>
                  </a:lnTo>
                  <a:lnTo>
                    <a:pt x="513" y="680"/>
                  </a:lnTo>
                  <a:lnTo>
                    <a:pt x="509" y="689"/>
                  </a:lnTo>
                  <a:lnTo>
                    <a:pt x="501" y="699"/>
                  </a:lnTo>
                  <a:lnTo>
                    <a:pt x="495" y="701"/>
                  </a:lnTo>
                  <a:lnTo>
                    <a:pt x="501" y="711"/>
                  </a:lnTo>
                  <a:lnTo>
                    <a:pt x="501" y="712"/>
                  </a:lnTo>
                  <a:lnTo>
                    <a:pt x="499" y="714"/>
                  </a:lnTo>
                  <a:lnTo>
                    <a:pt x="499" y="718"/>
                  </a:lnTo>
                  <a:lnTo>
                    <a:pt x="503" y="720"/>
                  </a:lnTo>
                  <a:lnTo>
                    <a:pt x="513" y="724"/>
                  </a:lnTo>
                  <a:lnTo>
                    <a:pt x="514" y="728"/>
                  </a:lnTo>
                  <a:lnTo>
                    <a:pt x="511" y="747"/>
                  </a:lnTo>
                  <a:lnTo>
                    <a:pt x="501" y="766"/>
                  </a:lnTo>
                  <a:lnTo>
                    <a:pt x="488" y="780"/>
                  </a:lnTo>
                  <a:lnTo>
                    <a:pt x="495" y="778"/>
                  </a:lnTo>
                  <a:lnTo>
                    <a:pt x="514" y="764"/>
                  </a:lnTo>
                  <a:lnTo>
                    <a:pt x="528" y="755"/>
                  </a:lnTo>
                  <a:lnTo>
                    <a:pt x="524" y="764"/>
                  </a:lnTo>
                  <a:lnTo>
                    <a:pt x="509" y="784"/>
                  </a:lnTo>
                  <a:lnTo>
                    <a:pt x="491" y="797"/>
                  </a:lnTo>
                  <a:lnTo>
                    <a:pt x="480" y="818"/>
                  </a:lnTo>
                  <a:lnTo>
                    <a:pt x="463" y="833"/>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7" name="Freeform 8">
              <a:extLst>
                <a:ext uri="{FF2B5EF4-FFF2-40B4-BE49-F238E27FC236}">
                  <a16:creationId xmlns:a16="http://schemas.microsoft.com/office/drawing/2014/main" id="{CD1CC573-1E3F-E96F-6DBA-354EA82B28EB}"/>
                </a:ext>
              </a:extLst>
            </p:cNvPr>
            <p:cNvSpPr>
              <a:spLocks noChangeAspect="1"/>
            </p:cNvSpPr>
            <p:nvPr/>
          </p:nvSpPr>
          <p:spPr bwMode="auto">
            <a:xfrm>
              <a:off x="3122" y="3284"/>
              <a:ext cx="409" cy="296"/>
            </a:xfrm>
            <a:custGeom>
              <a:avLst/>
              <a:gdLst/>
              <a:ahLst/>
              <a:cxnLst>
                <a:cxn ang="0">
                  <a:pos x="4" y="59"/>
                </a:cxn>
                <a:cxn ang="0">
                  <a:pos x="0" y="98"/>
                </a:cxn>
                <a:cxn ang="0">
                  <a:pos x="12" y="132"/>
                </a:cxn>
                <a:cxn ang="0">
                  <a:pos x="94" y="144"/>
                </a:cxn>
                <a:cxn ang="0">
                  <a:pos x="177" y="167"/>
                </a:cxn>
                <a:cxn ang="0">
                  <a:pos x="265" y="215"/>
                </a:cxn>
                <a:cxn ang="0">
                  <a:pos x="315" y="288"/>
                </a:cxn>
                <a:cxn ang="0">
                  <a:pos x="411" y="303"/>
                </a:cxn>
                <a:cxn ang="0">
                  <a:pos x="409" y="361"/>
                </a:cxn>
                <a:cxn ang="0">
                  <a:pos x="374" y="413"/>
                </a:cxn>
                <a:cxn ang="0">
                  <a:pos x="403" y="403"/>
                </a:cxn>
                <a:cxn ang="0">
                  <a:pos x="437" y="409"/>
                </a:cxn>
                <a:cxn ang="0">
                  <a:pos x="468" y="378"/>
                </a:cxn>
                <a:cxn ang="0">
                  <a:pos x="503" y="351"/>
                </a:cxn>
                <a:cxn ang="0">
                  <a:pos x="531" y="334"/>
                </a:cxn>
                <a:cxn ang="0">
                  <a:pos x="516" y="307"/>
                </a:cxn>
                <a:cxn ang="0">
                  <a:pos x="541" y="313"/>
                </a:cxn>
                <a:cxn ang="0">
                  <a:pos x="554" y="319"/>
                </a:cxn>
                <a:cxn ang="0">
                  <a:pos x="562" y="313"/>
                </a:cxn>
                <a:cxn ang="0">
                  <a:pos x="564" y="280"/>
                </a:cxn>
                <a:cxn ang="0">
                  <a:pos x="568" y="244"/>
                </a:cxn>
                <a:cxn ang="0">
                  <a:pos x="579" y="205"/>
                </a:cxn>
                <a:cxn ang="0">
                  <a:pos x="568" y="157"/>
                </a:cxn>
                <a:cxn ang="0">
                  <a:pos x="554" y="130"/>
                </a:cxn>
                <a:cxn ang="0">
                  <a:pos x="566" y="88"/>
                </a:cxn>
                <a:cxn ang="0">
                  <a:pos x="574" y="56"/>
                </a:cxn>
                <a:cxn ang="0">
                  <a:pos x="576" y="35"/>
                </a:cxn>
                <a:cxn ang="0">
                  <a:pos x="539" y="11"/>
                </a:cxn>
                <a:cxn ang="0">
                  <a:pos x="489" y="19"/>
                </a:cxn>
                <a:cxn ang="0">
                  <a:pos x="445" y="31"/>
                </a:cxn>
                <a:cxn ang="0">
                  <a:pos x="414" y="2"/>
                </a:cxn>
                <a:cxn ang="0">
                  <a:pos x="384" y="13"/>
                </a:cxn>
                <a:cxn ang="0">
                  <a:pos x="349" y="4"/>
                </a:cxn>
                <a:cxn ang="0">
                  <a:pos x="319" y="27"/>
                </a:cxn>
                <a:cxn ang="0">
                  <a:pos x="295" y="29"/>
                </a:cxn>
                <a:cxn ang="0">
                  <a:pos x="276" y="52"/>
                </a:cxn>
                <a:cxn ang="0">
                  <a:pos x="265" y="81"/>
                </a:cxn>
                <a:cxn ang="0">
                  <a:pos x="242" y="77"/>
                </a:cxn>
                <a:cxn ang="0">
                  <a:pos x="228" y="79"/>
                </a:cxn>
                <a:cxn ang="0">
                  <a:pos x="213" y="77"/>
                </a:cxn>
                <a:cxn ang="0">
                  <a:pos x="178" y="67"/>
                </a:cxn>
                <a:cxn ang="0">
                  <a:pos x="152" y="48"/>
                </a:cxn>
                <a:cxn ang="0">
                  <a:pos x="113" y="42"/>
                </a:cxn>
                <a:cxn ang="0">
                  <a:pos x="79" y="35"/>
                </a:cxn>
                <a:cxn ang="0">
                  <a:pos x="46" y="23"/>
                </a:cxn>
                <a:cxn ang="0">
                  <a:pos x="0" y="29"/>
                </a:cxn>
              </a:cxnLst>
              <a:rect l="0" t="0" r="r" b="b"/>
              <a:pathLst>
                <a:path w="583" h="422">
                  <a:moveTo>
                    <a:pt x="0" y="29"/>
                  </a:moveTo>
                  <a:lnTo>
                    <a:pt x="0" y="42"/>
                  </a:lnTo>
                  <a:lnTo>
                    <a:pt x="4" y="59"/>
                  </a:lnTo>
                  <a:lnTo>
                    <a:pt x="13" y="73"/>
                  </a:lnTo>
                  <a:lnTo>
                    <a:pt x="6" y="82"/>
                  </a:lnTo>
                  <a:lnTo>
                    <a:pt x="0" y="98"/>
                  </a:lnTo>
                  <a:lnTo>
                    <a:pt x="0" y="121"/>
                  </a:lnTo>
                  <a:lnTo>
                    <a:pt x="2" y="130"/>
                  </a:lnTo>
                  <a:lnTo>
                    <a:pt x="12" y="132"/>
                  </a:lnTo>
                  <a:lnTo>
                    <a:pt x="44" y="134"/>
                  </a:lnTo>
                  <a:lnTo>
                    <a:pt x="65" y="134"/>
                  </a:lnTo>
                  <a:lnTo>
                    <a:pt x="94" y="144"/>
                  </a:lnTo>
                  <a:lnTo>
                    <a:pt x="123" y="148"/>
                  </a:lnTo>
                  <a:lnTo>
                    <a:pt x="157" y="157"/>
                  </a:lnTo>
                  <a:lnTo>
                    <a:pt x="177" y="167"/>
                  </a:lnTo>
                  <a:lnTo>
                    <a:pt x="201" y="182"/>
                  </a:lnTo>
                  <a:lnTo>
                    <a:pt x="242" y="190"/>
                  </a:lnTo>
                  <a:lnTo>
                    <a:pt x="265" y="215"/>
                  </a:lnTo>
                  <a:lnTo>
                    <a:pt x="284" y="240"/>
                  </a:lnTo>
                  <a:lnTo>
                    <a:pt x="311" y="267"/>
                  </a:lnTo>
                  <a:lnTo>
                    <a:pt x="315" y="288"/>
                  </a:lnTo>
                  <a:lnTo>
                    <a:pt x="343" y="303"/>
                  </a:lnTo>
                  <a:lnTo>
                    <a:pt x="368" y="301"/>
                  </a:lnTo>
                  <a:lnTo>
                    <a:pt x="411" y="303"/>
                  </a:lnTo>
                  <a:lnTo>
                    <a:pt x="428" y="322"/>
                  </a:lnTo>
                  <a:lnTo>
                    <a:pt x="416" y="340"/>
                  </a:lnTo>
                  <a:lnTo>
                    <a:pt x="409" y="361"/>
                  </a:lnTo>
                  <a:lnTo>
                    <a:pt x="388" y="376"/>
                  </a:lnTo>
                  <a:lnTo>
                    <a:pt x="384" y="393"/>
                  </a:lnTo>
                  <a:lnTo>
                    <a:pt x="374" y="413"/>
                  </a:lnTo>
                  <a:lnTo>
                    <a:pt x="384" y="422"/>
                  </a:lnTo>
                  <a:lnTo>
                    <a:pt x="393" y="416"/>
                  </a:lnTo>
                  <a:lnTo>
                    <a:pt x="403" y="403"/>
                  </a:lnTo>
                  <a:lnTo>
                    <a:pt x="418" y="409"/>
                  </a:lnTo>
                  <a:lnTo>
                    <a:pt x="426" y="420"/>
                  </a:lnTo>
                  <a:lnTo>
                    <a:pt x="437" y="409"/>
                  </a:lnTo>
                  <a:lnTo>
                    <a:pt x="447" y="397"/>
                  </a:lnTo>
                  <a:lnTo>
                    <a:pt x="457" y="388"/>
                  </a:lnTo>
                  <a:lnTo>
                    <a:pt x="468" y="378"/>
                  </a:lnTo>
                  <a:lnTo>
                    <a:pt x="482" y="368"/>
                  </a:lnTo>
                  <a:lnTo>
                    <a:pt x="493" y="357"/>
                  </a:lnTo>
                  <a:lnTo>
                    <a:pt x="503" y="351"/>
                  </a:lnTo>
                  <a:lnTo>
                    <a:pt x="520" y="347"/>
                  </a:lnTo>
                  <a:lnTo>
                    <a:pt x="531" y="345"/>
                  </a:lnTo>
                  <a:lnTo>
                    <a:pt x="531" y="334"/>
                  </a:lnTo>
                  <a:lnTo>
                    <a:pt x="524" y="326"/>
                  </a:lnTo>
                  <a:lnTo>
                    <a:pt x="516" y="315"/>
                  </a:lnTo>
                  <a:lnTo>
                    <a:pt x="516" y="307"/>
                  </a:lnTo>
                  <a:lnTo>
                    <a:pt x="531" y="305"/>
                  </a:lnTo>
                  <a:lnTo>
                    <a:pt x="537" y="294"/>
                  </a:lnTo>
                  <a:lnTo>
                    <a:pt x="541" y="313"/>
                  </a:lnTo>
                  <a:lnTo>
                    <a:pt x="543" y="315"/>
                  </a:lnTo>
                  <a:lnTo>
                    <a:pt x="551" y="319"/>
                  </a:lnTo>
                  <a:lnTo>
                    <a:pt x="554" y="319"/>
                  </a:lnTo>
                  <a:lnTo>
                    <a:pt x="558" y="319"/>
                  </a:lnTo>
                  <a:lnTo>
                    <a:pt x="560" y="317"/>
                  </a:lnTo>
                  <a:lnTo>
                    <a:pt x="562" y="313"/>
                  </a:lnTo>
                  <a:lnTo>
                    <a:pt x="564" y="301"/>
                  </a:lnTo>
                  <a:lnTo>
                    <a:pt x="564" y="297"/>
                  </a:lnTo>
                  <a:lnTo>
                    <a:pt x="564" y="280"/>
                  </a:lnTo>
                  <a:lnTo>
                    <a:pt x="566" y="265"/>
                  </a:lnTo>
                  <a:lnTo>
                    <a:pt x="572" y="255"/>
                  </a:lnTo>
                  <a:lnTo>
                    <a:pt x="568" y="244"/>
                  </a:lnTo>
                  <a:lnTo>
                    <a:pt x="568" y="230"/>
                  </a:lnTo>
                  <a:lnTo>
                    <a:pt x="574" y="221"/>
                  </a:lnTo>
                  <a:lnTo>
                    <a:pt x="579" y="205"/>
                  </a:lnTo>
                  <a:lnTo>
                    <a:pt x="583" y="186"/>
                  </a:lnTo>
                  <a:lnTo>
                    <a:pt x="576" y="171"/>
                  </a:lnTo>
                  <a:lnTo>
                    <a:pt x="568" y="157"/>
                  </a:lnTo>
                  <a:lnTo>
                    <a:pt x="562" y="152"/>
                  </a:lnTo>
                  <a:lnTo>
                    <a:pt x="560" y="144"/>
                  </a:lnTo>
                  <a:lnTo>
                    <a:pt x="554" y="130"/>
                  </a:lnTo>
                  <a:lnTo>
                    <a:pt x="554" y="115"/>
                  </a:lnTo>
                  <a:lnTo>
                    <a:pt x="556" y="102"/>
                  </a:lnTo>
                  <a:lnTo>
                    <a:pt x="566" y="88"/>
                  </a:lnTo>
                  <a:lnTo>
                    <a:pt x="566" y="77"/>
                  </a:lnTo>
                  <a:lnTo>
                    <a:pt x="568" y="63"/>
                  </a:lnTo>
                  <a:lnTo>
                    <a:pt x="574" y="56"/>
                  </a:lnTo>
                  <a:lnTo>
                    <a:pt x="566" y="48"/>
                  </a:lnTo>
                  <a:lnTo>
                    <a:pt x="578" y="42"/>
                  </a:lnTo>
                  <a:lnTo>
                    <a:pt x="576" y="35"/>
                  </a:lnTo>
                  <a:lnTo>
                    <a:pt x="576" y="23"/>
                  </a:lnTo>
                  <a:lnTo>
                    <a:pt x="560" y="10"/>
                  </a:lnTo>
                  <a:lnTo>
                    <a:pt x="539" y="11"/>
                  </a:lnTo>
                  <a:lnTo>
                    <a:pt x="512" y="4"/>
                  </a:lnTo>
                  <a:lnTo>
                    <a:pt x="503" y="8"/>
                  </a:lnTo>
                  <a:lnTo>
                    <a:pt x="489" y="19"/>
                  </a:lnTo>
                  <a:lnTo>
                    <a:pt x="476" y="29"/>
                  </a:lnTo>
                  <a:lnTo>
                    <a:pt x="464" y="29"/>
                  </a:lnTo>
                  <a:lnTo>
                    <a:pt x="445" y="31"/>
                  </a:lnTo>
                  <a:lnTo>
                    <a:pt x="432" y="21"/>
                  </a:lnTo>
                  <a:lnTo>
                    <a:pt x="424" y="8"/>
                  </a:lnTo>
                  <a:lnTo>
                    <a:pt x="414" y="2"/>
                  </a:lnTo>
                  <a:lnTo>
                    <a:pt x="399" y="4"/>
                  </a:lnTo>
                  <a:lnTo>
                    <a:pt x="393" y="11"/>
                  </a:lnTo>
                  <a:lnTo>
                    <a:pt x="384" y="13"/>
                  </a:lnTo>
                  <a:lnTo>
                    <a:pt x="370" y="10"/>
                  </a:lnTo>
                  <a:lnTo>
                    <a:pt x="363" y="0"/>
                  </a:lnTo>
                  <a:lnTo>
                    <a:pt x="349" y="4"/>
                  </a:lnTo>
                  <a:lnTo>
                    <a:pt x="340" y="17"/>
                  </a:lnTo>
                  <a:lnTo>
                    <a:pt x="334" y="25"/>
                  </a:lnTo>
                  <a:lnTo>
                    <a:pt x="319" y="27"/>
                  </a:lnTo>
                  <a:lnTo>
                    <a:pt x="319" y="38"/>
                  </a:lnTo>
                  <a:lnTo>
                    <a:pt x="309" y="42"/>
                  </a:lnTo>
                  <a:lnTo>
                    <a:pt x="295" y="29"/>
                  </a:lnTo>
                  <a:lnTo>
                    <a:pt x="284" y="29"/>
                  </a:lnTo>
                  <a:lnTo>
                    <a:pt x="276" y="36"/>
                  </a:lnTo>
                  <a:lnTo>
                    <a:pt x="276" y="52"/>
                  </a:lnTo>
                  <a:lnTo>
                    <a:pt x="274" y="65"/>
                  </a:lnTo>
                  <a:lnTo>
                    <a:pt x="274" y="77"/>
                  </a:lnTo>
                  <a:lnTo>
                    <a:pt x="265" y="81"/>
                  </a:lnTo>
                  <a:lnTo>
                    <a:pt x="259" y="86"/>
                  </a:lnTo>
                  <a:lnTo>
                    <a:pt x="248" y="82"/>
                  </a:lnTo>
                  <a:lnTo>
                    <a:pt x="242" y="77"/>
                  </a:lnTo>
                  <a:lnTo>
                    <a:pt x="230" y="77"/>
                  </a:lnTo>
                  <a:lnTo>
                    <a:pt x="230" y="77"/>
                  </a:lnTo>
                  <a:lnTo>
                    <a:pt x="228" y="79"/>
                  </a:lnTo>
                  <a:lnTo>
                    <a:pt x="226" y="81"/>
                  </a:lnTo>
                  <a:lnTo>
                    <a:pt x="223" y="81"/>
                  </a:lnTo>
                  <a:lnTo>
                    <a:pt x="213" y="77"/>
                  </a:lnTo>
                  <a:lnTo>
                    <a:pt x="209" y="75"/>
                  </a:lnTo>
                  <a:lnTo>
                    <a:pt x="196" y="69"/>
                  </a:lnTo>
                  <a:lnTo>
                    <a:pt x="178" y="67"/>
                  </a:lnTo>
                  <a:lnTo>
                    <a:pt x="173" y="56"/>
                  </a:lnTo>
                  <a:lnTo>
                    <a:pt x="163" y="48"/>
                  </a:lnTo>
                  <a:lnTo>
                    <a:pt x="152" y="48"/>
                  </a:lnTo>
                  <a:lnTo>
                    <a:pt x="142" y="50"/>
                  </a:lnTo>
                  <a:lnTo>
                    <a:pt x="127" y="48"/>
                  </a:lnTo>
                  <a:lnTo>
                    <a:pt x="113" y="42"/>
                  </a:lnTo>
                  <a:lnTo>
                    <a:pt x="100" y="44"/>
                  </a:lnTo>
                  <a:lnTo>
                    <a:pt x="90" y="40"/>
                  </a:lnTo>
                  <a:lnTo>
                    <a:pt x="79" y="35"/>
                  </a:lnTo>
                  <a:lnTo>
                    <a:pt x="69" y="29"/>
                  </a:lnTo>
                  <a:lnTo>
                    <a:pt x="58" y="31"/>
                  </a:lnTo>
                  <a:lnTo>
                    <a:pt x="46" y="23"/>
                  </a:lnTo>
                  <a:lnTo>
                    <a:pt x="31" y="25"/>
                  </a:lnTo>
                  <a:lnTo>
                    <a:pt x="13" y="27"/>
                  </a:lnTo>
                  <a:lnTo>
                    <a:pt x="0" y="29"/>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8" name="Freeform 9">
              <a:extLst>
                <a:ext uri="{FF2B5EF4-FFF2-40B4-BE49-F238E27FC236}">
                  <a16:creationId xmlns:a16="http://schemas.microsoft.com/office/drawing/2014/main" id="{C6441AED-43D9-0588-001F-8295AA4D2DBF}"/>
                </a:ext>
              </a:extLst>
            </p:cNvPr>
            <p:cNvSpPr>
              <a:spLocks noChangeAspect="1"/>
            </p:cNvSpPr>
            <p:nvPr/>
          </p:nvSpPr>
          <p:spPr bwMode="auto">
            <a:xfrm>
              <a:off x="3060" y="2967"/>
              <a:ext cx="516" cy="377"/>
            </a:xfrm>
            <a:custGeom>
              <a:avLst/>
              <a:gdLst/>
              <a:ahLst/>
              <a:cxnLst>
                <a:cxn ang="0">
                  <a:pos x="9" y="347"/>
                </a:cxn>
                <a:cxn ang="0">
                  <a:pos x="29" y="278"/>
                </a:cxn>
                <a:cxn ang="0">
                  <a:pos x="36" y="215"/>
                </a:cxn>
                <a:cxn ang="0">
                  <a:pos x="65" y="155"/>
                </a:cxn>
                <a:cxn ang="0">
                  <a:pos x="94" y="102"/>
                </a:cxn>
                <a:cxn ang="0">
                  <a:pos x="123" y="42"/>
                </a:cxn>
                <a:cxn ang="0">
                  <a:pos x="172" y="17"/>
                </a:cxn>
                <a:cxn ang="0">
                  <a:pos x="226" y="11"/>
                </a:cxn>
                <a:cxn ang="0">
                  <a:pos x="274" y="10"/>
                </a:cxn>
                <a:cxn ang="0">
                  <a:pos x="303" y="8"/>
                </a:cxn>
                <a:cxn ang="0">
                  <a:pos x="337" y="15"/>
                </a:cxn>
                <a:cxn ang="0">
                  <a:pos x="387" y="27"/>
                </a:cxn>
                <a:cxn ang="0">
                  <a:pos x="433" y="61"/>
                </a:cxn>
                <a:cxn ang="0">
                  <a:pos x="483" y="77"/>
                </a:cxn>
                <a:cxn ang="0">
                  <a:pos x="537" y="77"/>
                </a:cxn>
                <a:cxn ang="0">
                  <a:pos x="566" y="117"/>
                </a:cxn>
                <a:cxn ang="0">
                  <a:pos x="575" y="163"/>
                </a:cxn>
                <a:cxn ang="0">
                  <a:pos x="573" y="215"/>
                </a:cxn>
                <a:cxn ang="0">
                  <a:pos x="587" y="225"/>
                </a:cxn>
                <a:cxn ang="0">
                  <a:pos x="598" y="232"/>
                </a:cxn>
                <a:cxn ang="0">
                  <a:pos x="602" y="278"/>
                </a:cxn>
                <a:cxn ang="0">
                  <a:pos x="631" y="294"/>
                </a:cxn>
                <a:cxn ang="0">
                  <a:pos x="687" y="296"/>
                </a:cxn>
                <a:cxn ang="0">
                  <a:pos x="687" y="338"/>
                </a:cxn>
                <a:cxn ang="0">
                  <a:pos x="727" y="363"/>
                </a:cxn>
                <a:cxn ang="0">
                  <a:pos x="721" y="391"/>
                </a:cxn>
                <a:cxn ang="0">
                  <a:pos x="683" y="424"/>
                </a:cxn>
                <a:cxn ang="0">
                  <a:pos x="669" y="472"/>
                </a:cxn>
                <a:cxn ang="0">
                  <a:pos x="648" y="461"/>
                </a:cxn>
                <a:cxn ang="0">
                  <a:pos x="591" y="459"/>
                </a:cxn>
                <a:cxn ang="0">
                  <a:pos x="552" y="480"/>
                </a:cxn>
                <a:cxn ang="0">
                  <a:pos x="512" y="459"/>
                </a:cxn>
                <a:cxn ang="0">
                  <a:pos x="481" y="462"/>
                </a:cxn>
                <a:cxn ang="0">
                  <a:pos x="451" y="451"/>
                </a:cxn>
                <a:cxn ang="0">
                  <a:pos x="422" y="476"/>
                </a:cxn>
                <a:cxn ang="0">
                  <a:pos x="397" y="493"/>
                </a:cxn>
                <a:cxn ang="0">
                  <a:pos x="364" y="487"/>
                </a:cxn>
                <a:cxn ang="0">
                  <a:pos x="362" y="528"/>
                </a:cxn>
                <a:cxn ang="0">
                  <a:pos x="336" y="533"/>
                </a:cxn>
                <a:cxn ang="0">
                  <a:pos x="318" y="528"/>
                </a:cxn>
                <a:cxn ang="0">
                  <a:pos x="311" y="532"/>
                </a:cxn>
                <a:cxn ang="0">
                  <a:pos x="284" y="520"/>
                </a:cxn>
                <a:cxn ang="0">
                  <a:pos x="251" y="499"/>
                </a:cxn>
                <a:cxn ang="0">
                  <a:pos x="215" y="499"/>
                </a:cxn>
                <a:cxn ang="0">
                  <a:pos x="178" y="491"/>
                </a:cxn>
                <a:cxn ang="0">
                  <a:pos x="146" y="482"/>
                </a:cxn>
                <a:cxn ang="0">
                  <a:pos x="101" y="478"/>
                </a:cxn>
                <a:cxn ang="0">
                  <a:pos x="82" y="455"/>
                </a:cxn>
                <a:cxn ang="0">
                  <a:pos x="71" y="415"/>
                </a:cxn>
                <a:cxn ang="0">
                  <a:pos x="36" y="384"/>
                </a:cxn>
                <a:cxn ang="0">
                  <a:pos x="2" y="391"/>
                </a:cxn>
              </a:cxnLst>
              <a:rect l="0" t="0" r="r" b="b"/>
              <a:pathLst>
                <a:path w="735" h="537">
                  <a:moveTo>
                    <a:pt x="2" y="391"/>
                  </a:moveTo>
                  <a:lnTo>
                    <a:pt x="0" y="365"/>
                  </a:lnTo>
                  <a:lnTo>
                    <a:pt x="9" y="347"/>
                  </a:lnTo>
                  <a:lnTo>
                    <a:pt x="17" y="328"/>
                  </a:lnTo>
                  <a:lnTo>
                    <a:pt x="19" y="296"/>
                  </a:lnTo>
                  <a:lnTo>
                    <a:pt x="29" y="278"/>
                  </a:lnTo>
                  <a:lnTo>
                    <a:pt x="36" y="253"/>
                  </a:lnTo>
                  <a:lnTo>
                    <a:pt x="40" y="230"/>
                  </a:lnTo>
                  <a:lnTo>
                    <a:pt x="36" y="215"/>
                  </a:lnTo>
                  <a:lnTo>
                    <a:pt x="40" y="188"/>
                  </a:lnTo>
                  <a:lnTo>
                    <a:pt x="52" y="163"/>
                  </a:lnTo>
                  <a:lnTo>
                    <a:pt x="65" y="155"/>
                  </a:lnTo>
                  <a:lnTo>
                    <a:pt x="75" y="134"/>
                  </a:lnTo>
                  <a:lnTo>
                    <a:pt x="80" y="117"/>
                  </a:lnTo>
                  <a:lnTo>
                    <a:pt x="94" y="102"/>
                  </a:lnTo>
                  <a:lnTo>
                    <a:pt x="98" y="82"/>
                  </a:lnTo>
                  <a:lnTo>
                    <a:pt x="109" y="58"/>
                  </a:lnTo>
                  <a:lnTo>
                    <a:pt x="123" y="42"/>
                  </a:lnTo>
                  <a:lnTo>
                    <a:pt x="140" y="40"/>
                  </a:lnTo>
                  <a:lnTo>
                    <a:pt x="153" y="23"/>
                  </a:lnTo>
                  <a:lnTo>
                    <a:pt x="172" y="17"/>
                  </a:lnTo>
                  <a:lnTo>
                    <a:pt x="186" y="10"/>
                  </a:lnTo>
                  <a:lnTo>
                    <a:pt x="201" y="8"/>
                  </a:lnTo>
                  <a:lnTo>
                    <a:pt x="226" y="11"/>
                  </a:lnTo>
                  <a:lnTo>
                    <a:pt x="245" y="11"/>
                  </a:lnTo>
                  <a:lnTo>
                    <a:pt x="261" y="13"/>
                  </a:lnTo>
                  <a:lnTo>
                    <a:pt x="274" y="10"/>
                  </a:lnTo>
                  <a:lnTo>
                    <a:pt x="284" y="0"/>
                  </a:lnTo>
                  <a:lnTo>
                    <a:pt x="295" y="2"/>
                  </a:lnTo>
                  <a:lnTo>
                    <a:pt x="303" y="8"/>
                  </a:lnTo>
                  <a:lnTo>
                    <a:pt x="309" y="15"/>
                  </a:lnTo>
                  <a:lnTo>
                    <a:pt x="320" y="13"/>
                  </a:lnTo>
                  <a:lnTo>
                    <a:pt x="337" y="15"/>
                  </a:lnTo>
                  <a:lnTo>
                    <a:pt x="353" y="21"/>
                  </a:lnTo>
                  <a:lnTo>
                    <a:pt x="370" y="21"/>
                  </a:lnTo>
                  <a:lnTo>
                    <a:pt x="387" y="27"/>
                  </a:lnTo>
                  <a:lnTo>
                    <a:pt x="407" y="38"/>
                  </a:lnTo>
                  <a:lnTo>
                    <a:pt x="418" y="48"/>
                  </a:lnTo>
                  <a:lnTo>
                    <a:pt x="433" y="61"/>
                  </a:lnTo>
                  <a:lnTo>
                    <a:pt x="443" y="67"/>
                  </a:lnTo>
                  <a:lnTo>
                    <a:pt x="456" y="75"/>
                  </a:lnTo>
                  <a:lnTo>
                    <a:pt x="483" y="77"/>
                  </a:lnTo>
                  <a:lnTo>
                    <a:pt x="497" y="75"/>
                  </a:lnTo>
                  <a:lnTo>
                    <a:pt x="514" y="75"/>
                  </a:lnTo>
                  <a:lnTo>
                    <a:pt x="537" y="77"/>
                  </a:lnTo>
                  <a:lnTo>
                    <a:pt x="550" y="90"/>
                  </a:lnTo>
                  <a:lnTo>
                    <a:pt x="556" y="102"/>
                  </a:lnTo>
                  <a:lnTo>
                    <a:pt x="566" y="117"/>
                  </a:lnTo>
                  <a:lnTo>
                    <a:pt x="575" y="130"/>
                  </a:lnTo>
                  <a:lnTo>
                    <a:pt x="575" y="144"/>
                  </a:lnTo>
                  <a:lnTo>
                    <a:pt x="575" y="163"/>
                  </a:lnTo>
                  <a:lnTo>
                    <a:pt x="572" y="180"/>
                  </a:lnTo>
                  <a:lnTo>
                    <a:pt x="573" y="200"/>
                  </a:lnTo>
                  <a:lnTo>
                    <a:pt x="573" y="215"/>
                  </a:lnTo>
                  <a:lnTo>
                    <a:pt x="573" y="223"/>
                  </a:lnTo>
                  <a:lnTo>
                    <a:pt x="585" y="225"/>
                  </a:lnTo>
                  <a:lnTo>
                    <a:pt x="587" y="225"/>
                  </a:lnTo>
                  <a:lnTo>
                    <a:pt x="591" y="226"/>
                  </a:lnTo>
                  <a:lnTo>
                    <a:pt x="596" y="228"/>
                  </a:lnTo>
                  <a:lnTo>
                    <a:pt x="598" y="232"/>
                  </a:lnTo>
                  <a:lnTo>
                    <a:pt x="600" y="244"/>
                  </a:lnTo>
                  <a:lnTo>
                    <a:pt x="600" y="253"/>
                  </a:lnTo>
                  <a:lnTo>
                    <a:pt x="602" y="278"/>
                  </a:lnTo>
                  <a:lnTo>
                    <a:pt x="608" y="290"/>
                  </a:lnTo>
                  <a:lnTo>
                    <a:pt x="619" y="292"/>
                  </a:lnTo>
                  <a:lnTo>
                    <a:pt x="631" y="294"/>
                  </a:lnTo>
                  <a:lnTo>
                    <a:pt x="648" y="296"/>
                  </a:lnTo>
                  <a:lnTo>
                    <a:pt x="669" y="296"/>
                  </a:lnTo>
                  <a:lnTo>
                    <a:pt x="687" y="296"/>
                  </a:lnTo>
                  <a:lnTo>
                    <a:pt x="698" y="313"/>
                  </a:lnTo>
                  <a:lnTo>
                    <a:pt x="689" y="322"/>
                  </a:lnTo>
                  <a:lnTo>
                    <a:pt x="687" y="338"/>
                  </a:lnTo>
                  <a:lnTo>
                    <a:pt x="702" y="347"/>
                  </a:lnTo>
                  <a:lnTo>
                    <a:pt x="717" y="345"/>
                  </a:lnTo>
                  <a:lnTo>
                    <a:pt x="727" y="363"/>
                  </a:lnTo>
                  <a:lnTo>
                    <a:pt x="735" y="370"/>
                  </a:lnTo>
                  <a:lnTo>
                    <a:pt x="733" y="384"/>
                  </a:lnTo>
                  <a:lnTo>
                    <a:pt x="721" y="391"/>
                  </a:lnTo>
                  <a:lnTo>
                    <a:pt x="708" y="401"/>
                  </a:lnTo>
                  <a:lnTo>
                    <a:pt x="696" y="416"/>
                  </a:lnTo>
                  <a:lnTo>
                    <a:pt x="683" y="424"/>
                  </a:lnTo>
                  <a:lnTo>
                    <a:pt x="669" y="439"/>
                  </a:lnTo>
                  <a:lnTo>
                    <a:pt x="671" y="455"/>
                  </a:lnTo>
                  <a:lnTo>
                    <a:pt x="669" y="472"/>
                  </a:lnTo>
                  <a:lnTo>
                    <a:pt x="664" y="476"/>
                  </a:lnTo>
                  <a:lnTo>
                    <a:pt x="664" y="474"/>
                  </a:lnTo>
                  <a:lnTo>
                    <a:pt x="648" y="461"/>
                  </a:lnTo>
                  <a:lnTo>
                    <a:pt x="627" y="462"/>
                  </a:lnTo>
                  <a:lnTo>
                    <a:pt x="600" y="455"/>
                  </a:lnTo>
                  <a:lnTo>
                    <a:pt x="591" y="459"/>
                  </a:lnTo>
                  <a:lnTo>
                    <a:pt x="577" y="470"/>
                  </a:lnTo>
                  <a:lnTo>
                    <a:pt x="564" y="480"/>
                  </a:lnTo>
                  <a:lnTo>
                    <a:pt x="552" y="480"/>
                  </a:lnTo>
                  <a:lnTo>
                    <a:pt x="533" y="482"/>
                  </a:lnTo>
                  <a:lnTo>
                    <a:pt x="520" y="472"/>
                  </a:lnTo>
                  <a:lnTo>
                    <a:pt x="512" y="459"/>
                  </a:lnTo>
                  <a:lnTo>
                    <a:pt x="502" y="453"/>
                  </a:lnTo>
                  <a:lnTo>
                    <a:pt x="487" y="455"/>
                  </a:lnTo>
                  <a:lnTo>
                    <a:pt x="481" y="462"/>
                  </a:lnTo>
                  <a:lnTo>
                    <a:pt x="472" y="464"/>
                  </a:lnTo>
                  <a:lnTo>
                    <a:pt x="458" y="461"/>
                  </a:lnTo>
                  <a:lnTo>
                    <a:pt x="451" y="451"/>
                  </a:lnTo>
                  <a:lnTo>
                    <a:pt x="437" y="455"/>
                  </a:lnTo>
                  <a:lnTo>
                    <a:pt x="428" y="468"/>
                  </a:lnTo>
                  <a:lnTo>
                    <a:pt x="422" y="476"/>
                  </a:lnTo>
                  <a:lnTo>
                    <a:pt x="407" y="478"/>
                  </a:lnTo>
                  <a:lnTo>
                    <a:pt x="407" y="489"/>
                  </a:lnTo>
                  <a:lnTo>
                    <a:pt x="397" y="493"/>
                  </a:lnTo>
                  <a:lnTo>
                    <a:pt x="383" y="480"/>
                  </a:lnTo>
                  <a:lnTo>
                    <a:pt x="372" y="480"/>
                  </a:lnTo>
                  <a:lnTo>
                    <a:pt x="364" y="487"/>
                  </a:lnTo>
                  <a:lnTo>
                    <a:pt x="364" y="503"/>
                  </a:lnTo>
                  <a:lnTo>
                    <a:pt x="362" y="516"/>
                  </a:lnTo>
                  <a:lnTo>
                    <a:pt x="362" y="528"/>
                  </a:lnTo>
                  <a:lnTo>
                    <a:pt x="353" y="532"/>
                  </a:lnTo>
                  <a:lnTo>
                    <a:pt x="347" y="537"/>
                  </a:lnTo>
                  <a:lnTo>
                    <a:pt x="336" y="533"/>
                  </a:lnTo>
                  <a:lnTo>
                    <a:pt x="330" y="528"/>
                  </a:lnTo>
                  <a:lnTo>
                    <a:pt x="318" y="528"/>
                  </a:lnTo>
                  <a:lnTo>
                    <a:pt x="318" y="528"/>
                  </a:lnTo>
                  <a:lnTo>
                    <a:pt x="316" y="530"/>
                  </a:lnTo>
                  <a:lnTo>
                    <a:pt x="314" y="532"/>
                  </a:lnTo>
                  <a:lnTo>
                    <a:pt x="311" y="532"/>
                  </a:lnTo>
                  <a:lnTo>
                    <a:pt x="301" y="528"/>
                  </a:lnTo>
                  <a:lnTo>
                    <a:pt x="297" y="526"/>
                  </a:lnTo>
                  <a:lnTo>
                    <a:pt x="284" y="520"/>
                  </a:lnTo>
                  <a:lnTo>
                    <a:pt x="266" y="518"/>
                  </a:lnTo>
                  <a:lnTo>
                    <a:pt x="261" y="507"/>
                  </a:lnTo>
                  <a:lnTo>
                    <a:pt x="251" y="499"/>
                  </a:lnTo>
                  <a:lnTo>
                    <a:pt x="240" y="499"/>
                  </a:lnTo>
                  <a:lnTo>
                    <a:pt x="230" y="501"/>
                  </a:lnTo>
                  <a:lnTo>
                    <a:pt x="215" y="499"/>
                  </a:lnTo>
                  <a:lnTo>
                    <a:pt x="201" y="493"/>
                  </a:lnTo>
                  <a:lnTo>
                    <a:pt x="188" y="495"/>
                  </a:lnTo>
                  <a:lnTo>
                    <a:pt x="178" y="491"/>
                  </a:lnTo>
                  <a:lnTo>
                    <a:pt x="167" y="486"/>
                  </a:lnTo>
                  <a:lnTo>
                    <a:pt x="157" y="480"/>
                  </a:lnTo>
                  <a:lnTo>
                    <a:pt x="146" y="482"/>
                  </a:lnTo>
                  <a:lnTo>
                    <a:pt x="134" y="474"/>
                  </a:lnTo>
                  <a:lnTo>
                    <a:pt x="119" y="476"/>
                  </a:lnTo>
                  <a:lnTo>
                    <a:pt x="101" y="478"/>
                  </a:lnTo>
                  <a:lnTo>
                    <a:pt x="88" y="480"/>
                  </a:lnTo>
                  <a:lnTo>
                    <a:pt x="84" y="470"/>
                  </a:lnTo>
                  <a:lnTo>
                    <a:pt x="82" y="455"/>
                  </a:lnTo>
                  <a:lnTo>
                    <a:pt x="75" y="445"/>
                  </a:lnTo>
                  <a:lnTo>
                    <a:pt x="73" y="426"/>
                  </a:lnTo>
                  <a:lnTo>
                    <a:pt x="71" y="415"/>
                  </a:lnTo>
                  <a:lnTo>
                    <a:pt x="57" y="405"/>
                  </a:lnTo>
                  <a:lnTo>
                    <a:pt x="52" y="393"/>
                  </a:lnTo>
                  <a:lnTo>
                    <a:pt x="36" y="384"/>
                  </a:lnTo>
                  <a:lnTo>
                    <a:pt x="25" y="386"/>
                  </a:lnTo>
                  <a:lnTo>
                    <a:pt x="13" y="386"/>
                  </a:lnTo>
                  <a:lnTo>
                    <a:pt x="2" y="39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9" name="Freeform 10">
              <a:extLst>
                <a:ext uri="{FF2B5EF4-FFF2-40B4-BE49-F238E27FC236}">
                  <a16:creationId xmlns:a16="http://schemas.microsoft.com/office/drawing/2014/main" id="{27673295-E581-2C75-9D4F-E457A820B6B1}"/>
                </a:ext>
              </a:extLst>
            </p:cNvPr>
            <p:cNvSpPr>
              <a:spLocks noChangeAspect="1"/>
            </p:cNvSpPr>
            <p:nvPr/>
          </p:nvSpPr>
          <p:spPr bwMode="auto">
            <a:xfrm>
              <a:off x="4110" y="2648"/>
              <a:ext cx="211" cy="284"/>
            </a:xfrm>
            <a:custGeom>
              <a:avLst/>
              <a:gdLst/>
              <a:ahLst/>
              <a:cxnLst>
                <a:cxn ang="0">
                  <a:pos x="277" y="205"/>
                </a:cxn>
                <a:cxn ang="0">
                  <a:pos x="271" y="217"/>
                </a:cxn>
                <a:cxn ang="0">
                  <a:pos x="252" y="232"/>
                </a:cxn>
                <a:cxn ang="0">
                  <a:pos x="229" y="250"/>
                </a:cxn>
                <a:cxn ang="0">
                  <a:pos x="211" y="278"/>
                </a:cxn>
                <a:cxn ang="0">
                  <a:pos x="196" y="300"/>
                </a:cxn>
                <a:cxn ang="0">
                  <a:pos x="188" y="330"/>
                </a:cxn>
                <a:cxn ang="0">
                  <a:pos x="169" y="351"/>
                </a:cxn>
                <a:cxn ang="0">
                  <a:pos x="156" y="374"/>
                </a:cxn>
                <a:cxn ang="0">
                  <a:pos x="133" y="371"/>
                </a:cxn>
                <a:cxn ang="0">
                  <a:pos x="119" y="390"/>
                </a:cxn>
                <a:cxn ang="0">
                  <a:pos x="106" y="405"/>
                </a:cxn>
                <a:cxn ang="0">
                  <a:pos x="96" y="397"/>
                </a:cxn>
                <a:cxn ang="0">
                  <a:pos x="79" y="384"/>
                </a:cxn>
                <a:cxn ang="0">
                  <a:pos x="41" y="380"/>
                </a:cxn>
                <a:cxn ang="0">
                  <a:pos x="25" y="372"/>
                </a:cxn>
                <a:cxn ang="0">
                  <a:pos x="25" y="346"/>
                </a:cxn>
                <a:cxn ang="0">
                  <a:pos x="0" y="338"/>
                </a:cxn>
                <a:cxn ang="0">
                  <a:pos x="6" y="319"/>
                </a:cxn>
                <a:cxn ang="0">
                  <a:pos x="12" y="290"/>
                </a:cxn>
                <a:cxn ang="0">
                  <a:pos x="29" y="271"/>
                </a:cxn>
                <a:cxn ang="0">
                  <a:pos x="62" y="267"/>
                </a:cxn>
                <a:cxn ang="0">
                  <a:pos x="85" y="242"/>
                </a:cxn>
                <a:cxn ang="0">
                  <a:pos x="104" y="217"/>
                </a:cxn>
                <a:cxn ang="0">
                  <a:pos x="127" y="204"/>
                </a:cxn>
                <a:cxn ang="0">
                  <a:pos x="140" y="186"/>
                </a:cxn>
                <a:cxn ang="0">
                  <a:pos x="133" y="157"/>
                </a:cxn>
                <a:cxn ang="0">
                  <a:pos x="115" y="136"/>
                </a:cxn>
                <a:cxn ang="0">
                  <a:pos x="125" y="113"/>
                </a:cxn>
                <a:cxn ang="0">
                  <a:pos x="135" y="88"/>
                </a:cxn>
                <a:cxn ang="0">
                  <a:pos x="123" y="69"/>
                </a:cxn>
                <a:cxn ang="0">
                  <a:pos x="110" y="50"/>
                </a:cxn>
                <a:cxn ang="0">
                  <a:pos x="119" y="29"/>
                </a:cxn>
                <a:cxn ang="0">
                  <a:pos x="142" y="21"/>
                </a:cxn>
                <a:cxn ang="0">
                  <a:pos x="148" y="4"/>
                </a:cxn>
                <a:cxn ang="0">
                  <a:pos x="192" y="6"/>
                </a:cxn>
                <a:cxn ang="0">
                  <a:pos x="225" y="4"/>
                </a:cxn>
                <a:cxn ang="0">
                  <a:pos x="252" y="33"/>
                </a:cxn>
                <a:cxn ang="0">
                  <a:pos x="284" y="60"/>
                </a:cxn>
                <a:cxn ang="0">
                  <a:pos x="300" y="83"/>
                </a:cxn>
                <a:cxn ang="0">
                  <a:pos x="288" y="125"/>
                </a:cxn>
                <a:cxn ang="0">
                  <a:pos x="286" y="154"/>
                </a:cxn>
                <a:cxn ang="0">
                  <a:pos x="294" y="186"/>
                </a:cxn>
                <a:cxn ang="0">
                  <a:pos x="286" y="205"/>
                </a:cxn>
              </a:cxnLst>
              <a:rect l="0" t="0" r="r" b="b"/>
              <a:pathLst>
                <a:path w="300" h="405">
                  <a:moveTo>
                    <a:pt x="286" y="205"/>
                  </a:moveTo>
                  <a:lnTo>
                    <a:pt x="277" y="205"/>
                  </a:lnTo>
                  <a:lnTo>
                    <a:pt x="261" y="207"/>
                  </a:lnTo>
                  <a:lnTo>
                    <a:pt x="271" y="217"/>
                  </a:lnTo>
                  <a:lnTo>
                    <a:pt x="259" y="223"/>
                  </a:lnTo>
                  <a:lnTo>
                    <a:pt x="252" y="232"/>
                  </a:lnTo>
                  <a:lnTo>
                    <a:pt x="238" y="232"/>
                  </a:lnTo>
                  <a:lnTo>
                    <a:pt x="229" y="250"/>
                  </a:lnTo>
                  <a:lnTo>
                    <a:pt x="221" y="265"/>
                  </a:lnTo>
                  <a:lnTo>
                    <a:pt x="211" y="278"/>
                  </a:lnTo>
                  <a:lnTo>
                    <a:pt x="202" y="284"/>
                  </a:lnTo>
                  <a:lnTo>
                    <a:pt x="196" y="300"/>
                  </a:lnTo>
                  <a:lnTo>
                    <a:pt x="196" y="317"/>
                  </a:lnTo>
                  <a:lnTo>
                    <a:pt x="188" y="330"/>
                  </a:lnTo>
                  <a:lnTo>
                    <a:pt x="175" y="338"/>
                  </a:lnTo>
                  <a:lnTo>
                    <a:pt x="169" y="351"/>
                  </a:lnTo>
                  <a:lnTo>
                    <a:pt x="156" y="361"/>
                  </a:lnTo>
                  <a:lnTo>
                    <a:pt x="156" y="374"/>
                  </a:lnTo>
                  <a:lnTo>
                    <a:pt x="144" y="374"/>
                  </a:lnTo>
                  <a:lnTo>
                    <a:pt x="133" y="371"/>
                  </a:lnTo>
                  <a:lnTo>
                    <a:pt x="117" y="378"/>
                  </a:lnTo>
                  <a:lnTo>
                    <a:pt x="119" y="390"/>
                  </a:lnTo>
                  <a:lnTo>
                    <a:pt x="110" y="403"/>
                  </a:lnTo>
                  <a:lnTo>
                    <a:pt x="106" y="405"/>
                  </a:lnTo>
                  <a:lnTo>
                    <a:pt x="106" y="403"/>
                  </a:lnTo>
                  <a:lnTo>
                    <a:pt x="96" y="397"/>
                  </a:lnTo>
                  <a:lnTo>
                    <a:pt x="87" y="395"/>
                  </a:lnTo>
                  <a:lnTo>
                    <a:pt x="79" y="384"/>
                  </a:lnTo>
                  <a:lnTo>
                    <a:pt x="60" y="382"/>
                  </a:lnTo>
                  <a:lnTo>
                    <a:pt x="41" y="380"/>
                  </a:lnTo>
                  <a:lnTo>
                    <a:pt x="31" y="378"/>
                  </a:lnTo>
                  <a:lnTo>
                    <a:pt x="25" y="372"/>
                  </a:lnTo>
                  <a:lnTo>
                    <a:pt x="25" y="363"/>
                  </a:lnTo>
                  <a:lnTo>
                    <a:pt x="25" y="346"/>
                  </a:lnTo>
                  <a:lnTo>
                    <a:pt x="8" y="340"/>
                  </a:lnTo>
                  <a:lnTo>
                    <a:pt x="0" y="338"/>
                  </a:lnTo>
                  <a:lnTo>
                    <a:pt x="2" y="334"/>
                  </a:lnTo>
                  <a:lnTo>
                    <a:pt x="6" y="319"/>
                  </a:lnTo>
                  <a:lnTo>
                    <a:pt x="12" y="305"/>
                  </a:lnTo>
                  <a:lnTo>
                    <a:pt x="12" y="290"/>
                  </a:lnTo>
                  <a:lnTo>
                    <a:pt x="21" y="280"/>
                  </a:lnTo>
                  <a:lnTo>
                    <a:pt x="29" y="271"/>
                  </a:lnTo>
                  <a:lnTo>
                    <a:pt x="46" y="271"/>
                  </a:lnTo>
                  <a:lnTo>
                    <a:pt x="62" y="267"/>
                  </a:lnTo>
                  <a:lnTo>
                    <a:pt x="73" y="255"/>
                  </a:lnTo>
                  <a:lnTo>
                    <a:pt x="85" y="242"/>
                  </a:lnTo>
                  <a:lnTo>
                    <a:pt x="92" y="230"/>
                  </a:lnTo>
                  <a:lnTo>
                    <a:pt x="104" y="217"/>
                  </a:lnTo>
                  <a:lnTo>
                    <a:pt x="121" y="217"/>
                  </a:lnTo>
                  <a:lnTo>
                    <a:pt x="127" y="204"/>
                  </a:lnTo>
                  <a:lnTo>
                    <a:pt x="127" y="192"/>
                  </a:lnTo>
                  <a:lnTo>
                    <a:pt x="140" y="186"/>
                  </a:lnTo>
                  <a:lnTo>
                    <a:pt x="140" y="169"/>
                  </a:lnTo>
                  <a:lnTo>
                    <a:pt x="133" y="157"/>
                  </a:lnTo>
                  <a:lnTo>
                    <a:pt x="131" y="148"/>
                  </a:lnTo>
                  <a:lnTo>
                    <a:pt x="115" y="136"/>
                  </a:lnTo>
                  <a:lnTo>
                    <a:pt x="117" y="123"/>
                  </a:lnTo>
                  <a:lnTo>
                    <a:pt x="125" y="113"/>
                  </a:lnTo>
                  <a:lnTo>
                    <a:pt x="135" y="110"/>
                  </a:lnTo>
                  <a:lnTo>
                    <a:pt x="135" y="88"/>
                  </a:lnTo>
                  <a:lnTo>
                    <a:pt x="123" y="81"/>
                  </a:lnTo>
                  <a:lnTo>
                    <a:pt x="123" y="69"/>
                  </a:lnTo>
                  <a:lnTo>
                    <a:pt x="110" y="63"/>
                  </a:lnTo>
                  <a:lnTo>
                    <a:pt x="110" y="50"/>
                  </a:lnTo>
                  <a:lnTo>
                    <a:pt x="119" y="44"/>
                  </a:lnTo>
                  <a:lnTo>
                    <a:pt x="119" y="29"/>
                  </a:lnTo>
                  <a:lnTo>
                    <a:pt x="131" y="21"/>
                  </a:lnTo>
                  <a:lnTo>
                    <a:pt x="142" y="21"/>
                  </a:lnTo>
                  <a:lnTo>
                    <a:pt x="142" y="10"/>
                  </a:lnTo>
                  <a:lnTo>
                    <a:pt x="148" y="4"/>
                  </a:lnTo>
                  <a:lnTo>
                    <a:pt x="169" y="4"/>
                  </a:lnTo>
                  <a:lnTo>
                    <a:pt x="192" y="6"/>
                  </a:lnTo>
                  <a:lnTo>
                    <a:pt x="211" y="0"/>
                  </a:lnTo>
                  <a:lnTo>
                    <a:pt x="225" y="4"/>
                  </a:lnTo>
                  <a:lnTo>
                    <a:pt x="232" y="21"/>
                  </a:lnTo>
                  <a:lnTo>
                    <a:pt x="252" y="33"/>
                  </a:lnTo>
                  <a:lnTo>
                    <a:pt x="271" y="44"/>
                  </a:lnTo>
                  <a:lnTo>
                    <a:pt x="284" y="60"/>
                  </a:lnTo>
                  <a:lnTo>
                    <a:pt x="300" y="65"/>
                  </a:lnTo>
                  <a:lnTo>
                    <a:pt x="300" y="83"/>
                  </a:lnTo>
                  <a:lnTo>
                    <a:pt x="292" y="104"/>
                  </a:lnTo>
                  <a:lnTo>
                    <a:pt x="288" y="125"/>
                  </a:lnTo>
                  <a:lnTo>
                    <a:pt x="292" y="142"/>
                  </a:lnTo>
                  <a:lnTo>
                    <a:pt x="286" y="154"/>
                  </a:lnTo>
                  <a:lnTo>
                    <a:pt x="286" y="175"/>
                  </a:lnTo>
                  <a:lnTo>
                    <a:pt x="294" y="186"/>
                  </a:lnTo>
                  <a:lnTo>
                    <a:pt x="292" y="198"/>
                  </a:lnTo>
                  <a:lnTo>
                    <a:pt x="286" y="20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0" name="Freeform 11">
              <a:extLst>
                <a:ext uri="{FF2B5EF4-FFF2-40B4-BE49-F238E27FC236}">
                  <a16:creationId xmlns:a16="http://schemas.microsoft.com/office/drawing/2014/main" id="{1F884ED9-6233-7954-9DAE-F1AFA02EC97B}"/>
                </a:ext>
              </a:extLst>
            </p:cNvPr>
            <p:cNvSpPr>
              <a:spLocks noChangeAspect="1"/>
            </p:cNvSpPr>
            <p:nvPr/>
          </p:nvSpPr>
          <p:spPr bwMode="auto">
            <a:xfrm>
              <a:off x="4508" y="1862"/>
              <a:ext cx="268" cy="257"/>
            </a:xfrm>
            <a:custGeom>
              <a:avLst/>
              <a:gdLst/>
              <a:ahLst/>
              <a:cxnLst>
                <a:cxn ang="0">
                  <a:pos x="311" y="133"/>
                </a:cxn>
                <a:cxn ang="0">
                  <a:pos x="340" y="123"/>
                </a:cxn>
                <a:cxn ang="0">
                  <a:pos x="367" y="98"/>
                </a:cxn>
                <a:cxn ang="0">
                  <a:pos x="371" y="62"/>
                </a:cxn>
                <a:cxn ang="0">
                  <a:pos x="372" y="41"/>
                </a:cxn>
                <a:cxn ang="0">
                  <a:pos x="325" y="25"/>
                </a:cxn>
                <a:cxn ang="0">
                  <a:pos x="275" y="33"/>
                </a:cxn>
                <a:cxn ang="0">
                  <a:pos x="259" y="62"/>
                </a:cxn>
                <a:cxn ang="0">
                  <a:pos x="225" y="67"/>
                </a:cxn>
                <a:cxn ang="0">
                  <a:pos x="206" y="83"/>
                </a:cxn>
                <a:cxn ang="0">
                  <a:pos x="175" y="73"/>
                </a:cxn>
                <a:cxn ang="0">
                  <a:pos x="158" y="85"/>
                </a:cxn>
                <a:cxn ang="0">
                  <a:pos x="117" y="58"/>
                </a:cxn>
                <a:cxn ang="0">
                  <a:pos x="90" y="27"/>
                </a:cxn>
                <a:cxn ang="0">
                  <a:pos x="71" y="0"/>
                </a:cxn>
                <a:cxn ang="0">
                  <a:pos x="50" y="25"/>
                </a:cxn>
                <a:cxn ang="0">
                  <a:pos x="16" y="44"/>
                </a:cxn>
                <a:cxn ang="0">
                  <a:pos x="12" y="69"/>
                </a:cxn>
                <a:cxn ang="0">
                  <a:pos x="27" y="112"/>
                </a:cxn>
                <a:cxn ang="0">
                  <a:pos x="48" y="138"/>
                </a:cxn>
                <a:cxn ang="0">
                  <a:pos x="62" y="169"/>
                </a:cxn>
                <a:cxn ang="0">
                  <a:pos x="52" y="192"/>
                </a:cxn>
                <a:cxn ang="0">
                  <a:pos x="60" y="231"/>
                </a:cxn>
                <a:cxn ang="0">
                  <a:pos x="39" y="246"/>
                </a:cxn>
                <a:cxn ang="0">
                  <a:pos x="6" y="246"/>
                </a:cxn>
                <a:cxn ang="0">
                  <a:pos x="6" y="275"/>
                </a:cxn>
                <a:cxn ang="0">
                  <a:pos x="12" y="309"/>
                </a:cxn>
                <a:cxn ang="0">
                  <a:pos x="29" y="328"/>
                </a:cxn>
                <a:cxn ang="0">
                  <a:pos x="44" y="351"/>
                </a:cxn>
                <a:cxn ang="0">
                  <a:pos x="62" y="365"/>
                </a:cxn>
                <a:cxn ang="0">
                  <a:pos x="64" y="351"/>
                </a:cxn>
                <a:cxn ang="0">
                  <a:pos x="69" y="326"/>
                </a:cxn>
                <a:cxn ang="0">
                  <a:pos x="100" y="326"/>
                </a:cxn>
                <a:cxn ang="0">
                  <a:pos x="115" y="284"/>
                </a:cxn>
                <a:cxn ang="0">
                  <a:pos x="133" y="255"/>
                </a:cxn>
                <a:cxn ang="0">
                  <a:pos x="138" y="279"/>
                </a:cxn>
                <a:cxn ang="0">
                  <a:pos x="175" y="259"/>
                </a:cxn>
                <a:cxn ang="0">
                  <a:pos x="202" y="236"/>
                </a:cxn>
                <a:cxn ang="0">
                  <a:pos x="240" y="215"/>
                </a:cxn>
                <a:cxn ang="0">
                  <a:pos x="271" y="184"/>
                </a:cxn>
                <a:cxn ang="0">
                  <a:pos x="292" y="150"/>
                </a:cxn>
              </a:cxnLst>
              <a:rect l="0" t="0" r="r" b="b"/>
              <a:pathLst>
                <a:path w="382" h="365">
                  <a:moveTo>
                    <a:pt x="309" y="144"/>
                  </a:moveTo>
                  <a:lnTo>
                    <a:pt x="311" y="133"/>
                  </a:lnTo>
                  <a:lnTo>
                    <a:pt x="323" y="123"/>
                  </a:lnTo>
                  <a:lnTo>
                    <a:pt x="340" y="123"/>
                  </a:lnTo>
                  <a:lnTo>
                    <a:pt x="342" y="108"/>
                  </a:lnTo>
                  <a:lnTo>
                    <a:pt x="367" y="98"/>
                  </a:lnTo>
                  <a:lnTo>
                    <a:pt x="367" y="81"/>
                  </a:lnTo>
                  <a:lnTo>
                    <a:pt x="371" y="62"/>
                  </a:lnTo>
                  <a:lnTo>
                    <a:pt x="382" y="52"/>
                  </a:lnTo>
                  <a:lnTo>
                    <a:pt x="372" y="41"/>
                  </a:lnTo>
                  <a:lnTo>
                    <a:pt x="351" y="31"/>
                  </a:lnTo>
                  <a:lnTo>
                    <a:pt x="325" y="25"/>
                  </a:lnTo>
                  <a:lnTo>
                    <a:pt x="294" y="27"/>
                  </a:lnTo>
                  <a:lnTo>
                    <a:pt x="275" y="33"/>
                  </a:lnTo>
                  <a:lnTo>
                    <a:pt x="269" y="48"/>
                  </a:lnTo>
                  <a:lnTo>
                    <a:pt x="259" y="62"/>
                  </a:lnTo>
                  <a:lnTo>
                    <a:pt x="238" y="64"/>
                  </a:lnTo>
                  <a:lnTo>
                    <a:pt x="225" y="67"/>
                  </a:lnTo>
                  <a:lnTo>
                    <a:pt x="225" y="83"/>
                  </a:lnTo>
                  <a:lnTo>
                    <a:pt x="206" y="83"/>
                  </a:lnTo>
                  <a:lnTo>
                    <a:pt x="196" y="73"/>
                  </a:lnTo>
                  <a:lnTo>
                    <a:pt x="175" y="73"/>
                  </a:lnTo>
                  <a:lnTo>
                    <a:pt x="173" y="89"/>
                  </a:lnTo>
                  <a:lnTo>
                    <a:pt x="158" y="85"/>
                  </a:lnTo>
                  <a:lnTo>
                    <a:pt x="136" y="65"/>
                  </a:lnTo>
                  <a:lnTo>
                    <a:pt x="117" y="58"/>
                  </a:lnTo>
                  <a:lnTo>
                    <a:pt x="113" y="41"/>
                  </a:lnTo>
                  <a:lnTo>
                    <a:pt x="90" y="27"/>
                  </a:lnTo>
                  <a:lnTo>
                    <a:pt x="73" y="17"/>
                  </a:lnTo>
                  <a:lnTo>
                    <a:pt x="71" y="0"/>
                  </a:lnTo>
                  <a:lnTo>
                    <a:pt x="60" y="12"/>
                  </a:lnTo>
                  <a:lnTo>
                    <a:pt x="50" y="25"/>
                  </a:lnTo>
                  <a:lnTo>
                    <a:pt x="35" y="39"/>
                  </a:lnTo>
                  <a:lnTo>
                    <a:pt x="16" y="44"/>
                  </a:lnTo>
                  <a:lnTo>
                    <a:pt x="6" y="60"/>
                  </a:lnTo>
                  <a:lnTo>
                    <a:pt x="12" y="69"/>
                  </a:lnTo>
                  <a:lnTo>
                    <a:pt x="25" y="92"/>
                  </a:lnTo>
                  <a:lnTo>
                    <a:pt x="27" y="112"/>
                  </a:lnTo>
                  <a:lnTo>
                    <a:pt x="39" y="131"/>
                  </a:lnTo>
                  <a:lnTo>
                    <a:pt x="48" y="138"/>
                  </a:lnTo>
                  <a:lnTo>
                    <a:pt x="58" y="158"/>
                  </a:lnTo>
                  <a:lnTo>
                    <a:pt x="62" y="169"/>
                  </a:lnTo>
                  <a:lnTo>
                    <a:pt x="58" y="181"/>
                  </a:lnTo>
                  <a:lnTo>
                    <a:pt x="52" y="192"/>
                  </a:lnTo>
                  <a:lnTo>
                    <a:pt x="54" y="213"/>
                  </a:lnTo>
                  <a:lnTo>
                    <a:pt x="60" y="231"/>
                  </a:lnTo>
                  <a:lnTo>
                    <a:pt x="50" y="240"/>
                  </a:lnTo>
                  <a:lnTo>
                    <a:pt x="39" y="246"/>
                  </a:lnTo>
                  <a:lnTo>
                    <a:pt x="23" y="246"/>
                  </a:lnTo>
                  <a:lnTo>
                    <a:pt x="6" y="246"/>
                  </a:lnTo>
                  <a:lnTo>
                    <a:pt x="0" y="255"/>
                  </a:lnTo>
                  <a:lnTo>
                    <a:pt x="6" y="275"/>
                  </a:lnTo>
                  <a:lnTo>
                    <a:pt x="6" y="294"/>
                  </a:lnTo>
                  <a:lnTo>
                    <a:pt x="12" y="309"/>
                  </a:lnTo>
                  <a:lnTo>
                    <a:pt x="23" y="313"/>
                  </a:lnTo>
                  <a:lnTo>
                    <a:pt x="29" y="328"/>
                  </a:lnTo>
                  <a:lnTo>
                    <a:pt x="31" y="346"/>
                  </a:lnTo>
                  <a:lnTo>
                    <a:pt x="44" y="351"/>
                  </a:lnTo>
                  <a:lnTo>
                    <a:pt x="60" y="359"/>
                  </a:lnTo>
                  <a:lnTo>
                    <a:pt x="62" y="365"/>
                  </a:lnTo>
                  <a:lnTo>
                    <a:pt x="62" y="365"/>
                  </a:lnTo>
                  <a:lnTo>
                    <a:pt x="64" y="351"/>
                  </a:lnTo>
                  <a:lnTo>
                    <a:pt x="65" y="338"/>
                  </a:lnTo>
                  <a:lnTo>
                    <a:pt x="69" y="326"/>
                  </a:lnTo>
                  <a:lnTo>
                    <a:pt x="85" y="326"/>
                  </a:lnTo>
                  <a:lnTo>
                    <a:pt x="100" y="326"/>
                  </a:lnTo>
                  <a:lnTo>
                    <a:pt x="100" y="305"/>
                  </a:lnTo>
                  <a:lnTo>
                    <a:pt x="115" y="284"/>
                  </a:lnTo>
                  <a:lnTo>
                    <a:pt x="121" y="271"/>
                  </a:lnTo>
                  <a:lnTo>
                    <a:pt x="133" y="255"/>
                  </a:lnTo>
                  <a:lnTo>
                    <a:pt x="146" y="263"/>
                  </a:lnTo>
                  <a:lnTo>
                    <a:pt x="138" y="279"/>
                  </a:lnTo>
                  <a:lnTo>
                    <a:pt x="160" y="261"/>
                  </a:lnTo>
                  <a:lnTo>
                    <a:pt x="175" y="259"/>
                  </a:lnTo>
                  <a:lnTo>
                    <a:pt x="192" y="252"/>
                  </a:lnTo>
                  <a:lnTo>
                    <a:pt x="202" y="236"/>
                  </a:lnTo>
                  <a:lnTo>
                    <a:pt x="221" y="231"/>
                  </a:lnTo>
                  <a:lnTo>
                    <a:pt x="240" y="215"/>
                  </a:lnTo>
                  <a:lnTo>
                    <a:pt x="255" y="204"/>
                  </a:lnTo>
                  <a:lnTo>
                    <a:pt x="271" y="184"/>
                  </a:lnTo>
                  <a:lnTo>
                    <a:pt x="278" y="163"/>
                  </a:lnTo>
                  <a:lnTo>
                    <a:pt x="292" y="150"/>
                  </a:lnTo>
                  <a:lnTo>
                    <a:pt x="309" y="14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1" name="Freeform 12">
              <a:extLst>
                <a:ext uri="{FF2B5EF4-FFF2-40B4-BE49-F238E27FC236}">
                  <a16:creationId xmlns:a16="http://schemas.microsoft.com/office/drawing/2014/main" id="{4353AE1D-E6EC-BC88-F8CB-570854E5D2AF}"/>
                </a:ext>
              </a:extLst>
            </p:cNvPr>
            <p:cNvSpPr>
              <a:spLocks noChangeAspect="1"/>
            </p:cNvSpPr>
            <p:nvPr/>
          </p:nvSpPr>
          <p:spPr bwMode="auto">
            <a:xfrm>
              <a:off x="4256" y="1699"/>
              <a:ext cx="565" cy="226"/>
            </a:xfrm>
            <a:custGeom>
              <a:avLst/>
              <a:gdLst/>
              <a:ahLst/>
              <a:cxnLst>
                <a:cxn ang="0">
                  <a:pos x="793" y="182"/>
                </a:cxn>
                <a:cxn ang="0">
                  <a:pos x="806" y="144"/>
                </a:cxn>
                <a:cxn ang="0">
                  <a:pos x="770" y="109"/>
                </a:cxn>
                <a:cxn ang="0">
                  <a:pos x="724" y="94"/>
                </a:cxn>
                <a:cxn ang="0">
                  <a:pos x="689" y="134"/>
                </a:cxn>
                <a:cxn ang="0">
                  <a:pos x="639" y="123"/>
                </a:cxn>
                <a:cxn ang="0">
                  <a:pos x="584" y="131"/>
                </a:cxn>
                <a:cxn ang="0">
                  <a:pos x="547" y="171"/>
                </a:cxn>
                <a:cxn ang="0">
                  <a:pos x="499" y="150"/>
                </a:cxn>
                <a:cxn ang="0">
                  <a:pos x="497" y="111"/>
                </a:cxn>
                <a:cxn ang="0">
                  <a:pos x="520" y="69"/>
                </a:cxn>
                <a:cxn ang="0">
                  <a:pos x="488" y="36"/>
                </a:cxn>
                <a:cxn ang="0">
                  <a:pos x="438" y="63"/>
                </a:cxn>
                <a:cxn ang="0">
                  <a:pos x="388" y="75"/>
                </a:cxn>
                <a:cxn ang="0">
                  <a:pos x="325" y="63"/>
                </a:cxn>
                <a:cxn ang="0">
                  <a:pos x="275" y="69"/>
                </a:cxn>
                <a:cxn ang="0">
                  <a:pos x="217" y="25"/>
                </a:cxn>
                <a:cxn ang="0">
                  <a:pos x="167" y="13"/>
                </a:cxn>
                <a:cxn ang="0">
                  <a:pos x="102" y="0"/>
                </a:cxn>
                <a:cxn ang="0">
                  <a:pos x="71" y="42"/>
                </a:cxn>
                <a:cxn ang="0">
                  <a:pos x="89" y="96"/>
                </a:cxn>
                <a:cxn ang="0">
                  <a:pos x="52" y="136"/>
                </a:cxn>
                <a:cxn ang="0">
                  <a:pos x="4" y="163"/>
                </a:cxn>
                <a:cxn ang="0">
                  <a:pos x="16" y="182"/>
                </a:cxn>
                <a:cxn ang="0">
                  <a:pos x="48" y="232"/>
                </a:cxn>
                <a:cxn ang="0">
                  <a:pos x="66" y="267"/>
                </a:cxn>
                <a:cxn ang="0">
                  <a:pos x="100" y="253"/>
                </a:cxn>
                <a:cxn ang="0">
                  <a:pos x="123" y="223"/>
                </a:cxn>
                <a:cxn ang="0">
                  <a:pos x="156" y="225"/>
                </a:cxn>
                <a:cxn ang="0">
                  <a:pos x="185" y="182"/>
                </a:cxn>
                <a:cxn ang="0">
                  <a:pos x="225" y="180"/>
                </a:cxn>
                <a:cxn ang="0">
                  <a:pos x="271" y="207"/>
                </a:cxn>
                <a:cxn ang="0">
                  <a:pos x="313" y="221"/>
                </a:cxn>
                <a:cxn ang="0">
                  <a:pos x="336" y="234"/>
                </a:cxn>
                <a:cxn ang="0">
                  <a:pos x="355" y="273"/>
                </a:cxn>
                <a:cxn ang="0">
                  <a:pos x="375" y="276"/>
                </a:cxn>
                <a:cxn ang="0">
                  <a:pos x="419" y="244"/>
                </a:cxn>
                <a:cxn ang="0">
                  <a:pos x="449" y="259"/>
                </a:cxn>
                <a:cxn ang="0">
                  <a:pos x="495" y="297"/>
                </a:cxn>
                <a:cxn ang="0">
                  <a:pos x="534" y="305"/>
                </a:cxn>
                <a:cxn ang="0">
                  <a:pos x="584" y="315"/>
                </a:cxn>
                <a:cxn ang="0">
                  <a:pos x="618" y="294"/>
                </a:cxn>
                <a:cxn ang="0">
                  <a:pos x="653" y="259"/>
                </a:cxn>
                <a:cxn ang="0">
                  <a:pos x="731" y="273"/>
                </a:cxn>
                <a:cxn ang="0">
                  <a:pos x="754" y="265"/>
                </a:cxn>
                <a:cxn ang="0">
                  <a:pos x="776" y="232"/>
                </a:cxn>
              </a:cxnLst>
              <a:rect l="0" t="0" r="r" b="b"/>
              <a:pathLst>
                <a:path w="806" h="321">
                  <a:moveTo>
                    <a:pt x="783" y="225"/>
                  </a:moveTo>
                  <a:lnTo>
                    <a:pt x="781" y="205"/>
                  </a:lnTo>
                  <a:lnTo>
                    <a:pt x="793" y="182"/>
                  </a:lnTo>
                  <a:lnTo>
                    <a:pt x="795" y="165"/>
                  </a:lnTo>
                  <a:lnTo>
                    <a:pt x="804" y="152"/>
                  </a:lnTo>
                  <a:lnTo>
                    <a:pt x="806" y="144"/>
                  </a:lnTo>
                  <a:lnTo>
                    <a:pt x="806" y="131"/>
                  </a:lnTo>
                  <a:lnTo>
                    <a:pt x="793" y="123"/>
                  </a:lnTo>
                  <a:lnTo>
                    <a:pt x="770" y="109"/>
                  </a:lnTo>
                  <a:lnTo>
                    <a:pt x="756" y="96"/>
                  </a:lnTo>
                  <a:lnTo>
                    <a:pt x="739" y="92"/>
                  </a:lnTo>
                  <a:lnTo>
                    <a:pt x="724" y="94"/>
                  </a:lnTo>
                  <a:lnTo>
                    <a:pt x="705" y="106"/>
                  </a:lnTo>
                  <a:lnTo>
                    <a:pt x="699" y="121"/>
                  </a:lnTo>
                  <a:lnTo>
                    <a:pt x="689" y="134"/>
                  </a:lnTo>
                  <a:lnTo>
                    <a:pt x="670" y="134"/>
                  </a:lnTo>
                  <a:lnTo>
                    <a:pt x="657" y="125"/>
                  </a:lnTo>
                  <a:lnTo>
                    <a:pt x="639" y="123"/>
                  </a:lnTo>
                  <a:lnTo>
                    <a:pt x="620" y="125"/>
                  </a:lnTo>
                  <a:lnTo>
                    <a:pt x="603" y="121"/>
                  </a:lnTo>
                  <a:lnTo>
                    <a:pt x="584" y="131"/>
                  </a:lnTo>
                  <a:lnTo>
                    <a:pt x="576" y="146"/>
                  </a:lnTo>
                  <a:lnTo>
                    <a:pt x="563" y="155"/>
                  </a:lnTo>
                  <a:lnTo>
                    <a:pt x="547" y="171"/>
                  </a:lnTo>
                  <a:lnTo>
                    <a:pt x="532" y="178"/>
                  </a:lnTo>
                  <a:lnTo>
                    <a:pt x="515" y="169"/>
                  </a:lnTo>
                  <a:lnTo>
                    <a:pt x="499" y="150"/>
                  </a:lnTo>
                  <a:lnTo>
                    <a:pt x="503" y="129"/>
                  </a:lnTo>
                  <a:lnTo>
                    <a:pt x="490" y="123"/>
                  </a:lnTo>
                  <a:lnTo>
                    <a:pt x="497" y="111"/>
                  </a:lnTo>
                  <a:lnTo>
                    <a:pt x="507" y="106"/>
                  </a:lnTo>
                  <a:lnTo>
                    <a:pt x="509" y="79"/>
                  </a:lnTo>
                  <a:lnTo>
                    <a:pt x="520" y="69"/>
                  </a:lnTo>
                  <a:lnTo>
                    <a:pt x="528" y="56"/>
                  </a:lnTo>
                  <a:lnTo>
                    <a:pt x="507" y="46"/>
                  </a:lnTo>
                  <a:lnTo>
                    <a:pt x="488" y="36"/>
                  </a:lnTo>
                  <a:lnTo>
                    <a:pt x="472" y="42"/>
                  </a:lnTo>
                  <a:lnTo>
                    <a:pt x="455" y="52"/>
                  </a:lnTo>
                  <a:lnTo>
                    <a:pt x="438" y="63"/>
                  </a:lnTo>
                  <a:lnTo>
                    <a:pt x="423" y="73"/>
                  </a:lnTo>
                  <a:lnTo>
                    <a:pt x="405" y="79"/>
                  </a:lnTo>
                  <a:lnTo>
                    <a:pt x="388" y="75"/>
                  </a:lnTo>
                  <a:lnTo>
                    <a:pt x="361" y="75"/>
                  </a:lnTo>
                  <a:lnTo>
                    <a:pt x="344" y="69"/>
                  </a:lnTo>
                  <a:lnTo>
                    <a:pt x="325" y="63"/>
                  </a:lnTo>
                  <a:lnTo>
                    <a:pt x="307" y="63"/>
                  </a:lnTo>
                  <a:lnTo>
                    <a:pt x="294" y="77"/>
                  </a:lnTo>
                  <a:lnTo>
                    <a:pt x="275" y="69"/>
                  </a:lnTo>
                  <a:lnTo>
                    <a:pt x="254" y="56"/>
                  </a:lnTo>
                  <a:lnTo>
                    <a:pt x="233" y="42"/>
                  </a:lnTo>
                  <a:lnTo>
                    <a:pt x="217" y="25"/>
                  </a:lnTo>
                  <a:lnTo>
                    <a:pt x="202" y="12"/>
                  </a:lnTo>
                  <a:lnTo>
                    <a:pt x="187" y="13"/>
                  </a:lnTo>
                  <a:lnTo>
                    <a:pt x="167" y="13"/>
                  </a:lnTo>
                  <a:lnTo>
                    <a:pt x="146" y="0"/>
                  </a:lnTo>
                  <a:lnTo>
                    <a:pt x="125" y="0"/>
                  </a:lnTo>
                  <a:lnTo>
                    <a:pt x="102" y="0"/>
                  </a:lnTo>
                  <a:lnTo>
                    <a:pt x="85" y="0"/>
                  </a:lnTo>
                  <a:lnTo>
                    <a:pt x="71" y="15"/>
                  </a:lnTo>
                  <a:lnTo>
                    <a:pt x="71" y="42"/>
                  </a:lnTo>
                  <a:lnTo>
                    <a:pt x="73" y="61"/>
                  </a:lnTo>
                  <a:lnTo>
                    <a:pt x="87" y="79"/>
                  </a:lnTo>
                  <a:lnTo>
                    <a:pt x="89" y="96"/>
                  </a:lnTo>
                  <a:lnTo>
                    <a:pt x="75" y="107"/>
                  </a:lnTo>
                  <a:lnTo>
                    <a:pt x="71" y="125"/>
                  </a:lnTo>
                  <a:lnTo>
                    <a:pt x="52" y="136"/>
                  </a:lnTo>
                  <a:lnTo>
                    <a:pt x="35" y="138"/>
                  </a:lnTo>
                  <a:lnTo>
                    <a:pt x="22" y="152"/>
                  </a:lnTo>
                  <a:lnTo>
                    <a:pt x="4" y="163"/>
                  </a:lnTo>
                  <a:lnTo>
                    <a:pt x="0" y="177"/>
                  </a:lnTo>
                  <a:lnTo>
                    <a:pt x="2" y="177"/>
                  </a:lnTo>
                  <a:lnTo>
                    <a:pt x="16" y="182"/>
                  </a:lnTo>
                  <a:lnTo>
                    <a:pt x="33" y="196"/>
                  </a:lnTo>
                  <a:lnTo>
                    <a:pt x="39" y="217"/>
                  </a:lnTo>
                  <a:lnTo>
                    <a:pt x="48" y="232"/>
                  </a:lnTo>
                  <a:lnTo>
                    <a:pt x="50" y="248"/>
                  </a:lnTo>
                  <a:lnTo>
                    <a:pt x="52" y="259"/>
                  </a:lnTo>
                  <a:lnTo>
                    <a:pt x="66" y="267"/>
                  </a:lnTo>
                  <a:lnTo>
                    <a:pt x="83" y="267"/>
                  </a:lnTo>
                  <a:lnTo>
                    <a:pt x="85" y="253"/>
                  </a:lnTo>
                  <a:lnTo>
                    <a:pt x="100" y="253"/>
                  </a:lnTo>
                  <a:lnTo>
                    <a:pt x="112" y="246"/>
                  </a:lnTo>
                  <a:lnTo>
                    <a:pt x="119" y="236"/>
                  </a:lnTo>
                  <a:lnTo>
                    <a:pt x="123" y="223"/>
                  </a:lnTo>
                  <a:lnTo>
                    <a:pt x="137" y="221"/>
                  </a:lnTo>
                  <a:lnTo>
                    <a:pt x="146" y="223"/>
                  </a:lnTo>
                  <a:lnTo>
                    <a:pt x="156" y="225"/>
                  </a:lnTo>
                  <a:lnTo>
                    <a:pt x="162" y="211"/>
                  </a:lnTo>
                  <a:lnTo>
                    <a:pt x="173" y="196"/>
                  </a:lnTo>
                  <a:lnTo>
                    <a:pt x="185" y="182"/>
                  </a:lnTo>
                  <a:lnTo>
                    <a:pt x="198" y="177"/>
                  </a:lnTo>
                  <a:lnTo>
                    <a:pt x="212" y="171"/>
                  </a:lnTo>
                  <a:lnTo>
                    <a:pt x="225" y="180"/>
                  </a:lnTo>
                  <a:lnTo>
                    <a:pt x="244" y="186"/>
                  </a:lnTo>
                  <a:lnTo>
                    <a:pt x="258" y="196"/>
                  </a:lnTo>
                  <a:lnTo>
                    <a:pt x="271" y="207"/>
                  </a:lnTo>
                  <a:lnTo>
                    <a:pt x="286" y="213"/>
                  </a:lnTo>
                  <a:lnTo>
                    <a:pt x="300" y="219"/>
                  </a:lnTo>
                  <a:lnTo>
                    <a:pt x="313" y="221"/>
                  </a:lnTo>
                  <a:lnTo>
                    <a:pt x="319" y="211"/>
                  </a:lnTo>
                  <a:lnTo>
                    <a:pt x="332" y="215"/>
                  </a:lnTo>
                  <a:lnTo>
                    <a:pt x="336" y="234"/>
                  </a:lnTo>
                  <a:lnTo>
                    <a:pt x="330" y="246"/>
                  </a:lnTo>
                  <a:lnTo>
                    <a:pt x="344" y="253"/>
                  </a:lnTo>
                  <a:lnTo>
                    <a:pt x="355" y="273"/>
                  </a:lnTo>
                  <a:lnTo>
                    <a:pt x="359" y="284"/>
                  </a:lnTo>
                  <a:lnTo>
                    <a:pt x="365" y="292"/>
                  </a:lnTo>
                  <a:lnTo>
                    <a:pt x="375" y="276"/>
                  </a:lnTo>
                  <a:lnTo>
                    <a:pt x="394" y="271"/>
                  </a:lnTo>
                  <a:lnTo>
                    <a:pt x="409" y="257"/>
                  </a:lnTo>
                  <a:lnTo>
                    <a:pt x="419" y="244"/>
                  </a:lnTo>
                  <a:lnTo>
                    <a:pt x="430" y="232"/>
                  </a:lnTo>
                  <a:lnTo>
                    <a:pt x="432" y="249"/>
                  </a:lnTo>
                  <a:lnTo>
                    <a:pt x="449" y="259"/>
                  </a:lnTo>
                  <a:lnTo>
                    <a:pt x="472" y="273"/>
                  </a:lnTo>
                  <a:lnTo>
                    <a:pt x="476" y="290"/>
                  </a:lnTo>
                  <a:lnTo>
                    <a:pt x="495" y="297"/>
                  </a:lnTo>
                  <a:lnTo>
                    <a:pt x="517" y="317"/>
                  </a:lnTo>
                  <a:lnTo>
                    <a:pt x="532" y="321"/>
                  </a:lnTo>
                  <a:lnTo>
                    <a:pt x="534" y="305"/>
                  </a:lnTo>
                  <a:lnTo>
                    <a:pt x="555" y="305"/>
                  </a:lnTo>
                  <a:lnTo>
                    <a:pt x="565" y="315"/>
                  </a:lnTo>
                  <a:lnTo>
                    <a:pt x="584" y="315"/>
                  </a:lnTo>
                  <a:lnTo>
                    <a:pt x="584" y="299"/>
                  </a:lnTo>
                  <a:lnTo>
                    <a:pt x="597" y="296"/>
                  </a:lnTo>
                  <a:lnTo>
                    <a:pt x="618" y="294"/>
                  </a:lnTo>
                  <a:lnTo>
                    <a:pt x="628" y="280"/>
                  </a:lnTo>
                  <a:lnTo>
                    <a:pt x="634" y="265"/>
                  </a:lnTo>
                  <a:lnTo>
                    <a:pt x="653" y="259"/>
                  </a:lnTo>
                  <a:lnTo>
                    <a:pt x="684" y="257"/>
                  </a:lnTo>
                  <a:lnTo>
                    <a:pt x="710" y="263"/>
                  </a:lnTo>
                  <a:lnTo>
                    <a:pt x="731" y="273"/>
                  </a:lnTo>
                  <a:lnTo>
                    <a:pt x="741" y="284"/>
                  </a:lnTo>
                  <a:lnTo>
                    <a:pt x="741" y="274"/>
                  </a:lnTo>
                  <a:lnTo>
                    <a:pt x="754" y="265"/>
                  </a:lnTo>
                  <a:lnTo>
                    <a:pt x="762" y="251"/>
                  </a:lnTo>
                  <a:lnTo>
                    <a:pt x="776" y="246"/>
                  </a:lnTo>
                  <a:lnTo>
                    <a:pt x="776" y="232"/>
                  </a:lnTo>
                  <a:lnTo>
                    <a:pt x="783" y="22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2" name="Freeform 13">
              <a:extLst>
                <a:ext uri="{FF2B5EF4-FFF2-40B4-BE49-F238E27FC236}">
                  <a16:creationId xmlns:a16="http://schemas.microsoft.com/office/drawing/2014/main" id="{7650459F-7846-9D3A-4391-E4EBE1256281}"/>
                </a:ext>
              </a:extLst>
            </p:cNvPr>
            <p:cNvSpPr>
              <a:spLocks noChangeAspect="1"/>
            </p:cNvSpPr>
            <p:nvPr/>
          </p:nvSpPr>
          <p:spPr bwMode="auto">
            <a:xfrm>
              <a:off x="4478" y="1624"/>
              <a:ext cx="358" cy="200"/>
            </a:xfrm>
            <a:custGeom>
              <a:avLst/>
              <a:gdLst/>
              <a:ahLst/>
              <a:cxnLst>
                <a:cxn ang="0">
                  <a:pos x="507" y="184"/>
                </a:cxn>
                <a:cxn ang="0">
                  <a:pos x="503" y="149"/>
                </a:cxn>
                <a:cxn ang="0">
                  <a:pos x="484" y="124"/>
                </a:cxn>
                <a:cxn ang="0">
                  <a:pos x="480" y="92"/>
                </a:cxn>
                <a:cxn ang="0">
                  <a:pos x="436" y="84"/>
                </a:cxn>
                <a:cxn ang="0">
                  <a:pos x="403" y="76"/>
                </a:cxn>
                <a:cxn ang="0">
                  <a:pos x="372" y="67"/>
                </a:cxn>
                <a:cxn ang="0">
                  <a:pos x="345" y="57"/>
                </a:cxn>
                <a:cxn ang="0">
                  <a:pos x="315" y="30"/>
                </a:cxn>
                <a:cxn ang="0">
                  <a:pos x="290" y="51"/>
                </a:cxn>
                <a:cxn ang="0">
                  <a:pos x="307" y="80"/>
                </a:cxn>
                <a:cxn ang="0">
                  <a:pos x="267" y="101"/>
                </a:cxn>
                <a:cxn ang="0">
                  <a:pos x="232" y="86"/>
                </a:cxn>
                <a:cxn ang="0">
                  <a:pos x="211" y="84"/>
                </a:cxn>
                <a:cxn ang="0">
                  <a:pos x="177" y="80"/>
                </a:cxn>
                <a:cxn ang="0">
                  <a:pos x="155" y="57"/>
                </a:cxn>
                <a:cxn ang="0">
                  <a:pos x="178" y="40"/>
                </a:cxn>
                <a:cxn ang="0">
                  <a:pos x="192" y="28"/>
                </a:cxn>
                <a:cxn ang="0">
                  <a:pos x="203" y="3"/>
                </a:cxn>
                <a:cxn ang="0">
                  <a:pos x="190" y="0"/>
                </a:cxn>
                <a:cxn ang="0">
                  <a:pos x="150" y="5"/>
                </a:cxn>
                <a:cxn ang="0">
                  <a:pos x="113" y="24"/>
                </a:cxn>
                <a:cxn ang="0">
                  <a:pos x="84" y="32"/>
                </a:cxn>
                <a:cxn ang="0">
                  <a:pos x="56" y="40"/>
                </a:cxn>
                <a:cxn ang="0">
                  <a:pos x="27" y="9"/>
                </a:cxn>
                <a:cxn ang="0">
                  <a:pos x="25" y="53"/>
                </a:cxn>
                <a:cxn ang="0">
                  <a:pos x="13" y="84"/>
                </a:cxn>
                <a:cxn ang="0">
                  <a:pos x="23" y="119"/>
                </a:cxn>
                <a:cxn ang="0">
                  <a:pos x="19" y="149"/>
                </a:cxn>
                <a:cxn ang="0">
                  <a:pos x="0" y="165"/>
                </a:cxn>
                <a:cxn ang="0">
                  <a:pos x="8" y="170"/>
                </a:cxn>
                <a:cxn ang="0">
                  <a:pos x="44" y="182"/>
                </a:cxn>
                <a:cxn ang="0">
                  <a:pos x="88" y="186"/>
                </a:cxn>
                <a:cxn ang="0">
                  <a:pos x="121" y="170"/>
                </a:cxn>
                <a:cxn ang="0">
                  <a:pos x="155" y="149"/>
                </a:cxn>
                <a:cxn ang="0">
                  <a:pos x="190" y="153"/>
                </a:cxn>
                <a:cxn ang="0">
                  <a:pos x="203" y="176"/>
                </a:cxn>
                <a:cxn ang="0">
                  <a:pos x="190" y="213"/>
                </a:cxn>
                <a:cxn ang="0">
                  <a:pos x="173" y="230"/>
                </a:cxn>
                <a:cxn ang="0">
                  <a:pos x="182" y="257"/>
                </a:cxn>
                <a:cxn ang="0">
                  <a:pos x="215" y="285"/>
                </a:cxn>
                <a:cxn ang="0">
                  <a:pos x="246" y="262"/>
                </a:cxn>
                <a:cxn ang="0">
                  <a:pos x="267" y="238"/>
                </a:cxn>
                <a:cxn ang="0">
                  <a:pos x="303" y="232"/>
                </a:cxn>
                <a:cxn ang="0">
                  <a:pos x="340" y="232"/>
                </a:cxn>
                <a:cxn ang="0">
                  <a:pos x="372" y="241"/>
                </a:cxn>
                <a:cxn ang="0">
                  <a:pos x="388" y="213"/>
                </a:cxn>
                <a:cxn ang="0">
                  <a:pos x="422" y="199"/>
                </a:cxn>
                <a:cxn ang="0">
                  <a:pos x="453" y="216"/>
                </a:cxn>
                <a:cxn ang="0">
                  <a:pos x="487" y="238"/>
                </a:cxn>
                <a:cxn ang="0">
                  <a:pos x="493" y="222"/>
                </a:cxn>
                <a:cxn ang="0">
                  <a:pos x="501" y="193"/>
                </a:cxn>
              </a:cxnLst>
              <a:rect l="0" t="0" r="r" b="b"/>
              <a:pathLst>
                <a:path w="510" h="285">
                  <a:moveTo>
                    <a:pt x="501" y="193"/>
                  </a:moveTo>
                  <a:lnTo>
                    <a:pt x="507" y="184"/>
                  </a:lnTo>
                  <a:lnTo>
                    <a:pt x="510" y="163"/>
                  </a:lnTo>
                  <a:lnTo>
                    <a:pt x="503" y="149"/>
                  </a:lnTo>
                  <a:lnTo>
                    <a:pt x="484" y="140"/>
                  </a:lnTo>
                  <a:lnTo>
                    <a:pt x="484" y="124"/>
                  </a:lnTo>
                  <a:lnTo>
                    <a:pt x="474" y="111"/>
                  </a:lnTo>
                  <a:lnTo>
                    <a:pt x="480" y="92"/>
                  </a:lnTo>
                  <a:lnTo>
                    <a:pt x="464" y="86"/>
                  </a:lnTo>
                  <a:lnTo>
                    <a:pt x="436" y="84"/>
                  </a:lnTo>
                  <a:lnTo>
                    <a:pt x="418" y="69"/>
                  </a:lnTo>
                  <a:lnTo>
                    <a:pt x="403" y="76"/>
                  </a:lnTo>
                  <a:lnTo>
                    <a:pt x="391" y="80"/>
                  </a:lnTo>
                  <a:lnTo>
                    <a:pt x="372" y="67"/>
                  </a:lnTo>
                  <a:lnTo>
                    <a:pt x="357" y="53"/>
                  </a:lnTo>
                  <a:lnTo>
                    <a:pt x="345" y="57"/>
                  </a:lnTo>
                  <a:lnTo>
                    <a:pt x="328" y="44"/>
                  </a:lnTo>
                  <a:lnTo>
                    <a:pt x="315" y="30"/>
                  </a:lnTo>
                  <a:lnTo>
                    <a:pt x="299" y="40"/>
                  </a:lnTo>
                  <a:lnTo>
                    <a:pt x="290" y="51"/>
                  </a:lnTo>
                  <a:lnTo>
                    <a:pt x="307" y="63"/>
                  </a:lnTo>
                  <a:lnTo>
                    <a:pt x="307" y="80"/>
                  </a:lnTo>
                  <a:lnTo>
                    <a:pt x="288" y="94"/>
                  </a:lnTo>
                  <a:lnTo>
                    <a:pt x="267" y="101"/>
                  </a:lnTo>
                  <a:lnTo>
                    <a:pt x="249" y="97"/>
                  </a:lnTo>
                  <a:lnTo>
                    <a:pt x="232" y="86"/>
                  </a:lnTo>
                  <a:lnTo>
                    <a:pt x="217" y="72"/>
                  </a:lnTo>
                  <a:lnTo>
                    <a:pt x="211" y="84"/>
                  </a:lnTo>
                  <a:lnTo>
                    <a:pt x="196" y="86"/>
                  </a:lnTo>
                  <a:lnTo>
                    <a:pt x="177" y="80"/>
                  </a:lnTo>
                  <a:lnTo>
                    <a:pt x="163" y="69"/>
                  </a:lnTo>
                  <a:lnTo>
                    <a:pt x="155" y="57"/>
                  </a:lnTo>
                  <a:lnTo>
                    <a:pt x="165" y="51"/>
                  </a:lnTo>
                  <a:lnTo>
                    <a:pt x="178" y="40"/>
                  </a:lnTo>
                  <a:lnTo>
                    <a:pt x="177" y="30"/>
                  </a:lnTo>
                  <a:lnTo>
                    <a:pt x="192" y="28"/>
                  </a:lnTo>
                  <a:lnTo>
                    <a:pt x="202" y="19"/>
                  </a:lnTo>
                  <a:lnTo>
                    <a:pt x="203" y="3"/>
                  </a:lnTo>
                  <a:lnTo>
                    <a:pt x="213" y="1"/>
                  </a:lnTo>
                  <a:lnTo>
                    <a:pt x="190" y="0"/>
                  </a:lnTo>
                  <a:lnTo>
                    <a:pt x="165" y="0"/>
                  </a:lnTo>
                  <a:lnTo>
                    <a:pt x="150" y="5"/>
                  </a:lnTo>
                  <a:lnTo>
                    <a:pt x="129" y="13"/>
                  </a:lnTo>
                  <a:lnTo>
                    <a:pt x="113" y="24"/>
                  </a:lnTo>
                  <a:lnTo>
                    <a:pt x="98" y="26"/>
                  </a:lnTo>
                  <a:lnTo>
                    <a:pt x="84" y="32"/>
                  </a:lnTo>
                  <a:lnTo>
                    <a:pt x="73" y="40"/>
                  </a:lnTo>
                  <a:lnTo>
                    <a:pt x="56" y="40"/>
                  </a:lnTo>
                  <a:lnTo>
                    <a:pt x="40" y="21"/>
                  </a:lnTo>
                  <a:lnTo>
                    <a:pt x="27" y="9"/>
                  </a:lnTo>
                  <a:lnTo>
                    <a:pt x="25" y="26"/>
                  </a:lnTo>
                  <a:lnTo>
                    <a:pt x="25" y="53"/>
                  </a:lnTo>
                  <a:lnTo>
                    <a:pt x="19" y="67"/>
                  </a:lnTo>
                  <a:lnTo>
                    <a:pt x="13" y="84"/>
                  </a:lnTo>
                  <a:lnTo>
                    <a:pt x="23" y="99"/>
                  </a:lnTo>
                  <a:lnTo>
                    <a:pt x="23" y="119"/>
                  </a:lnTo>
                  <a:lnTo>
                    <a:pt x="19" y="134"/>
                  </a:lnTo>
                  <a:lnTo>
                    <a:pt x="19" y="149"/>
                  </a:lnTo>
                  <a:lnTo>
                    <a:pt x="10" y="155"/>
                  </a:lnTo>
                  <a:lnTo>
                    <a:pt x="0" y="165"/>
                  </a:lnTo>
                  <a:lnTo>
                    <a:pt x="0" y="170"/>
                  </a:lnTo>
                  <a:lnTo>
                    <a:pt x="8" y="170"/>
                  </a:lnTo>
                  <a:lnTo>
                    <a:pt x="27" y="176"/>
                  </a:lnTo>
                  <a:lnTo>
                    <a:pt x="44" y="182"/>
                  </a:lnTo>
                  <a:lnTo>
                    <a:pt x="71" y="182"/>
                  </a:lnTo>
                  <a:lnTo>
                    <a:pt x="88" y="186"/>
                  </a:lnTo>
                  <a:lnTo>
                    <a:pt x="106" y="180"/>
                  </a:lnTo>
                  <a:lnTo>
                    <a:pt x="121" y="170"/>
                  </a:lnTo>
                  <a:lnTo>
                    <a:pt x="138" y="159"/>
                  </a:lnTo>
                  <a:lnTo>
                    <a:pt x="155" y="149"/>
                  </a:lnTo>
                  <a:lnTo>
                    <a:pt x="171" y="143"/>
                  </a:lnTo>
                  <a:lnTo>
                    <a:pt x="190" y="153"/>
                  </a:lnTo>
                  <a:lnTo>
                    <a:pt x="211" y="163"/>
                  </a:lnTo>
                  <a:lnTo>
                    <a:pt x="203" y="176"/>
                  </a:lnTo>
                  <a:lnTo>
                    <a:pt x="192" y="186"/>
                  </a:lnTo>
                  <a:lnTo>
                    <a:pt x="190" y="213"/>
                  </a:lnTo>
                  <a:lnTo>
                    <a:pt x="180" y="218"/>
                  </a:lnTo>
                  <a:lnTo>
                    <a:pt x="173" y="230"/>
                  </a:lnTo>
                  <a:lnTo>
                    <a:pt x="186" y="236"/>
                  </a:lnTo>
                  <a:lnTo>
                    <a:pt x="182" y="257"/>
                  </a:lnTo>
                  <a:lnTo>
                    <a:pt x="198" y="276"/>
                  </a:lnTo>
                  <a:lnTo>
                    <a:pt x="215" y="285"/>
                  </a:lnTo>
                  <a:lnTo>
                    <a:pt x="230" y="278"/>
                  </a:lnTo>
                  <a:lnTo>
                    <a:pt x="246" y="262"/>
                  </a:lnTo>
                  <a:lnTo>
                    <a:pt x="259" y="253"/>
                  </a:lnTo>
                  <a:lnTo>
                    <a:pt x="267" y="238"/>
                  </a:lnTo>
                  <a:lnTo>
                    <a:pt x="286" y="228"/>
                  </a:lnTo>
                  <a:lnTo>
                    <a:pt x="303" y="232"/>
                  </a:lnTo>
                  <a:lnTo>
                    <a:pt x="322" y="230"/>
                  </a:lnTo>
                  <a:lnTo>
                    <a:pt x="340" y="232"/>
                  </a:lnTo>
                  <a:lnTo>
                    <a:pt x="353" y="241"/>
                  </a:lnTo>
                  <a:lnTo>
                    <a:pt x="372" y="241"/>
                  </a:lnTo>
                  <a:lnTo>
                    <a:pt x="382" y="228"/>
                  </a:lnTo>
                  <a:lnTo>
                    <a:pt x="388" y="213"/>
                  </a:lnTo>
                  <a:lnTo>
                    <a:pt x="407" y="201"/>
                  </a:lnTo>
                  <a:lnTo>
                    <a:pt x="422" y="199"/>
                  </a:lnTo>
                  <a:lnTo>
                    <a:pt x="439" y="203"/>
                  </a:lnTo>
                  <a:lnTo>
                    <a:pt x="453" y="216"/>
                  </a:lnTo>
                  <a:lnTo>
                    <a:pt x="476" y="230"/>
                  </a:lnTo>
                  <a:lnTo>
                    <a:pt x="487" y="238"/>
                  </a:lnTo>
                  <a:lnTo>
                    <a:pt x="491" y="234"/>
                  </a:lnTo>
                  <a:lnTo>
                    <a:pt x="493" y="222"/>
                  </a:lnTo>
                  <a:lnTo>
                    <a:pt x="501" y="213"/>
                  </a:lnTo>
                  <a:lnTo>
                    <a:pt x="501" y="193"/>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3" name="Freeform 14">
              <a:extLst>
                <a:ext uri="{FF2B5EF4-FFF2-40B4-BE49-F238E27FC236}">
                  <a16:creationId xmlns:a16="http://schemas.microsoft.com/office/drawing/2014/main" id="{DE3FBB56-7609-8001-C904-C0042AD2EC20}"/>
                </a:ext>
              </a:extLst>
            </p:cNvPr>
            <p:cNvSpPr>
              <a:spLocks noChangeAspect="1" noEditPoints="1"/>
            </p:cNvSpPr>
            <p:nvPr/>
          </p:nvSpPr>
          <p:spPr bwMode="auto">
            <a:xfrm>
              <a:off x="4500" y="1508"/>
              <a:ext cx="318" cy="187"/>
            </a:xfrm>
            <a:custGeom>
              <a:avLst/>
              <a:gdLst/>
              <a:ahLst/>
              <a:cxnLst>
                <a:cxn ang="0">
                  <a:pos x="311" y="47"/>
                </a:cxn>
                <a:cxn ang="0">
                  <a:pos x="276" y="43"/>
                </a:cxn>
                <a:cxn ang="0">
                  <a:pos x="253" y="39"/>
                </a:cxn>
                <a:cxn ang="0">
                  <a:pos x="215" y="18"/>
                </a:cxn>
                <a:cxn ang="0">
                  <a:pos x="180" y="10"/>
                </a:cxn>
                <a:cxn ang="0">
                  <a:pos x="144" y="0"/>
                </a:cxn>
                <a:cxn ang="0">
                  <a:pos x="109" y="35"/>
                </a:cxn>
                <a:cxn ang="0">
                  <a:pos x="84" y="62"/>
                </a:cxn>
                <a:cxn ang="0">
                  <a:pos x="78" y="96"/>
                </a:cxn>
                <a:cxn ang="0">
                  <a:pos x="40" y="129"/>
                </a:cxn>
                <a:cxn ang="0">
                  <a:pos x="17" y="154"/>
                </a:cxn>
                <a:cxn ang="0">
                  <a:pos x="0" y="179"/>
                </a:cxn>
                <a:cxn ang="0">
                  <a:pos x="25" y="206"/>
                </a:cxn>
                <a:cxn ang="0">
                  <a:pos x="53" y="198"/>
                </a:cxn>
                <a:cxn ang="0">
                  <a:pos x="82" y="190"/>
                </a:cxn>
                <a:cxn ang="0">
                  <a:pos x="119" y="171"/>
                </a:cxn>
                <a:cxn ang="0">
                  <a:pos x="159" y="166"/>
                </a:cxn>
                <a:cxn ang="0">
                  <a:pos x="172" y="169"/>
                </a:cxn>
                <a:cxn ang="0">
                  <a:pos x="161" y="194"/>
                </a:cxn>
                <a:cxn ang="0">
                  <a:pos x="147" y="206"/>
                </a:cxn>
                <a:cxn ang="0">
                  <a:pos x="124" y="223"/>
                </a:cxn>
                <a:cxn ang="0">
                  <a:pos x="146" y="246"/>
                </a:cxn>
                <a:cxn ang="0">
                  <a:pos x="180" y="250"/>
                </a:cxn>
                <a:cxn ang="0">
                  <a:pos x="201" y="252"/>
                </a:cxn>
                <a:cxn ang="0">
                  <a:pos x="236" y="267"/>
                </a:cxn>
                <a:cxn ang="0">
                  <a:pos x="276" y="246"/>
                </a:cxn>
                <a:cxn ang="0">
                  <a:pos x="259" y="217"/>
                </a:cxn>
                <a:cxn ang="0">
                  <a:pos x="284" y="196"/>
                </a:cxn>
                <a:cxn ang="0">
                  <a:pos x="314" y="223"/>
                </a:cxn>
                <a:cxn ang="0">
                  <a:pos x="341" y="233"/>
                </a:cxn>
                <a:cxn ang="0">
                  <a:pos x="372" y="242"/>
                </a:cxn>
                <a:cxn ang="0">
                  <a:pos x="405" y="250"/>
                </a:cxn>
                <a:cxn ang="0">
                  <a:pos x="449" y="258"/>
                </a:cxn>
                <a:cxn ang="0">
                  <a:pos x="449" y="233"/>
                </a:cxn>
                <a:cxn ang="0">
                  <a:pos x="449" y="210"/>
                </a:cxn>
                <a:cxn ang="0">
                  <a:pos x="435" y="183"/>
                </a:cxn>
                <a:cxn ang="0">
                  <a:pos x="426" y="166"/>
                </a:cxn>
                <a:cxn ang="0">
                  <a:pos x="424" y="141"/>
                </a:cxn>
                <a:cxn ang="0">
                  <a:pos x="422" y="118"/>
                </a:cxn>
                <a:cxn ang="0">
                  <a:pos x="418" y="85"/>
                </a:cxn>
                <a:cxn ang="0">
                  <a:pos x="387" y="56"/>
                </a:cxn>
                <a:cxn ang="0">
                  <a:pos x="359" y="45"/>
                </a:cxn>
                <a:cxn ang="0">
                  <a:pos x="328" y="37"/>
                </a:cxn>
                <a:cxn ang="0">
                  <a:pos x="449" y="260"/>
                </a:cxn>
                <a:cxn ang="0">
                  <a:pos x="449" y="261"/>
                </a:cxn>
              </a:cxnLst>
              <a:rect l="0" t="0" r="r" b="b"/>
              <a:pathLst>
                <a:path w="453" h="267">
                  <a:moveTo>
                    <a:pt x="328" y="37"/>
                  </a:moveTo>
                  <a:lnTo>
                    <a:pt x="311" y="47"/>
                  </a:lnTo>
                  <a:lnTo>
                    <a:pt x="284" y="47"/>
                  </a:lnTo>
                  <a:lnTo>
                    <a:pt x="276" y="43"/>
                  </a:lnTo>
                  <a:lnTo>
                    <a:pt x="268" y="35"/>
                  </a:lnTo>
                  <a:lnTo>
                    <a:pt x="253" y="39"/>
                  </a:lnTo>
                  <a:lnTo>
                    <a:pt x="234" y="29"/>
                  </a:lnTo>
                  <a:lnTo>
                    <a:pt x="215" y="18"/>
                  </a:lnTo>
                  <a:lnTo>
                    <a:pt x="201" y="8"/>
                  </a:lnTo>
                  <a:lnTo>
                    <a:pt x="180" y="10"/>
                  </a:lnTo>
                  <a:lnTo>
                    <a:pt x="171" y="0"/>
                  </a:lnTo>
                  <a:lnTo>
                    <a:pt x="144" y="0"/>
                  </a:lnTo>
                  <a:lnTo>
                    <a:pt x="121" y="12"/>
                  </a:lnTo>
                  <a:lnTo>
                    <a:pt x="109" y="35"/>
                  </a:lnTo>
                  <a:lnTo>
                    <a:pt x="92" y="41"/>
                  </a:lnTo>
                  <a:lnTo>
                    <a:pt x="84" y="62"/>
                  </a:lnTo>
                  <a:lnTo>
                    <a:pt x="84" y="83"/>
                  </a:lnTo>
                  <a:lnTo>
                    <a:pt x="78" y="96"/>
                  </a:lnTo>
                  <a:lnTo>
                    <a:pt x="61" y="110"/>
                  </a:lnTo>
                  <a:lnTo>
                    <a:pt x="40" y="129"/>
                  </a:lnTo>
                  <a:lnTo>
                    <a:pt x="36" y="142"/>
                  </a:lnTo>
                  <a:lnTo>
                    <a:pt x="17" y="154"/>
                  </a:lnTo>
                  <a:lnTo>
                    <a:pt x="0" y="167"/>
                  </a:lnTo>
                  <a:lnTo>
                    <a:pt x="0" y="179"/>
                  </a:lnTo>
                  <a:lnTo>
                    <a:pt x="9" y="187"/>
                  </a:lnTo>
                  <a:lnTo>
                    <a:pt x="25" y="206"/>
                  </a:lnTo>
                  <a:lnTo>
                    <a:pt x="42" y="206"/>
                  </a:lnTo>
                  <a:lnTo>
                    <a:pt x="53" y="198"/>
                  </a:lnTo>
                  <a:lnTo>
                    <a:pt x="67" y="192"/>
                  </a:lnTo>
                  <a:lnTo>
                    <a:pt x="82" y="190"/>
                  </a:lnTo>
                  <a:lnTo>
                    <a:pt x="98" y="179"/>
                  </a:lnTo>
                  <a:lnTo>
                    <a:pt x="119" y="171"/>
                  </a:lnTo>
                  <a:lnTo>
                    <a:pt x="134" y="166"/>
                  </a:lnTo>
                  <a:lnTo>
                    <a:pt x="159" y="166"/>
                  </a:lnTo>
                  <a:lnTo>
                    <a:pt x="182" y="167"/>
                  </a:lnTo>
                  <a:lnTo>
                    <a:pt x="172" y="169"/>
                  </a:lnTo>
                  <a:lnTo>
                    <a:pt x="171" y="185"/>
                  </a:lnTo>
                  <a:lnTo>
                    <a:pt x="161" y="194"/>
                  </a:lnTo>
                  <a:lnTo>
                    <a:pt x="146" y="196"/>
                  </a:lnTo>
                  <a:lnTo>
                    <a:pt x="147" y="206"/>
                  </a:lnTo>
                  <a:lnTo>
                    <a:pt x="134" y="217"/>
                  </a:lnTo>
                  <a:lnTo>
                    <a:pt x="124" y="223"/>
                  </a:lnTo>
                  <a:lnTo>
                    <a:pt x="132" y="235"/>
                  </a:lnTo>
                  <a:lnTo>
                    <a:pt x="146" y="246"/>
                  </a:lnTo>
                  <a:lnTo>
                    <a:pt x="165" y="252"/>
                  </a:lnTo>
                  <a:lnTo>
                    <a:pt x="180" y="250"/>
                  </a:lnTo>
                  <a:lnTo>
                    <a:pt x="186" y="238"/>
                  </a:lnTo>
                  <a:lnTo>
                    <a:pt x="201" y="252"/>
                  </a:lnTo>
                  <a:lnTo>
                    <a:pt x="218" y="263"/>
                  </a:lnTo>
                  <a:lnTo>
                    <a:pt x="236" y="267"/>
                  </a:lnTo>
                  <a:lnTo>
                    <a:pt x="257" y="260"/>
                  </a:lnTo>
                  <a:lnTo>
                    <a:pt x="276" y="246"/>
                  </a:lnTo>
                  <a:lnTo>
                    <a:pt x="276" y="229"/>
                  </a:lnTo>
                  <a:lnTo>
                    <a:pt x="259" y="217"/>
                  </a:lnTo>
                  <a:lnTo>
                    <a:pt x="268" y="206"/>
                  </a:lnTo>
                  <a:lnTo>
                    <a:pt x="284" y="196"/>
                  </a:lnTo>
                  <a:lnTo>
                    <a:pt x="297" y="210"/>
                  </a:lnTo>
                  <a:lnTo>
                    <a:pt x="314" y="223"/>
                  </a:lnTo>
                  <a:lnTo>
                    <a:pt x="326" y="219"/>
                  </a:lnTo>
                  <a:lnTo>
                    <a:pt x="341" y="233"/>
                  </a:lnTo>
                  <a:lnTo>
                    <a:pt x="360" y="246"/>
                  </a:lnTo>
                  <a:lnTo>
                    <a:pt x="372" y="242"/>
                  </a:lnTo>
                  <a:lnTo>
                    <a:pt x="387" y="235"/>
                  </a:lnTo>
                  <a:lnTo>
                    <a:pt x="405" y="250"/>
                  </a:lnTo>
                  <a:lnTo>
                    <a:pt x="433" y="252"/>
                  </a:lnTo>
                  <a:lnTo>
                    <a:pt x="449" y="258"/>
                  </a:lnTo>
                  <a:lnTo>
                    <a:pt x="449" y="246"/>
                  </a:lnTo>
                  <a:lnTo>
                    <a:pt x="449" y="233"/>
                  </a:lnTo>
                  <a:lnTo>
                    <a:pt x="453" y="219"/>
                  </a:lnTo>
                  <a:lnTo>
                    <a:pt x="449" y="210"/>
                  </a:lnTo>
                  <a:lnTo>
                    <a:pt x="439" y="198"/>
                  </a:lnTo>
                  <a:lnTo>
                    <a:pt x="435" y="183"/>
                  </a:lnTo>
                  <a:lnTo>
                    <a:pt x="426" y="179"/>
                  </a:lnTo>
                  <a:lnTo>
                    <a:pt x="426" y="166"/>
                  </a:lnTo>
                  <a:lnTo>
                    <a:pt x="430" y="154"/>
                  </a:lnTo>
                  <a:lnTo>
                    <a:pt x="424" y="141"/>
                  </a:lnTo>
                  <a:lnTo>
                    <a:pt x="424" y="135"/>
                  </a:lnTo>
                  <a:lnTo>
                    <a:pt x="422" y="118"/>
                  </a:lnTo>
                  <a:lnTo>
                    <a:pt x="422" y="96"/>
                  </a:lnTo>
                  <a:lnTo>
                    <a:pt x="418" y="85"/>
                  </a:lnTo>
                  <a:lnTo>
                    <a:pt x="405" y="70"/>
                  </a:lnTo>
                  <a:lnTo>
                    <a:pt x="387" y="56"/>
                  </a:lnTo>
                  <a:lnTo>
                    <a:pt x="372" y="56"/>
                  </a:lnTo>
                  <a:lnTo>
                    <a:pt x="359" y="45"/>
                  </a:lnTo>
                  <a:lnTo>
                    <a:pt x="337" y="47"/>
                  </a:lnTo>
                  <a:lnTo>
                    <a:pt x="328" y="37"/>
                  </a:lnTo>
                  <a:close/>
                  <a:moveTo>
                    <a:pt x="449" y="261"/>
                  </a:moveTo>
                  <a:lnTo>
                    <a:pt x="449" y="260"/>
                  </a:lnTo>
                  <a:lnTo>
                    <a:pt x="449" y="258"/>
                  </a:lnTo>
                  <a:lnTo>
                    <a:pt x="449" y="26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4" name="Freeform 15">
              <a:extLst>
                <a:ext uri="{FF2B5EF4-FFF2-40B4-BE49-F238E27FC236}">
                  <a16:creationId xmlns:a16="http://schemas.microsoft.com/office/drawing/2014/main" id="{18546D49-C2F7-FEF3-9D89-B6DD1D08B60C}"/>
                </a:ext>
              </a:extLst>
            </p:cNvPr>
            <p:cNvSpPr>
              <a:spLocks noChangeAspect="1"/>
            </p:cNvSpPr>
            <p:nvPr/>
          </p:nvSpPr>
          <p:spPr bwMode="auto">
            <a:xfrm>
              <a:off x="4815" y="1689"/>
              <a:ext cx="1" cy="2"/>
            </a:xfrm>
            <a:custGeom>
              <a:avLst/>
              <a:gdLst/>
              <a:ahLst/>
              <a:cxnLst>
                <a:cxn ang="0">
                  <a:pos x="0" y="3"/>
                </a:cxn>
                <a:cxn ang="0">
                  <a:pos x="0" y="2"/>
                </a:cxn>
                <a:cxn ang="0">
                  <a:pos x="0" y="0"/>
                </a:cxn>
                <a:cxn ang="0">
                  <a:pos x="0" y="3"/>
                </a:cxn>
              </a:cxnLst>
              <a:rect l="0" t="0" r="r" b="b"/>
              <a:pathLst>
                <a:path h="3">
                  <a:moveTo>
                    <a:pt x="0" y="3"/>
                  </a:moveTo>
                  <a:lnTo>
                    <a:pt x="0" y="2"/>
                  </a:lnTo>
                  <a:lnTo>
                    <a:pt x="0" y="0"/>
                  </a:lnTo>
                  <a:lnTo>
                    <a:pt x="0" y="3"/>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5" name="Freeform 16">
              <a:extLst>
                <a:ext uri="{FF2B5EF4-FFF2-40B4-BE49-F238E27FC236}">
                  <a16:creationId xmlns:a16="http://schemas.microsoft.com/office/drawing/2014/main" id="{188244A0-8180-F044-A524-70197C61C640}"/>
                </a:ext>
              </a:extLst>
            </p:cNvPr>
            <p:cNvSpPr>
              <a:spLocks noChangeAspect="1"/>
            </p:cNvSpPr>
            <p:nvPr/>
          </p:nvSpPr>
          <p:spPr bwMode="auto">
            <a:xfrm>
              <a:off x="4265" y="1295"/>
              <a:ext cx="355" cy="459"/>
            </a:xfrm>
            <a:custGeom>
              <a:avLst/>
              <a:gdLst/>
              <a:ahLst/>
              <a:cxnLst>
                <a:cxn ang="0">
                  <a:pos x="240" y="46"/>
                </a:cxn>
                <a:cxn ang="0">
                  <a:pos x="215" y="31"/>
                </a:cxn>
                <a:cxn ang="0">
                  <a:pos x="180" y="19"/>
                </a:cxn>
                <a:cxn ang="0">
                  <a:pos x="148" y="12"/>
                </a:cxn>
                <a:cxn ang="0">
                  <a:pos x="125" y="4"/>
                </a:cxn>
                <a:cxn ang="0">
                  <a:pos x="88" y="10"/>
                </a:cxn>
                <a:cxn ang="0">
                  <a:pos x="56" y="4"/>
                </a:cxn>
                <a:cxn ang="0">
                  <a:pos x="40" y="14"/>
                </a:cxn>
                <a:cxn ang="0">
                  <a:pos x="17" y="19"/>
                </a:cxn>
                <a:cxn ang="0">
                  <a:pos x="11" y="71"/>
                </a:cxn>
                <a:cxn ang="0">
                  <a:pos x="11" y="112"/>
                </a:cxn>
                <a:cxn ang="0">
                  <a:pos x="25" y="144"/>
                </a:cxn>
                <a:cxn ang="0">
                  <a:pos x="42" y="177"/>
                </a:cxn>
                <a:cxn ang="0">
                  <a:pos x="27" y="198"/>
                </a:cxn>
                <a:cxn ang="0">
                  <a:pos x="15" y="231"/>
                </a:cxn>
                <a:cxn ang="0">
                  <a:pos x="29" y="265"/>
                </a:cxn>
                <a:cxn ang="0">
                  <a:pos x="23" y="303"/>
                </a:cxn>
                <a:cxn ang="0">
                  <a:pos x="19" y="336"/>
                </a:cxn>
                <a:cxn ang="0">
                  <a:pos x="34" y="355"/>
                </a:cxn>
                <a:cxn ang="0">
                  <a:pos x="33" y="382"/>
                </a:cxn>
                <a:cxn ang="0">
                  <a:pos x="52" y="401"/>
                </a:cxn>
                <a:cxn ang="0">
                  <a:pos x="63" y="438"/>
                </a:cxn>
                <a:cxn ang="0">
                  <a:pos x="54" y="472"/>
                </a:cxn>
                <a:cxn ang="0">
                  <a:pos x="79" y="495"/>
                </a:cxn>
                <a:cxn ang="0">
                  <a:pos x="82" y="530"/>
                </a:cxn>
                <a:cxn ang="0">
                  <a:pos x="67" y="545"/>
                </a:cxn>
                <a:cxn ang="0">
                  <a:pos x="67" y="572"/>
                </a:cxn>
                <a:cxn ang="0">
                  <a:pos x="71" y="576"/>
                </a:cxn>
                <a:cxn ang="0">
                  <a:pos x="111" y="576"/>
                </a:cxn>
                <a:cxn ang="0">
                  <a:pos x="153" y="589"/>
                </a:cxn>
                <a:cxn ang="0">
                  <a:pos x="188" y="588"/>
                </a:cxn>
                <a:cxn ang="0">
                  <a:pos x="219" y="618"/>
                </a:cxn>
                <a:cxn ang="0">
                  <a:pos x="261" y="645"/>
                </a:cxn>
                <a:cxn ang="0">
                  <a:pos x="293" y="639"/>
                </a:cxn>
                <a:cxn ang="0">
                  <a:pos x="303" y="634"/>
                </a:cxn>
                <a:cxn ang="0">
                  <a:pos x="322" y="618"/>
                </a:cxn>
                <a:cxn ang="0">
                  <a:pos x="326" y="588"/>
                </a:cxn>
                <a:cxn ang="0">
                  <a:pos x="316" y="553"/>
                </a:cxn>
                <a:cxn ang="0">
                  <a:pos x="328" y="522"/>
                </a:cxn>
                <a:cxn ang="0">
                  <a:pos x="330" y="478"/>
                </a:cxn>
                <a:cxn ang="0">
                  <a:pos x="334" y="470"/>
                </a:cxn>
                <a:cxn ang="0">
                  <a:pos x="370" y="445"/>
                </a:cxn>
                <a:cxn ang="0">
                  <a:pos x="395" y="413"/>
                </a:cxn>
                <a:cxn ang="0">
                  <a:pos x="418" y="386"/>
                </a:cxn>
                <a:cxn ang="0">
                  <a:pos x="426" y="344"/>
                </a:cxn>
                <a:cxn ang="0">
                  <a:pos x="455" y="315"/>
                </a:cxn>
                <a:cxn ang="0">
                  <a:pos x="505" y="303"/>
                </a:cxn>
                <a:cxn ang="0">
                  <a:pos x="501" y="294"/>
                </a:cxn>
                <a:cxn ang="0">
                  <a:pos x="489" y="275"/>
                </a:cxn>
                <a:cxn ang="0">
                  <a:pos x="466" y="267"/>
                </a:cxn>
                <a:cxn ang="0">
                  <a:pos x="462" y="255"/>
                </a:cxn>
                <a:cxn ang="0">
                  <a:pos x="468" y="246"/>
                </a:cxn>
                <a:cxn ang="0">
                  <a:pos x="437" y="242"/>
                </a:cxn>
                <a:cxn ang="0">
                  <a:pos x="412" y="211"/>
                </a:cxn>
                <a:cxn ang="0">
                  <a:pos x="397" y="186"/>
                </a:cxn>
                <a:cxn ang="0">
                  <a:pos x="372" y="169"/>
                </a:cxn>
                <a:cxn ang="0">
                  <a:pos x="355" y="142"/>
                </a:cxn>
                <a:cxn ang="0">
                  <a:pos x="341" y="129"/>
                </a:cxn>
                <a:cxn ang="0">
                  <a:pos x="320" y="112"/>
                </a:cxn>
                <a:cxn ang="0">
                  <a:pos x="284" y="94"/>
                </a:cxn>
                <a:cxn ang="0">
                  <a:pos x="269" y="75"/>
                </a:cxn>
                <a:cxn ang="0">
                  <a:pos x="259" y="60"/>
                </a:cxn>
              </a:cxnLst>
              <a:rect l="0" t="0" r="r" b="b"/>
              <a:pathLst>
                <a:path w="505" h="653">
                  <a:moveTo>
                    <a:pt x="244" y="60"/>
                  </a:moveTo>
                  <a:lnTo>
                    <a:pt x="240" y="46"/>
                  </a:lnTo>
                  <a:lnTo>
                    <a:pt x="228" y="37"/>
                  </a:lnTo>
                  <a:lnTo>
                    <a:pt x="215" y="31"/>
                  </a:lnTo>
                  <a:lnTo>
                    <a:pt x="192" y="18"/>
                  </a:lnTo>
                  <a:lnTo>
                    <a:pt x="180" y="19"/>
                  </a:lnTo>
                  <a:lnTo>
                    <a:pt x="176" y="12"/>
                  </a:lnTo>
                  <a:lnTo>
                    <a:pt x="148" y="12"/>
                  </a:lnTo>
                  <a:lnTo>
                    <a:pt x="142" y="2"/>
                  </a:lnTo>
                  <a:lnTo>
                    <a:pt x="125" y="4"/>
                  </a:lnTo>
                  <a:lnTo>
                    <a:pt x="98" y="4"/>
                  </a:lnTo>
                  <a:lnTo>
                    <a:pt x="88" y="10"/>
                  </a:lnTo>
                  <a:lnTo>
                    <a:pt x="71" y="10"/>
                  </a:lnTo>
                  <a:lnTo>
                    <a:pt x="56" y="4"/>
                  </a:lnTo>
                  <a:lnTo>
                    <a:pt x="44" y="0"/>
                  </a:lnTo>
                  <a:lnTo>
                    <a:pt x="40" y="14"/>
                  </a:lnTo>
                  <a:lnTo>
                    <a:pt x="27" y="18"/>
                  </a:lnTo>
                  <a:lnTo>
                    <a:pt x="17" y="19"/>
                  </a:lnTo>
                  <a:lnTo>
                    <a:pt x="21" y="52"/>
                  </a:lnTo>
                  <a:lnTo>
                    <a:pt x="11" y="71"/>
                  </a:lnTo>
                  <a:lnTo>
                    <a:pt x="0" y="90"/>
                  </a:lnTo>
                  <a:lnTo>
                    <a:pt x="11" y="112"/>
                  </a:lnTo>
                  <a:lnTo>
                    <a:pt x="17" y="131"/>
                  </a:lnTo>
                  <a:lnTo>
                    <a:pt x="25" y="144"/>
                  </a:lnTo>
                  <a:lnTo>
                    <a:pt x="36" y="160"/>
                  </a:lnTo>
                  <a:lnTo>
                    <a:pt x="42" y="177"/>
                  </a:lnTo>
                  <a:lnTo>
                    <a:pt x="42" y="190"/>
                  </a:lnTo>
                  <a:lnTo>
                    <a:pt x="27" y="198"/>
                  </a:lnTo>
                  <a:lnTo>
                    <a:pt x="23" y="215"/>
                  </a:lnTo>
                  <a:lnTo>
                    <a:pt x="15" y="231"/>
                  </a:lnTo>
                  <a:lnTo>
                    <a:pt x="17" y="248"/>
                  </a:lnTo>
                  <a:lnTo>
                    <a:pt x="29" y="265"/>
                  </a:lnTo>
                  <a:lnTo>
                    <a:pt x="25" y="284"/>
                  </a:lnTo>
                  <a:lnTo>
                    <a:pt x="23" y="303"/>
                  </a:lnTo>
                  <a:lnTo>
                    <a:pt x="15" y="317"/>
                  </a:lnTo>
                  <a:lnTo>
                    <a:pt x="19" y="336"/>
                  </a:lnTo>
                  <a:lnTo>
                    <a:pt x="31" y="338"/>
                  </a:lnTo>
                  <a:lnTo>
                    <a:pt x="34" y="355"/>
                  </a:lnTo>
                  <a:lnTo>
                    <a:pt x="29" y="365"/>
                  </a:lnTo>
                  <a:lnTo>
                    <a:pt x="33" y="382"/>
                  </a:lnTo>
                  <a:lnTo>
                    <a:pt x="44" y="392"/>
                  </a:lnTo>
                  <a:lnTo>
                    <a:pt x="52" y="401"/>
                  </a:lnTo>
                  <a:lnTo>
                    <a:pt x="61" y="417"/>
                  </a:lnTo>
                  <a:lnTo>
                    <a:pt x="63" y="438"/>
                  </a:lnTo>
                  <a:lnTo>
                    <a:pt x="54" y="455"/>
                  </a:lnTo>
                  <a:lnTo>
                    <a:pt x="54" y="472"/>
                  </a:lnTo>
                  <a:lnTo>
                    <a:pt x="67" y="486"/>
                  </a:lnTo>
                  <a:lnTo>
                    <a:pt x="79" y="495"/>
                  </a:lnTo>
                  <a:lnTo>
                    <a:pt x="82" y="513"/>
                  </a:lnTo>
                  <a:lnTo>
                    <a:pt x="82" y="530"/>
                  </a:lnTo>
                  <a:lnTo>
                    <a:pt x="77" y="540"/>
                  </a:lnTo>
                  <a:lnTo>
                    <a:pt x="67" y="545"/>
                  </a:lnTo>
                  <a:lnTo>
                    <a:pt x="61" y="561"/>
                  </a:lnTo>
                  <a:lnTo>
                    <a:pt x="67" y="572"/>
                  </a:lnTo>
                  <a:lnTo>
                    <a:pt x="69" y="580"/>
                  </a:lnTo>
                  <a:lnTo>
                    <a:pt x="71" y="576"/>
                  </a:lnTo>
                  <a:lnTo>
                    <a:pt x="88" y="576"/>
                  </a:lnTo>
                  <a:lnTo>
                    <a:pt x="111" y="576"/>
                  </a:lnTo>
                  <a:lnTo>
                    <a:pt x="132" y="576"/>
                  </a:lnTo>
                  <a:lnTo>
                    <a:pt x="153" y="589"/>
                  </a:lnTo>
                  <a:lnTo>
                    <a:pt x="173" y="589"/>
                  </a:lnTo>
                  <a:lnTo>
                    <a:pt x="188" y="588"/>
                  </a:lnTo>
                  <a:lnTo>
                    <a:pt x="203" y="601"/>
                  </a:lnTo>
                  <a:lnTo>
                    <a:pt x="219" y="618"/>
                  </a:lnTo>
                  <a:lnTo>
                    <a:pt x="240" y="632"/>
                  </a:lnTo>
                  <a:lnTo>
                    <a:pt x="261" y="645"/>
                  </a:lnTo>
                  <a:lnTo>
                    <a:pt x="280" y="653"/>
                  </a:lnTo>
                  <a:lnTo>
                    <a:pt x="293" y="639"/>
                  </a:lnTo>
                  <a:lnTo>
                    <a:pt x="303" y="639"/>
                  </a:lnTo>
                  <a:lnTo>
                    <a:pt x="303" y="634"/>
                  </a:lnTo>
                  <a:lnTo>
                    <a:pt x="313" y="624"/>
                  </a:lnTo>
                  <a:lnTo>
                    <a:pt x="322" y="618"/>
                  </a:lnTo>
                  <a:lnTo>
                    <a:pt x="322" y="603"/>
                  </a:lnTo>
                  <a:lnTo>
                    <a:pt x="326" y="588"/>
                  </a:lnTo>
                  <a:lnTo>
                    <a:pt x="326" y="568"/>
                  </a:lnTo>
                  <a:lnTo>
                    <a:pt x="316" y="553"/>
                  </a:lnTo>
                  <a:lnTo>
                    <a:pt x="322" y="536"/>
                  </a:lnTo>
                  <a:lnTo>
                    <a:pt x="328" y="522"/>
                  </a:lnTo>
                  <a:lnTo>
                    <a:pt x="328" y="495"/>
                  </a:lnTo>
                  <a:lnTo>
                    <a:pt x="330" y="478"/>
                  </a:lnTo>
                  <a:lnTo>
                    <a:pt x="334" y="482"/>
                  </a:lnTo>
                  <a:lnTo>
                    <a:pt x="334" y="470"/>
                  </a:lnTo>
                  <a:lnTo>
                    <a:pt x="351" y="457"/>
                  </a:lnTo>
                  <a:lnTo>
                    <a:pt x="370" y="445"/>
                  </a:lnTo>
                  <a:lnTo>
                    <a:pt x="374" y="432"/>
                  </a:lnTo>
                  <a:lnTo>
                    <a:pt x="395" y="413"/>
                  </a:lnTo>
                  <a:lnTo>
                    <a:pt x="412" y="399"/>
                  </a:lnTo>
                  <a:lnTo>
                    <a:pt x="418" y="386"/>
                  </a:lnTo>
                  <a:lnTo>
                    <a:pt x="418" y="365"/>
                  </a:lnTo>
                  <a:lnTo>
                    <a:pt x="426" y="344"/>
                  </a:lnTo>
                  <a:lnTo>
                    <a:pt x="443" y="338"/>
                  </a:lnTo>
                  <a:lnTo>
                    <a:pt x="455" y="315"/>
                  </a:lnTo>
                  <a:lnTo>
                    <a:pt x="478" y="303"/>
                  </a:lnTo>
                  <a:lnTo>
                    <a:pt x="505" y="303"/>
                  </a:lnTo>
                  <a:lnTo>
                    <a:pt x="505" y="302"/>
                  </a:lnTo>
                  <a:lnTo>
                    <a:pt x="501" y="294"/>
                  </a:lnTo>
                  <a:lnTo>
                    <a:pt x="497" y="284"/>
                  </a:lnTo>
                  <a:lnTo>
                    <a:pt x="489" y="275"/>
                  </a:lnTo>
                  <a:lnTo>
                    <a:pt x="478" y="267"/>
                  </a:lnTo>
                  <a:lnTo>
                    <a:pt x="466" y="267"/>
                  </a:lnTo>
                  <a:lnTo>
                    <a:pt x="462" y="261"/>
                  </a:lnTo>
                  <a:lnTo>
                    <a:pt x="462" y="255"/>
                  </a:lnTo>
                  <a:lnTo>
                    <a:pt x="468" y="252"/>
                  </a:lnTo>
                  <a:lnTo>
                    <a:pt x="468" y="246"/>
                  </a:lnTo>
                  <a:lnTo>
                    <a:pt x="457" y="244"/>
                  </a:lnTo>
                  <a:lnTo>
                    <a:pt x="437" y="242"/>
                  </a:lnTo>
                  <a:lnTo>
                    <a:pt x="424" y="225"/>
                  </a:lnTo>
                  <a:lnTo>
                    <a:pt x="412" y="211"/>
                  </a:lnTo>
                  <a:lnTo>
                    <a:pt x="395" y="200"/>
                  </a:lnTo>
                  <a:lnTo>
                    <a:pt x="397" y="186"/>
                  </a:lnTo>
                  <a:lnTo>
                    <a:pt x="384" y="173"/>
                  </a:lnTo>
                  <a:lnTo>
                    <a:pt x="372" y="169"/>
                  </a:lnTo>
                  <a:lnTo>
                    <a:pt x="366" y="156"/>
                  </a:lnTo>
                  <a:lnTo>
                    <a:pt x="355" y="142"/>
                  </a:lnTo>
                  <a:lnTo>
                    <a:pt x="345" y="142"/>
                  </a:lnTo>
                  <a:lnTo>
                    <a:pt x="341" y="129"/>
                  </a:lnTo>
                  <a:lnTo>
                    <a:pt x="332" y="117"/>
                  </a:lnTo>
                  <a:lnTo>
                    <a:pt x="320" y="112"/>
                  </a:lnTo>
                  <a:lnTo>
                    <a:pt x="305" y="98"/>
                  </a:lnTo>
                  <a:lnTo>
                    <a:pt x="284" y="94"/>
                  </a:lnTo>
                  <a:lnTo>
                    <a:pt x="274" y="87"/>
                  </a:lnTo>
                  <a:lnTo>
                    <a:pt x="269" y="75"/>
                  </a:lnTo>
                  <a:lnTo>
                    <a:pt x="267" y="65"/>
                  </a:lnTo>
                  <a:lnTo>
                    <a:pt x="259" y="60"/>
                  </a:lnTo>
                  <a:lnTo>
                    <a:pt x="244" y="6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6" name="Freeform 17">
              <a:extLst>
                <a:ext uri="{FF2B5EF4-FFF2-40B4-BE49-F238E27FC236}">
                  <a16:creationId xmlns:a16="http://schemas.microsoft.com/office/drawing/2014/main" id="{2F5B5DD8-173E-5660-7E37-0B6042132FB9}"/>
                </a:ext>
              </a:extLst>
            </p:cNvPr>
            <p:cNvSpPr>
              <a:spLocks noChangeAspect="1"/>
            </p:cNvSpPr>
            <p:nvPr/>
          </p:nvSpPr>
          <p:spPr bwMode="auto">
            <a:xfrm>
              <a:off x="3839" y="1287"/>
              <a:ext cx="484" cy="693"/>
            </a:xfrm>
            <a:custGeom>
              <a:avLst/>
              <a:gdLst/>
              <a:ahLst/>
              <a:cxnLst>
                <a:cxn ang="0">
                  <a:pos x="541" y="34"/>
                </a:cxn>
                <a:cxn ang="0">
                  <a:pos x="506" y="63"/>
                </a:cxn>
                <a:cxn ang="0">
                  <a:pos x="466" y="84"/>
                </a:cxn>
                <a:cxn ang="0">
                  <a:pos x="437" y="121"/>
                </a:cxn>
                <a:cxn ang="0">
                  <a:pos x="416" y="174"/>
                </a:cxn>
                <a:cxn ang="0">
                  <a:pos x="414" y="220"/>
                </a:cxn>
                <a:cxn ang="0">
                  <a:pos x="437" y="272"/>
                </a:cxn>
                <a:cxn ang="0">
                  <a:pos x="426" y="324"/>
                </a:cxn>
                <a:cxn ang="0">
                  <a:pos x="408" y="339"/>
                </a:cxn>
                <a:cxn ang="0">
                  <a:pos x="399" y="409"/>
                </a:cxn>
                <a:cxn ang="0">
                  <a:pos x="429" y="451"/>
                </a:cxn>
                <a:cxn ang="0">
                  <a:pos x="378" y="487"/>
                </a:cxn>
                <a:cxn ang="0">
                  <a:pos x="305" y="478"/>
                </a:cxn>
                <a:cxn ang="0">
                  <a:pos x="236" y="504"/>
                </a:cxn>
                <a:cxn ang="0">
                  <a:pos x="193" y="551"/>
                </a:cxn>
                <a:cxn ang="0">
                  <a:pos x="136" y="558"/>
                </a:cxn>
                <a:cxn ang="0">
                  <a:pos x="88" y="579"/>
                </a:cxn>
                <a:cxn ang="0">
                  <a:pos x="73" y="629"/>
                </a:cxn>
                <a:cxn ang="0">
                  <a:pos x="53" y="673"/>
                </a:cxn>
                <a:cxn ang="0">
                  <a:pos x="27" y="716"/>
                </a:cxn>
                <a:cxn ang="0">
                  <a:pos x="17" y="765"/>
                </a:cxn>
                <a:cxn ang="0">
                  <a:pos x="32" y="810"/>
                </a:cxn>
                <a:cxn ang="0">
                  <a:pos x="17" y="867"/>
                </a:cxn>
                <a:cxn ang="0">
                  <a:pos x="0" y="900"/>
                </a:cxn>
                <a:cxn ang="0">
                  <a:pos x="28" y="921"/>
                </a:cxn>
                <a:cxn ang="0">
                  <a:pos x="61" y="952"/>
                </a:cxn>
                <a:cxn ang="0">
                  <a:pos x="126" y="986"/>
                </a:cxn>
                <a:cxn ang="0">
                  <a:pos x="186" y="961"/>
                </a:cxn>
                <a:cxn ang="0">
                  <a:pos x="257" y="934"/>
                </a:cxn>
                <a:cxn ang="0">
                  <a:pos x="303" y="902"/>
                </a:cxn>
                <a:cxn ang="0">
                  <a:pos x="307" y="815"/>
                </a:cxn>
                <a:cxn ang="0">
                  <a:pos x="368" y="823"/>
                </a:cxn>
                <a:cxn ang="0">
                  <a:pos x="431" y="833"/>
                </a:cxn>
                <a:cxn ang="0">
                  <a:pos x="502" y="810"/>
                </a:cxn>
                <a:cxn ang="0">
                  <a:pos x="562" y="773"/>
                </a:cxn>
                <a:cxn ang="0">
                  <a:pos x="616" y="739"/>
                </a:cxn>
                <a:cxn ang="0">
                  <a:pos x="669" y="694"/>
                </a:cxn>
                <a:cxn ang="0">
                  <a:pos x="665" y="629"/>
                </a:cxn>
                <a:cxn ang="0">
                  <a:pos x="675" y="583"/>
                </a:cxn>
                <a:cxn ang="0">
                  <a:pos x="690" y="541"/>
                </a:cxn>
                <a:cxn ang="0">
                  <a:pos x="662" y="483"/>
                </a:cxn>
                <a:cxn ang="0">
                  <a:pos x="660" y="412"/>
                </a:cxn>
                <a:cxn ang="0">
                  <a:pos x="642" y="366"/>
                </a:cxn>
                <a:cxn ang="0">
                  <a:pos x="631" y="314"/>
                </a:cxn>
                <a:cxn ang="0">
                  <a:pos x="623" y="242"/>
                </a:cxn>
                <a:cxn ang="0">
                  <a:pos x="650" y="188"/>
                </a:cxn>
                <a:cxn ang="0">
                  <a:pos x="619" y="123"/>
                </a:cxn>
                <a:cxn ang="0">
                  <a:pos x="625" y="32"/>
                </a:cxn>
                <a:cxn ang="0">
                  <a:pos x="598" y="11"/>
                </a:cxn>
                <a:cxn ang="0">
                  <a:pos x="556" y="0"/>
                </a:cxn>
              </a:cxnLst>
              <a:rect l="0" t="0" r="r" b="b"/>
              <a:pathLst>
                <a:path w="690" h="986">
                  <a:moveTo>
                    <a:pt x="556" y="0"/>
                  </a:moveTo>
                  <a:lnTo>
                    <a:pt x="556" y="15"/>
                  </a:lnTo>
                  <a:lnTo>
                    <a:pt x="556" y="29"/>
                  </a:lnTo>
                  <a:lnTo>
                    <a:pt x="541" y="34"/>
                  </a:lnTo>
                  <a:lnTo>
                    <a:pt x="543" y="50"/>
                  </a:lnTo>
                  <a:lnTo>
                    <a:pt x="533" y="55"/>
                  </a:lnTo>
                  <a:lnTo>
                    <a:pt x="520" y="55"/>
                  </a:lnTo>
                  <a:lnTo>
                    <a:pt x="506" y="63"/>
                  </a:lnTo>
                  <a:lnTo>
                    <a:pt x="502" y="73"/>
                  </a:lnTo>
                  <a:lnTo>
                    <a:pt x="487" y="75"/>
                  </a:lnTo>
                  <a:lnTo>
                    <a:pt x="470" y="75"/>
                  </a:lnTo>
                  <a:lnTo>
                    <a:pt x="466" y="84"/>
                  </a:lnTo>
                  <a:lnTo>
                    <a:pt x="456" y="96"/>
                  </a:lnTo>
                  <a:lnTo>
                    <a:pt x="456" y="109"/>
                  </a:lnTo>
                  <a:lnTo>
                    <a:pt x="445" y="117"/>
                  </a:lnTo>
                  <a:lnTo>
                    <a:pt x="437" y="121"/>
                  </a:lnTo>
                  <a:lnTo>
                    <a:pt x="437" y="136"/>
                  </a:lnTo>
                  <a:lnTo>
                    <a:pt x="426" y="149"/>
                  </a:lnTo>
                  <a:lnTo>
                    <a:pt x="416" y="157"/>
                  </a:lnTo>
                  <a:lnTo>
                    <a:pt x="416" y="174"/>
                  </a:lnTo>
                  <a:lnTo>
                    <a:pt x="424" y="182"/>
                  </a:lnTo>
                  <a:lnTo>
                    <a:pt x="426" y="190"/>
                  </a:lnTo>
                  <a:lnTo>
                    <a:pt x="420" y="205"/>
                  </a:lnTo>
                  <a:lnTo>
                    <a:pt x="414" y="220"/>
                  </a:lnTo>
                  <a:lnTo>
                    <a:pt x="414" y="234"/>
                  </a:lnTo>
                  <a:lnTo>
                    <a:pt x="424" y="245"/>
                  </a:lnTo>
                  <a:lnTo>
                    <a:pt x="433" y="257"/>
                  </a:lnTo>
                  <a:lnTo>
                    <a:pt x="437" y="272"/>
                  </a:lnTo>
                  <a:lnTo>
                    <a:pt x="437" y="288"/>
                  </a:lnTo>
                  <a:lnTo>
                    <a:pt x="431" y="305"/>
                  </a:lnTo>
                  <a:lnTo>
                    <a:pt x="426" y="324"/>
                  </a:lnTo>
                  <a:lnTo>
                    <a:pt x="426" y="324"/>
                  </a:lnTo>
                  <a:lnTo>
                    <a:pt x="422" y="324"/>
                  </a:lnTo>
                  <a:lnTo>
                    <a:pt x="418" y="324"/>
                  </a:lnTo>
                  <a:lnTo>
                    <a:pt x="414" y="328"/>
                  </a:lnTo>
                  <a:lnTo>
                    <a:pt x="408" y="339"/>
                  </a:lnTo>
                  <a:lnTo>
                    <a:pt x="406" y="345"/>
                  </a:lnTo>
                  <a:lnTo>
                    <a:pt x="393" y="364"/>
                  </a:lnTo>
                  <a:lnTo>
                    <a:pt x="391" y="385"/>
                  </a:lnTo>
                  <a:lnTo>
                    <a:pt x="399" y="409"/>
                  </a:lnTo>
                  <a:lnTo>
                    <a:pt x="414" y="426"/>
                  </a:lnTo>
                  <a:lnTo>
                    <a:pt x="422" y="430"/>
                  </a:lnTo>
                  <a:lnTo>
                    <a:pt x="431" y="441"/>
                  </a:lnTo>
                  <a:lnTo>
                    <a:pt x="429" y="451"/>
                  </a:lnTo>
                  <a:lnTo>
                    <a:pt x="412" y="462"/>
                  </a:lnTo>
                  <a:lnTo>
                    <a:pt x="416" y="478"/>
                  </a:lnTo>
                  <a:lnTo>
                    <a:pt x="397" y="485"/>
                  </a:lnTo>
                  <a:lnTo>
                    <a:pt x="378" y="487"/>
                  </a:lnTo>
                  <a:lnTo>
                    <a:pt x="353" y="491"/>
                  </a:lnTo>
                  <a:lnTo>
                    <a:pt x="337" y="487"/>
                  </a:lnTo>
                  <a:lnTo>
                    <a:pt x="322" y="483"/>
                  </a:lnTo>
                  <a:lnTo>
                    <a:pt x="305" y="478"/>
                  </a:lnTo>
                  <a:lnTo>
                    <a:pt x="286" y="478"/>
                  </a:lnTo>
                  <a:lnTo>
                    <a:pt x="268" y="485"/>
                  </a:lnTo>
                  <a:lnTo>
                    <a:pt x="253" y="493"/>
                  </a:lnTo>
                  <a:lnTo>
                    <a:pt x="236" y="504"/>
                  </a:lnTo>
                  <a:lnTo>
                    <a:pt x="222" y="510"/>
                  </a:lnTo>
                  <a:lnTo>
                    <a:pt x="207" y="524"/>
                  </a:lnTo>
                  <a:lnTo>
                    <a:pt x="199" y="535"/>
                  </a:lnTo>
                  <a:lnTo>
                    <a:pt x="193" y="551"/>
                  </a:lnTo>
                  <a:lnTo>
                    <a:pt x="182" y="554"/>
                  </a:lnTo>
                  <a:lnTo>
                    <a:pt x="167" y="552"/>
                  </a:lnTo>
                  <a:lnTo>
                    <a:pt x="149" y="554"/>
                  </a:lnTo>
                  <a:lnTo>
                    <a:pt x="136" y="558"/>
                  </a:lnTo>
                  <a:lnTo>
                    <a:pt x="124" y="562"/>
                  </a:lnTo>
                  <a:lnTo>
                    <a:pt x="111" y="566"/>
                  </a:lnTo>
                  <a:lnTo>
                    <a:pt x="99" y="570"/>
                  </a:lnTo>
                  <a:lnTo>
                    <a:pt x="88" y="579"/>
                  </a:lnTo>
                  <a:lnTo>
                    <a:pt x="80" y="593"/>
                  </a:lnTo>
                  <a:lnTo>
                    <a:pt x="75" y="604"/>
                  </a:lnTo>
                  <a:lnTo>
                    <a:pt x="73" y="620"/>
                  </a:lnTo>
                  <a:lnTo>
                    <a:pt x="73" y="629"/>
                  </a:lnTo>
                  <a:lnTo>
                    <a:pt x="73" y="641"/>
                  </a:lnTo>
                  <a:lnTo>
                    <a:pt x="67" y="650"/>
                  </a:lnTo>
                  <a:lnTo>
                    <a:pt x="55" y="658"/>
                  </a:lnTo>
                  <a:lnTo>
                    <a:pt x="53" y="673"/>
                  </a:lnTo>
                  <a:lnTo>
                    <a:pt x="42" y="681"/>
                  </a:lnTo>
                  <a:lnTo>
                    <a:pt x="32" y="691"/>
                  </a:lnTo>
                  <a:lnTo>
                    <a:pt x="27" y="702"/>
                  </a:lnTo>
                  <a:lnTo>
                    <a:pt x="27" y="716"/>
                  </a:lnTo>
                  <a:lnTo>
                    <a:pt x="23" y="725"/>
                  </a:lnTo>
                  <a:lnTo>
                    <a:pt x="17" y="737"/>
                  </a:lnTo>
                  <a:lnTo>
                    <a:pt x="17" y="752"/>
                  </a:lnTo>
                  <a:lnTo>
                    <a:pt x="17" y="765"/>
                  </a:lnTo>
                  <a:lnTo>
                    <a:pt x="17" y="771"/>
                  </a:lnTo>
                  <a:lnTo>
                    <a:pt x="23" y="787"/>
                  </a:lnTo>
                  <a:lnTo>
                    <a:pt x="27" y="798"/>
                  </a:lnTo>
                  <a:lnTo>
                    <a:pt x="32" y="810"/>
                  </a:lnTo>
                  <a:lnTo>
                    <a:pt x="30" y="827"/>
                  </a:lnTo>
                  <a:lnTo>
                    <a:pt x="28" y="840"/>
                  </a:lnTo>
                  <a:lnTo>
                    <a:pt x="23" y="850"/>
                  </a:lnTo>
                  <a:lnTo>
                    <a:pt x="17" y="867"/>
                  </a:lnTo>
                  <a:lnTo>
                    <a:pt x="13" y="877"/>
                  </a:lnTo>
                  <a:lnTo>
                    <a:pt x="0" y="877"/>
                  </a:lnTo>
                  <a:lnTo>
                    <a:pt x="0" y="890"/>
                  </a:lnTo>
                  <a:lnTo>
                    <a:pt x="0" y="900"/>
                  </a:lnTo>
                  <a:lnTo>
                    <a:pt x="13" y="906"/>
                  </a:lnTo>
                  <a:lnTo>
                    <a:pt x="19" y="906"/>
                  </a:lnTo>
                  <a:lnTo>
                    <a:pt x="28" y="919"/>
                  </a:lnTo>
                  <a:lnTo>
                    <a:pt x="28" y="921"/>
                  </a:lnTo>
                  <a:lnTo>
                    <a:pt x="30" y="919"/>
                  </a:lnTo>
                  <a:lnTo>
                    <a:pt x="46" y="921"/>
                  </a:lnTo>
                  <a:lnTo>
                    <a:pt x="53" y="934"/>
                  </a:lnTo>
                  <a:lnTo>
                    <a:pt x="61" y="952"/>
                  </a:lnTo>
                  <a:lnTo>
                    <a:pt x="76" y="969"/>
                  </a:lnTo>
                  <a:lnTo>
                    <a:pt x="86" y="980"/>
                  </a:lnTo>
                  <a:lnTo>
                    <a:pt x="101" y="986"/>
                  </a:lnTo>
                  <a:lnTo>
                    <a:pt x="126" y="986"/>
                  </a:lnTo>
                  <a:lnTo>
                    <a:pt x="146" y="982"/>
                  </a:lnTo>
                  <a:lnTo>
                    <a:pt x="159" y="982"/>
                  </a:lnTo>
                  <a:lnTo>
                    <a:pt x="172" y="975"/>
                  </a:lnTo>
                  <a:lnTo>
                    <a:pt x="186" y="961"/>
                  </a:lnTo>
                  <a:lnTo>
                    <a:pt x="197" y="955"/>
                  </a:lnTo>
                  <a:lnTo>
                    <a:pt x="230" y="957"/>
                  </a:lnTo>
                  <a:lnTo>
                    <a:pt x="249" y="954"/>
                  </a:lnTo>
                  <a:lnTo>
                    <a:pt x="257" y="934"/>
                  </a:lnTo>
                  <a:lnTo>
                    <a:pt x="278" y="931"/>
                  </a:lnTo>
                  <a:lnTo>
                    <a:pt x="289" y="919"/>
                  </a:lnTo>
                  <a:lnTo>
                    <a:pt x="289" y="911"/>
                  </a:lnTo>
                  <a:lnTo>
                    <a:pt x="303" y="902"/>
                  </a:lnTo>
                  <a:lnTo>
                    <a:pt x="305" y="848"/>
                  </a:lnTo>
                  <a:lnTo>
                    <a:pt x="297" y="835"/>
                  </a:lnTo>
                  <a:lnTo>
                    <a:pt x="288" y="821"/>
                  </a:lnTo>
                  <a:lnTo>
                    <a:pt x="307" y="815"/>
                  </a:lnTo>
                  <a:lnTo>
                    <a:pt x="330" y="802"/>
                  </a:lnTo>
                  <a:lnTo>
                    <a:pt x="339" y="813"/>
                  </a:lnTo>
                  <a:lnTo>
                    <a:pt x="345" y="821"/>
                  </a:lnTo>
                  <a:lnTo>
                    <a:pt x="368" y="823"/>
                  </a:lnTo>
                  <a:lnTo>
                    <a:pt x="380" y="829"/>
                  </a:lnTo>
                  <a:lnTo>
                    <a:pt x="393" y="836"/>
                  </a:lnTo>
                  <a:lnTo>
                    <a:pt x="410" y="838"/>
                  </a:lnTo>
                  <a:lnTo>
                    <a:pt x="431" y="833"/>
                  </a:lnTo>
                  <a:lnTo>
                    <a:pt x="447" y="829"/>
                  </a:lnTo>
                  <a:lnTo>
                    <a:pt x="460" y="823"/>
                  </a:lnTo>
                  <a:lnTo>
                    <a:pt x="476" y="808"/>
                  </a:lnTo>
                  <a:lnTo>
                    <a:pt x="502" y="810"/>
                  </a:lnTo>
                  <a:lnTo>
                    <a:pt x="516" y="808"/>
                  </a:lnTo>
                  <a:lnTo>
                    <a:pt x="533" y="798"/>
                  </a:lnTo>
                  <a:lnTo>
                    <a:pt x="552" y="781"/>
                  </a:lnTo>
                  <a:lnTo>
                    <a:pt x="562" y="773"/>
                  </a:lnTo>
                  <a:lnTo>
                    <a:pt x="581" y="764"/>
                  </a:lnTo>
                  <a:lnTo>
                    <a:pt x="594" y="764"/>
                  </a:lnTo>
                  <a:lnTo>
                    <a:pt x="598" y="750"/>
                  </a:lnTo>
                  <a:lnTo>
                    <a:pt x="616" y="739"/>
                  </a:lnTo>
                  <a:lnTo>
                    <a:pt x="629" y="725"/>
                  </a:lnTo>
                  <a:lnTo>
                    <a:pt x="646" y="723"/>
                  </a:lnTo>
                  <a:lnTo>
                    <a:pt x="665" y="712"/>
                  </a:lnTo>
                  <a:lnTo>
                    <a:pt x="669" y="694"/>
                  </a:lnTo>
                  <a:lnTo>
                    <a:pt x="683" y="683"/>
                  </a:lnTo>
                  <a:lnTo>
                    <a:pt x="681" y="666"/>
                  </a:lnTo>
                  <a:lnTo>
                    <a:pt x="667" y="648"/>
                  </a:lnTo>
                  <a:lnTo>
                    <a:pt x="665" y="629"/>
                  </a:lnTo>
                  <a:lnTo>
                    <a:pt x="665" y="602"/>
                  </a:lnTo>
                  <a:lnTo>
                    <a:pt x="679" y="587"/>
                  </a:lnTo>
                  <a:lnTo>
                    <a:pt x="677" y="591"/>
                  </a:lnTo>
                  <a:lnTo>
                    <a:pt x="675" y="583"/>
                  </a:lnTo>
                  <a:lnTo>
                    <a:pt x="669" y="572"/>
                  </a:lnTo>
                  <a:lnTo>
                    <a:pt x="675" y="556"/>
                  </a:lnTo>
                  <a:lnTo>
                    <a:pt x="685" y="551"/>
                  </a:lnTo>
                  <a:lnTo>
                    <a:pt x="690" y="541"/>
                  </a:lnTo>
                  <a:lnTo>
                    <a:pt x="690" y="524"/>
                  </a:lnTo>
                  <a:lnTo>
                    <a:pt x="687" y="506"/>
                  </a:lnTo>
                  <a:lnTo>
                    <a:pt x="675" y="497"/>
                  </a:lnTo>
                  <a:lnTo>
                    <a:pt x="662" y="483"/>
                  </a:lnTo>
                  <a:lnTo>
                    <a:pt x="662" y="466"/>
                  </a:lnTo>
                  <a:lnTo>
                    <a:pt x="671" y="449"/>
                  </a:lnTo>
                  <a:lnTo>
                    <a:pt x="669" y="428"/>
                  </a:lnTo>
                  <a:lnTo>
                    <a:pt x="660" y="412"/>
                  </a:lnTo>
                  <a:lnTo>
                    <a:pt x="652" y="403"/>
                  </a:lnTo>
                  <a:lnTo>
                    <a:pt x="641" y="393"/>
                  </a:lnTo>
                  <a:lnTo>
                    <a:pt x="637" y="376"/>
                  </a:lnTo>
                  <a:lnTo>
                    <a:pt x="642" y="366"/>
                  </a:lnTo>
                  <a:lnTo>
                    <a:pt x="639" y="349"/>
                  </a:lnTo>
                  <a:lnTo>
                    <a:pt x="627" y="347"/>
                  </a:lnTo>
                  <a:lnTo>
                    <a:pt x="623" y="328"/>
                  </a:lnTo>
                  <a:lnTo>
                    <a:pt x="631" y="314"/>
                  </a:lnTo>
                  <a:lnTo>
                    <a:pt x="633" y="295"/>
                  </a:lnTo>
                  <a:lnTo>
                    <a:pt x="637" y="276"/>
                  </a:lnTo>
                  <a:lnTo>
                    <a:pt x="625" y="259"/>
                  </a:lnTo>
                  <a:lnTo>
                    <a:pt x="623" y="242"/>
                  </a:lnTo>
                  <a:lnTo>
                    <a:pt x="631" y="226"/>
                  </a:lnTo>
                  <a:lnTo>
                    <a:pt x="635" y="209"/>
                  </a:lnTo>
                  <a:lnTo>
                    <a:pt x="650" y="201"/>
                  </a:lnTo>
                  <a:lnTo>
                    <a:pt x="650" y="188"/>
                  </a:lnTo>
                  <a:lnTo>
                    <a:pt x="644" y="171"/>
                  </a:lnTo>
                  <a:lnTo>
                    <a:pt x="633" y="155"/>
                  </a:lnTo>
                  <a:lnTo>
                    <a:pt x="625" y="142"/>
                  </a:lnTo>
                  <a:lnTo>
                    <a:pt x="619" y="123"/>
                  </a:lnTo>
                  <a:lnTo>
                    <a:pt x="608" y="101"/>
                  </a:lnTo>
                  <a:lnTo>
                    <a:pt x="619" y="82"/>
                  </a:lnTo>
                  <a:lnTo>
                    <a:pt x="629" y="63"/>
                  </a:lnTo>
                  <a:lnTo>
                    <a:pt x="625" y="32"/>
                  </a:lnTo>
                  <a:lnTo>
                    <a:pt x="625" y="30"/>
                  </a:lnTo>
                  <a:lnTo>
                    <a:pt x="614" y="25"/>
                  </a:lnTo>
                  <a:lnTo>
                    <a:pt x="602" y="19"/>
                  </a:lnTo>
                  <a:lnTo>
                    <a:pt x="598" y="11"/>
                  </a:lnTo>
                  <a:lnTo>
                    <a:pt x="589" y="11"/>
                  </a:lnTo>
                  <a:lnTo>
                    <a:pt x="579" y="2"/>
                  </a:lnTo>
                  <a:lnTo>
                    <a:pt x="566" y="2"/>
                  </a:lnTo>
                  <a:lnTo>
                    <a:pt x="556"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7" name="Freeform 18">
              <a:extLst>
                <a:ext uri="{FF2B5EF4-FFF2-40B4-BE49-F238E27FC236}">
                  <a16:creationId xmlns:a16="http://schemas.microsoft.com/office/drawing/2014/main" id="{9C1FE65D-D6A6-0AF9-8672-34A26D631271}"/>
                </a:ext>
              </a:extLst>
            </p:cNvPr>
            <p:cNvSpPr>
              <a:spLocks noChangeAspect="1"/>
            </p:cNvSpPr>
            <p:nvPr/>
          </p:nvSpPr>
          <p:spPr bwMode="auto">
            <a:xfrm>
              <a:off x="3619" y="1115"/>
              <a:ext cx="610" cy="800"/>
            </a:xfrm>
            <a:custGeom>
              <a:avLst/>
              <a:gdLst/>
              <a:ahLst/>
              <a:cxnLst>
                <a:cxn ang="0">
                  <a:pos x="685" y="192"/>
                </a:cxn>
                <a:cxn ang="0">
                  <a:pos x="625" y="192"/>
                </a:cxn>
                <a:cxn ang="0">
                  <a:pos x="572" y="223"/>
                </a:cxn>
                <a:cxn ang="0">
                  <a:pos x="560" y="186"/>
                </a:cxn>
                <a:cxn ang="0">
                  <a:pos x="530" y="267"/>
                </a:cxn>
                <a:cxn ang="0">
                  <a:pos x="518" y="198"/>
                </a:cxn>
                <a:cxn ang="0">
                  <a:pos x="539" y="131"/>
                </a:cxn>
                <a:cxn ang="0">
                  <a:pos x="482" y="159"/>
                </a:cxn>
                <a:cxn ang="0">
                  <a:pos x="518" y="125"/>
                </a:cxn>
                <a:cxn ang="0">
                  <a:pos x="537" y="100"/>
                </a:cxn>
                <a:cxn ang="0">
                  <a:pos x="480" y="61"/>
                </a:cxn>
                <a:cxn ang="0">
                  <a:pos x="443" y="73"/>
                </a:cxn>
                <a:cxn ang="0">
                  <a:pos x="403" y="23"/>
                </a:cxn>
                <a:cxn ang="0">
                  <a:pos x="343" y="8"/>
                </a:cxn>
                <a:cxn ang="0">
                  <a:pos x="322" y="98"/>
                </a:cxn>
                <a:cxn ang="0">
                  <a:pos x="297" y="171"/>
                </a:cxn>
                <a:cxn ang="0">
                  <a:pos x="244" y="228"/>
                </a:cxn>
                <a:cxn ang="0">
                  <a:pos x="209" y="322"/>
                </a:cxn>
                <a:cxn ang="0">
                  <a:pos x="157" y="392"/>
                </a:cxn>
                <a:cxn ang="0">
                  <a:pos x="71" y="434"/>
                </a:cxn>
                <a:cxn ang="0">
                  <a:pos x="0" y="491"/>
                </a:cxn>
                <a:cxn ang="0">
                  <a:pos x="73" y="501"/>
                </a:cxn>
                <a:cxn ang="0">
                  <a:pos x="130" y="528"/>
                </a:cxn>
                <a:cxn ang="0">
                  <a:pos x="159" y="614"/>
                </a:cxn>
                <a:cxn ang="0">
                  <a:pos x="146" y="681"/>
                </a:cxn>
                <a:cxn ang="0">
                  <a:pos x="113" y="737"/>
                </a:cxn>
                <a:cxn ang="0">
                  <a:pos x="161" y="793"/>
                </a:cxn>
                <a:cxn ang="0">
                  <a:pos x="196" y="839"/>
                </a:cxn>
                <a:cxn ang="0">
                  <a:pos x="238" y="860"/>
                </a:cxn>
                <a:cxn ang="0">
                  <a:pos x="240" y="910"/>
                </a:cxn>
                <a:cxn ang="0">
                  <a:pos x="209" y="967"/>
                </a:cxn>
                <a:cxn ang="0">
                  <a:pos x="215" y="1011"/>
                </a:cxn>
                <a:cxn ang="0">
                  <a:pos x="251" y="1046"/>
                </a:cxn>
                <a:cxn ang="0">
                  <a:pos x="263" y="1106"/>
                </a:cxn>
                <a:cxn ang="0">
                  <a:pos x="313" y="1140"/>
                </a:cxn>
                <a:cxn ang="0">
                  <a:pos x="336" y="1096"/>
                </a:cxn>
                <a:cxn ang="0">
                  <a:pos x="336" y="1033"/>
                </a:cxn>
                <a:cxn ang="0">
                  <a:pos x="336" y="971"/>
                </a:cxn>
                <a:cxn ang="0">
                  <a:pos x="366" y="919"/>
                </a:cxn>
                <a:cxn ang="0">
                  <a:pos x="386" y="866"/>
                </a:cxn>
                <a:cxn ang="0">
                  <a:pos x="424" y="812"/>
                </a:cxn>
                <a:cxn ang="0">
                  <a:pos x="495" y="800"/>
                </a:cxn>
                <a:cxn ang="0">
                  <a:pos x="549" y="750"/>
                </a:cxn>
                <a:cxn ang="0">
                  <a:pos x="635" y="729"/>
                </a:cxn>
                <a:cxn ang="0">
                  <a:pos x="729" y="724"/>
                </a:cxn>
                <a:cxn ang="0">
                  <a:pos x="727" y="672"/>
                </a:cxn>
                <a:cxn ang="0">
                  <a:pos x="721" y="585"/>
                </a:cxn>
                <a:cxn ang="0">
                  <a:pos x="739" y="570"/>
                </a:cxn>
                <a:cxn ang="0">
                  <a:pos x="737" y="491"/>
                </a:cxn>
                <a:cxn ang="0">
                  <a:pos x="737" y="428"/>
                </a:cxn>
                <a:cxn ang="0">
                  <a:pos x="750" y="367"/>
                </a:cxn>
                <a:cxn ang="0">
                  <a:pos x="783" y="321"/>
                </a:cxn>
                <a:cxn ang="0">
                  <a:pos x="846" y="301"/>
                </a:cxn>
                <a:cxn ang="0">
                  <a:pos x="869" y="250"/>
                </a:cxn>
                <a:cxn ang="0">
                  <a:pos x="812" y="236"/>
                </a:cxn>
                <a:cxn ang="0">
                  <a:pos x="773" y="209"/>
                </a:cxn>
                <a:cxn ang="0">
                  <a:pos x="719" y="182"/>
                </a:cxn>
              </a:cxnLst>
              <a:rect l="0" t="0" r="r" b="b"/>
              <a:pathLst>
                <a:path w="869" h="1140">
                  <a:moveTo>
                    <a:pt x="712" y="171"/>
                  </a:moveTo>
                  <a:lnTo>
                    <a:pt x="698" y="171"/>
                  </a:lnTo>
                  <a:lnTo>
                    <a:pt x="681" y="171"/>
                  </a:lnTo>
                  <a:lnTo>
                    <a:pt x="677" y="180"/>
                  </a:lnTo>
                  <a:lnTo>
                    <a:pt x="685" y="192"/>
                  </a:lnTo>
                  <a:lnTo>
                    <a:pt x="673" y="196"/>
                  </a:lnTo>
                  <a:lnTo>
                    <a:pt x="662" y="202"/>
                  </a:lnTo>
                  <a:lnTo>
                    <a:pt x="660" y="190"/>
                  </a:lnTo>
                  <a:lnTo>
                    <a:pt x="637" y="188"/>
                  </a:lnTo>
                  <a:lnTo>
                    <a:pt x="625" y="192"/>
                  </a:lnTo>
                  <a:lnTo>
                    <a:pt x="620" y="184"/>
                  </a:lnTo>
                  <a:lnTo>
                    <a:pt x="601" y="184"/>
                  </a:lnTo>
                  <a:lnTo>
                    <a:pt x="591" y="196"/>
                  </a:lnTo>
                  <a:lnTo>
                    <a:pt x="577" y="209"/>
                  </a:lnTo>
                  <a:lnTo>
                    <a:pt x="572" y="223"/>
                  </a:lnTo>
                  <a:lnTo>
                    <a:pt x="554" y="223"/>
                  </a:lnTo>
                  <a:lnTo>
                    <a:pt x="553" y="209"/>
                  </a:lnTo>
                  <a:lnTo>
                    <a:pt x="577" y="184"/>
                  </a:lnTo>
                  <a:lnTo>
                    <a:pt x="570" y="171"/>
                  </a:lnTo>
                  <a:lnTo>
                    <a:pt x="560" y="186"/>
                  </a:lnTo>
                  <a:lnTo>
                    <a:pt x="549" y="194"/>
                  </a:lnTo>
                  <a:lnTo>
                    <a:pt x="531" y="209"/>
                  </a:lnTo>
                  <a:lnTo>
                    <a:pt x="528" y="228"/>
                  </a:lnTo>
                  <a:lnTo>
                    <a:pt x="537" y="251"/>
                  </a:lnTo>
                  <a:lnTo>
                    <a:pt x="530" y="267"/>
                  </a:lnTo>
                  <a:lnTo>
                    <a:pt x="514" y="271"/>
                  </a:lnTo>
                  <a:lnTo>
                    <a:pt x="510" y="253"/>
                  </a:lnTo>
                  <a:lnTo>
                    <a:pt x="518" y="234"/>
                  </a:lnTo>
                  <a:lnTo>
                    <a:pt x="514" y="219"/>
                  </a:lnTo>
                  <a:lnTo>
                    <a:pt x="518" y="198"/>
                  </a:lnTo>
                  <a:lnTo>
                    <a:pt x="533" y="184"/>
                  </a:lnTo>
                  <a:lnTo>
                    <a:pt x="547" y="169"/>
                  </a:lnTo>
                  <a:lnTo>
                    <a:pt x="556" y="154"/>
                  </a:lnTo>
                  <a:lnTo>
                    <a:pt x="554" y="138"/>
                  </a:lnTo>
                  <a:lnTo>
                    <a:pt x="539" y="131"/>
                  </a:lnTo>
                  <a:lnTo>
                    <a:pt x="531" y="146"/>
                  </a:lnTo>
                  <a:lnTo>
                    <a:pt x="514" y="156"/>
                  </a:lnTo>
                  <a:lnTo>
                    <a:pt x="499" y="169"/>
                  </a:lnTo>
                  <a:lnTo>
                    <a:pt x="493" y="159"/>
                  </a:lnTo>
                  <a:lnTo>
                    <a:pt x="482" y="159"/>
                  </a:lnTo>
                  <a:lnTo>
                    <a:pt x="485" y="146"/>
                  </a:lnTo>
                  <a:lnTo>
                    <a:pt x="505" y="146"/>
                  </a:lnTo>
                  <a:lnTo>
                    <a:pt x="518" y="131"/>
                  </a:lnTo>
                  <a:lnTo>
                    <a:pt x="518" y="129"/>
                  </a:lnTo>
                  <a:lnTo>
                    <a:pt x="518" y="125"/>
                  </a:lnTo>
                  <a:lnTo>
                    <a:pt x="520" y="119"/>
                  </a:lnTo>
                  <a:lnTo>
                    <a:pt x="526" y="115"/>
                  </a:lnTo>
                  <a:lnTo>
                    <a:pt x="537" y="111"/>
                  </a:lnTo>
                  <a:lnTo>
                    <a:pt x="541" y="109"/>
                  </a:lnTo>
                  <a:lnTo>
                    <a:pt x="537" y="100"/>
                  </a:lnTo>
                  <a:lnTo>
                    <a:pt x="522" y="88"/>
                  </a:lnTo>
                  <a:lnTo>
                    <a:pt x="506" y="77"/>
                  </a:lnTo>
                  <a:lnTo>
                    <a:pt x="497" y="83"/>
                  </a:lnTo>
                  <a:lnTo>
                    <a:pt x="493" y="69"/>
                  </a:lnTo>
                  <a:lnTo>
                    <a:pt x="480" y="61"/>
                  </a:lnTo>
                  <a:lnTo>
                    <a:pt x="468" y="56"/>
                  </a:lnTo>
                  <a:lnTo>
                    <a:pt x="464" y="44"/>
                  </a:lnTo>
                  <a:lnTo>
                    <a:pt x="451" y="46"/>
                  </a:lnTo>
                  <a:lnTo>
                    <a:pt x="451" y="61"/>
                  </a:lnTo>
                  <a:lnTo>
                    <a:pt x="443" y="73"/>
                  </a:lnTo>
                  <a:lnTo>
                    <a:pt x="432" y="61"/>
                  </a:lnTo>
                  <a:lnTo>
                    <a:pt x="424" y="46"/>
                  </a:lnTo>
                  <a:lnTo>
                    <a:pt x="414" y="37"/>
                  </a:lnTo>
                  <a:lnTo>
                    <a:pt x="414" y="25"/>
                  </a:lnTo>
                  <a:lnTo>
                    <a:pt x="403" y="23"/>
                  </a:lnTo>
                  <a:lnTo>
                    <a:pt x="389" y="14"/>
                  </a:lnTo>
                  <a:lnTo>
                    <a:pt x="384" y="2"/>
                  </a:lnTo>
                  <a:lnTo>
                    <a:pt x="372" y="0"/>
                  </a:lnTo>
                  <a:lnTo>
                    <a:pt x="357" y="2"/>
                  </a:lnTo>
                  <a:lnTo>
                    <a:pt x="343" y="8"/>
                  </a:lnTo>
                  <a:lnTo>
                    <a:pt x="340" y="31"/>
                  </a:lnTo>
                  <a:lnTo>
                    <a:pt x="326" y="44"/>
                  </a:lnTo>
                  <a:lnTo>
                    <a:pt x="322" y="65"/>
                  </a:lnTo>
                  <a:lnTo>
                    <a:pt x="311" y="79"/>
                  </a:lnTo>
                  <a:lnTo>
                    <a:pt x="322" y="98"/>
                  </a:lnTo>
                  <a:lnTo>
                    <a:pt x="324" y="111"/>
                  </a:lnTo>
                  <a:lnTo>
                    <a:pt x="317" y="123"/>
                  </a:lnTo>
                  <a:lnTo>
                    <a:pt x="295" y="134"/>
                  </a:lnTo>
                  <a:lnTo>
                    <a:pt x="297" y="150"/>
                  </a:lnTo>
                  <a:lnTo>
                    <a:pt x="297" y="171"/>
                  </a:lnTo>
                  <a:lnTo>
                    <a:pt x="280" y="173"/>
                  </a:lnTo>
                  <a:lnTo>
                    <a:pt x="271" y="190"/>
                  </a:lnTo>
                  <a:lnTo>
                    <a:pt x="269" y="213"/>
                  </a:lnTo>
                  <a:lnTo>
                    <a:pt x="263" y="225"/>
                  </a:lnTo>
                  <a:lnTo>
                    <a:pt x="244" y="228"/>
                  </a:lnTo>
                  <a:lnTo>
                    <a:pt x="244" y="246"/>
                  </a:lnTo>
                  <a:lnTo>
                    <a:pt x="240" y="263"/>
                  </a:lnTo>
                  <a:lnTo>
                    <a:pt x="219" y="276"/>
                  </a:lnTo>
                  <a:lnTo>
                    <a:pt x="215" y="303"/>
                  </a:lnTo>
                  <a:lnTo>
                    <a:pt x="209" y="322"/>
                  </a:lnTo>
                  <a:lnTo>
                    <a:pt x="196" y="336"/>
                  </a:lnTo>
                  <a:lnTo>
                    <a:pt x="188" y="351"/>
                  </a:lnTo>
                  <a:lnTo>
                    <a:pt x="186" y="374"/>
                  </a:lnTo>
                  <a:lnTo>
                    <a:pt x="173" y="376"/>
                  </a:lnTo>
                  <a:lnTo>
                    <a:pt x="157" y="392"/>
                  </a:lnTo>
                  <a:lnTo>
                    <a:pt x="144" y="399"/>
                  </a:lnTo>
                  <a:lnTo>
                    <a:pt x="129" y="405"/>
                  </a:lnTo>
                  <a:lnTo>
                    <a:pt x="111" y="407"/>
                  </a:lnTo>
                  <a:lnTo>
                    <a:pt x="92" y="430"/>
                  </a:lnTo>
                  <a:lnTo>
                    <a:pt x="71" y="434"/>
                  </a:lnTo>
                  <a:lnTo>
                    <a:pt x="56" y="451"/>
                  </a:lnTo>
                  <a:lnTo>
                    <a:pt x="40" y="466"/>
                  </a:lnTo>
                  <a:lnTo>
                    <a:pt x="21" y="466"/>
                  </a:lnTo>
                  <a:lnTo>
                    <a:pt x="11" y="489"/>
                  </a:lnTo>
                  <a:lnTo>
                    <a:pt x="0" y="491"/>
                  </a:lnTo>
                  <a:lnTo>
                    <a:pt x="13" y="495"/>
                  </a:lnTo>
                  <a:lnTo>
                    <a:pt x="31" y="497"/>
                  </a:lnTo>
                  <a:lnTo>
                    <a:pt x="44" y="491"/>
                  </a:lnTo>
                  <a:lnTo>
                    <a:pt x="58" y="497"/>
                  </a:lnTo>
                  <a:lnTo>
                    <a:pt x="73" y="501"/>
                  </a:lnTo>
                  <a:lnTo>
                    <a:pt x="82" y="501"/>
                  </a:lnTo>
                  <a:lnTo>
                    <a:pt x="100" y="501"/>
                  </a:lnTo>
                  <a:lnTo>
                    <a:pt x="107" y="516"/>
                  </a:lnTo>
                  <a:lnTo>
                    <a:pt x="119" y="518"/>
                  </a:lnTo>
                  <a:lnTo>
                    <a:pt x="130" y="528"/>
                  </a:lnTo>
                  <a:lnTo>
                    <a:pt x="138" y="537"/>
                  </a:lnTo>
                  <a:lnTo>
                    <a:pt x="150" y="541"/>
                  </a:lnTo>
                  <a:lnTo>
                    <a:pt x="159" y="560"/>
                  </a:lnTo>
                  <a:lnTo>
                    <a:pt x="152" y="591"/>
                  </a:lnTo>
                  <a:lnTo>
                    <a:pt x="159" y="614"/>
                  </a:lnTo>
                  <a:lnTo>
                    <a:pt x="152" y="630"/>
                  </a:lnTo>
                  <a:lnTo>
                    <a:pt x="152" y="647"/>
                  </a:lnTo>
                  <a:lnTo>
                    <a:pt x="144" y="655"/>
                  </a:lnTo>
                  <a:lnTo>
                    <a:pt x="144" y="672"/>
                  </a:lnTo>
                  <a:lnTo>
                    <a:pt x="146" y="681"/>
                  </a:lnTo>
                  <a:lnTo>
                    <a:pt x="140" y="695"/>
                  </a:lnTo>
                  <a:lnTo>
                    <a:pt x="134" y="708"/>
                  </a:lnTo>
                  <a:lnTo>
                    <a:pt x="129" y="718"/>
                  </a:lnTo>
                  <a:lnTo>
                    <a:pt x="119" y="726"/>
                  </a:lnTo>
                  <a:lnTo>
                    <a:pt x="113" y="737"/>
                  </a:lnTo>
                  <a:lnTo>
                    <a:pt x="119" y="752"/>
                  </a:lnTo>
                  <a:lnTo>
                    <a:pt x="132" y="756"/>
                  </a:lnTo>
                  <a:lnTo>
                    <a:pt x="140" y="770"/>
                  </a:lnTo>
                  <a:lnTo>
                    <a:pt x="152" y="777"/>
                  </a:lnTo>
                  <a:lnTo>
                    <a:pt x="161" y="793"/>
                  </a:lnTo>
                  <a:lnTo>
                    <a:pt x="175" y="802"/>
                  </a:lnTo>
                  <a:lnTo>
                    <a:pt x="178" y="812"/>
                  </a:lnTo>
                  <a:lnTo>
                    <a:pt x="180" y="825"/>
                  </a:lnTo>
                  <a:lnTo>
                    <a:pt x="190" y="827"/>
                  </a:lnTo>
                  <a:lnTo>
                    <a:pt x="196" y="839"/>
                  </a:lnTo>
                  <a:lnTo>
                    <a:pt x="198" y="845"/>
                  </a:lnTo>
                  <a:lnTo>
                    <a:pt x="205" y="848"/>
                  </a:lnTo>
                  <a:lnTo>
                    <a:pt x="219" y="848"/>
                  </a:lnTo>
                  <a:lnTo>
                    <a:pt x="221" y="860"/>
                  </a:lnTo>
                  <a:lnTo>
                    <a:pt x="238" y="860"/>
                  </a:lnTo>
                  <a:lnTo>
                    <a:pt x="267" y="860"/>
                  </a:lnTo>
                  <a:lnTo>
                    <a:pt x="267" y="877"/>
                  </a:lnTo>
                  <a:lnTo>
                    <a:pt x="265" y="898"/>
                  </a:lnTo>
                  <a:lnTo>
                    <a:pt x="253" y="906"/>
                  </a:lnTo>
                  <a:lnTo>
                    <a:pt x="240" y="910"/>
                  </a:lnTo>
                  <a:lnTo>
                    <a:pt x="234" y="923"/>
                  </a:lnTo>
                  <a:lnTo>
                    <a:pt x="219" y="925"/>
                  </a:lnTo>
                  <a:lnTo>
                    <a:pt x="217" y="940"/>
                  </a:lnTo>
                  <a:lnTo>
                    <a:pt x="215" y="958"/>
                  </a:lnTo>
                  <a:lnTo>
                    <a:pt x="209" y="967"/>
                  </a:lnTo>
                  <a:lnTo>
                    <a:pt x="196" y="975"/>
                  </a:lnTo>
                  <a:lnTo>
                    <a:pt x="186" y="987"/>
                  </a:lnTo>
                  <a:lnTo>
                    <a:pt x="200" y="994"/>
                  </a:lnTo>
                  <a:lnTo>
                    <a:pt x="205" y="1008"/>
                  </a:lnTo>
                  <a:lnTo>
                    <a:pt x="215" y="1011"/>
                  </a:lnTo>
                  <a:lnTo>
                    <a:pt x="217" y="1023"/>
                  </a:lnTo>
                  <a:lnTo>
                    <a:pt x="226" y="1031"/>
                  </a:lnTo>
                  <a:lnTo>
                    <a:pt x="234" y="1040"/>
                  </a:lnTo>
                  <a:lnTo>
                    <a:pt x="236" y="1046"/>
                  </a:lnTo>
                  <a:lnTo>
                    <a:pt x="251" y="1046"/>
                  </a:lnTo>
                  <a:lnTo>
                    <a:pt x="253" y="1058"/>
                  </a:lnTo>
                  <a:lnTo>
                    <a:pt x="246" y="1063"/>
                  </a:lnTo>
                  <a:lnTo>
                    <a:pt x="244" y="1079"/>
                  </a:lnTo>
                  <a:lnTo>
                    <a:pt x="253" y="1096"/>
                  </a:lnTo>
                  <a:lnTo>
                    <a:pt x="263" y="1106"/>
                  </a:lnTo>
                  <a:lnTo>
                    <a:pt x="267" y="1119"/>
                  </a:lnTo>
                  <a:lnTo>
                    <a:pt x="276" y="1130"/>
                  </a:lnTo>
                  <a:lnTo>
                    <a:pt x="284" y="1138"/>
                  </a:lnTo>
                  <a:lnTo>
                    <a:pt x="295" y="1140"/>
                  </a:lnTo>
                  <a:lnTo>
                    <a:pt x="313" y="1140"/>
                  </a:lnTo>
                  <a:lnTo>
                    <a:pt x="313" y="1136"/>
                  </a:lnTo>
                  <a:lnTo>
                    <a:pt x="313" y="1123"/>
                  </a:lnTo>
                  <a:lnTo>
                    <a:pt x="326" y="1123"/>
                  </a:lnTo>
                  <a:lnTo>
                    <a:pt x="330" y="1113"/>
                  </a:lnTo>
                  <a:lnTo>
                    <a:pt x="336" y="1096"/>
                  </a:lnTo>
                  <a:lnTo>
                    <a:pt x="341" y="1086"/>
                  </a:lnTo>
                  <a:lnTo>
                    <a:pt x="343" y="1073"/>
                  </a:lnTo>
                  <a:lnTo>
                    <a:pt x="345" y="1056"/>
                  </a:lnTo>
                  <a:lnTo>
                    <a:pt x="340" y="1044"/>
                  </a:lnTo>
                  <a:lnTo>
                    <a:pt x="336" y="1033"/>
                  </a:lnTo>
                  <a:lnTo>
                    <a:pt x="330" y="1017"/>
                  </a:lnTo>
                  <a:lnTo>
                    <a:pt x="330" y="1011"/>
                  </a:lnTo>
                  <a:lnTo>
                    <a:pt x="330" y="998"/>
                  </a:lnTo>
                  <a:lnTo>
                    <a:pt x="330" y="983"/>
                  </a:lnTo>
                  <a:lnTo>
                    <a:pt x="336" y="971"/>
                  </a:lnTo>
                  <a:lnTo>
                    <a:pt x="340" y="962"/>
                  </a:lnTo>
                  <a:lnTo>
                    <a:pt x="340" y="948"/>
                  </a:lnTo>
                  <a:lnTo>
                    <a:pt x="345" y="937"/>
                  </a:lnTo>
                  <a:lnTo>
                    <a:pt x="355" y="927"/>
                  </a:lnTo>
                  <a:lnTo>
                    <a:pt x="366" y="919"/>
                  </a:lnTo>
                  <a:lnTo>
                    <a:pt x="368" y="904"/>
                  </a:lnTo>
                  <a:lnTo>
                    <a:pt x="380" y="896"/>
                  </a:lnTo>
                  <a:lnTo>
                    <a:pt x="386" y="887"/>
                  </a:lnTo>
                  <a:lnTo>
                    <a:pt x="386" y="875"/>
                  </a:lnTo>
                  <a:lnTo>
                    <a:pt x="386" y="866"/>
                  </a:lnTo>
                  <a:lnTo>
                    <a:pt x="388" y="850"/>
                  </a:lnTo>
                  <a:lnTo>
                    <a:pt x="393" y="839"/>
                  </a:lnTo>
                  <a:lnTo>
                    <a:pt x="401" y="825"/>
                  </a:lnTo>
                  <a:lnTo>
                    <a:pt x="412" y="816"/>
                  </a:lnTo>
                  <a:lnTo>
                    <a:pt x="424" y="812"/>
                  </a:lnTo>
                  <a:lnTo>
                    <a:pt x="437" y="808"/>
                  </a:lnTo>
                  <a:lnTo>
                    <a:pt x="449" y="804"/>
                  </a:lnTo>
                  <a:lnTo>
                    <a:pt x="462" y="800"/>
                  </a:lnTo>
                  <a:lnTo>
                    <a:pt x="480" y="798"/>
                  </a:lnTo>
                  <a:lnTo>
                    <a:pt x="495" y="800"/>
                  </a:lnTo>
                  <a:lnTo>
                    <a:pt x="506" y="797"/>
                  </a:lnTo>
                  <a:lnTo>
                    <a:pt x="512" y="781"/>
                  </a:lnTo>
                  <a:lnTo>
                    <a:pt x="520" y="770"/>
                  </a:lnTo>
                  <a:lnTo>
                    <a:pt x="535" y="756"/>
                  </a:lnTo>
                  <a:lnTo>
                    <a:pt x="549" y="750"/>
                  </a:lnTo>
                  <a:lnTo>
                    <a:pt x="566" y="739"/>
                  </a:lnTo>
                  <a:lnTo>
                    <a:pt x="581" y="731"/>
                  </a:lnTo>
                  <a:lnTo>
                    <a:pt x="599" y="724"/>
                  </a:lnTo>
                  <a:lnTo>
                    <a:pt x="618" y="724"/>
                  </a:lnTo>
                  <a:lnTo>
                    <a:pt x="635" y="729"/>
                  </a:lnTo>
                  <a:lnTo>
                    <a:pt x="650" y="733"/>
                  </a:lnTo>
                  <a:lnTo>
                    <a:pt x="666" y="737"/>
                  </a:lnTo>
                  <a:lnTo>
                    <a:pt x="691" y="733"/>
                  </a:lnTo>
                  <a:lnTo>
                    <a:pt x="710" y="731"/>
                  </a:lnTo>
                  <a:lnTo>
                    <a:pt x="729" y="724"/>
                  </a:lnTo>
                  <a:lnTo>
                    <a:pt x="725" y="708"/>
                  </a:lnTo>
                  <a:lnTo>
                    <a:pt x="742" y="697"/>
                  </a:lnTo>
                  <a:lnTo>
                    <a:pt x="744" y="687"/>
                  </a:lnTo>
                  <a:lnTo>
                    <a:pt x="735" y="676"/>
                  </a:lnTo>
                  <a:lnTo>
                    <a:pt x="727" y="672"/>
                  </a:lnTo>
                  <a:lnTo>
                    <a:pt x="712" y="655"/>
                  </a:lnTo>
                  <a:lnTo>
                    <a:pt x="704" y="631"/>
                  </a:lnTo>
                  <a:lnTo>
                    <a:pt x="706" y="610"/>
                  </a:lnTo>
                  <a:lnTo>
                    <a:pt x="719" y="591"/>
                  </a:lnTo>
                  <a:lnTo>
                    <a:pt x="721" y="585"/>
                  </a:lnTo>
                  <a:lnTo>
                    <a:pt x="727" y="574"/>
                  </a:lnTo>
                  <a:lnTo>
                    <a:pt x="731" y="570"/>
                  </a:lnTo>
                  <a:lnTo>
                    <a:pt x="735" y="570"/>
                  </a:lnTo>
                  <a:lnTo>
                    <a:pt x="739" y="570"/>
                  </a:lnTo>
                  <a:lnTo>
                    <a:pt x="739" y="570"/>
                  </a:lnTo>
                  <a:lnTo>
                    <a:pt x="744" y="551"/>
                  </a:lnTo>
                  <a:lnTo>
                    <a:pt x="750" y="534"/>
                  </a:lnTo>
                  <a:lnTo>
                    <a:pt x="750" y="518"/>
                  </a:lnTo>
                  <a:lnTo>
                    <a:pt x="746" y="503"/>
                  </a:lnTo>
                  <a:lnTo>
                    <a:pt x="737" y="491"/>
                  </a:lnTo>
                  <a:lnTo>
                    <a:pt x="727" y="480"/>
                  </a:lnTo>
                  <a:lnTo>
                    <a:pt x="727" y="466"/>
                  </a:lnTo>
                  <a:lnTo>
                    <a:pt x="733" y="451"/>
                  </a:lnTo>
                  <a:lnTo>
                    <a:pt x="739" y="436"/>
                  </a:lnTo>
                  <a:lnTo>
                    <a:pt x="737" y="428"/>
                  </a:lnTo>
                  <a:lnTo>
                    <a:pt x="729" y="420"/>
                  </a:lnTo>
                  <a:lnTo>
                    <a:pt x="729" y="403"/>
                  </a:lnTo>
                  <a:lnTo>
                    <a:pt x="739" y="395"/>
                  </a:lnTo>
                  <a:lnTo>
                    <a:pt x="750" y="382"/>
                  </a:lnTo>
                  <a:lnTo>
                    <a:pt x="750" y="367"/>
                  </a:lnTo>
                  <a:lnTo>
                    <a:pt x="758" y="363"/>
                  </a:lnTo>
                  <a:lnTo>
                    <a:pt x="769" y="355"/>
                  </a:lnTo>
                  <a:lnTo>
                    <a:pt x="769" y="342"/>
                  </a:lnTo>
                  <a:lnTo>
                    <a:pt x="779" y="330"/>
                  </a:lnTo>
                  <a:lnTo>
                    <a:pt x="783" y="321"/>
                  </a:lnTo>
                  <a:lnTo>
                    <a:pt x="800" y="321"/>
                  </a:lnTo>
                  <a:lnTo>
                    <a:pt x="815" y="319"/>
                  </a:lnTo>
                  <a:lnTo>
                    <a:pt x="819" y="309"/>
                  </a:lnTo>
                  <a:lnTo>
                    <a:pt x="833" y="301"/>
                  </a:lnTo>
                  <a:lnTo>
                    <a:pt x="846" y="301"/>
                  </a:lnTo>
                  <a:lnTo>
                    <a:pt x="856" y="296"/>
                  </a:lnTo>
                  <a:lnTo>
                    <a:pt x="854" y="280"/>
                  </a:lnTo>
                  <a:lnTo>
                    <a:pt x="869" y="275"/>
                  </a:lnTo>
                  <a:lnTo>
                    <a:pt x="869" y="261"/>
                  </a:lnTo>
                  <a:lnTo>
                    <a:pt x="869" y="250"/>
                  </a:lnTo>
                  <a:lnTo>
                    <a:pt x="867" y="248"/>
                  </a:lnTo>
                  <a:lnTo>
                    <a:pt x="854" y="250"/>
                  </a:lnTo>
                  <a:lnTo>
                    <a:pt x="835" y="250"/>
                  </a:lnTo>
                  <a:lnTo>
                    <a:pt x="821" y="248"/>
                  </a:lnTo>
                  <a:lnTo>
                    <a:pt x="812" y="236"/>
                  </a:lnTo>
                  <a:lnTo>
                    <a:pt x="800" y="236"/>
                  </a:lnTo>
                  <a:lnTo>
                    <a:pt x="800" y="228"/>
                  </a:lnTo>
                  <a:lnTo>
                    <a:pt x="792" y="223"/>
                  </a:lnTo>
                  <a:lnTo>
                    <a:pt x="785" y="215"/>
                  </a:lnTo>
                  <a:lnTo>
                    <a:pt x="773" y="209"/>
                  </a:lnTo>
                  <a:lnTo>
                    <a:pt x="760" y="207"/>
                  </a:lnTo>
                  <a:lnTo>
                    <a:pt x="752" y="202"/>
                  </a:lnTo>
                  <a:lnTo>
                    <a:pt x="735" y="204"/>
                  </a:lnTo>
                  <a:lnTo>
                    <a:pt x="727" y="190"/>
                  </a:lnTo>
                  <a:lnTo>
                    <a:pt x="719" y="182"/>
                  </a:lnTo>
                  <a:lnTo>
                    <a:pt x="712" y="17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8" name="Freeform 19">
              <a:extLst>
                <a:ext uri="{FF2B5EF4-FFF2-40B4-BE49-F238E27FC236}">
                  <a16:creationId xmlns:a16="http://schemas.microsoft.com/office/drawing/2014/main" id="{C12880B2-A365-B708-CB44-B1995B1D02AC}"/>
                </a:ext>
              </a:extLst>
            </p:cNvPr>
            <p:cNvSpPr>
              <a:spLocks noChangeAspect="1" noEditPoints="1"/>
            </p:cNvSpPr>
            <p:nvPr/>
          </p:nvSpPr>
          <p:spPr bwMode="auto">
            <a:xfrm>
              <a:off x="2710" y="751"/>
              <a:ext cx="1150" cy="1106"/>
            </a:xfrm>
            <a:custGeom>
              <a:avLst/>
              <a:gdLst/>
              <a:ahLst/>
              <a:cxnLst>
                <a:cxn ang="0">
                  <a:pos x="493" y="23"/>
                </a:cxn>
                <a:cxn ang="0">
                  <a:pos x="389" y="0"/>
                </a:cxn>
                <a:cxn ang="0">
                  <a:pos x="378" y="80"/>
                </a:cxn>
                <a:cxn ang="0">
                  <a:pos x="288" y="90"/>
                </a:cxn>
                <a:cxn ang="0">
                  <a:pos x="192" y="86"/>
                </a:cxn>
                <a:cxn ang="0">
                  <a:pos x="115" y="115"/>
                </a:cxn>
                <a:cxn ang="0">
                  <a:pos x="57" y="148"/>
                </a:cxn>
                <a:cxn ang="0">
                  <a:pos x="21" y="153"/>
                </a:cxn>
                <a:cxn ang="0">
                  <a:pos x="36" y="420"/>
                </a:cxn>
                <a:cxn ang="0">
                  <a:pos x="67" y="501"/>
                </a:cxn>
                <a:cxn ang="0">
                  <a:pos x="169" y="526"/>
                </a:cxn>
                <a:cxn ang="0">
                  <a:pos x="224" y="560"/>
                </a:cxn>
                <a:cxn ang="0">
                  <a:pos x="297" y="589"/>
                </a:cxn>
                <a:cxn ang="0">
                  <a:pos x="341" y="608"/>
                </a:cxn>
                <a:cxn ang="0">
                  <a:pos x="96" y="1209"/>
                </a:cxn>
                <a:cxn ang="0">
                  <a:pos x="132" y="1305"/>
                </a:cxn>
                <a:cxn ang="0">
                  <a:pos x="161" y="1407"/>
                </a:cxn>
                <a:cxn ang="0">
                  <a:pos x="224" y="1464"/>
                </a:cxn>
                <a:cxn ang="0">
                  <a:pos x="1094" y="1553"/>
                </a:cxn>
                <a:cxn ang="0">
                  <a:pos x="1145" y="1485"/>
                </a:cxn>
                <a:cxn ang="0">
                  <a:pos x="1197" y="1397"/>
                </a:cxn>
                <a:cxn ang="0">
                  <a:pos x="1203" y="1309"/>
                </a:cxn>
                <a:cxn ang="0">
                  <a:pos x="1251" y="1224"/>
                </a:cxn>
                <a:cxn ang="0">
                  <a:pos x="1312" y="1180"/>
                </a:cxn>
                <a:cxn ang="0">
                  <a:pos x="1335" y="1092"/>
                </a:cxn>
                <a:cxn ang="0">
                  <a:pos x="1308" y="1013"/>
                </a:cxn>
                <a:cxn ang="0">
                  <a:pos x="1351" y="969"/>
                </a:cxn>
                <a:cxn ang="0">
                  <a:pos x="1439" y="917"/>
                </a:cxn>
                <a:cxn ang="0">
                  <a:pos x="1491" y="854"/>
                </a:cxn>
                <a:cxn ang="0">
                  <a:pos x="1539" y="764"/>
                </a:cxn>
                <a:cxn ang="0">
                  <a:pos x="1575" y="691"/>
                </a:cxn>
                <a:cxn ang="0">
                  <a:pos x="1619" y="629"/>
                </a:cxn>
                <a:cxn ang="0">
                  <a:pos x="1635" y="549"/>
                </a:cxn>
                <a:cxn ang="0">
                  <a:pos x="1606" y="501"/>
                </a:cxn>
                <a:cxn ang="0">
                  <a:pos x="1546" y="451"/>
                </a:cxn>
                <a:cxn ang="0">
                  <a:pos x="1473" y="434"/>
                </a:cxn>
                <a:cxn ang="0">
                  <a:pos x="1356" y="457"/>
                </a:cxn>
                <a:cxn ang="0">
                  <a:pos x="1424" y="556"/>
                </a:cxn>
                <a:cxn ang="0">
                  <a:pos x="1318" y="560"/>
                </a:cxn>
                <a:cxn ang="0">
                  <a:pos x="1262" y="568"/>
                </a:cxn>
                <a:cxn ang="0">
                  <a:pos x="1222" y="589"/>
                </a:cxn>
                <a:cxn ang="0">
                  <a:pos x="1097" y="593"/>
                </a:cxn>
                <a:cxn ang="0">
                  <a:pos x="1021" y="622"/>
                </a:cxn>
                <a:cxn ang="0">
                  <a:pos x="1040" y="583"/>
                </a:cxn>
                <a:cxn ang="0">
                  <a:pos x="1017" y="485"/>
                </a:cxn>
                <a:cxn ang="0">
                  <a:pos x="896" y="543"/>
                </a:cxn>
                <a:cxn ang="0">
                  <a:pos x="869" y="491"/>
                </a:cxn>
                <a:cxn ang="0">
                  <a:pos x="823" y="457"/>
                </a:cxn>
                <a:cxn ang="0">
                  <a:pos x="798" y="411"/>
                </a:cxn>
                <a:cxn ang="0">
                  <a:pos x="775" y="357"/>
                </a:cxn>
                <a:cxn ang="0">
                  <a:pos x="756" y="307"/>
                </a:cxn>
                <a:cxn ang="0">
                  <a:pos x="742" y="253"/>
                </a:cxn>
                <a:cxn ang="0">
                  <a:pos x="706" y="215"/>
                </a:cxn>
                <a:cxn ang="0">
                  <a:pos x="681" y="165"/>
                </a:cxn>
                <a:cxn ang="0">
                  <a:pos x="633" y="140"/>
                </a:cxn>
                <a:cxn ang="0">
                  <a:pos x="587" y="111"/>
                </a:cxn>
                <a:cxn ang="0">
                  <a:pos x="526" y="84"/>
                </a:cxn>
                <a:cxn ang="0">
                  <a:pos x="886" y="480"/>
                </a:cxn>
                <a:cxn ang="0">
                  <a:pos x="888" y="478"/>
                </a:cxn>
                <a:cxn ang="0">
                  <a:pos x="890" y="478"/>
                </a:cxn>
              </a:cxnLst>
              <a:rect l="0" t="0" r="r" b="b"/>
              <a:pathLst>
                <a:path w="1638" h="1576">
                  <a:moveTo>
                    <a:pt x="535" y="33"/>
                  </a:moveTo>
                  <a:lnTo>
                    <a:pt x="531" y="33"/>
                  </a:lnTo>
                  <a:lnTo>
                    <a:pt x="522" y="15"/>
                  </a:lnTo>
                  <a:lnTo>
                    <a:pt x="506" y="15"/>
                  </a:lnTo>
                  <a:lnTo>
                    <a:pt x="493" y="23"/>
                  </a:lnTo>
                  <a:lnTo>
                    <a:pt x="472" y="31"/>
                  </a:lnTo>
                  <a:lnTo>
                    <a:pt x="449" y="31"/>
                  </a:lnTo>
                  <a:lnTo>
                    <a:pt x="430" y="29"/>
                  </a:lnTo>
                  <a:lnTo>
                    <a:pt x="416" y="15"/>
                  </a:lnTo>
                  <a:lnTo>
                    <a:pt x="389" y="0"/>
                  </a:lnTo>
                  <a:lnTo>
                    <a:pt x="378" y="21"/>
                  </a:lnTo>
                  <a:lnTo>
                    <a:pt x="361" y="34"/>
                  </a:lnTo>
                  <a:lnTo>
                    <a:pt x="357" y="40"/>
                  </a:lnTo>
                  <a:lnTo>
                    <a:pt x="378" y="61"/>
                  </a:lnTo>
                  <a:lnTo>
                    <a:pt x="378" y="80"/>
                  </a:lnTo>
                  <a:lnTo>
                    <a:pt x="374" y="94"/>
                  </a:lnTo>
                  <a:lnTo>
                    <a:pt x="351" y="98"/>
                  </a:lnTo>
                  <a:lnTo>
                    <a:pt x="326" y="86"/>
                  </a:lnTo>
                  <a:lnTo>
                    <a:pt x="305" y="88"/>
                  </a:lnTo>
                  <a:lnTo>
                    <a:pt x="288" y="90"/>
                  </a:lnTo>
                  <a:lnTo>
                    <a:pt x="263" y="79"/>
                  </a:lnTo>
                  <a:lnTo>
                    <a:pt x="242" y="65"/>
                  </a:lnTo>
                  <a:lnTo>
                    <a:pt x="219" y="75"/>
                  </a:lnTo>
                  <a:lnTo>
                    <a:pt x="199" y="63"/>
                  </a:lnTo>
                  <a:lnTo>
                    <a:pt x="192" y="86"/>
                  </a:lnTo>
                  <a:lnTo>
                    <a:pt x="176" y="98"/>
                  </a:lnTo>
                  <a:lnTo>
                    <a:pt x="161" y="105"/>
                  </a:lnTo>
                  <a:lnTo>
                    <a:pt x="150" y="98"/>
                  </a:lnTo>
                  <a:lnTo>
                    <a:pt x="125" y="98"/>
                  </a:lnTo>
                  <a:lnTo>
                    <a:pt x="115" y="115"/>
                  </a:lnTo>
                  <a:lnTo>
                    <a:pt x="102" y="123"/>
                  </a:lnTo>
                  <a:lnTo>
                    <a:pt x="84" y="115"/>
                  </a:lnTo>
                  <a:lnTo>
                    <a:pt x="61" y="121"/>
                  </a:lnTo>
                  <a:lnTo>
                    <a:pt x="54" y="132"/>
                  </a:lnTo>
                  <a:lnTo>
                    <a:pt x="57" y="148"/>
                  </a:lnTo>
                  <a:lnTo>
                    <a:pt x="38" y="153"/>
                  </a:lnTo>
                  <a:lnTo>
                    <a:pt x="38" y="152"/>
                  </a:lnTo>
                  <a:lnTo>
                    <a:pt x="34" y="150"/>
                  </a:lnTo>
                  <a:lnTo>
                    <a:pt x="29" y="150"/>
                  </a:lnTo>
                  <a:lnTo>
                    <a:pt x="21" y="153"/>
                  </a:lnTo>
                  <a:lnTo>
                    <a:pt x="6" y="161"/>
                  </a:lnTo>
                  <a:lnTo>
                    <a:pt x="0" y="163"/>
                  </a:lnTo>
                  <a:lnTo>
                    <a:pt x="10" y="376"/>
                  </a:lnTo>
                  <a:lnTo>
                    <a:pt x="27" y="399"/>
                  </a:lnTo>
                  <a:lnTo>
                    <a:pt x="36" y="420"/>
                  </a:lnTo>
                  <a:lnTo>
                    <a:pt x="52" y="434"/>
                  </a:lnTo>
                  <a:lnTo>
                    <a:pt x="67" y="449"/>
                  </a:lnTo>
                  <a:lnTo>
                    <a:pt x="57" y="460"/>
                  </a:lnTo>
                  <a:lnTo>
                    <a:pt x="52" y="476"/>
                  </a:lnTo>
                  <a:lnTo>
                    <a:pt x="67" y="501"/>
                  </a:lnTo>
                  <a:lnTo>
                    <a:pt x="84" y="514"/>
                  </a:lnTo>
                  <a:lnTo>
                    <a:pt x="100" y="524"/>
                  </a:lnTo>
                  <a:lnTo>
                    <a:pt x="125" y="524"/>
                  </a:lnTo>
                  <a:lnTo>
                    <a:pt x="151" y="524"/>
                  </a:lnTo>
                  <a:lnTo>
                    <a:pt x="169" y="526"/>
                  </a:lnTo>
                  <a:lnTo>
                    <a:pt x="182" y="518"/>
                  </a:lnTo>
                  <a:lnTo>
                    <a:pt x="203" y="516"/>
                  </a:lnTo>
                  <a:lnTo>
                    <a:pt x="215" y="518"/>
                  </a:lnTo>
                  <a:lnTo>
                    <a:pt x="222" y="541"/>
                  </a:lnTo>
                  <a:lnTo>
                    <a:pt x="224" y="560"/>
                  </a:lnTo>
                  <a:lnTo>
                    <a:pt x="244" y="560"/>
                  </a:lnTo>
                  <a:lnTo>
                    <a:pt x="259" y="564"/>
                  </a:lnTo>
                  <a:lnTo>
                    <a:pt x="274" y="576"/>
                  </a:lnTo>
                  <a:lnTo>
                    <a:pt x="282" y="591"/>
                  </a:lnTo>
                  <a:lnTo>
                    <a:pt x="297" y="589"/>
                  </a:lnTo>
                  <a:lnTo>
                    <a:pt x="315" y="583"/>
                  </a:lnTo>
                  <a:lnTo>
                    <a:pt x="330" y="579"/>
                  </a:lnTo>
                  <a:lnTo>
                    <a:pt x="351" y="566"/>
                  </a:lnTo>
                  <a:lnTo>
                    <a:pt x="370" y="572"/>
                  </a:lnTo>
                  <a:lnTo>
                    <a:pt x="341" y="608"/>
                  </a:lnTo>
                  <a:lnTo>
                    <a:pt x="288" y="666"/>
                  </a:lnTo>
                  <a:lnTo>
                    <a:pt x="71" y="1155"/>
                  </a:lnTo>
                  <a:lnTo>
                    <a:pt x="75" y="1176"/>
                  </a:lnTo>
                  <a:lnTo>
                    <a:pt x="82" y="1199"/>
                  </a:lnTo>
                  <a:lnTo>
                    <a:pt x="96" y="1209"/>
                  </a:lnTo>
                  <a:lnTo>
                    <a:pt x="96" y="1232"/>
                  </a:lnTo>
                  <a:lnTo>
                    <a:pt x="102" y="1257"/>
                  </a:lnTo>
                  <a:lnTo>
                    <a:pt x="117" y="1257"/>
                  </a:lnTo>
                  <a:lnTo>
                    <a:pt x="119" y="1276"/>
                  </a:lnTo>
                  <a:lnTo>
                    <a:pt x="132" y="1305"/>
                  </a:lnTo>
                  <a:lnTo>
                    <a:pt x="144" y="1324"/>
                  </a:lnTo>
                  <a:lnTo>
                    <a:pt x="151" y="1347"/>
                  </a:lnTo>
                  <a:lnTo>
                    <a:pt x="151" y="1366"/>
                  </a:lnTo>
                  <a:lnTo>
                    <a:pt x="161" y="1386"/>
                  </a:lnTo>
                  <a:lnTo>
                    <a:pt x="161" y="1407"/>
                  </a:lnTo>
                  <a:lnTo>
                    <a:pt x="182" y="1422"/>
                  </a:lnTo>
                  <a:lnTo>
                    <a:pt x="194" y="1428"/>
                  </a:lnTo>
                  <a:lnTo>
                    <a:pt x="201" y="1445"/>
                  </a:lnTo>
                  <a:lnTo>
                    <a:pt x="215" y="1445"/>
                  </a:lnTo>
                  <a:lnTo>
                    <a:pt x="224" y="1464"/>
                  </a:lnTo>
                  <a:lnTo>
                    <a:pt x="244" y="1482"/>
                  </a:lnTo>
                  <a:lnTo>
                    <a:pt x="274" y="1493"/>
                  </a:lnTo>
                  <a:lnTo>
                    <a:pt x="320" y="1497"/>
                  </a:lnTo>
                  <a:lnTo>
                    <a:pt x="1090" y="1576"/>
                  </a:lnTo>
                  <a:lnTo>
                    <a:pt x="1094" y="1553"/>
                  </a:lnTo>
                  <a:lnTo>
                    <a:pt x="1101" y="1535"/>
                  </a:lnTo>
                  <a:lnTo>
                    <a:pt x="1115" y="1526"/>
                  </a:lnTo>
                  <a:lnTo>
                    <a:pt x="1136" y="1520"/>
                  </a:lnTo>
                  <a:lnTo>
                    <a:pt x="1136" y="1505"/>
                  </a:lnTo>
                  <a:lnTo>
                    <a:pt x="1145" y="1485"/>
                  </a:lnTo>
                  <a:lnTo>
                    <a:pt x="1159" y="1480"/>
                  </a:lnTo>
                  <a:lnTo>
                    <a:pt x="1161" y="1455"/>
                  </a:lnTo>
                  <a:lnTo>
                    <a:pt x="1176" y="1441"/>
                  </a:lnTo>
                  <a:lnTo>
                    <a:pt x="1188" y="1422"/>
                  </a:lnTo>
                  <a:lnTo>
                    <a:pt x="1197" y="1397"/>
                  </a:lnTo>
                  <a:lnTo>
                    <a:pt x="1216" y="1391"/>
                  </a:lnTo>
                  <a:lnTo>
                    <a:pt x="1222" y="1363"/>
                  </a:lnTo>
                  <a:lnTo>
                    <a:pt x="1216" y="1341"/>
                  </a:lnTo>
                  <a:lnTo>
                    <a:pt x="1203" y="1330"/>
                  </a:lnTo>
                  <a:lnTo>
                    <a:pt x="1203" y="1309"/>
                  </a:lnTo>
                  <a:lnTo>
                    <a:pt x="1211" y="1288"/>
                  </a:lnTo>
                  <a:lnTo>
                    <a:pt x="1220" y="1265"/>
                  </a:lnTo>
                  <a:lnTo>
                    <a:pt x="1230" y="1247"/>
                  </a:lnTo>
                  <a:lnTo>
                    <a:pt x="1234" y="1232"/>
                  </a:lnTo>
                  <a:lnTo>
                    <a:pt x="1251" y="1224"/>
                  </a:lnTo>
                  <a:lnTo>
                    <a:pt x="1266" y="1215"/>
                  </a:lnTo>
                  <a:lnTo>
                    <a:pt x="1283" y="1215"/>
                  </a:lnTo>
                  <a:lnTo>
                    <a:pt x="1283" y="1197"/>
                  </a:lnTo>
                  <a:lnTo>
                    <a:pt x="1295" y="1186"/>
                  </a:lnTo>
                  <a:lnTo>
                    <a:pt x="1312" y="1180"/>
                  </a:lnTo>
                  <a:lnTo>
                    <a:pt x="1320" y="1167"/>
                  </a:lnTo>
                  <a:lnTo>
                    <a:pt x="1320" y="1149"/>
                  </a:lnTo>
                  <a:lnTo>
                    <a:pt x="1328" y="1136"/>
                  </a:lnTo>
                  <a:lnTo>
                    <a:pt x="1337" y="1117"/>
                  </a:lnTo>
                  <a:lnTo>
                    <a:pt x="1335" y="1092"/>
                  </a:lnTo>
                  <a:lnTo>
                    <a:pt x="1335" y="1069"/>
                  </a:lnTo>
                  <a:lnTo>
                    <a:pt x="1320" y="1044"/>
                  </a:lnTo>
                  <a:lnTo>
                    <a:pt x="1303" y="1017"/>
                  </a:lnTo>
                  <a:lnTo>
                    <a:pt x="1308" y="1013"/>
                  </a:lnTo>
                  <a:lnTo>
                    <a:pt x="1308" y="1013"/>
                  </a:lnTo>
                  <a:lnTo>
                    <a:pt x="1295" y="1009"/>
                  </a:lnTo>
                  <a:lnTo>
                    <a:pt x="1306" y="1007"/>
                  </a:lnTo>
                  <a:lnTo>
                    <a:pt x="1316" y="984"/>
                  </a:lnTo>
                  <a:lnTo>
                    <a:pt x="1335" y="984"/>
                  </a:lnTo>
                  <a:lnTo>
                    <a:pt x="1351" y="969"/>
                  </a:lnTo>
                  <a:lnTo>
                    <a:pt x="1366" y="952"/>
                  </a:lnTo>
                  <a:lnTo>
                    <a:pt x="1387" y="948"/>
                  </a:lnTo>
                  <a:lnTo>
                    <a:pt x="1406" y="925"/>
                  </a:lnTo>
                  <a:lnTo>
                    <a:pt x="1424" y="923"/>
                  </a:lnTo>
                  <a:lnTo>
                    <a:pt x="1439" y="917"/>
                  </a:lnTo>
                  <a:lnTo>
                    <a:pt x="1452" y="910"/>
                  </a:lnTo>
                  <a:lnTo>
                    <a:pt x="1468" y="894"/>
                  </a:lnTo>
                  <a:lnTo>
                    <a:pt x="1481" y="892"/>
                  </a:lnTo>
                  <a:lnTo>
                    <a:pt x="1483" y="869"/>
                  </a:lnTo>
                  <a:lnTo>
                    <a:pt x="1491" y="854"/>
                  </a:lnTo>
                  <a:lnTo>
                    <a:pt x="1504" y="840"/>
                  </a:lnTo>
                  <a:lnTo>
                    <a:pt x="1510" y="821"/>
                  </a:lnTo>
                  <a:lnTo>
                    <a:pt x="1514" y="794"/>
                  </a:lnTo>
                  <a:lnTo>
                    <a:pt x="1535" y="781"/>
                  </a:lnTo>
                  <a:lnTo>
                    <a:pt x="1539" y="764"/>
                  </a:lnTo>
                  <a:lnTo>
                    <a:pt x="1539" y="746"/>
                  </a:lnTo>
                  <a:lnTo>
                    <a:pt x="1558" y="743"/>
                  </a:lnTo>
                  <a:lnTo>
                    <a:pt x="1564" y="731"/>
                  </a:lnTo>
                  <a:lnTo>
                    <a:pt x="1566" y="708"/>
                  </a:lnTo>
                  <a:lnTo>
                    <a:pt x="1575" y="691"/>
                  </a:lnTo>
                  <a:lnTo>
                    <a:pt x="1592" y="689"/>
                  </a:lnTo>
                  <a:lnTo>
                    <a:pt x="1592" y="668"/>
                  </a:lnTo>
                  <a:lnTo>
                    <a:pt x="1590" y="652"/>
                  </a:lnTo>
                  <a:lnTo>
                    <a:pt x="1612" y="641"/>
                  </a:lnTo>
                  <a:lnTo>
                    <a:pt x="1619" y="629"/>
                  </a:lnTo>
                  <a:lnTo>
                    <a:pt x="1617" y="616"/>
                  </a:lnTo>
                  <a:lnTo>
                    <a:pt x="1606" y="597"/>
                  </a:lnTo>
                  <a:lnTo>
                    <a:pt x="1617" y="583"/>
                  </a:lnTo>
                  <a:lnTo>
                    <a:pt x="1621" y="562"/>
                  </a:lnTo>
                  <a:lnTo>
                    <a:pt x="1635" y="549"/>
                  </a:lnTo>
                  <a:lnTo>
                    <a:pt x="1638" y="528"/>
                  </a:lnTo>
                  <a:lnTo>
                    <a:pt x="1636" y="526"/>
                  </a:lnTo>
                  <a:lnTo>
                    <a:pt x="1625" y="514"/>
                  </a:lnTo>
                  <a:lnTo>
                    <a:pt x="1621" y="501"/>
                  </a:lnTo>
                  <a:lnTo>
                    <a:pt x="1606" y="501"/>
                  </a:lnTo>
                  <a:lnTo>
                    <a:pt x="1589" y="497"/>
                  </a:lnTo>
                  <a:lnTo>
                    <a:pt x="1571" y="497"/>
                  </a:lnTo>
                  <a:lnTo>
                    <a:pt x="1567" y="482"/>
                  </a:lnTo>
                  <a:lnTo>
                    <a:pt x="1550" y="468"/>
                  </a:lnTo>
                  <a:lnTo>
                    <a:pt x="1546" y="451"/>
                  </a:lnTo>
                  <a:lnTo>
                    <a:pt x="1529" y="453"/>
                  </a:lnTo>
                  <a:lnTo>
                    <a:pt x="1506" y="453"/>
                  </a:lnTo>
                  <a:lnTo>
                    <a:pt x="1504" y="441"/>
                  </a:lnTo>
                  <a:lnTo>
                    <a:pt x="1485" y="441"/>
                  </a:lnTo>
                  <a:lnTo>
                    <a:pt x="1473" y="434"/>
                  </a:lnTo>
                  <a:lnTo>
                    <a:pt x="1456" y="445"/>
                  </a:lnTo>
                  <a:lnTo>
                    <a:pt x="1427" y="449"/>
                  </a:lnTo>
                  <a:lnTo>
                    <a:pt x="1416" y="434"/>
                  </a:lnTo>
                  <a:lnTo>
                    <a:pt x="1385" y="436"/>
                  </a:lnTo>
                  <a:lnTo>
                    <a:pt x="1356" y="457"/>
                  </a:lnTo>
                  <a:lnTo>
                    <a:pt x="1349" y="489"/>
                  </a:lnTo>
                  <a:lnTo>
                    <a:pt x="1349" y="514"/>
                  </a:lnTo>
                  <a:lnTo>
                    <a:pt x="1362" y="543"/>
                  </a:lnTo>
                  <a:lnTo>
                    <a:pt x="1399" y="551"/>
                  </a:lnTo>
                  <a:lnTo>
                    <a:pt x="1424" y="556"/>
                  </a:lnTo>
                  <a:lnTo>
                    <a:pt x="1408" y="564"/>
                  </a:lnTo>
                  <a:lnTo>
                    <a:pt x="1368" y="556"/>
                  </a:lnTo>
                  <a:lnTo>
                    <a:pt x="1343" y="551"/>
                  </a:lnTo>
                  <a:lnTo>
                    <a:pt x="1343" y="568"/>
                  </a:lnTo>
                  <a:lnTo>
                    <a:pt x="1318" y="560"/>
                  </a:lnTo>
                  <a:lnTo>
                    <a:pt x="1299" y="535"/>
                  </a:lnTo>
                  <a:lnTo>
                    <a:pt x="1293" y="560"/>
                  </a:lnTo>
                  <a:lnTo>
                    <a:pt x="1293" y="579"/>
                  </a:lnTo>
                  <a:lnTo>
                    <a:pt x="1276" y="579"/>
                  </a:lnTo>
                  <a:lnTo>
                    <a:pt x="1262" y="568"/>
                  </a:lnTo>
                  <a:lnTo>
                    <a:pt x="1251" y="589"/>
                  </a:lnTo>
                  <a:lnTo>
                    <a:pt x="1241" y="608"/>
                  </a:lnTo>
                  <a:lnTo>
                    <a:pt x="1216" y="633"/>
                  </a:lnTo>
                  <a:lnTo>
                    <a:pt x="1212" y="608"/>
                  </a:lnTo>
                  <a:lnTo>
                    <a:pt x="1222" y="589"/>
                  </a:lnTo>
                  <a:lnTo>
                    <a:pt x="1193" y="591"/>
                  </a:lnTo>
                  <a:lnTo>
                    <a:pt x="1159" y="593"/>
                  </a:lnTo>
                  <a:lnTo>
                    <a:pt x="1161" y="612"/>
                  </a:lnTo>
                  <a:lnTo>
                    <a:pt x="1128" y="591"/>
                  </a:lnTo>
                  <a:lnTo>
                    <a:pt x="1097" y="593"/>
                  </a:lnTo>
                  <a:lnTo>
                    <a:pt x="1071" y="593"/>
                  </a:lnTo>
                  <a:lnTo>
                    <a:pt x="1049" y="585"/>
                  </a:lnTo>
                  <a:lnTo>
                    <a:pt x="1038" y="593"/>
                  </a:lnTo>
                  <a:lnTo>
                    <a:pt x="1038" y="612"/>
                  </a:lnTo>
                  <a:lnTo>
                    <a:pt x="1021" y="622"/>
                  </a:lnTo>
                  <a:lnTo>
                    <a:pt x="1021" y="650"/>
                  </a:lnTo>
                  <a:lnTo>
                    <a:pt x="1005" y="629"/>
                  </a:lnTo>
                  <a:lnTo>
                    <a:pt x="1007" y="599"/>
                  </a:lnTo>
                  <a:lnTo>
                    <a:pt x="1003" y="583"/>
                  </a:lnTo>
                  <a:lnTo>
                    <a:pt x="1040" y="583"/>
                  </a:lnTo>
                  <a:lnTo>
                    <a:pt x="1072" y="574"/>
                  </a:lnTo>
                  <a:lnTo>
                    <a:pt x="1071" y="556"/>
                  </a:lnTo>
                  <a:lnTo>
                    <a:pt x="1047" y="533"/>
                  </a:lnTo>
                  <a:lnTo>
                    <a:pt x="1032" y="507"/>
                  </a:lnTo>
                  <a:lnTo>
                    <a:pt x="1017" y="485"/>
                  </a:lnTo>
                  <a:lnTo>
                    <a:pt x="990" y="489"/>
                  </a:lnTo>
                  <a:lnTo>
                    <a:pt x="973" y="507"/>
                  </a:lnTo>
                  <a:lnTo>
                    <a:pt x="934" y="516"/>
                  </a:lnTo>
                  <a:lnTo>
                    <a:pt x="915" y="533"/>
                  </a:lnTo>
                  <a:lnTo>
                    <a:pt x="896" y="543"/>
                  </a:lnTo>
                  <a:lnTo>
                    <a:pt x="882" y="514"/>
                  </a:lnTo>
                  <a:lnTo>
                    <a:pt x="882" y="508"/>
                  </a:lnTo>
                  <a:lnTo>
                    <a:pt x="882" y="499"/>
                  </a:lnTo>
                  <a:lnTo>
                    <a:pt x="881" y="499"/>
                  </a:lnTo>
                  <a:lnTo>
                    <a:pt x="869" y="491"/>
                  </a:lnTo>
                  <a:lnTo>
                    <a:pt x="863" y="480"/>
                  </a:lnTo>
                  <a:lnTo>
                    <a:pt x="852" y="474"/>
                  </a:lnTo>
                  <a:lnTo>
                    <a:pt x="842" y="462"/>
                  </a:lnTo>
                  <a:lnTo>
                    <a:pt x="831" y="459"/>
                  </a:lnTo>
                  <a:lnTo>
                    <a:pt x="823" y="457"/>
                  </a:lnTo>
                  <a:lnTo>
                    <a:pt x="823" y="445"/>
                  </a:lnTo>
                  <a:lnTo>
                    <a:pt x="815" y="437"/>
                  </a:lnTo>
                  <a:lnTo>
                    <a:pt x="806" y="437"/>
                  </a:lnTo>
                  <a:lnTo>
                    <a:pt x="798" y="426"/>
                  </a:lnTo>
                  <a:lnTo>
                    <a:pt x="798" y="411"/>
                  </a:lnTo>
                  <a:lnTo>
                    <a:pt x="798" y="395"/>
                  </a:lnTo>
                  <a:lnTo>
                    <a:pt x="788" y="386"/>
                  </a:lnTo>
                  <a:lnTo>
                    <a:pt x="781" y="376"/>
                  </a:lnTo>
                  <a:lnTo>
                    <a:pt x="775" y="368"/>
                  </a:lnTo>
                  <a:lnTo>
                    <a:pt x="775" y="357"/>
                  </a:lnTo>
                  <a:lnTo>
                    <a:pt x="769" y="347"/>
                  </a:lnTo>
                  <a:lnTo>
                    <a:pt x="760" y="343"/>
                  </a:lnTo>
                  <a:lnTo>
                    <a:pt x="760" y="330"/>
                  </a:lnTo>
                  <a:lnTo>
                    <a:pt x="756" y="322"/>
                  </a:lnTo>
                  <a:lnTo>
                    <a:pt x="756" y="307"/>
                  </a:lnTo>
                  <a:lnTo>
                    <a:pt x="756" y="294"/>
                  </a:lnTo>
                  <a:lnTo>
                    <a:pt x="746" y="290"/>
                  </a:lnTo>
                  <a:lnTo>
                    <a:pt x="744" y="276"/>
                  </a:lnTo>
                  <a:lnTo>
                    <a:pt x="746" y="269"/>
                  </a:lnTo>
                  <a:lnTo>
                    <a:pt x="742" y="253"/>
                  </a:lnTo>
                  <a:lnTo>
                    <a:pt x="731" y="247"/>
                  </a:lnTo>
                  <a:lnTo>
                    <a:pt x="723" y="242"/>
                  </a:lnTo>
                  <a:lnTo>
                    <a:pt x="712" y="236"/>
                  </a:lnTo>
                  <a:lnTo>
                    <a:pt x="710" y="224"/>
                  </a:lnTo>
                  <a:lnTo>
                    <a:pt x="706" y="215"/>
                  </a:lnTo>
                  <a:lnTo>
                    <a:pt x="700" y="203"/>
                  </a:lnTo>
                  <a:lnTo>
                    <a:pt x="693" y="199"/>
                  </a:lnTo>
                  <a:lnTo>
                    <a:pt x="685" y="190"/>
                  </a:lnTo>
                  <a:lnTo>
                    <a:pt x="685" y="176"/>
                  </a:lnTo>
                  <a:lnTo>
                    <a:pt x="681" y="165"/>
                  </a:lnTo>
                  <a:lnTo>
                    <a:pt x="671" y="157"/>
                  </a:lnTo>
                  <a:lnTo>
                    <a:pt x="658" y="157"/>
                  </a:lnTo>
                  <a:lnTo>
                    <a:pt x="646" y="157"/>
                  </a:lnTo>
                  <a:lnTo>
                    <a:pt x="639" y="150"/>
                  </a:lnTo>
                  <a:lnTo>
                    <a:pt x="633" y="140"/>
                  </a:lnTo>
                  <a:lnTo>
                    <a:pt x="625" y="134"/>
                  </a:lnTo>
                  <a:lnTo>
                    <a:pt x="616" y="130"/>
                  </a:lnTo>
                  <a:lnTo>
                    <a:pt x="606" y="127"/>
                  </a:lnTo>
                  <a:lnTo>
                    <a:pt x="599" y="119"/>
                  </a:lnTo>
                  <a:lnTo>
                    <a:pt x="587" y="111"/>
                  </a:lnTo>
                  <a:lnTo>
                    <a:pt x="574" y="109"/>
                  </a:lnTo>
                  <a:lnTo>
                    <a:pt x="564" y="109"/>
                  </a:lnTo>
                  <a:lnTo>
                    <a:pt x="551" y="107"/>
                  </a:lnTo>
                  <a:lnTo>
                    <a:pt x="537" y="98"/>
                  </a:lnTo>
                  <a:lnTo>
                    <a:pt x="526" y="84"/>
                  </a:lnTo>
                  <a:lnTo>
                    <a:pt x="524" y="65"/>
                  </a:lnTo>
                  <a:lnTo>
                    <a:pt x="526" y="52"/>
                  </a:lnTo>
                  <a:lnTo>
                    <a:pt x="529" y="40"/>
                  </a:lnTo>
                  <a:lnTo>
                    <a:pt x="535" y="33"/>
                  </a:lnTo>
                  <a:close/>
                  <a:moveTo>
                    <a:pt x="886" y="480"/>
                  </a:moveTo>
                  <a:lnTo>
                    <a:pt x="888" y="480"/>
                  </a:lnTo>
                  <a:lnTo>
                    <a:pt x="888" y="478"/>
                  </a:lnTo>
                  <a:lnTo>
                    <a:pt x="888" y="480"/>
                  </a:lnTo>
                  <a:lnTo>
                    <a:pt x="886" y="480"/>
                  </a:lnTo>
                  <a:close/>
                  <a:moveTo>
                    <a:pt x="888" y="478"/>
                  </a:moveTo>
                  <a:lnTo>
                    <a:pt x="888" y="478"/>
                  </a:lnTo>
                  <a:lnTo>
                    <a:pt x="888" y="478"/>
                  </a:lnTo>
                  <a:lnTo>
                    <a:pt x="888" y="478"/>
                  </a:lnTo>
                  <a:lnTo>
                    <a:pt x="888" y="478"/>
                  </a:lnTo>
                  <a:close/>
                  <a:moveTo>
                    <a:pt x="890" y="478"/>
                  </a:moveTo>
                  <a:lnTo>
                    <a:pt x="890" y="476"/>
                  </a:lnTo>
                  <a:lnTo>
                    <a:pt x="890" y="476"/>
                  </a:lnTo>
                  <a:lnTo>
                    <a:pt x="890" y="478"/>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9" name="Freeform 20">
              <a:extLst>
                <a:ext uri="{FF2B5EF4-FFF2-40B4-BE49-F238E27FC236}">
                  <a16:creationId xmlns:a16="http://schemas.microsoft.com/office/drawing/2014/main" id="{22271AF4-F8B6-FEAB-484E-9967EC5315BE}"/>
                </a:ext>
              </a:extLst>
            </p:cNvPr>
            <p:cNvSpPr>
              <a:spLocks noChangeAspect="1"/>
            </p:cNvSpPr>
            <p:nvPr/>
          </p:nvSpPr>
          <p:spPr bwMode="auto">
            <a:xfrm>
              <a:off x="2201" y="506"/>
              <a:ext cx="513" cy="601"/>
            </a:xfrm>
            <a:custGeom>
              <a:avLst/>
              <a:gdLst/>
              <a:ahLst/>
              <a:cxnLst>
                <a:cxn ang="0">
                  <a:pos x="489" y="25"/>
                </a:cxn>
                <a:cxn ang="0">
                  <a:pos x="485" y="53"/>
                </a:cxn>
                <a:cxn ang="0">
                  <a:pos x="472" y="84"/>
                </a:cxn>
                <a:cxn ang="0">
                  <a:pos x="451" y="109"/>
                </a:cxn>
                <a:cxn ang="0">
                  <a:pos x="420" y="111"/>
                </a:cxn>
                <a:cxn ang="0">
                  <a:pos x="395" y="121"/>
                </a:cxn>
                <a:cxn ang="0">
                  <a:pos x="360" y="142"/>
                </a:cxn>
                <a:cxn ang="0">
                  <a:pos x="335" y="157"/>
                </a:cxn>
                <a:cxn ang="0">
                  <a:pos x="309" y="153"/>
                </a:cxn>
                <a:cxn ang="0">
                  <a:pos x="270" y="149"/>
                </a:cxn>
                <a:cxn ang="0">
                  <a:pos x="236" y="157"/>
                </a:cxn>
                <a:cxn ang="0">
                  <a:pos x="228" y="168"/>
                </a:cxn>
                <a:cxn ang="0">
                  <a:pos x="226" y="184"/>
                </a:cxn>
                <a:cxn ang="0">
                  <a:pos x="215" y="209"/>
                </a:cxn>
                <a:cxn ang="0">
                  <a:pos x="192" y="180"/>
                </a:cxn>
                <a:cxn ang="0">
                  <a:pos x="142" y="180"/>
                </a:cxn>
                <a:cxn ang="0">
                  <a:pos x="111" y="170"/>
                </a:cxn>
                <a:cxn ang="0">
                  <a:pos x="67" y="163"/>
                </a:cxn>
                <a:cxn ang="0">
                  <a:pos x="19" y="155"/>
                </a:cxn>
                <a:cxn ang="0">
                  <a:pos x="2" y="180"/>
                </a:cxn>
                <a:cxn ang="0">
                  <a:pos x="32" y="192"/>
                </a:cxn>
                <a:cxn ang="0">
                  <a:pos x="53" y="230"/>
                </a:cxn>
                <a:cxn ang="0">
                  <a:pos x="25" y="291"/>
                </a:cxn>
                <a:cxn ang="0">
                  <a:pos x="38" y="332"/>
                </a:cxn>
                <a:cxn ang="0">
                  <a:pos x="67" y="372"/>
                </a:cxn>
                <a:cxn ang="0">
                  <a:pos x="105" y="378"/>
                </a:cxn>
                <a:cxn ang="0">
                  <a:pos x="144" y="378"/>
                </a:cxn>
                <a:cxn ang="0">
                  <a:pos x="165" y="405"/>
                </a:cxn>
                <a:cxn ang="0">
                  <a:pos x="207" y="433"/>
                </a:cxn>
                <a:cxn ang="0">
                  <a:pos x="224" y="481"/>
                </a:cxn>
                <a:cxn ang="0">
                  <a:pos x="261" y="547"/>
                </a:cxn>
                <a:cxn ang="0">
                  <a:pos x="278" y="694"/>
                </a:cxn>
                <a:cxn ang="0">
                  <a:pos x="284" y="735"/>
                </a:cxn>
                <a:cxn ang="0">
                  <a:pos x="272" y="767"/>
                </a:cxn>
                <a:cxn ang="0">
                  <a:pos x="309" y="798"/>
                </a:cxn>
                <a:cxn ang="0">
                  <a:pos x="349" y="829"/>
                </a:cxn>
                <a:cxn ang="0">
                  <a:pos x="383" y="856"/>
                </a:cxn>
                <a:cxn ang="0">
                  <a:pos x="393" y="821"/>
                </a:cxn>
                <a:cxn ang="0">
                  <a:pos x="393" y="779"/>
                </a:cxn>
                <a:cxn ang="0">
                  <a:pos x="410" y="742"/>
                </a:cxn>
                <a:cxn ang="0">
                  <a:pos x="468" y="733"/>
                </a:cxn>
                <a:cxn ang="0">
                  <a:pos x="497" y="771"/>
                </a:cxn>
                <a:cxn ang="0">
                  <a:pos x="552" y="740"/>
                </a:cxn>
                <a:cxn ang="0">
                  <a:pos x="554" y="698"/>
                </a:cxn>
                <a:cxn ang="0">
                  <a:pos x="585" y="643"/>
                </a:cxn>
                <a:cxn ang="0">
                  <a:pos x="727" y="512"/>
                </a:cxn>
                <a:cxn ang="0">
                  <a:pos x="696" y="477"/>
                </a:cxn>
                <a:cxn ang="0">
                  <a:pos x="639" y="437"/>
                </a:cxn>
                <a:cxn ang="0">
                  <a:pos x="608" y="410"/>
                </a:cxn>
                <a:cxn ang="0">
                  <a:pos x="596" y="362"/>
                </a:cxn>
                <a:cxn ang="0">
                  <a:pos x="587" y="318"/>
                </a:cxn>
                <a:cxn ang="0">
                  <a:pos x="594" y="263"/>
                </a:cxn>
                <a:cxn ang="0">
                  <a:pos x="600" y="220"/>
                </a:cxn>
                <a:cxn ang="0">
                  <a:pos x="639" y="180"/>
                </a:cxn>
                <a:cxn ang="0">
                  <a:pos x="617" y="145"/>
                </a:cxn>
                <a:cxn ang="0">
                  <a:pos x="608" y="109"/>
                </a:cxn>
                <a:cxn ang="0">
                  <a:pos x="575" y="99"/>
                </a:cxn>
                <a:cxn ang="0">
                  <a:pos x="560" y="80"/>
                </a:cxn>
                <a:cxn ang="0">
                  <a:pos x="571" y="38"/>
                </a:cxn>
                <a:cxn ang="0">
                  <a:pos x="562" y="2"/>
                </a:cxn>
                <a:cxn ang="0">
                  <a:pos x="529" y="13"/>
                </a:cxn>
                <a:cxn ang="0">
                  <a:pos x="489" y="2"/>
                </a:cxn>
              </a:cxnLst>
              <a:rect l="0" t="0" r="r" b="b"/>
              <a:pathLst>
                <a:path w="731" h="856">
                  <a:moveTo>
                    <a:pt x="477" y="7"/>
                  </a:moveTo>
                  <a:lnTo>
                    <a:pt x="479" y="17"/>
                  </a:lnTo>
                  <a:lnTo>
                    <a:pt x="489" y="25"/>
                  </a:lnTo>
                  <a:lnTo>
                    <a:pt x="493" y="34"/>
                  </a:lnTo>
                  <a:lnTo>
                    <a:pt x="495" y="44"/>
                  </a:lnTo>
                  <a:lnTo>
                    <a:pt x="485" y="53"/>
                  </a:lnTo>
                  <a:lnTo>
                    <a:pt x="485" y="69"/>
                  </a:lnTo>
                  <a:lnTo>
                    <a:pt x="477" y="78"/>
                  </a:lnTo>
                  <a:lnTo>
                    <a:pt x="472" y="84"/>
                  </a:lnTo>
                  <a:lnTo>
                    <a:pt x="472" y="96"/>
                  </a:lnTo>
                  <a:lnTo>
                    <a:pt x="464" y="109"/>
                  </a:lnTo>
                  <a:lnTo>
                    <a:pt x="451" y="109"/>
                  </a:lnTo>
                  <a:lnTo>
                    <a:pt x="439" y="109"/>
                  </a:lnTo>
                  <a:lnTo>
                    <a:pt x="429" y="115"/>
                  </a:lnTo>
                  <a:lnTo>
                    <a:pt x="420" y="111"/>
                  </a:lnTo>
                  <a:lnTo>
                    <a:pt x="410" y="109"/>
                  </a:lnTo>
                  <a:lnTo>
                    <a:pt x="408" y="121"/>
                  </a:lnTo>
                  <a:lnTo>
                    <a:pt x="395" y="121"/>
                  </a:lnTo>
                  <a:lnTo>
                    <a:pt x="387" y="134"/>
                  </a:lnTo>
                  <a:lnTo>
                    <a:pt x="376" y="142"/>
                  </a:lnTo>
                  <a:lnTo>
                    <a:pt x="360" y="142"/>
                  </a:lnTo>
                  <a:lnTo>
                    <a:pt x="351" y="138"/>
                  </a:lnTo>
                  <a:lnTo>
                    <a:pt x="339" y="147"/>
                  </a:lnTo>
                  <a:lnTo>
                    <a:pt x="335" y="157"/>
                  </a:lnTo>
                  <a:lnTo>
                    <a:pt x="326" y="157"/>
                  </a:lnTo>
                  <a:lnTo>
                    <a:pt x="314" y="149"/>
                  </a:lnTo>
                  <a:lnTo>
                    <a:pt x="309" y="153"/>
                  </a:lnTo>
                  <a:lnTo>
                    <a:pt x="299" y="157"/>
                  </a:lnTo>
                  <a:lnTo>
                    <a:pt x="284" y="149"/>
                  </a:lnTo>
                  <a:lnTo>
                    <a:pt x="270" y="149"/>
                  </a:lnTo>
                  <a:lnTo>
                    <a:pt x="261" y="155"/>
                  </a:lnTo>
                  <a:lnTo>
                    <a:pt x="253" y="165"/>
                  </a:lnTo>
                  <a:lnTo>
                    <a:pt x="236" y="157"/>
                  </a:lnTo>
                  <a:lnTo>
                    <a:pt x="234" y="159"/>
                  </a:lnTo>
                  <a:lnTo>
                    <a:pt x="230" y="163"/>
                  </a:lnTo>
                  <a:lnTo>
                    <a:pt x="228" y="168"/>
                  </a:lnTo>
                  <a:lnTo>
                    <a:pt x="228" y="174"/>
                  </a:lnTo>
                  <a:lnTo>
                    <a:pt x="228" y="182"/>
                  </a:lnTo>
                  <a:lnTo>
                    <a:pt x="226" y="184"/>
                  </a:lnTo>
                  <a:lnTo>
                    <a:pt x="234" y="195"/>
                  </a:lnTo>
                  <a:lnTo>
                    <a:pt x="230" y="209"/>
                  </a:lnTo>
                  <a:lnTo>
                    <a:pt x="215" y="209"/>
                  </a:lnTo>
                  <a:lnTo>
                    <a:pt x="205" y="203"/>
                  </a:lnTo>
                  <a:lnTo>
                    <a:pt x="197" y="192"/>
                  </a:lnTo>
                  <a:lnTo>
                    <a:pt x="192" y="180"/>
                  </a:lnTo>
                  <a:lnTo>
                    <a:pt x="174" y="182"/>
                  </a:lnTo>
                  <a:lnTo>
                    <a:pt x="159" y="184"/>
                  </a:lnTo>
                  <a:lnTo>
                    <a:pt x="142" y="180"/>
                  </a:lnTo>
                  <a:lnTo>
                    <a:pt x="132" y="176"/>
                  </a:lnTo>
                  <a:lnTo>
                    <a:pt x="119" y="176"/>
                  </a:lnTo>
                  <a:lnTo>
                    <a:pt x="111" y="170"/>
                  </a:lnTo>
                  <a:lnTo>
                    <a:pt x="90" y="174"/>
                  </a:lnTo>
                  <a:lnTo>
                    <a:pt x="78" y="176"/>
                  </a:lnTo>
                  <a:lnTo>
                    <a:pt x="67" y="163"/>
                  </a:lnTo>
                  <a:lnTo>
                    <a:pt x="55" y="153"/>
                  </a:lnTo>
                  <a:lnTo>
                    <a:pt x="38" y="153"/>
                  </a:lnTo>
                  <a:lnTo>
                    <a:pt x="19" y="155"/>
                  </a:lnTo>
                  <a:lnTo>
                    <a:pt x="4" y="157"/>
                  </a:lnTo>
                  <a:lnTo>
                    <a:pt x="0" y="168"/>
                  </a:lnTo>
                  <a:lnTo>
                    <a:pt x="2" y="180"/>
                  </a:lnTo>
                  <a:lnTo>
                    <a:pt x="9" y="186"/>
                  </a:lnTo>
                  <a:lnTo>
                    <a:pt x="19" y="184"/>
                  </a:lnTo>
                  <a:lnTo>
                    <a:pt x="32" y="192"/>
                  </a:lnTo>
                  <a:lnTo>
                    <a:pt x="42" y="205"/>
                  </a:lnTo>
                  <a:lnTo>
                    <a:pt x="51" y="209"/>
                  </a:lnTo>
                  <a:lnTo>
                    <a:pt x="53" y="230"/>
                  </a:lnTo>
                  <a:lnTo>
                    <a:pt x="50" y="253"/>
                  </a:lnTo>
                  <a:lnTo>
                    <a:pt x="30" y="270"/>
                  </a:lnTo>
                  <a:lnTo>
                    <a:pt x="25" y="291"/>
                  </a:lnTo>
                  <a:lnTo>
                    <a:pt x="38" y="303"/>
                  </a:lnTo>
                  <a:lnTo>
                    <a:pt x="46" y="320"/>
                  </a:lnTo>
                  <a:lnTo>
                    <a:pt x="38" y="332"/>
                  </a:lnTo>
                  <a:lnTo>
                    <a:pt x="36" y="349"/>
                  </a:lnTo>
                  <a:lnTo>
                    <a:pt x="50" y="362"/>
                  </a:lnTo>
                  <a:lnTo>
                    <a:pt x="67" y="372"/>
                  </a:lnTo>
                  <a:lnTo>
                    <a:pt x="76" y="380"/>
                  </a:lnTo>
                  <a:lnTo>
                    <a:pt x="88" y="382"/>
                  </a:lnTo>
                  <a:lnTo>
                    <a:pt x="105" y="378"/>
                  </a:lnTo>
                  <a:lnTo>
                    <a:pt x="119" y="372"/>
                  </a:lnTo>
                  <a:lnTo>
                    <a:pt x="132" y="372"/>
                  </a:lnTo>
                  <a:lnTo>
                    <a:pt x="144" y="378"/>
                  </a:lnTo>
                  <a:lnTo>
                    <a:pt x="145" y="389"/>
                  </a:lnTo>
                  <a:lnTo>
                    <a:pt x="147" y="401"/>
                  </a:lnTo>
                  <a:lnTo>
                    <a:pt x="165" y="405"/>
                  </a:lnTo>
                  <a:lnTo>
                    <a:pt x="180" y="408"/>
                  </a:lnTo>
                  <a:lnTo>
                    <a:pt x="197" y="414"/>
                  </a:lnTo>
                  <a:lnTo>
                    <a:pt x="207" y="433"/>
                  </a:lnTo>
                  <a:lnTo>
                    <a:pt x="213" y="449"/>
                  </a:lnTo>
                  <a:lnTo>
                    <a:pt x="215" y="468"/>
                  </a:lnTo>
                  <a:lnTo>
                    <a:pt x="224" y="481"/>
                  </a:lnTo>
                  <a:lnTo>
                    <a:pt x="228" y="497"/>
                  </a:lnTo>
                  <a:lnTo>
                    <a:pt x="243" y="522"/>
                  </a:lnTo>
                  <a:lnTo>
                    <a:pt x="261" y="547"/>
                  </a:lnTo>
                  <a:lnTo>
                    <a:pt x="272" y="568"/>
                  </a:lnTo>
                  <a:lnTo>
                    <a:pt x="276" y="579"/>
                  </a:lnTo>
                  <a:lnTo>
                    <a:pt x="278" y="694"/>
                  </a:lnTo>
                  <a:lnTo>
                    <a:pt x="280" y="714"/>
                  </a:lnTo>
                  <a:lnTo>
                    <a:pt x="280" y="727"/>
                  </a:lnTo>
                  <a:lnTo>
                    <a:pt x="284" y="735"/>
                  </a:lnTo>
                  <a:lnTo>
                    <a:pt x="284" y="748"/>
                  </a:lnTo>
                  <a:lnTo>
                    <a:pt x="276" y="754"/>
                  </a:lnTo>
                  <a:lnTo>
                    <a:pt x="272" y="767"/>
                  </a:lnTo>
                  <a:lnTo>
                    <a:pt x="289" y="785"/>
                  </a:lnTo>
                  <a:lnTo>
                    <a:pt x="299" y="792"/>
                  </a:lnTo>
                  <a:lnTo>
                    <a:pt x="309" y="798"/>
                  </a:lnTo>
                  <a:lnTo>
                    <a:pt x="318" y="808"/>
                  </a:lnTo>
                  <a:lnTo>
                    <a:pt x="337" y="817"/>
                  </a:lnTo>
                  <a:lnTo>
                    <a:pt x="349" y="829"/>
                  </a:lnTo>
                  <a:lnTo>
                    <a:pt x="358" y="840"/>
                  </a:lnTo>
                  <a:lnTo>
                    <a:pt x="370" y="842"/>
                  </a:lnTo>
                  <a:lnTo>
                    <a:pt x="383" y="856"/>
                  </a:lnTo>
                  <a:lnTo>
                    <a:pt x="385" y="842"/>
                  </a:lnTo>
                  <a:lnTo>
                    <a:pt x="385" y="827"/>
                  </a:lnTo>
                  <a:lnTo>
                    <a:pt x="393" y="821"/>
                  </a:lnTo>
                  <a:lnTo>
                    <a:pt x="380" y="806"/>
                  </a:lnTo>
                  <a:lnTo>
                    <a:pt x="393" y="792"/>
                  </a:lnTo>
                  <a:lnTo>
                    <a:pt x="393" y="779"/>
                  </a:lnTo>
                  <a:lnTo>
                    <a:pt x="389" y="765"/>
                  </a:lnTo>
                  <a:lnTo>
                    <a:pt x="391" y="748"/>
                  </a:lnTo>
                  <a:lnTo>
                    <a:pt x="410" y="742"/>
                  </a:lnTo>
                  <a:lnTo>
                    <a:pt x="431" y="727"/>
                  </a:lnTo>
                  <a:lnTo>
                    <a:pt x="447" y="723"/>
                  </a:lnTo>
                  <a:lnTo>
                    <a:pt x="468" y="733"/>
                  </a:lnTo>
                  <a:lnTo>
                    <a:pt x="477" y="746"/>
                  </a:lnTo>
                  <a:lnTo>
                    <a:pt x="491" y="758"/>
                  </a:lnTo>
                  <a:lnTo>
                    <a:pt x="497" y="771"/>
                  </a:lnTo>
                  <a:lnTo>
                    <a:pt x="512" y="767"/>
                  </a:lnTo>
                  <a:lnTo>
                    <a:pt x="525" y="756"/>
                  </a:lnTo>
                  <a:lnTo>
                    <a:pt x="552" y="740"/>
                  </a:lnTo>
                  <a:lnTo>
                    <a:pt x="539" y="729"/>
                  </a:lnTo>
                  <a:lnTo>
                    <a:pt x="541" y="719"/>
                  </a:lnTo>
                  <a:lnTo>
                    <a:pt x="554" y="698"/>
                  </a:lnTo>
                  <a:lnTo>
                    <a:pt x="575" y="673"/>
                  </a:lnTo>
                  <a:lnTo>
                    <a:pt x="575" y="652"/>
                  </a:lnTo>
                  <a:lnTo>
                    <a:pt x="585" y="643"/>
                  </a:lnTo>
                  <a:lnTo>
                    <a:pt x="731" y="639"/>
                  </a:lnTo>
                  <a:lnTo>
                    <a:pt x="725" y="512"/>
                  </a:lnTo>
                  <a:lnTo>
                    <a:pt x="727" y="512"/>
                  </a:lnTo>
                  <a:lnTo>
                    <a:pt x="731" y="510"/>
                  </a:lnTo>
                  <a:lnTo>
                    <a:pt x="725" y="502"/>
                  </a:lnTo>
                  <a:lnTo>
                    <a:pt x="696" y="477"/>
                  </a:lnTo>
                  <a:lnTo>
                    <a:pt x="667" y="456"/>
                  </a:lnTo>
                  <a:lnTo>
                    <a:pt x="654" y="447"/>
                  </a:lnTo>
                  <a:lnTo>
                    <a:pt x="639" y="437"/>
                  </a:lnTo>
                  <a:lnTo>
                    <a:pt x="627" y="422"/>
                  </a:lnTo>
                  <a:lnTo>
                    <a:pt x="623" y="412"/>
                  </a:lnTo>
                  <a:lnTo>
                    <a:pt x="608" y="410"/>
                  </a:lnTo>
                  <a:lnTo>
                    <a:pt x="608" y="389"/>
                  </a:lnTo>
                  <a:lnTo>
                    <a:pt x="608" y="376"/>
                  </a:lnTo>
                  <a:lnTo>
                    <a:pt x="596" y="362"/>
                  </a:lnTo>
                  <a:lnTo>
                    <a:pt x="587" y="349"/>
                  </a:lnTo>
                  <a:lnTo>
                    <a:pt x="587" y="334"/>
                  </a:lnTo>
                  <a:lnTo>
                    <a:pt x="587" y="318"/>
                  </a:lnTo>
                  <a:lnTo>
                    <a:pt x="591" y="307"/>
                  </a:lnTo>
                  <a:lnTo>
                    <a:pt x="587" y="287"/>
                  </a:lnTo>
                  <a:lnTo>
                    <a:pt x="594" y="263"/>
                  </a:lnTo>
                  <a:lnTo>
                    <a:pt x="596" y="249"/>
                  </a:lnTo>
                  <a:lnTo>
                    <a:pt x="604" y="241"/>
                  </a:lnTo>
                  <a:lnTo>
                    <a:pt x="600" y="220"/>
                  </a:lnTo>
                  <a:lnTo>
                    <a:pt x="614" y="209"/>
                  </a:lnTo>
                  <a:lnTo>
                    <a:pt x="623" y="186"/>
                  </a:lnTo>
                  <a:lnTo>
                    <a:pt x="639" y="180"/>
                  </a:lnTo>
                  <a:lnTo>
                    <a:pt x="639" y="167"/>
                  </a:lnTo>
                  <a:lnTo>
                    <a:pt x="631" y="159"/>
                  </a:lnTo>
                  <a:lnTo>
                    <a:pt x="617" y="145"/>
                  </a:lnTo>
                  <a:lnTo>
                    <a:pt x="619" y="134"/>
                  </a:lnTo>
                  <a:lnTo>
                    <a:pt x="616" y="121"/>
                  </a:lnTo>
                  <a:lnTo>
                    <a:pt x="608" y="109"/>
                  </a:lnTo>
                  <a:lnTo>
                    <a:pt x="596" y="105"/>
                  </a:lnTo>
                  <a:lnTo>
                    <a:pt x="589" y="105"/>
                  </a:lnTo>
                  <a:lnTo>
                    <a:pt x="575" y="99"/>
                  </a:lnTo>
                  <a:lnTo>
                    <a:pt x="570" y="92"/>
                  </a:lnTo>
                  <a:lnTo>
                    <a:pt x="562" y="92"/>
                  </a:lnTo>
                  <a:lnTo>
                    <a:pt x="560" y="80"/>
                  </a:lnTo>
                  <a:lnTo>
                    <a:pt x="568" y="69"/>
                  </a:lnTo>
                  <a:lnTo>
                    <a:pt x="571" y="49"/>
                  </a:lnTo>
                  <a:lnTo>
                    <a:pt x="571" y="38"/>
                  </a:lnTo>
                  <a:lnTo>
                    <a:pt x="575" y="23"/>
                  </a:lnTo>
                  <a:lnTo>
                    <a:pt x="575" y="7"/>
                  </a:lnTo>
                  <a:lnTo>
                    <a:pt x="562" y="2"/>
                  </a:lnTo>
                  <a:lnTo>
                    <a:pt x="546" y="5"/>
                  </a:lnTo>
                  <a:lnTo>
                    <a:pt x="546" y="15"/>
                  </a:lnTo>
                  <a:lnTo>
                    <a:pt x="529" y="13"/>
                  </a:lnTo>
                  <a:lnTo>
                    <a:pt x="512" y="9"/>
                  </a:lnTo>
                  <a:lnTo>
                    <a:pt x="504" y="0"/>
                  </a:lnTo>
                  <a:lnTo>
                    <a:pt x="489" y="2"/>
                  </a:lnTo>
                  <a:lnTo>
                    <a:pt x="477" y="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0" name="Freeform 21">
              <a:extLst>
                <a:ext uri="{FF2B5EF4-FFF2-40B4-BE49-F238E27FC236}">
                  <a16:creationId xmlns:a16="http://schemas.microsoft.com/office/drawing/2014/main" id="{56335DAB-19B0-618B-442E-0697BB12CD6D}"/>
                </a:ext>
              </a:extLst>
            </p:cNvPr>
            <p:cNvSpPr>
              <a:spLocks noChangeAspect="1"/>
            </p:cNvSpPr>
            <p:nvPr/>
          </p:nvSpPr>
          <p:spPr bwMode="auto">
            <a:xfrm>
              <a:off x="1401" y="786"/>
              <a:ext cx="1569" cy="1069"/>
            </a:xfrm>
            <a:custGeom>
              <a:avLst/>
              <a:gdLst/>
              <a:ahLst/>
              <a:cxnLst>
                <a:cxn ang="0">
                  <a:pos x="507" y="169"/>
                </a:cxn>
                <a:cxn ang="0">
                  <a:pos x="564" y="192"/>
                </a:cxn>
                <a:cxn ang="0">
                  <a:pos x="501" y="222"/>
                </a:cxn>
                <a:cxn ang="0">
                  <a:pos x="436" y="276"/>
                </a:cxn>
                <a:cxn ang="0">
                  <a:pos x="460" y="351"/>
                </a:cxn>
                <a:cxn ang="0">
                  <a:pos x="516" y="403"/>
                </a:cxn>
                <a:cxn ang="0">
                  <a:pos x="531" y="485"/>
                </a:cxn>
                <a:cxn ang="0">
                  <a:pos x="432" y="850"/>
                </a:cxn>
                <a:cxn ang="0">
                  <a:pos x="359" y="837"/>
                </a:cxn>
                <a:cxn ang="0">
                  <a:pos x="315" y="865"/>
                </a:cxn>
                <a:cxn ang="0">
                  <a:pos x="251" y="873"/>
                </a:cxn>
                <a:cxn ang="0">
                  <a:pos x="177" y="909"/>
                </a:cxn>
                <a:cxn ang="0">
                  <a:pos x="102" y="979"/>
                </a:cxn>
                <a:cxn ang="0">
                  <a:pos x="69" y="1086"/>
                </a:cxn>
                <a:cxn ang="0">
                  <a:pos x="31" y="1165"/>
                </a:cxn>
                <a:cxn ang="0">
                  <a:pos x="10" y="1245"/>
                </a:cxn>
                <a:cxn ang="0">
                  <a:pos x="376" y="1326"/>
                </a:cxn>
                <a:cxn ang="0">
                  <a:pos x="706" y="1455"/>
                </a:cxn>
                <a:cxn ang="0">
                  <a:pos x="927" y="1497"/>
                </a:cxn>
                <a:cxn ang="0">
                  <a:pos x="973" y="1462"/>
                </a:cxn>
                <a:cxn ang="0">
                  <a:pos x="1055" y="1466"/>
                </a:cxn>
                <a:cxn ang="0">
                  <a:pos x="1097" y="1443"/>
                </a:cxn>
                <a:cxn ang="0">
                  <a:pos x="1170" y="1393"/>
                </a:cxn>
                <a:cxn ang="0">
                  <a:pos x="1236" y="1318"/>
                </a:cxn>
                <a:cxn ang="0">
                  <a:pos x="1368" y="1280"/>
                </a:cxn>
                <a:cxn ang="0">
                  <a:pos x="1571" y="1378"/>
                </a:cxn>
                <a:cxn ang="0">
                  <a:pos x="1930" y="1305"/>
                </a:cxn>
                <a:cxn ang="0">
                  <a:pos x="1963" y="1188"/>
                </a:cxn>
                <a:cxn ang="0">
                  <a:pos x="1947" y="1149"/>
                </a:cxn>
                <a:cxn ang="0">
                  <a:pos x="2206" y="558"/>
                </a:cxn>
                <a:cxn ang="0">
                  <a:pos x="2180" y="533"/>
                </a:cxn>
                <a:cxn ang="0">
                  <a:pos x="2124" y="514"/>
                </a:cxn>
                <a:cxn ang="0">
                  <a:pos x="2080" y="468"/>
                </a:cxn>
                <a:cxn ang="0">
                  <a:pos x="2016" y="474"/>
                </a:cxn>
                <a:cxn ang="0">
                  <a:pos x="1932" y="451"/>
                </a:cxn>
                <a:cxn ang="0">
                  <a:pos x="1917" y="384"/>
                </a:cxn>
                <a:cxn ang="0">
                  <a:pos x="1867" y="178"/>
                </a:cxn>
                <a:cxn ang="0">
                  <a:pos x="1715" y="274"/>
                </a:cxn>
                <a:cxn ang="0">
                  <a:pos x="1692" y="341"/>
                </a:cxn>
                <a:cxn ang="0">
                  <a:pos x="1631" y="359"/>
                </a:cxn>
                <a:cxn ang="0">
                  <a:pos x="1571" y="328"/>
                </a:cxn>
                <a:cxn ang="0">
                  <a:pos x="1533" y="380"/>
                </a:cxn>
                <a:cxn ang="0">
                  <a:pos x="1525" y="428"/>
                </a:cxn>
                <a:cxn ang="0">
                  <a:pos x="1498" y="441"/>
                </a:cxn>
                <a:cxn ang="0">
                  <a:pos x="1449" y="399"/>
                </a:cxn>
                <a:cxn ang="0">
                  <a:pos x="1416" y="355"/>
                </a:cxn>
                <a:cxn ang="0">
                  <a:pos x="1420" y="315"/>
                </a:cxn>
                <a:cxn ang="0">
                  <a:pos x="1401" y="148"/>
                </a:cxn>
                <a:cxn ang="0">
                  <a:pos x="1355" y="69"/>
                </a:cxn>
                <a:cxn ang="0">
                  <a:pos x="1320" y="9"/>
                </a:cxn>
                <a:cxn ang="0">
                  <a:pos x="1285" y="2"/>
                </a:cxn>
                <a:cxn ang="0">
                  <a:pos x="1205" y="21"/>
                </a:cxn>
                <a:cxn ang="0">
                  <a:pos x="1167" y="90"/>
                </a:cxn>
                <a:cxn ang="0">
                  <a:pos x="1076" y="130"/>
                </a:cxn>
                <a:cxn ang="0">
                  <a:pos x="988" y="178"/>
                </a:cxn>
                <a:cxn ang="0">
                  <a:pos x="948" y="182"/>
                </a:cxn>
                <a:cxn ang="0">
                  <a:pos x="821" y="146"/>
                </a:cxn>
                <a:cxn ang="0">
                  <a:pos x="792" y="71"/>
                </a:cxn>
                <a:cxn ang="0">
                  <a:pos x="750" y="44"/>
                </a:cxn>
                <a:cxn ang="0">
                  <a:pos x="693" y="63"/>
                </a:cxn>
                <a:cxn ang="0">
                  <a:pos x="660" y="59"/>
                </a:cxn>
              </a:cxnLst>
              <a:rect l="0" t="0" r="r" b="b"/>
              <a:pathLst>
                <a:path w="2235" h="1522">
                  <a:moveTo>
                    <a:pt x="472" y="75"/>
                  </a:moveTo>
                  <a:lnTo>
                    <a:pt x="472" y="169"/>
                  </a:lnTo>
                  <a:lnTo>
                    <a:pt x="489" y="169"/>
                  </a:lnTo>
                  <a:lnTo>
                    <a:pt x="507" y="169"/>
                  </a:lnTo>
                  <a:lnTo>
                    <a:pt x="520" y="171"/>
                  </a:lnTo>
                  <a:lnTo>
                    <a:pt x="537" y="174"/>
                  </a:lnTo>
                  <a:lnTo>
                    <a:pt x="551" y="174"/>
                  </a:lnTo>
                  <a:lnTo>
                    <a:pt x="564" y="192"/>
                  </a:lnTo>
                  <a:lnTo>
                    <a:pt x="564" y="242"/>
                  </a:lnTo>
                  <a:lnTo>
                    <a:pt x="543" y="226"/>
                  </a:lnTo>
                  <a:lnTo>
                    <a:pt x="520" y="217"/>
                  </a:lnTo>
                  <a:lnTo>
                    <a:pt x="501" y="222"/>
                  </a:lnTo>
                  <a:lnTo>
                    <a:pt x="476" y="230"/>
                  </a:lnTo>
                  <a:lnTo>
                    <a:pt x="455" y="238"/>
                  </a:lnTo>
                  <a:lnTo>
                    <a:pt x="443" y="253"/>
                  </a:lnTo>
                  <a:lnTo>
                    <a:pt x="436" y="276"/>
                  </a:lnTo>
                  <a:lnTo>
                    <a:pt x="436" y="303"/>
                  </a:lnTo>
                  <a:lnTo>
                    <a:pt x="441" y="315"/>
                  </a:lnTo>
                  <a:lnTo>
                    <a:pt x="451" y="336"/>
                  </a:lnTo>
                  <a:lnTo>
                    <a:pt x="460" y="351"/>
                  </a:lnTo>
                  <a:lnTo>
                    <a:pt x="476" y="364"/>
                  </a:lnTo>
                  <a:lnTo>
                    <a:pt x="495" y="364"/>
                  </a:lnTo>
                  <a:lnTo>
                    <a:pt x="507" y="378"/>
                  </a:lnTo>
                  <a:lnTo>
                    <a:pt x="516" y="403"/>
                  </a:lnTo>
                  <a:lnTo>
                    <a:pt x="528" y="428"/>
                  </a:lnTo>
                  <a:lnTo>
                    <a:pt x="530" y="443"/>
                  </a:lnTo>
                  <a:lnTo>
                    <a:pt x="531" y="458"/>
                  </a:lnTo>
                  <a:lnTo>
                    <a:pt x="531" y="485"/>
                  </a:lnTo>
                  <a:lnTo>
                    <a:pt x="472" y="821"/>
                  </a:lnTo>
                  <a:lnTo>
                    <a:pt x="470" y="844"/>
                  </a:lnTo>
                  <a:lnTo>
                    <a:pt x="451" y="848"/>
                  </a:lnTo>
                  <a:lnTo>
                    <a:pt x="432" y="850"/>
                  </a:lnTo>
                  <a:lnTo>
                    <a:pt x="424" y="838"/>
                  </a:lnTo>
                  <a:lnTo>
                    <a:pt x="403" y="823"/>
                  </a:lnTo>
                  <a:lnTo>
                    <a:pt x="372" y="825"/>
                  </a:lnTo>
                  <a:lnTo>
                    <a:pt x="359" y="837"/>
                  </a:lnTo>
                  <a:lnTo>
                    <a:pt x="343" y="844"/>
                  </a:lnTo>
                  <a:lnTo>
                    <a:pt x="332" y="862"/>
                  </a:lnTo>
                  <a:lnTo>
                    <a:pt x="320" y="862"/>
                  </a:lnTo>
                  <a:lnTo>
                    <a:pt x="315" y="865"/>
                  </a:lnTo>
                  <a:lnTo>
                    <a:pt x="311" y="867"/>
                  </a:lnTo>
                  <a:lnTo>
                    <a:pt x="309" y="869"/>
                  </a:lnTo>
                  <a:lnTo>
                    <a:pt x="297" y="873"/>
                  </a:lnTo>
                  <a:lnTo>
                    <a:pt x="251" y="873"/>
                  </a:lnTo>
                  <a:lnTo>
                    <a:pt x="249" y="862"/>
                  </a:lnTo>
                  <a:lnTo>
                    <a:pt x="228" y="879"/>
                  </a:lnTo>
                  <a:lnTo>
                    <a:pt x="198" y="892"/>
                  </a:lnTo>
                  <a:lnTo>
                    <a:pt x="177" y="909"/>
                  </a:lnTo>
                  <a:lnTo>
                    <a:pt x="155" y="919"/>
                  </a:lnTo>
                  <a:lnTo>
                    <a:pt x="138" y="934"/>
                  </a:lnTo>
                  <a:lnTo>
                    <a:pt x="119" y="967"/>
                  </a:lnTo>
                  <a:lnTo>
                    <a:pt x="102" y="979"/>
                  </a:lnTo>
                  <a:lnTo>
                    <a:pt x="96" y="1013"/>
                  </a:lnTo>
                  <a:lnTo>
                    <a:pt x="84" y="1036"/>
                  </a:lnTo>
                  <a:lnTo>
                    <a:pt x="67" y="1057"/>
                  </a:lnTo>
                  <a:lnTo>
                    <a:pt x="69" y="1086"/>
                  </a:lnTo>
                  <a:lnTo>
                    <a:pt x="69" y="1115"/>
                  </a:lnTo>
                  <a:lnTo>
                    <a:pt x="67" y="1146"/>
                  </a:lnTo>
                  <a:lnTo>
                    <a:pt x="50" y="1153"/>
                  </a:lnTo>
                  <a:lnTo>
                    <a:pt x="31" y="1165"/>
                  </a:lnTo>
                  <a:lnTo>
                    <a:pt x="19" y="1188"/>
                  </a:lnTo>
                  <a:lnTo>
                    <a:pt x="8" y="1207"/>
                  </a:lnTo>
                  <a:lnTo>
                    <a:pt x="0" y="1230"/>
                  </a:lnTo>
                  <a:lnTo>
                    <a:pt x="10" y="1245"/>
                  </a:lnTo>
                  <a:lnTo>
                    <a:pt x="192" y="1295"/>
                  </a:lnTo>
                  <a:lnTo>
                    <a:pt x="240" y="1303"/>
                  </a:lnTo>
                  <a:lnTo>
                    <a:pt x="303" y="1307"/>
                  </a:lnTo>
                  <a:lnTo>
                    <a:pt x="376" y="1326"/>
                  </a:lnTo>
                  <a:lnTo>
                    <a:pt x="466" y="1353"/>
                  </a:lnTo>
                  <a:lnTo>
                    <a:pt x="549" y="1391"/>
                  </a:lnTo>
                  <a:lnTo>
                    <a:pt x="614" y="1426"/>
                  </a:lnTo>
                  <a:lnTo>
                    <a:pt x="706" y="1455"/>
                  </a:lnTo>
                  <a:lnTo>
                    <a:pt x="892" y="1522"/>
                  </a:lnTo>
                  <a:lnTo>
                    <a:pt x="898" y="1508"/>
                  </a:lnTo>
                  <a:lnTo>
                    <a:pt x="911" y="1497"/>
                  </a:lnTo>
                  <a:lnTo>
                    <a:pt x="927" y="1497"/>
                  </a:lnTo>
                  <a:lnTo>
                    <a:pt x="929" y="1478"/>
                  </a:lnTo>
                  <a:lnTo>
                    <a:pt x="950" y="1478"/>
                  </a:lnTo>
                  <a:lnTo>
                    <a:pt x="967" y="1474"/>
                  </a:lnTo>
                  <a:lnTo>
                    <a:pt x="973" y="1462"/>
                  </a:lnTo>
                  <a:lnTo>
                    <a:pt x="986" y="1466"/>
                  </a:lnTo>
                  <a:lnTo>
                    <a:pt x="1003" y="1472"/>
                  </a:lnTo>
                  <a:lnTo>
                    <a:pt x="1034" y="1468"/>
                  </a:lnTo>
                  <a:lnTo>
                    <a:pt x="1055" y="1466"/>
                  </a:lnTo>
                  <a:lnTo>
                    <a:pt x="1082" y="1462"/>
                  </a:lnTo>
                  <a:lnTo>
                    <a:pt x="1097" y="1474"/>
                  </a:lnTo>
                  <a:lnTo>
                    <a:pt x="1105" y="1456"/>
                  </a:lnTo>
                  <a:lnTo>
                    <a:pt x="1097" y="1443"/>
                  </a:lnTo>
                  <a:lnTo>
                    <a:pt x="1117" y="1437"/>
                  </a:lnTo>
                  <a:lnTo>
                    <a:pt x="1119" y="1414"/>
                  </a:lnTo>
                  <a:lnTo>
                    <a:pt x="1153" y="1407"/>
                  </a:lnTo>
                  <a:lnTo>
                    <a:pt x="1170" y="1393"/>
                  </a:lnTo>
                  <a:lnTo>
                    <a:pt x="1188" y="1387"/>
                  </a:lnTo>
                  <a:lnTo>
                    <a:pt x="1207" y="1378"/>
                  </a:lnTo>
                  <a:lnTo>
                    <a:pt x="1226" y="1355"/>
                  </a:lnTo>
                  <a:lnTo>
                    <a:pt x="1236" y="1318"/>
                  </a:lnTo>
                  <a:lnTo>
                    <a:pt x="1251" y="1297"/>
                  </a:lnTo>
                  <a:lnTo>
                    <a:pt x="1268" y="1297"/>
                  </a:lnTo>
                  <a:lnTo>
                    <a:pt x="1278" y="1282"/>
                  </a:lnTo>
                  <a:lnTo>
                    <a:pt x="1368" y="1280"/>
                  </a:lnTo>
                  <a:lnTo>
                    <a:pt x="1429" y="1345"/>
                  </a:lnTo>
                  <a:lnTo>
                    <a:pt x="1498" y="1366"/>
                  </a:lnTo>
                  <a:lnTo>
                    <a:pt x="1550" y="1368"/>
                  </a:lnTo>
                  <a:lnTo>
                    <a:pt x="1571" y="1378"/>
                  </a:lnTo>
                  <a:lnTo>
                    <a:pt x="1913" y="1372"/>
                  </a:lnTo>
                  <a:lnTo>
                    <a:pt x="1917" y="1341"/>
                  </a:lnTo>
                  <a:lnTo>
                    <a:pt x="1932" y="1336"/>
                  </a:lnTo>
                  <a:lnTo>
                    <a:pt x="1930" y="1305"/>
                  </a:lnTo>
                  <a:lnTo>
                    <a:pt x="1938" y="1272"/>
                  </a:lnTo>
                  <a:lnTo>
                    <a:pt x="1945" y="1251"/>
                  </a:lnTo>
                  <a:lnTo>
                    <a:pt x="1957" y="1222"/>
                  </a:lnTo>
                  <a:lnTo>
                    <a:pt x="1963" y="1188"/>
                  </a:lnTo>
                  <a:lnTo>
                    <a:pt x="1963" y="1188"/>
                  </a:lnTo>
                  <a:lnTo>
                    <a:pt x="1961" y="1182"/>
                  </a:lnTo>
                  <a:lnTo>
                    <a:pt x="1961" y="1159"/>
                  </a:lnTo>
                  <a:lnTo>
                    <a:pt x="1947" y="1149"/>
                  </a:lnTo>
                  <a:lnTo>
                    <a:pt x="1940" y="1126"/>
                  </a:lnTo>
                  <a:lnTo>
                    <a:pt x="1936" y="1105"/>
                  </a:lnTo>
                  <a:lnTo>
                    <a:pt x="2153" y="616"/>
                  </a:lnTo>
                  <a:lnTo>
                    <a:pt x="2206" y="558"/>
                  </a:lnTo>
                  <a:lnTo>
                    <a:pt x="2235" y="522"/>
                  </a:lnTo>
                  <a:lnTo>
                    <a:pt x="2216" y="516"/>
                  </a:lnTo>
                  <a:lnTo>
                    <a:pt x="2195" y="529"/>
                  </a:lnTo>
                  <a:lnTo>
                    <a:pt x="2180" y="533"/>
                  </a:lnTo>
                  <a:lnTo>
                    <a:pt x="2162" y="539"/>
                  </a:lnTo>
                  <a:lnTo>
                    <a:pt x="2147" y="541"/>
                  </a:lnTo>
                  <a:lnTo>
                    <a:pt x="2139" y="526"/>
                  </a:lnTo>
                  <a:lnTo>
                    <a:pt x="2124" y="514"/>
                  </a:lnTo>
                  <a:lnTo>
                    <a:pt x="2109" y="510"/>
                  </a:lnTo>
                  <a:lnTo>
                    <a:pt x="2089" y="510"/>
                  </a:lnTo>
                  <a:lnTo>
                    <a:pt x="2087" y="491"/>
                  </a:lnTo>
                  <a:lnTo>
                    <a:pt x="2080" y="468"/>
                  </a:lnTo>
                  <a:lnTo>
                    <a:pt x="2068" y="466"/>
                  </a:lnTo>
                  <a:lnTo>
                    <a:pt x="2047" y="468"/>
                  </a:lnTo>
                  <a:lnTo>
                    <a:pt x="2034" y="476"/>
                  </a:lnTo>
                  <a:lnTo>
                    <a:pt x="2016" y="474"/>
                  </a:lnTo>
                  <a:lnTo>
                    <a:pt x="1990" y="474"/>
                  </a:lnTo>
                  <a:lnTo>
                    <a:pt x="1965" y="474"/>
                  </a:lnTo>
                  <a:lnTo>
                    <a:pt x="1949" y="464"/>
                  </a:lnTo>
                  <a:lnTo>
                    <a:pt x="1932" y="451"/>
                  </a:lnTo>
                  <a:lnTo>
                    <a:pt x="1917" y="426"/>
                  </a:lnTo>
                  <a:lnTo>
                    <a:pt x="1922" y="410"/>
                  </a:lnTo>
                  <a:lnTo>
                    <a:pt x="1932" y="399"/>
                  </a:lnTo>
                  <a:lnTo>
                    <a:pt x="1917" y="384"/>
                  </a:lnTo>
                  <a:lnTo>
                    <a:pt x="1901" y="370"/>
                  </a:lnTo>
                  <a:lnTo>
                    <a:pt x="1892" y="349"/>
                  </a:lnTo>
                  <a:lnTo>
                    <a:pt x="1875" y="326"/>
                  </a:lnTo>
                  <a:lnTo>
                    <a:pt x="1867" y="178"/>
                  </a:lnTo>
                  <a:lnTo>
                    <a:pt x="1871" y="240"/>
                  </a:lnTo>
                  <a:lnTo>
                    <a:pt x="1725" y="244"/>
                  </a:lnTo>
                  <a:lnTo>
                    <a:pt x="1715" y="253"/>
                  </a:lnTo>
                  <a:lnTo>
                    <a:pt x="1715" y="274"/>
                  </a:lnTo>
                  <a:lnTo>
                    <a:pt x="1694" y="299"/>
                  </a:lnTo>
                  <a:lnTo>
                    <a:pt x="1681" y="320"/>
                  </a:lnTo>
                  <a:lnTo>
                    <a:pt x="1679" y="330"/>
                  </a:lnTo>
                  <a:lnTo>
                    <a:pt x="1692" y="341"/>
                  </a:lnTo>
                  <a:lnTo>
                    <a:pt x="1665" y="357"/>
                  </a:lnTo>
                  <a:lnTo>
                    <a:pt x="1652" y="368"/>
                  </a:lnTo>
                  <a:lnTo>
                    <a:pt x="1637" y="372"/>
                  </a:lnTo>
                  <a:lnTo>
                    <a:pt x="1631" y="359"/>
                  </a:lnTo>
                  <a:lnTo>
                    <a:pt x="1617" y="347"/>
                  </a:lnTo>
                  <a:lnTo>
                    <a:pt x="1608" y="334"/>
                  </a:lnTo>
                  <a:lnTo>
                    <a:pt x="1587" y="324"/>
                  </a:lnTo>
                  <a:lnTo>
                    <a:pt x="1571" y="328"/>
                  </a:lnTo>
                  <a:lnTo>
                    <a:pt x="1550" y="343"/>
                  </a:lnTo>
                  <a:lnTo>
                    <a:pt x="1531" y="349"/>
                  </a:lnTo>
                  <a:lnTo>
                    <a:pt x="1529" y="366"/>
                  </a:lnTo>
                  <a:lnTo>
                    <a:pt x="1533" y="380"/>
                  </a:lnTo>
                  <a:lnTo>
                    <a:pt x="1533" y="393"/>
                  </a:lnTo>
                  <a:lnTo>
                    <a:pt x="1520" y="407"/>
                  </a:lnTo>
                  <a:lnTo>
                    <a:pt x="1533" y="422"/>
                  </a:lnTo>
                  <a:lnTo>
                    <a:pt x="1525" y="428"/>
                  </a:lnTo>
                  <a:lnTo>
                    <a:pt x="1525" y="443"/>
                  </a:lnTo>
                  <a:lnTo>
                    <a:pt x="1523" y="457"/>
                  </a:lnTo>
                  <a:lnTo>
                    <a:pt x="1510" y="443"/>
                  </a:lnTo>
                  <a:lnTo>
                    <a:pt x="1498" y="441"/>
                  </a:lnTo>
                  <a:lnTo>
                    <a:pt x="1489" y="430"/>
                  </a:lnTo>
                  <a:lnTo>
                    <a:pt x="1477" y="418"/>
                  </a:lnTo>
                  <a:lnTo>
                    <a:pt x="1458" y="409"/>
                  </a:lnTo>
                  <a:lnTo>
                    <a:pt x="1449" y="399"/>
                  </a:lnTo>
                  <a:lnTo>
                    <a:pt x="1439" y="393"/>
                  </a:lnTo>
                  <a:lnTo>
                    <a:pt x="1429" y="386"/>
                  </a:lnTo>
                  <a:lnTo>
                    <a:pt x="1412" y="368"/>
                  </a:lnTo>
                  <a:lnTo>
                    <a:pt x="1416" y="355"/>
                  </a:lnTo>
                  <a:lnTo>
                    <a:pt x="1424" y="349"/>
                  </a:lnTo>
                  <a:lnTo>
                    <a:pt x="1424" y="336"/>
                  </a:lnTo>
                  <a:lnTo>
                    <a:pt x="1420" y="328"/>
                  </a:lnTo>
                  <a:lnTo>
                    <a:pt x="1420" y="315"/>
                  </a:lnTo>
                  <a:lnTo>
                    <a:pt x="1418" y="295"/>
                  </a:lnTo>
                  <a:lnTo>
                    <a:pt x="1416" y="180"/>
                  </a:lnTo>
                  <a:lnTo>
                    <a:pt x="1412" y="169"/>
                  </a:lnTo>
                  <a:lnTo>
                    <a:pt x="1401" y="148"/>
                  </a:lnTo>
                  <a:lnTo>
                    <a:pt x="1383" y="123"/>
                  </a:lnTo>
                  <a:lnTo>
                    <a:pt x="1368" y="98"/>
                  </a:lnTo>
                  <a:lnTo>
                    <a:pt x="1364" y="82"/>
                  </a:lnTo>
                  <a:lnTo>
                    <a:pt x="1355" y="69"/>
                  </a:lnTo>
                  <a:lnTo>
                    <a:pt x="1353" y="50"/>
                  </a:lnTo>
                  <a:lnTo>
                    <a:pt x="1347" y="34"/>
                  </a:lnTo>
                  <a:lnTo>
                    <a:pt x="1337" y="15"/>
                  </a:lnTo>
                  <a:lnTo>
                    <a:pt x="1320" y="9"/>
                  </a:lnTo>
                  <a:lnTo>
                    <a:pt x="1305" y="6"/>
                  </a:lnTo>
                  <a:lnTo>
                    <a:pt x="1287" y="2"/>
                  </a:lnTo>
                  <a:lnTo>
                    <a:pt x="1287" y="0"/>
                  </a:lnTo>
                  <a:lnTo>
                    <a:pt x="1285" y="2"/>
                  </a:lnTo>
                  <a:lnTo>
                    <a:pt x="1268" y="4"/>
                  </a:lnTo>
                  <a:lnTo>
                    <a:pt x="1257" y="11"/>
                  </a:lnTo>
                  <a:lnTo>
                    <a:pt x="1243" y="21"/>
                  </a:lnTo>
                  <a:lnTo>
                    <a:pt x="1205" y="21"/>
                  </a:lnTo>
                  <a:lnTo>
                    <a:pt x="1207" y="40"/>
                  </a:lnTo>
                  <a:lnTo>
                    <a:pt x="1203" y="59"/>
                  </a:lnTo>
                  <a:lnTo>
                    <a:pt x="1184" y="82"/>
                  </a:lnTo>
                  <a:lnTo>
                    <a:pt x="1167" y="90"/>
                  </a:lnTo>
                  <a:lnTo>
                    <a:pt x="1144" y="98"/>
                  </a:lnTo>
                  <a:lnTo>
                    <a:pt x="1122" y="113"/>
                  </a:lnTo>
                  <a:lnTo>
                    <a:pt x="1103" y="125"/>
                  </a:lnTo>
                  <a:lnTo>
                    <a:pt x="1076" y="130"/>
                  </a:lnTo>
                  <a:lnTo>
                    <a:pt x="1067" y="146"/>
                  </a:lnTo>
                  <a:lnTo>
                    <a:pt x="1034" y="165"/>
                  </a:lnTo>
                  <a:lnTo>
                    <a:pt x="998" y="190"/>
                  </a:lnTo>
                  <a:lnTo>
                    <a:pt x="988" y="178"/>
                  </a:lnTo>
                  <a:lnTo>
                    <a:pt x="992" y="161"/>
                  </a:lnTo>
                  <a:lnTo>
                    <a:pt x="971" y="153"/>
                  </a:lnTo>
                  <a:lnTo>
                    <a:pt x="952" y="167"/>
                  </a:lnTo>
                  <a:lnTo>
                    <a:pt x="948" y="182"/>
                  </a:lnTo>
                  <a:lnTo>
                    <a:pt x="919" y="190"/>
                  </a:lnTo>
                  <a:lnTo>
                    <a:pt x="894" y="169"/>
                  </a:lnTo>
                  <a:lnTo>
                    <a:pt x="850" y="138"/>
                  </a:lnTo>
                  <a:lnTo>
                    <a:pt x="821" y="146"/>
                  </a:lnTo>
                  <a:lnTo>
                    <a:pt x="810" y="132"/>
                  </a:lnTo>
                  <a:lnTo>
                    <a:pt x="810" y="113"/>
                  </a:lnTo>
                  <a:lnTo>
                    <a:pt x="810" y="94"/>
                  </a:lnTo>
                  <a:lnTo>
                    <a:pt x="792" y="71"/>
                  </a:lnTo>
                  <a:lnTo>
                    <a:pt x="794" y="57"/>
                  </a:lnTo>
                  <a:lnTo>
                    <a:pt x="777" y="38"/>
                  </a:lnTo>
                  <a:lnTo>
                    <a:pt x="758" y="29"/>
                  </a:lnTo>
                  <a:lnTo>
                    <a:pt x="750" y="44"/>
                  </a:lnTo>
                  <a:lnTo>
                    <a:pt x="741" y="63"/>
                  </a:lnTo>
                  <a:lnTo>
                    <a:pt x="725" y="73"/>
                  </a:lnTo>
                  <a:lnTo>
                    <a:pt x="708" y="80"/>
                  </a:lnTo>
                  <a:lnTo>
                    <a:pt x="693" y="63"/>
                  </a:lnTo>
                  <a:lnTo>
                    <a:pt x="687" y="48"/>
                  </a:lnTo>
                  <a:lnTo>
                    <a:pt x="672" y="34"/>
                  </a:lnTo>
                  <a:lnTo>
                    <a:pt x="664" y="52"/>
                  </a:lnTo>
                  <a:lnTo>
                    <a:pt x="660" y="59"/>
                  </a:lnTo>
                  <a:lnTo>
                    <a:pt x="662" y="73"/>
                  </a:lnTo>
                  <a:lnTo>
                    <a:pt x="472" y="7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1" name="Freeform 22">
              <a:extLst>
                <a:ext uri="{FF2B5EF4-FFF2-40B4-BE49-F238E27FC236}">
                  <a16:creationId xmlns:a16="http://schemas.microsoft.com/office/drawing/2014/main" id="{37BE38F5-13C7-D801-B302-726982176BEC}"/>
                </a:ext>
              </a:extLst>
            </p:cNvPr>
            <p:cNvSpPr>
              <a:spLocks noChangeAspect="1"/>
            </p:cNvSpPr>
            <p:nvPr/>
          </p:nvSpPr>
          <p:spPr bwMode="auto">
            <a:xfrm>
              <a:off x="1392" y="1660"/>
              <a:ext cx="642" cy="318"/>
            </a:xfrm>
            <a:custGeom>
              <a:avLst/>
              <a:gdLst/>
              <a:ahLst/>
              <a:cxnLst>
                <a:cxn ang="0">
                  <a:pos x="191" y="273"/>
                </a:cxn>
                <a:cxn ang="0">
                  <a:pos x="205" y="302"/>
                </a:cxn>
                <a:cxn ang="0">
                  <a:pos x="224" y="327"/>
                </a:cxn>
                <a:cxn ang="0">
                  <a:pos x="297" y="329"/>
                </a:cxn>
                <a:cxn ang="0">
                  <a:pos x="404" y="261"/>
                </a:cxn>
                <a:cxn ang="0">
                  <a:pos x="433" y="275"/>
                </a:cxn>
                <a:cxn ang="0">
                  <a:pos x="426" y="444"/>
                </a:cxn>
                <a:cxn ang="0">
                  <a:pos x="483" y="453"/>
                </a:cxn>
                <a:cxn ang="0">
                  <a:pos x="525" y="434"/>
                </a:cxn>
                <a:cxn ang="0">
                  <a:pos x="556" y="430"/>
                </a:cxn>
                <a:cxn ang="0">
                  <a:pos x="650" y="432"/>
                </a:cxn>
                <a:cxn ang="0">
                  <a:pos x="681" y="436"/>
                </a:cxn>
                <a:cxn ang="0">
                  <a:pos x="713" y="448"/>
                </a:cxn>
                <a:cxn ang="0">
                  <a:pos x="731" y="419"/>
                </a:cxn>
                <a:cxn ang="0">
                  <a:pos x="756" y="400"/>
                </a:cxn>
                <a:cxn ang="0">
                  <a:pos x="782" y="390"/>
                </a:cxn>
                <a:cxn ang="0">
                  <a:pos x="807" y="401"/>
                </a:cxn>
                <a:cxn ang="0">
                  <a:pos x="851" y="375"/>
                </a:cxn>
                <a:cxn ang="0">
                  <a:pos x="876" y="340"/>
                </a:cxn>
                <a:cxn ang="0">
                  <a:pos x="907" y="307"/>
                </a:cxn>
                <a:cxn ang="0">
                  <a:pos x="911" y="284"/>
                </a:cxn>
                <a:cxn ang="0">
                  <a:pos x="905" y="277"/>
                </a:cxn>
                <a:cxn ang="0">
                  <a:pos x="627" y="181"/>
                </a:cxn>
                <a:cxn ang="0">
                  <a:pos x="479" y="108"/>
                </a:cxn>
                <a:cxn ang="0">
                  <a:pos x="316" y="62"/>
                </a:cxn>
                <a:cxn ang="0">
                  <a:pos x="205" y="50"/>
                </a:cxn>
                <a:cxn ang="0">
                  <a:pos x="21" y="0"/>
                </a:cxn>
                <a:cxn ang="0">
                  <a:pos x="23" y="10"/>
                </a:cxn>
                <a:cxn ang="0">
                  <a:pos x="0" y="31"/>
                </a:cxn>
                <a:cxn ang="0">
                  <a:pos x="3" y="69"/>
                </a:cxn>
                <a:cxn ang="0">
                  <a:pos x="17" y="87"/>
                </a:cxn>
                <a:cxn ang="0">
                  <a:pos x="28" y="114"/>
                </a:cxn>
                <a:cxn ang="0">
                  <a:pos x="65" y="146"/>
                </a:cxn>
                <a:cxn ang="0">
                  <a:pos x="101" y="169"/>
                </a:cxn>
                <a:cxn ang="0">
                  <a:pos x="117" y="217"/>
                </a:cxn>
                <a:cxn ang="0">
                  <a:pos x="101" y="254"/>
                </a:cxn>
              </a:cxnLst>
              <a:rect l="0" t="0" r="r" b="b"/>
              <a:pathLst>
                <a:path w="915" h="453">
                  <a:moveTo>
                    <a:pt x="99" y="269"/>
                  </a:moveTo>
                  <a:lnTo>
                    <a:pt x="191" y="273"/>
                  </a:lnTo>
                  <a:lnTo>
                    <a:pt x="199" y="284"/>
                  </a:lnTo>
                  <a:lnTo>
                    <a:pt x="205" y="302"/>
                  </a:lnTo>
                  <a:lnTo>
                    <a:pt x="224" y="307"/>
                  </a:lnTo>
                  <a:lnTo>
                    <a:pt x="224" y="327"/>
                  </a:lnTo>
                  <a:lnTo>
                    <a:pt x="270" y="334"/>
                  </a:lnTo>
                  <a:lnTo>
                    <a:pt x="297" y="329"/>
                  </a:lnTo>
                  <a:lnTo>
                    <a:pt x="339" y="325"/>
                  </a:lnTo>
                  <a:lnTo>
                    <a:pt x="404" y="261"/>
                  </a:lnTo>
                  <a:lnTo>
                    <a:pt x="422" y="256"/>
                  </a:lnTo>
                  <a:lnTo>
                    <a:pt x="433" y="275"/>
                  </a:lnTo>
                  <a:lnTo>
                    <a:pt x="427" y="290"/>
                  </a:lnTo>
                  <a:lnTo>
                    <a:pt x="426" y="444"/>
                  </a:lnTo>
                  <a:lnTo>
                    <a:pt x="470" y="444"/>
                  </a:lnTo>
                  <a:lnTo>
                    <a:pt x="483" y="453"/>
                  </a:lnTo>
                  <a:lnTo>
                    <a:pt x="498" y="449"/>
                  </a:lnTo>
                  <a:lnTo>
                    <a:pt x="525" y="434"/>
                  </a:lnTo>
                  <a:lnTo>
                    <a:pt x="543" y="423"/>
                  </a:lnTo>
                  <a:lnTo>
                    <a:pt x="556" y="430"/>
                  </a:lnTo>
                  <a:lnTo>
                    <a:pt x="568" y="436"/>
                  </a:lnTo>
                  <a:lnTo>
                    <a:pt x="650" y="432"/>
                  </a:lnTo>
                  <a:lnTo>
                    <a:pt x="665" y="424"/>
                  </a:lnTo>
                  <a:lnTo>
                    <a:pt x="681" y="436"/>
                  </a:lnTo>
                  <a:lnTo>
                    <a:pt x="690" y="448"/>
                  </a:lnTo>
                  <a:lnTo>
                    <a:pt x="713" y="448"/>
                  </a:lnTo>
                  <a:lnTo>
                    <a:pt x="717" y="432"/>
                  </a:lnTo>
                  <a:lnTo>
                    <a:pt x="731" y="419"/>
                  </a:lnTo>
                  <a:lnTo>
                    <a:pt x="738" y="403"/>
                  </a:lnTo>
                  <a:lnTo>
                    <a:pt x="756" y="400"/>
                  </a:lnTo>
                  <a:lnTo>
                    <a:pt x="769" y="390"/>
                  </a:lnTo>
                  <a:lnTo>
                    <a:pt x="782" y="390"/>
                  </a:lnTo>
                  <a:lnTo>
                    <a:pt x="798" y="403"/>
                  </a:lnTo>
                  <a:lnTo>
                    <a:pt x="807" y="401"/>
                  </a:lnTo>
                  <a:lnTo>
                    <a:pt x="832" y="375"/>
                  </a:lnTo>
                  <a:lnTo>
                    <a:pt x="851" y="375"/>
                  </a:lnTo>
                  <a:lnTo>
                    <a:pt x="863" y="363"/>
                  </a:lnTo>
                  <a:lnTo>
                    <a:pt x="876" y="340"/>
                  </a:lnTo>
                  <a:lnTo>
                    <a:pt x="890" y="329"/>
                  </a:lnTo>
                  <a:lnTo>
                    <a:pt x="907" y="307"/>
                  </a:lnTo>
                  <a:lnTo>
                    <a:pt x="915" y="294"/>
                  </a:lnTo>
                  <a:lnTo>
                    <a:pt x="911" y="284"/>
                  </a:lnTo>
                  <a:lnTo>
                    <a:pt x="905" y="277"/>
                  </a:lnTo>
                  <a:lnTo>
                    <a:pt x="905" y="277"/>
                  </a:lnTo>
                  <a:lnTo>
                    <a:pt x="719" y="210"/>
                  </a:lnTo>
                  <a:lnTo>
                    <a:pt x="627" y="181"/>
                  </a:lnTo>
                  <a:lnTo>
                    <a:pt x="562" y="146"/>
                  </a:lnTo>
                  <a:lnTo>
                    <a:pt x="479" y="108"/>
                  </a:lnTo>
                  <a:lnTo>
                    <a:pt x="389" y="81"/>
                  </a:lnTo>
                  <a:lnTo>
                    <a:pt x="316" y="62"/>
                  </a:lnTo>
                  <a:lnTo>
                    <a:pt x="253" y="58"/>
                  </a:lnTo>
                  <a:lnTo>
                    <a:pt x="205" y="50"/>
                  </a:lnTo>
                  <a:lnTo>
                    <a:pt x="23" y="0"/>
                  </a:lnTo>
                  <a:lnTo>
                    <a:pt x="21" y="0"/>
                  </a:lnTo>
                  <a:lnTo>
                    <a:pt x="21" y="0"/>
                  </a:lnTo>
                  <a:lnTo>
                    <a:pt x="23" y="10"/>
                  </a:lnTo>
                  <a:lnTo>
                    <a:pt x="11" y="20"/>
                  </a:lnTo>
                  <a:lnTo>
                    <a:pt x="0" y="31"/>
                  </a:lnTo>
                  <a:lnTo>
                    <a:pt x="3" y="48"/>
                  </a:lnTo>
                  <a:lnTo>
                    <a:pt x="3" y="69"/>
                  </a:lnTo>
                  <a:lnTo>
                    <a:pt x="15" y="71"/>
                  </a:lnTo>
                  <a:lnTo>
                    <a:pt x="17" y="87"/>
                  </a:lnTo>
                  <a:lnTo>
                    <a:pt x="15" y="102"/>
                  </a:lnTo>
                  <a:lnTo>
                    <a:pt x="28" y="114"/>
                  </a:lnTo>
                  <a:lnTo>
                    <a:pt x="46" y="133"/>
                  </a:lnTo>
                  <a:lnTo>
                    <a:pt x="65" y="146"/>
                  </a:lnTo>
                  <a:lnTo>
                    <a:pt x="76" y="165"/>
                  </a:lnTo>
                  <a:lnTo>
                    <a:pt x="101" y="169"/>
                  </a:lnTo>
                  <a:lnTo>
                    <a:pt x="101" y="192"/>
                  </a:lnTo>
                  <a:lnTo>
                    <a:pt x="117" y="217"/>
                  </a:lnTo>
                  <a:lnTo>
                    <a:pt x="122" y="233"/>
                  </a:lnTo>
                  <a:lnTo>
                    <a:pt x="101" y="254"/>
                  </a:lnTo>
                  <a:lnTo>
                    <a:pt x="99" y="269"/>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2" name="Freeform 23">
              <a:extLst>
                <a:ext uri="{FF2B5EF4-FFF2-40B4-BE49-F238E27FC236}">
                  <a16:creationId xmlns:a16="http://schemas.microsoft.com/office/drawing/2014/main" id="{18EC2F4F-ECB3-D933-6961-0BBF9495916E}"/>
                </a:ext>
              </a:extLst>
            </p:cNvPr>
            <p:cNvSpPr>
              <a:spLocks noChangeAspect="1"/>
            </p:cNvSpPr>
            <p:nvPr/>
          </p:nvSpPr>
          <p:spPr bwMode="auto">
            <a:xfrm>
              <a:off x="2027" y="1685"/>
              <a:ext cx="597" cy="510"/>
            </a:xfrm>
            <a:custGeom>
              <a:avLst/>
              <a:gdLst/>
              <a:ahLst/>
              <a:cxnLst>
                <a:cxn ang="0">
                  <a:pos x="284" y="547"/>
                </a:cxn>
                <a:cxn ang="0">
                  <a:pos x="225" y="516"/>
                </a:cxn>
                <a:cxn ang="0">
                  <a:pos x="200" y="468"/>
                </a:cxn>
                <a:cxn ang="0">
                  <a:pos x="167" y="365"/>
                </a:cxn>
                <a:cxn ang="0">
                  <a:pos x="163" y="313"/>
                </a:cxn>
                <a:cxn ang="0">
                  <a:pos x="173" y="234"/>
                </a:cxn>
                <a:cxn ang="0">
                  <a:pos x="152" y="223"/>
                </a:cxn>
                <a:cxn ang="0">
                  <a:pos x="125" y="223"/>
                </a:cxn>
                <a:cxn ang="0">
                  <a:pos x="79" y="236"/>
                </a:cxn>
                <a:cxn ang="0">
                  <a:pos x="35" y="246"/>
                </a:cxn>
                <a:cxn ang="0">
                  <a:pos x="6" y="249"/>
                </a:cxn>
                <a:cxn ang="0">
                  <a:pos x="19" y="217"/>
                </a:cxn>
                <a:cxn ang="0">
                  <a:pos x="58" y="198"/>
                </a:cxn>
                <a:cxn ang="0">
                  <a:pos x="94" y="186"/>
                </a:cxn>
                <a:cxn ang="0">
                  <a:pos x="163" y="186"/>
                </a:cxn>
                <a:cxn ang="0">
                  <a:pos x="213" y="176"/>
                </a:cxn>
                <a:cxn ang="0">
                  <a:pos x="227" y="134"/>
                </a:cxn>
                <a:cxn ang="0">
                  <a:pos x="296" y="107"/>
                </a:cxn>
                <a:cxn ang="0">
                  <a:pos x="344" y="38"/>
                </a:cxn>
                <a:cxn ang="0">
                  <a:pos x="386" y="2"/>
                </a:cxn>
                <a:cxn ang="0">
                  <a:pos x="606" y="86"/>
                </a:cxn>
                <a:cxn ang="0">
                  <a:pos x="674" y="102"/>
                </a:cxn>
                <a:cxn ang="0">
                  <a:pos x="656" y="132"/>
                </a:cxn>
                <a:cxn ang="0">
                  <a:pos x="677" y="163"/>
                </a:cxn>
                <a:cxn ang="0">
                  <a:pos x="683" y="211"/>
                </a:cxn>
                <a:cxn ang="0">
                  <a:pos x="664" y="251"/>
                </a:cxn>
                <a:cxn ang="0">
                  <a:pos x="654" y="297"/>
                </a:cxn>
                <a:cxn ang="0">
                  <a:pos x="700" y="345"/>
                </a:cxn>
                <a:cxn ang="0">
                  <a:pos x="743" y="374"/>
                </a:cxn>
                <a:cxn ang="0">
                  <a:pos x="775" y="357"/>
                </a:cxn>
                <a:cxn ang="0">
                  <a:pos x="816" y="395"/>
                </a:cxn>
                <a:cxn ang="0">
                  <a:pos x="848" y="413"/>
                </a:cxn>
                <a:cxn ang="0">
                  <a:pos x="833" y="449"/>
                </a:cxn>
                <a:cxn ang="0">
                  <a:pos x="850" y="493"/>
                </a:cxn>
                <a:cxn ang="0">
                  <a:pos x="842" y="539"/>
                </a:cxn>
                <a:cxn ang="0">
                  <a:pos x="831" y="583"/>
                </a:cxn>
                <a:cxn ang="0">
                  <a:pos x="818" y="627"/>
                </a:cxn>
                <a:cxn ang="0">
                  <a:pos x="800" y="668"/>
                </a:cxn>
                <a:cxn ang="0">
                  <a:pos x="768" y="702"/>
                </a:cxn>
                <a:cxn ang="0">
                  <a:pos x="745" y="714"/>
                </a:cxn>
                <a:cxn ang="0">
                  <a:pos x="704" y="695"/>
                </a:cxn>
                <a:cxn ang="0">
                  <a:pos x="595" y="672"/>
                </a:cxn>
                <a:cxn ang="0">
                  <a:pos x="553" y="643"/>
                </a:cxn>
                <a:cxn ang="0">
                  <a:pos x="522" y="622"/>
                </a:cxn>
                <a:cxn ang="0">
                  <a:pos x="488" y="610"/>
                </a:cxn>
                <a:cxn ang="0">
                  <a:pos x="451" y="581"/>
                </a:cxn>
                <a:cxn ang="0">
                  <a:pos x="420" y="589"/>
                </a:cxn>
                <a:cxn ang="0">
                  <a:pos x="392" y="562"/>
                </a:cxn>
                <a:cxn ang="0">
                  <a:pos x="353" y="568"/>
                </a:cxn>
              </a:cxnLst>
              <a:rect l="0" t="0" r="r" b="b"/>
              <a:pathLst>
                <a:path w="850" h="727">
                  <a:moveTo>
                    <a:pt x="309" y="576"/>
                  </a:moveTo>
                  <a:lnTo>
                    <a:pt x="294" y="564"/>
                  </a:lnTo>
                  <a:lnTo>
                    <a:pt x="284" y="547"/>
                  </a:lnTo>
                  <a:lnTo>
                    <a:pt x="269" y="539"/>
                  </a:lnTo>
                  <a:lnTo>
                    <a:pt x="257" y="524"/>
                  </a:lnTo>
                  <a:lnTo>
                    <a:pt x="225" y="516"/>
                  </a:lnTo>
                  <a:lnTo>
                    <a:pt x="219" y="501"/>
                  </a:lnTo>
                  <a:lnTo>
                    <a:pt x="198" y="480"/>
                  </a:lnTo>
                  <a:lnTo>
                    <a:pt x="200" y="468"/>
                  </a:lnTo>
                  <a:lnTo>
                    <a:pt x="179" y="449"/>
                  </a:lnTo>
                  <a:lnTo>
                    <a:pt x="179" y="378"/>
                  </a:lnTo>
                  <a:lnTo>
                    <a:pt x="167" y="365"/>
                  </a:lnTo>
                  <a:lnTo>
                    <a:pt x="165" y="336"/>
                  </a:lnTo>
                  <a:lnTo>
                    <a:pt x="154" y="326"/>
                  </a:lnTo>
                  <a:lnTo>
                    <a:pt x="163" y="313"/>
                  </a:lnTo>
                  <a:lnTo>
                    <a:pt x="175" y="297"/>
                  </a:lnTo>
                  <a:lnTo>
                    <a:pt x="171" y="251"/>
                  </a:lnTo>
                  <a:lnTo>
                    <a:pt x="173" y="234"/>
                  </a:lnTo>
                  <a:lnTo>
                    <a:pt x="177" y="223"/>
                  </a:lnTo>
                  <a:lnTo>
                    <a:pt x="163" y="213"/>
                  </a:lnTo>
                  <a:lnTo>
                    <a:pt x="152" y="223"/>
                  </a:lnTo>
                  <a:lnTo>
                    <a:pt x="150" y="236"/>
                  </a:lnTo>
                  <a:lnTo>
                    <a:pt x="136" y="236"/>
                  </a:lnTo>
                  <a:lnTo>
                    <a:pt x="125" y="223"/>
                  </a:lnTo>
                  <a:lnTo>
                    <a:pt x="113" y="230"/>
                  </a:lnTo>
                  <a:lnTo>
                    <a:pt x="94" y="230"/>
                  </a:lnTo>
                  <a:lnTo>
                    <a:pt x="79" y="236"/>
                  </a:lnTo>
                  <a:lnTo>
                    <a:pt x="60" y="236"/>
                  </a:lnTo>
                  <a:lnTo>
                    <a:pt x="50" y="246"/>
                  </a:lnTo>
                  <a:lnTo>
                    <a:pt x="35" y="246"/>
                  </a:lnTo>
                  <a:lnTo>
                    <a:pt x="25" y="257"/>
                  </a:lnTo>
                  <a:lnTo>
                    <a:pt x="10" y="257"/>
                  </a:lnTo>
                  <a:lnTo>
                    <a:pt x="6" y="249"/>
                  </a:lnTo>
                  <a:lnTo>
                    <a:pt x="0" y="242"/>
                  </a:lnTo>
                  <a:lnTo>
                    <a:pt x="6" y="228"/>
                  </a:lnTo>
                  <a:lnTo>
                    <a:pt x="19" y="217"/>
                  </a:lnTo>
                  <a:lnTo>
                    <a:pt x="35" y="217"/>
                  </a:lnTo>
                  <a:lnTo>
                    <a:pt x="37" y="198"/>
                  </a:lnTo>
                  <a:lnTo>
                    <a:pt x="58" y="198"/>
                  </a:lnTo>
                  <a:lnTo>
                    <a:pt x="75" y="194"/>
                  </a:lnTo>
                  <a:lnTo>
                    <a:pt x="81" y="182"/>
                  </a:lnTo>
                  <a:lnTo>
                    <a:pt x="94" y="186"/>
                  </a:lnTo>
                  <a:lnTo>
                    <a:pt x="111" y="192"/>
                  </a:lnTo>
                  <a:lnTo>
                    <a:pt x="142" y="188"/>
                  </a:lnTo>
                  <a:lnTo>
                    <a:pt x="163" y="186"/>
                  </a:lnTo>
                  <a:lnTo>
                    <a:pt x="190" y="182"/>
                  </a:lnTo>
                  <a:lnTo>
                    <a:pt x="205" y="194"/>
                  </a:lnTo>
                  <a:lnTo>
                    <a:pt x="213" y="176"/>
                  </a:lnTo>
                  <a:lnTo>
                    <a:pt x="205" y="163"/>
                  </a:lnTo>
                  <a:lnTo>
                    <a:pt x="225" y="157"/>
                  </a:lnTo>
                  <a:lnTo>
                    <a:pt x="227" y="134"/>
                  </a:lnTo>
                  <a:lnTo>
                    <a:pt x="261" y="127"/>
                  </a:lnTo>
                  <a:lnTo>
                    <a:pt x="278" y="113"/>
                  </a:lnTo>
                  <a:lnTo>
                    <a:pt x="296" y="107"/>
                  </a:lnTo>
                  <a:lnTo>
                    <a:pt x="315" y="98"/>
                  </a:lnTo>
                  <a:lnTo>
                    <a:pt x="334" y="75"/>
                  </a:lnTo>
                  <a:lnTo>
                    <a:pt x="344" y="38"/>
                  </a:lnTo>
                  <a:lnTo>
                    <a:pt x="359" y="17"/>
                  </a:lnTo>
                  <a:lnTo>
                    <a:pt x="376" y="17"/>
                  </a:lnTo>
                  <a:lnTo>
                    <a:pt x="386" y="2"/>
                  </a:lnTo>
                  <a:lnTo>
                    <a:pt x="476" y="0"/>
                  </a:lnTo>
                  <a:lnTo>
                    <a:pt x="537" y="65"/>
                  </a:lnTo>
                  <a:lnTo>
                    <a:pt x="606" y="86"/>
                  </a:lnTo>
                  <a:lnTo>
                    <a:pt x="658" y="88"/>
                  </a:lnTo>
                  <a:lnTo>
                    <a:pt x="676" y="96"/>
                  </a:lnTo>
                  <a:lnTo>
                    <a:pt x="674" y="102"/>
                  </a:lnTo>
                  <a:lnTo>
                    <a:pt x="674" y="113"/>
                  </a:lnTo>
                  <a:lnTo>
                    <a:pt x="664" y="121"/>
                  </a:lnTo>
                  <a:lnTo>
                    <a:pt x="656" y="132"/>
                  </a:lnTo>
                  <a:lnTo>
                    <a:pt x="660" y="142"/>
                  </a:lnTo>
                  <a:lnTo>
                    <a:pt x="668" y="152"/>
                  </a:lnTo>
                  <a:lnTo>
                    <a:pt x="677" y="163"/>
                  </a:lnTo>
                  <a:lnTo>
                    <a:pt x="677" y="180"/>
                  </a:lnTo>
                  <a:lnTo>
                    <a:pt x="683" y="190"/>
                  </a:lnTo>
                  <a:lnTo>
                    <a:pt x="683" y="211"/>
                  </a:lnTo>
                  <a:lnTo>
                    <a:pt x="677" y="224"/>
                  </a:lnTo>
                  <a:lnTo>
                    <a:pt x="668" y="238"/>
                  </a:lnTo>
                  <a:lnTo>
                    <a:pt x="664" y="251"/>
                  </a:lnTo>
                  <a:lnTo>
                    <a:pt x="656" y="265"/>
                  </a:lnTo>
                  <a:lnTo>
                    <a:pt x="654" y="278"/>
                  </a:lnTo>
                  <a:lnTo>
                    <a:pt x="654" y="297"/>
                  </a:lnTo>
                  <a:lnTo>
                    <a:pt x="662" y="313"/>
                  </a:lnTo>
                  <a:lnTo>
                    <a:pt x="681" y="328"/>
                  </a:lnTo>
                  <a:lnTo>
                    <a:pt x="700" y="345"/>
                  </a:lnTo>
                  <a:lnTo>
                    <a:pt x="714" y="359"/>
                  </a:lnTo>
                  <a:lnTo>
                    <a:pt x="729" y="370"/>
                  </a:lnTo>
                  <a:lnTo>
                    <a:pt x="743" y="374"/>
                  </a:lnTo>
                  <a:lnTo>
                    <a:pt x="752" y="366"/>
                  </a:lnTo>
                  <a:lnTo>
                    <a:pt x="762" y="357"/>
                  </a:lnTo>
                  <a:lnTo>
                    <a:pt x="775" y="357"/>
                  </a:lnTo>
                  <a:lnTo>
                    <a:pt x="789" y="370"/>
                  </a:lnTo>
                  <a:lnTo>
                    <a:pt x="804" y="384"/>
                  </a:lnTo>
                  <a:lnTo>
                    <a:pt x="816" y="395"/>
                  </a:lnTo>
                  <a:lnTo>
                    <a:pt x="831" y="399"/>
                  </a:lnTo>
                  <a:lnTo>
                    <a:pt x="844" y="401"/>
                  </a:lnTo>
                  <a:lnTo>
                    <a:pt x="848" y="413"/>
                  </a:lnTo>
                  <a:lnTo>
                    <a:pt x="848" y="428"/>
                  </a:lnTo>
                  <a:lnTo>
                    <a:pt x="839" y="437"/>
                  </a:lnTo>
                  <a:lnTo>
                    <a:pt x="833" y="449"/>
                  </a:lnTo>
                  <a:lnTo>
                    <a:pt x="841" y="464"/>
                  </a:lnTo>
                  <a:lnTo>
                    <a:pt x="848" y="478"/>
                  </a:lnTo>
                  <a:lnTo>
                    <a:pt x="850" y="493"/>
                  </a:lnTo>
                  <a:lnTo>
                    <a:pt x="848" y="510"/>
                  </a:lnTo>
                  <a:lnTo>
                    <a:pt x="842" y="522"/>
                  </a:lnTo>
                  <a:lnTo>
                    <a:pt x="842" y="539"/>
                  </a:lnTo>
                  <a:lnTo>
                    <a:pt x="841" y="555"/>
                  </a:lnTo>
                  <a:lnTo>
                    <a:pt x="839" y="570"/>
                  </a:lnTo>
                  <a:lnTo>
                    <a:pt x="831" y="583"/>
                  </a:lnTo>
                  <a:lnTo>
                    <a:pt x="827" y="601"/>
                  </a:lnTo>
                  <a:lnTo>
                    <a:pt x="825" y="618"/>
                  </a:lnTo>
                  <a:lnTo>
                    <a:pt x="818" y="627"/>
                  </a:lnTo>
                  <a:lnTo>
                    <a:pt x="818" y="645"/>
                  </a:lnTo>
                  <a:lnTo>
                    <a:pt x="812" y="658"/>
                  </a:lnTo>
                  <a:lnTo>
                    <a:pt x="800" y="668"/>
                  </a:lnTo>
                  <a:lnTo>
                    <a:pt x="791" y="685"/>
                  </a:lnTo>
                  <a:lnTo>
                    <a:pt x="779" y="691"/>
                  </a:lnTo>
                  <a:lnTo>
                    <a:pt x="768" y="702"/>
                  </a:lnTo>
                  <a:lnTo>
                    <a:pt x="758" y="716"/>
                  </a:lnTo>
                  <a:lnTo>
                    <a:pt x="754" y="727"/>
                  </a:lnTo>
                  <a:lnTo>
                    <a:pt x="745" y="714"/>
                  </a:lnTo>
                  <a:lnTo>
                    <a:pt x="733" y="708"/>
                  </a:lnTo>
                  <a:lnTo>
                    <a:pt x="714" y="704"/>
                  </a:lnTo>
                  <a:lnTo>
                    <a:pt x="704" y="695"/>
                  </a:lnTo>
                  <a:lnTo>
                    <a:pt x="614" y="695"/>
                  </a:lnTo>
                  <a:lnTo>
                    <a:pt x="606" y="685"/>
                  </a:lnTo>
                  <a:lnTo>
                    <a:pt x="595" y="672"/>
                  </a:lnTo>
                  <a:lnTo>
                    <a:pt x="589" y="662"/>
                  </a:lnTo>
                  <a:lnTo>
                    <a:pt x="583" y="647"/>
                  </a:lnTo>
                  <a:lnTo>
                    <a:pt x="553" y="643"/>
                  </a:lnTo>
                  <a:lnTo>
                    <a:pt x="545" y="631"/>
                  </a:lnTo>
                  <a:lnTo>
                    <a:pt x="535" y="626"/>
                  </a:lnTo>
                  <a:lnTo>
                    <a:pt x="522" y="622"/>
                  </a:lnTo>
                  <a:lnTo>
                    <a:pt x="509" y="620"/>
                  </a:lnTo>
                  <a:lnTo>
                    <a:pt x="493" y="620"/>
                  </a:lnTo>
                  <a:lnTo>
                    <a:pt x="488" y="610"/>
                  </a:lnTo>
                  <a:lnTo>
                    <a:pt x="472" y="604"/>
                  </a:lnTo>
                  <a:lnTo>
                    <a:pt x="461" y="593"/>
                  </a:lnTo>
                  <a:lnTo>
                    <a:pt x="451" y="581"/>
                  </a:lnTo>
                  <a:lnTo>
                    <a:pt x="440" y="578"/>
                  </a:lnTo>
                  <a:lnTo>
                    <a:pt x="428" y="583"/>
                  </a:lnTo>
                  <a:lnTo>
                    <a:pt x="420" y="589"/>
                  </a:lnTo>
                  <a:lnTo>
                    <a:pt x="409" y="583"/>
                  </a:lnTo>
                  <a:lnTo>
                    <a:pt x="409" y="570"/>
                  </a:lnTo>
                  <a:lnTo>
                    <a:pt x="392" y="562"/>
                  </a:lnTo>
                  <a:lnTo>
                    <a:pt x="380" y="556"/>
                  </a:lnTo>
                  <a:lnTo>
                    <a:pt x="365" y="562"/>
                  </a:lnTo>
                  <a:lnTo>
                    <a:pt x="353" y="568"/>
                  </a:lnTo>
                  <a:lnTo>
                    <a:pt x="351" y="578"/>
                  </a:lnTo>
                  <a:lnTo>
                    <a:pt x="309" y="576"/>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3" name="Freeform 24">
              <a:extLst>
                <a:ext uri="{FF2B5EF4-FFF2-40B4-BE49-F238E27FC236}">
                  <a16:creationId xmlns:a16="http://schemas.microsoft.com/office/drawing/2014/main" id="{6D04E65D-B604-38AA-5FCA-5222F5F7D183}"/>
                </a:ext>
              </a:extLst>
            </p:cNvPr>
            <p:cNvSpPr>
              <a:spLocks noChangeAspect="1"/>
            </p:cNvSpPr>
            <p:nvPr/>
          </p:nvSpPr>
          <p:spPr bwMode="auto">
            <a:xfrm>
              <a:off x="2486" y="1616"/>
              <a:ext cx="989" cy="950"/>
            </a:xfrm>
            <a:custGeom>
              <a:avLst/>
              <a:gdLst/>
              <a:ahLst/>
              <a:cxnLst>
                <a:cxn ang="0">
                  <a:pos x="156" y="1042"/>
                </a:cxn>
                <a:cxn ang="0">
                  <a:pos x="140" y="921"/>
                </a:cxn>
                <a:cxn ang="0">
                  <a:pos x="127" y="844"/>
                </a:cxn>
                <a:cxn ang="0">
                  <a:pos x="114" y="800"/>
                </a:cxn>
                <a:cxn ang="0">
                  <a:pos x="158" y="756"/>
                </a:cxn>
                <a:cxn ang="0">
                  <a:pos x="173" y="699"/>
                </a:cxn>
                <a:cxn ang="0">
                  <a:pos x="188" y="637"/>
                </a:cxn>
                <a:cxn ang="0">
                  <a:pos x="194" y="576"/>
                </a:cxn>
                <a:cxn ang="0">
                  <a:pos x="194" y="526"/>
                </a:cxn>
                <a:cxn ang="0">
                  <a:pos x="162" y="493"/>
                </a:cxn>
                <a:cxn ang="0">
                  <a:pos x="108" y="455"/>
                </a:cxn>
                <a:cxn ang="0">
                  <a:pos x="60" y="457"/>
                </a:cxn>
                <a:cxn ang="0">
                  <a:pos x="0" y="395"/>
                </a:cxn>
                <a:cxn ang="0">
                  <a:pos x="14" y="336"/>
                </a:cxn>
                <a:cxn ang="0">
                  <a:pos x="23" y="278"/>
                </a:cxn>
                <a:cxn ang="0">
                  <a:pos x="2" y="230"/>
                </a:cxn>
                <a:cxn ang="0">
                  <a:pos x="22" y="194"/>
                </a:cxn>
                <a:cxn ang="0">
                  <a:pos x="386" y="154"/>
                </a:cxn>
                <a:cxn ang="0">
                  <a:pos x="411" y="40"/>
                </a:cxn>
                <a:cxn ang="0">
                  <a:pos x="421" y="25"/>
                </a:cxn>
                <a:cxn ang="0">
                  <a:pos x="463" y="92"/>
                </a:cxn>
                <a:cxn ang="0">
                  <a:pos x="480" y="175"/>
                </a:cxn>
                <a:cxn ang="0">
                  <a:pos x="534" y="213"/>
                </a:cxn>
                <a:cxn ang="0">
                  <a:pos x="639" y="265"/>
                </a:cxn>
                <a:cxn ang="0">
                  <a:pos x="1397" y="393"/>
                </a:cxn>
                <a:cxn ang="0">
                  <a:pos x="1368" y="461"/>
                </a:cxn>
                <a:cxn ang="0">
                  <a:pos x="1368" y="526"/>
                </a:cxn>
                <a:cxn ang="0">
                  <a:pos x="1359" y="591"/>
                </a:cxn>
                <a:cxn ang="0">
                  <a:pos x="1343" y="677"/>
                </a:cxn>
                <a:cxn ang="0">
                  <a:pos x="1332" y="798"/>
                </a:cxn>
                <a:cxn ang="0">
                  <a:pos x="1297" y="906"/>
                </a:cxn>
                <a:cxn ang="0">
                  <a:pos x="1282" y="969"/>
                </a:cxn>
                <a:cxn ang="0">
                  <a:pos x="1217" y="1010"/>
                </a:cxn>
                <a:cxn ang="0">
                  <a:pos x="1167" y="1096"/>
                </a:cxn>
                <a:cxn ang="0">
                  <a:pos x="1096" y="1144"/>
                </a:cxn>
                <a:cxn ang="0">
                  <a:pos x="1067" y="1207"/>
                </a:cxn>
                <a:cxn ang="0">
                  <a:pos x="1015" y="1257"/>
                </a:cxn>
                <a:cxn ang="0">
                  <a:pos x="1010" y="1338"/>
                </a:cxn>
                <a:cxn ang="0">
                  <a:pos x="977" y="1284"/>
                </a:cxn>
                <a:cxn ang="0">
                  <a:pos x="921" y="1297"/>
                </a:cxn>
                <a:cxn ang="0">
                  <a:pos x="710" y="1282"/>
                </a:cxn>
                <a:cxn ang="0">
                  <a:pos x="649" y="1247"/>
                </a:cxn>
                <a:cxn ang="0">
                  <a:pos x="563" y="1271"/>
                </a:cxn>
                <a:cxn ang="0">
                  <a:pos x="524" y="1322"/>
                </a:cxn>
                <a:cxn ang="0">
                  <a:pos x="463" y="1301"/>
                </a:cxn>
                <a:cxn ang="0">
                  <a:pos x="398" y="1272"/>
                </a:cxn>
                <a:cxn ang="0">
                  <a:pos x="369" y="1188"/>
                </a:cxn>
                <a:cxn ang="0">
                  <a:pos x="353" y="1144"/>
                </a:cxn>
                <a:cxn ang="0">
                  <a:pos x="162" y="1138"/>
                </a:cxn>
              </a:cxnLst>
              <a:rect l="0" t="0" r="r" b="b"/>
              <a:pathLst>
                <a:path w="1409" h="1353">
                  <a:moveTo>
                    <a:pt x="162" y="1138"/>
                  </a:moveTo>
                  <a:lnTo>
                    <a:pt x="162" y="1105"/>
                  </a:lnTo>
                  <a:lnTo>
                    <a:pt x="152" y="1079"/>
                  </a:lnTo>
                  <a:lnTo>
                    <a:pt x="156" y="1042"/>
                  </a:lnTo>
                  <a:lnTo>
                    <a:pt x="119" y="988"/>
                  </a:lnTo>
                  <a:lnTo>
                    <a:pt x="129" y="965"/>
                  </a:lnTo>
                  <a:lnTo>
                    <a:pt x="137" y="940"/>
                  </a:lnTo>
                  <a:lnTo>
                    <a:pt x="140" y="921"/>
                  </a:lnTo>
                  <a:lnTo>
                    <a:pt x="117" y="891"/>
                  </a:lnTo>
                  <a:lnTo>
                    <a:pt x="108" y="871"/>
                  </a:lnTo>
                  <a:lnTo>
                    <a:pt x="119" y="856"/>
                  </a:lnTo>
                  <a:lnTo>
                    <a:pt x="127" y="844"/>
                  </a:lnTo>
                  <a:lnTo>
                    <a:pt x="106" y="835"/>
                  </a:lnTo>
                  <a:lnTo>
                    <a:pt x="100" y="821"/>
                  </a:lnTo>
                  <a:lnTo>
                    <a:pt x="104" y="814"/>
                  </a:lnTo>
                  <a:lnTo>
                    <a:pt x="114" y="800"/>
                  </a:lnTo>
                  <a:lnTo>
                    <a:pt x="125" y="789"/>
                  </a:lnTo>
                  <a:lnTo>
                    <a:pt x="137" y="783"/>
                  </a:lnTo>
                  <a:lnTo>
                    <a:pt x="146" y="766"/>
                  </a:lnTo>
                  <a:lnTo>
                    <a:pt x="158" y="756"/>
                  </a:lnTo>
                  <a:lnTo>
                    <a:pt x="164" y="743"/>
                  </a:lnTo>
                  <a:lnTo>
                    <a:pt x="164" y="725"/>
                  </a:lnTo>
                  <a:lnTo>
                    <a:pt x="171" y="716"/>
                  </a:lnTo>
                  <a:lnTo>
                    <a:pt x="173" y="699"/>
                  </a:lnTo>
                  <a:lnTo>
                    <a:pt x="177" y="681"/>
                  </a:lnTo>
                  <a:lnTo>
                    <a:pt x="185" y="668"/>
                  </a:lnTo>
                  <a:lnTo>
                    <a:pt x="187" y="653"/>
                  </a:lnTo>
                  <a:lnTo>
                    <a:pt x="188" y="637"/>
                  </a:lnTo>
                  <a:lnTo>
                    <a:pt x="188" y="620"/>
                  </a:lnTo>
                  <a:lnTo>
                    <a:pt x="194" y="608"/>
                  </a:lnTo>
                  <a:lnTo>
                    <a:pt x="196" y="591"/>
                  </a:lnTo>
                  <a:lnTo>
                    <a:pt x="194" y="576"/>
                  </a:lnTo>
                  <a:lnTo>
                    <a:pt x="187" y="562"/>
                  </a:lnTo>
                  <a:lnTo>
                    <a:pt x="179" y="547"/>
                  </a:lnTo>
                  <a:lnTo>
                    <a:pt x="185" y="535"/>
                  </a:lnTo>
                  <a:lnTo>
                    <a:pt x="194" y="526"/>
                  </a:lnTo>
                  <a:lnTo>
                    <a:pt x="194" y="511"/>
                  </a:lnTo>
                  <a:lnTo>
                    <a:pt x="190" y="499"/>
                  </a:lnTo>
                  <a:lnTo>
                    <a:pt x="177" y="497"/>
                  </a:lnTo>
                  <a:lnTo>
                    <a:pt x="162" y="493"/>
                  </a:lnTo>
                  <a:lnTo>
                    <a:pt x="150" y="482"/>
                  </a:lnTo>
                  <a:lnTo>
                    <a:pt x="135" y="468"/>
                  </a:lnTo>
                  <a:lnTo>
                    <a:pt x="121" y="455"/>
                  </a:lnTo>
                  <a:lnTo>
                    <a:pt x="108" y="455"/>
                  </a:lnTo>
                  <a:lnTo>
                    <a:pt x="98" y="464"/>
                  </a:lnTo>
                  <a:lnTo>
                    <a:pt x="89" y="472"/>
                  </a:lnTo>
                  <a:lnTo>
                    <a:pt x="75" y="468"/>
                  </a:lnTo>
                  <a:lnTo>
                    <a:pt x="60" y="457"/>
                  </a:lnTo>
                  <a:lnTo>
                    <a:pt x="46" y="443"/>
                  </a:lnTo>
                  <a:lnTo>
                    <a:pt x="27" y="426"/>
                  </a:lnTo>
                  <a:lnTo>
                    <a:pt x="8" y="411"/>
                  </a:lnTo>
                  <a:lnTo>
                    <a:pt x="0" y="395"/>
                  </a:lnTo>
                  <a:lnTo>
                    <a:pt x="0" y="376"/>
                  </a:lnTo>
                  <a:lnTo>
                    <a:pt x="2" y="363"/>
                  </a:lnTo>
                  <a:lnTo>
                    <a:pt x="10" y="349"/>
                  </a:lnTo>
                  <a:lnTo>
                    <a:pt x="14" y="336"/>
                  </a:lnTo>
                  <a:lnTo>
                    <a:pt x="23" y="322"/>
                  </a:lnTo>
                  <a:lnTo>
                    <a:pt x="29" y="309"/>
                  </a:lnTo>
                  <a:lnTo>
                    <a:pt x="29" y="288"/>
                  </a:lnTo>
                  <a:lnTo>
                    <a:pt x="23" y="278"/>
                  </a:lnTo>
                  <a:lnTo>
                    <a:pt x="23" y="261"/>
                  </a:lnTo>
                  <a:lnTo>
                    <a:pt x="14" y="250"/>
                  </a:lnTo>
                  <a:lnTo>
                    <a:pt x="6" y="240"/>
                  </a:lnTo>
                  <a:lnTo>
                    <a:pt x="2" y="230"/>
                  </a:lnTo>
                  <a:lnTo>
                    <a:pt x="10" y="219"/>
                  </a:lnTo>
                  <a:lnTo>
                    <a:pt x="20" y="211"/>
                  </a:lnTo>
                  <a:lnTo>
                    <a:pt x="20" y="200"/>
                  </a:lnTo>
                  <a:lnTo>
                    <a:pt x="22" y="194"/>
                  </a:lnTo>
                  <a:lnTo>
                    <a:pt x="25" y="196"/>
                  </a:lnTo>
                  <a:lnTo>
                    <a:pt x="367" y="190"/>
                  </a:lnTo>
                  <a:lnTo>
                    <a:pt x="371" y="159"/>
                  </a:lnTo>
                  <a:lnTo>
                    <a:pt x="386" y="154"/>
                  </a:lnTo>
                  <a:lnTo>
                    <a:pt x="384" y="123"/>
                  </a:lnTo>
                  <a:lnTo>
                    <a:pt x="392" y="90"/>
                  </a:lnTo>
                  <a:lnTo>
                    <a:pt x="399" y="69"/>
                  </a:lnTo>
                  <a:lnTo>
                    <a:pt x="411" y="40"/>
                  </a:lnTo>
                  <a:lnTo>
                    <a:pt x="417" y="6"/>
                  </a:lnTo>
                  <a:lnTo>
                    <a:pt x="417" y="6"/>
                  </a:lnTo>
                  <a:lnTo>
                    <a:pt x="415" y="0"/>
                  </a:lnTo>
                  <a:lnTo>
                    <a:pt x="421" y="25"/>
                  </a:lnTo>
                  <a:lnTo>
                    <a:pt x="436" y="25"/>
                  </a:lnTo>
                  <a:lnTo>
                    <a:pt x="438" y="44"/>
                  </a:lnTo>
                  <a:lnTo>
                    <a:pt x="451" y="73"/>
                  </a:lnTo>
                  <a:lnTo>
                    <a:pt x="463" y="92"/>
                  </a:lnTo>
                  <a:lnTo>
                    <a:pt x="470" y="115"/>
                  </a:lnTo>
                  <a:lnTo>
                    <a:pt x="470" y="134"/>
                  </a:lnTo>
                  <a:lnTo>
                    <a:pt x="480" y="154"/>
                  </a:lnTo>
                  <a:lnTo>
                    <a:pt x="480" y="175"/>
                  </a:lnTo>
                  <a:lnTo>
                    <a:pt x="501" y="190"/>
                  </a:lnTo>
                  <a:lnTo>
                    <a:pt x="513" y="196"/>
                  </a:lnTo>
                  <a:lnTo>
                    <a:pt x="520" y="213"/>
                  </a:lnTo>
                  <a:lnTo>
                    <a:pt x="534" y="213"/>
                  </a:lnTo>
                  <a:lnTo>
                    <a:pt x="543" y="232"/>
                  </a:lnTo>
                  <a:lnTo>
                    <a:pt x="563" y="250"/>
                  </a:lnTo>
                  <a:lnTo>
                    <a:pt x="593" y="261"/>
                  </a:lnTo>
                  <a:lnTo>
                    <a:pt x="639" y="265"/>
                  </a:lnTo>
                  <a:lnTo>
                    <a:pt x="1405" y="342"/>
                  </a:lnTo>
                  <a:lnTo>
                    <a:pt x="1409" y="349"/>
                  </a:lnTo>
                  <a:lnTo>
                    <a:pt x="1397" y="372"/>
                  </a:lnTo>
                  <a:lnTo>
                    <a:pt x="1397" y="393"/>
                  </a:lnTo>
                  <a:lnTo>
                    <a:pt x="1393" y="411"/>
                  </a:lnTo>
                  <a:lnTo>
                    <a:pt x="1380" y="426"/>
                  </a:lnTo>
                  <a:lnTo>
                    <a:pt x="1380" y="445"/>
                  </a:lnTo>
                  <a:lnTo>
                    <a:pt x="1368" y="461"/>
                  </a:lnTo>
                  <a:lnTo>
                    <a:pt x="1361" y="472"/>
                  </a:lnTo>
                  <a:lnTo>
                    <a:pt x="1366" y="489"/>
                  </a:lnTo>
                  <a:lnTo>
                    <a:pt x="1368" y="507"/>
                  </a:lnTo>
                  <a:lnTo>
                    <a:pt x="1368" y="526"/>
                  </a:lnTo>
                  <a:lnTo>
                    <a:pt x="1355" y="543"/>
                  </a:lnTo>
                  <a:lnTo>
                    <a:pt x="1336" y="562"/>
                  </a:lnTo>
                  <a:lnTo>
                    <a:pt x="1353" y="580"/>
                  </a:lnTo>
                  <a:lnTo>
                    <a:pt x="1359" y="591"/>
                  </a:lnTo>
                  <a:lnTo>
                    <a:pt x="1353" y="612"/>
                  </a:lnTo>
                  <a:lnTo>
                    <a:pt x="1353" y="635"/>
                  </a:lnTo>
                  <a:lnTo>
                    <a:pt x="1343" y="656"/>
                  </a:lnTo>
                  <a:lnTo>
                    <a:pt x="1343" y="677"/>
                  </a:lnTo>
                  <a:lnTo>
                    <a:pt x="1351" y="697"/>
                  </a:lnTo>
                  <a:lnTo>
                    <a:pt x="1353" y="716"/>
                  </a:lnTo>
                  <a:lnTo>
                    <a:pt x="1342" y="768"/>
                  </a:lnTo>
                  <a:lnTo>
                    <a:pt x="1332" y="798"/>
                  </a:lnTo>
                  <a:lnTo>
                    <a:pt x="1320" y="833"/>
                  </a:lnTo>
                  <a:lnTo>
                    <a:pt x="1303" y="858"/>
                  </a:lnTo>
                  <a:lnTo>
                    <a:pt x="1303" y="887"/>
                  </a:lnTo>
                  <a:lnTo>
                    <a:pt x="1297" y="906"/>
                  </a:lnTo>
                  <a:lnTo>
                    <a:pt x="1297" y="931"/>
                  </a:lnTo>
                  <a:lnTo>
                    <a:pt x="1299" y="952"/>
                  </a:lnTo>
                  <a:lnTo>
                    <a:pt x="1299" y="967"/>
                  </a:lnTo>
                  <a:lnTo>
                    <a:pt x="1282" y="969"/>
                  </a:lnTo>
                  <a:lnTo>
                    <a:pt x="1269" y="979"/>
                  </a:lnTo>
                  <a:lnTo>
                    <a:pt x="1269" y="996"/>
                  </a:lnTo>
                  <a:lnTo>
                    <a:pt x="1242" y="996"/>
                  </a:lnTo>
                  <a:lnTo>
                    <a:pt x="1217" y="1010"/>
                  </a:lnTo>
                  <a:lnTo>
                    <a:pt x="1203" y="1031"/>
                  </a:lnTo>
                  <a:lnTo>
                    <a:pt x="1198" y="1059"/>
                  </a:lnTo>
                  <a:lnTo>
                    <a:pt x="1186" y="1081"/>
                  </a:lnTo>
                  <a:lnTo>
                    <a:pt x="1167" y="1096"/>
                  </a:lnTo>
                  <a:lnTo>
                    <a:pt x="1152" y="1100"/>
                  </a:lnTo>
                  <a:lnTo>
                    <a:pt x="1130" y="1105"/>
                  </a:lnTo>
                  <a:lnTo>
                    <a:pt x="1115" y="1121"/>
                  </a:lnTo>
                  <a:lnTo>
                    <a:pt x="1096" y="1144"/>
                  </a:lnTo>
                  <a:lnTo>
                    <a:pt x="1094" y="1167"/>
                  </a:lnTo>
                  <a:lnTo>
                    <a:pt x="1094" y="1186"/>
                  </a:lnTo>
                  <a:lnTo>
                    <a:pt x="1077" y="1188"/>
                  </a:lnTo>
                  <a:lnTo>
                    <a:pt x="1067" y="1207"/>
                  </a:lnTo>
                  <a:lnTo>
                    <a:pt x="1048" y="1224"/>
                  </a:lnTo>
                  <a:lnTo>
                    <a:pt x="1042" y="1244"/>
                  </a:lnTo>
                  <a:lnTo>
                    <a:pt x="1027" y="1244"/>
                  </a:lnTo>
                  <a:lnTo>
                    <a:pt x="1015" y="1257"/>
                  </a:lnTo>
                  <a:lnTo>
                    <a:pt x="1010" y="1278"/>
                  </a:lnTo>
                  <a:lnTo>
                    <a:pt x="1004" y="1294"/>
                  </a:lnTo>
                  <a:lnTo>
                    <a:pt x="1004" y="1313"/>
                  </a:lnTo>
                  <a:lnTo>
                    <a:pt x="1010" y="1338"/>
                  </a:lnTo>
                  <a:lnTo>
                    <a:pt x="1008" y="1353"/>
                  </a:lnTo>
                  <a:lnTo>
                    <a:pt x="992" y="1342"/>
                  </a:lnTo>
                  <a:lnTo>
                    <a:pt x="981" y="1336"/>
                  </a:lnTo>
                  <a:lnTo>
                    <a:pt x="977" y="1284"/>
                  </a:lnTo>
                  <a:lnTo>
                    <a:pt x="967" y="1272"/>
                  </a:lnTo>
                  <a:lnTo>
                    <a:pt x="950" y="1269"/>
                  </a:lnTo>
                  <a:lnTo>
                    <a:pt x="939" y="1280"/>
                  </a:lnTo>
                  <a:lnTo>
                    <a:pt x="921" y="1297"/>
                  </a:lnTo>
                  <a:lnTo>
                    <a:pt x="797" y="1299"/>
                  </a:lnTo>
                  <a:lnTo>
                    <a:pt x="783" y="1305"/>
                  </a:lnTo>
                  <a:lnTo>
                    <a:pt x="733" y="1303"/>
                  </a:lnTo>
                  <a:lnTo>
                    <a:pt x="710" y="1282"/>
                  </a:lnTo>
                  <a:lnTo>
                    <a:pt x="699" y="1271"/>
                  </a:lnTo>
                  <a:lnTo>
                    <a:pt x="683" y="1272"/>
                  </a:lnTo>
                  <a:lnTo>
                    <a:pt x="670" y="1259"/>
                  </a:lnTo>
                  <a:lnTo>
                    <a:pt x="649" y="1247"/>
                  </a:lnTo>
                  <a:lnTo>
                    <a:pt x="624" y="1249"/>
                  </a:lnTo>
                  <a:lnTo>
                    <a:pt x="611" y="1261"/>
                  </a:lnTo>
                  <a:lnTo>
                    <a:pt x="595" y="1272"/>
                  </a:lnTo>
                  <a:lnTo>
                    <a:pt x="563" y="1271"/>
                  </a:lnTo>
                  <a:lnTo>
                    <a:pt x="561" y="1297"/>
                  </a:lnTo>
                  <a:lnTo>
                    <a:pt x="540" y="1297"/>
                  </a:lnTo>
                  <a:lnTo>
                    <a:pt x="538" y="1313"/>
                  </a:lnTo>
                  <a:lnTo>
                    <a:pt x="524" y="1322"/>
                  </a:lnTo>
                  <a:lnTo>
                    <a:pt x="501" y="1322"/>
                  </a:lnTo>
                  <a:lnTo>
                    <a:pt x="472" y="1322"/>
                  </a:lnTo>
                  <a:lnTo>
                    <a:pt x="463" y="1320"/>
                  </a:lnTo>
                  <a:lnTo>
                    <a:pt x="463" y="1301"/>
                  </a:lnTo>
                  <a:lnTo>
                    <a:pt x="442" y="1290"/>
                  </a:lnTo>
                  <a:lnTo>
                    <a:pt x="423" y="1290"/>
                  </a:lnTo>
                  <a:lnTo>
                    <a:pt x="413" y="1272"/>
                  </a:lnTo>
                  <a:lnTo>
                    <a:pt x="398" y="1272"/>
                  </a:lnTo>
                  <a:lnTo>
                    <a:pt x="392" y="1247"/>
                  </a:lnTo>
                  <a:lnTo>
                    <a:pt x="376" y="1221"/>
                  </a:lnTo>
                  <a:lnTo>
                    <a:pt x="380" y="1200"/>
                  </a:lnTo>
                  <a:lnTo>
                    <a:pt x="369" y="1188"/>
                  </a:lnTo>
                  <a:lnTo>
                    <a:pt x="382" y="1173"/>
                  </a:lnTo>
                  <a:lnTo>
                    <a:pt x="396" y="1150"/>
                  </a:lnTo>
                  <a:lnTo>
                    <a:pt x="376" y="1138"/>
                  </a:lnTo>
                  <a:lnTo>
                    <a:pt x="353" y="1144"/>
                  </a:lnTo>
                  <a:lnTo>
                    <a:pt x="330" y="1144"/>
                  </a:lnTo>
                  <a:lnTo>
                    <a:pt x="309" y="1132"/>
                  </a:lnTo>
                  <a:lnTo>
                    <a:pt x="290" y="1138"/>
                  </a:lnTo>
                  <a:lnTo>
                    <a:pt x="162" y="1138"/>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4" name="Freeform 25">
              <a:extLst>
                <a:ext uri="{FF2B5EF4-FFF2-40B4-BE49-F238E27FC236}">
                  <a16:creationId xmlns:a16="http://schemas.microsoft.com/office/drawing/2014/main" id="{480EE990-FB95-F261-1764-276ABDC99D74}"/>
                </a:ext>
              </a:extLst>
            </p:cNvPr>
            <p:cNvSpPr>
              <a:spLocks noChangeAspect="1"/>
            </p:cNvSpPr>
            <p:nvPr/>
          </p:nvSpPr>
          <p:spPr bwMode="auto">
            <a:xfrm>
              <a:off x="2766" y="2491"/>
              <a:ext cx="608" cy="623"/>
            </a:xfrm>
            <a:custGeom>
              <a:avLst/>
              <a:gdLst/>
              <a:ahLst/>
              <a:cxnLst>
                <a:cxn ang="0">
                  <a:pos x="25" y="603"/>
                </a:cxn>
                <a:cxn ang="0">
                  <a:pos x="27" y="524"/>
                </a:cxn>
                <a:cxn ang="0">
                  <a:pos x="39" y="467"/>
                </a:cxn>
                <a:cxn ang="0">
                  <a:pos x="0" y="388"/>
                </a:cxn>
                <a:cxn ang="0">
                  <a:pos x="10" y="348"/>
                </a:cxn>
                <a:cxn ang="0">
                  <a:pos x="24" y="260"/>
                </a:cxn>
                <a:cxn ang="0">
                  <a:pos x="60" y="175"/>
                </a:cxn>
                <a:cxn ang="0">
                  <a:pos x="75" y="116"/>
                </a:cxn>
                <a:cxn ang="0">
                  <a:pos x="68" y="73"/>
                </a:cxn>
                <a:cxn ang="0">
                  <a:pos x="125" y="75"/>
                </a:cxn>
                <a:cxn ang="0">
                  <a:pos x="162" y="50"/>
                </a:cxn>
                <a:cxn ang="0">
                  <a:pos x="212" y="14"/>
                </a:cxn>
                <a:cxn ang="0">
                  <a:pos x="271" y="12"/>
                </a:cxn>
                <a:cxn ang="0">
                  <a:pos x="311" y="35"/>
                </a:cxn>
                <a:cxn ang="0">
                  <a:pos x="398" y="52"/>
                </a:cxn>
                <a:cxn ang="0">
                  <a:pos x="551" y="22"/>
                </a:cxn>
                <a:cxn ang="0">
                  <a:pos x="582" y="89"/>
                </a:cxn>
                <a:cxn ang="0">
                  <a:pos x="611" y="110"/>
                </a:cxn>
                <a:cxn ang="0">
                  <a:pos x="641" y="144"/>
                </a:cxn>
                <a:cxn ang="0">
                  <a:pos x="643" y="179"/>
                </a:cxn>
                <a:cxn ang="0">
                  <a:pos x="680" y="206"/>
                </a:cxn>
                <a:cxn ang="0">
                  <a:pos x="749" y="248"/>
                </a:cxn>
                <a:cxn ang="0">
                  <a:pos x="833" y="300"/>
                </a:cxn>
                <a:cxn ang="0">
                  <a:pos x="858" y="338"/>
                </a:cxn>
                <a:cxn ang="0">
                  <a:pos x="858" y="379"/>
                </a:cxn>
                <a:cxn ang="0">
                  <a:pos x="831" y="409"/>
                </a:cxn>
                <a:cxn ang="0">
                  <a:pos x="808" y="440"/>
                </a:cxn>
                <a:cxn ang="0">
                  <a:pos x="793" y="471"/>
                </a:cxn>
                <a:cxn ang="0">
                  <a:pos x="762" y="507"/>
                </a:cxn>
                <a:cxn ang="0">
                  <a:pos x="747" y="540"/>
                </a:cxn>
                <a:cxn ang="0">
                  <a:pos x="708" y="590"/>
                </a:cxn>
                <a:cxn ang="0">
                  <a:pos x="666" y="640"/>
                </a:cxn>
                <a:cxn ang="0">
                  <a:pos x="613" y="680"/>
                </a:cxn>
                <a:cxn ang="0">
                  <a:pos x="591" y="695"/>
                </a:cxn>
                <a:cxn ang="0">
                  <a:pos x="542" y="720"/>
                </a:cxn>
                <a:cxn ang="0">
                  <a:pos x="513" y="780"/>
                </a:cxn>
                <a:cxn ang="0">
                  <a:pos x="484" y="833"/>
                </a:cxn>
                <a:cxn ang="0">
                  <a:pos x="457" y="887"/>
                </a:cxn>
                <a:cxn ang="0">
                  <a:pos x="421" y="853"/>
                </a:cxn>
                <a:cxn ang="0">
                  <a:pos x="361" y="858"/>
                </a:cxn>
                <a:cxn ang="0">
                  <a:pos x="309" y="822"/>
                </a:cxn>
                <a:cxn ang="0">
                  <a:pos x="294" y="749"/>
                </a:cxn>
                <a:cxn ang="0">
                  <a:pos x="286" y="695"/>
                </a:cxn>
                <a:cxn ang="0">
                  <a:pos x="279" y="649"/>
                </a:cxn>
                <a:cxn ang="0">
                  <a:pos x="229" y="636"/>
                </a:cxn>
                <a:cxn ang="0">
                  <a:pos x="169" y="638"/>
                </a:cxn>
                <a:cxn ang="0">
                  <a:pos x="110" y="634"/>
                </a:cxn>
                <a:cxn ang="0">
                  <a:pos x="70" y="626"/>
                </a:cxn>
                <a:cxn ang="0">
                  <a:pos x="35" y="634"/>
                </a:cxn>
              </a:cxnLst>
              <a:rect l="0" t="0" r="r" b="b"/>
              <a:pathLst>
                <a:path w="866" h="887">
                  <a:moveTo>
                    <a:pt x="35" y="634"/>
                  </a:moveTo>
                  <a:lnTo>
                    <a:pt x="37" y="615"/>
                  </a:lnTo>
                  <a:lnTo>
                    <a:pt x="25" y="603"/>
                  </a:lnTo>
                  <a:lnTo>
                    <a:pt x="41" y="594"/>
                  </a:lnTo>
                  <a:lnTo>
                    <a:pt x="45" y="538"/>
                  </a:lnTo>
                  <a:lnTo>
                    <a:pt x="27" y="524"/>
                  </a:lnTo>
                  <a:lnTo>
                    <a:pt x="43" y="511"/>
                  </a:lnTo>
                  <a:lnTo>
                    <a:pt x="43" y="490"/>
                  </a:lnTo>
                  <a:lnTo>
                    <a:pt x="39" y="467"/>
                  </a:lnTo>
                  <a:lnTo>
                    <a:pt x="22" y="448"/>
                  </a:lnTo>
                  <a:lnTo>
                    <a:pt x="22" y="421"/>
                  </a:lnTo>
                  <a:lnTo>
                    <a:pt x="0" y="388"/>
                  </a:lnTo>
                  <a:lnTo>
                    <a:pt x="18" y="380"/>
                  </a:lnTo>
                  <a:lnTo>
                    <a:pt x="31" y="361"/>
                  </a:lnTo>
                  <a:lnTo>
                    <a:pt x="10" y="348"/>
                  </a:lnTo>
                  <a:lnTo>
                    <a:pt x="6" y="327"/>
                  </a:lnTo>
                  <a:lnTo>
                    <a:pt x="8" y="308"/>
                  </a:lnTo>
                  <a:lnTo>
                    <a:pt x="24" y="260"/>
                  </a:lnTo>
                  <a:lnTo>
                    <a:pt x="48" y="227"/>
                  </a:lnTo>
                  <a:lnTo>
                    <a:pt x="56" y="198"/>
                  </a:lnTo>
                  <a:lnTo>
                    <a:pt x="60" y="175"/>
                  </a:lnTo>
                  <a:lnTo>
                    <a:pt x="73" y="154"/>
                  </a:lnTo>
                  <a:lnTo>
                    <a:pt x="81" y="133"/>
                  </a:lnTo>
                  <a:lnTo>
                    <a:pt x="75" y="116"/>
                  </a:lnTo>
                  <a:lnTo>
                    <a:pt x="70" y="95"/>
                  </a:lnTo>
                  <a:lnTo>
                    <a:pt x="66" y="79"/>
                  </a:lnTo>
                  <a:lnTo>
                    <a:pt x="68" y="73"/>
                  </a:lnTo>
                  <a:lnTo>
                    <a:pt x="73" y="75"/>
                  </a:lnTo>
                  <a:lnTo>
                    <a:pt x="102" y="75"/>
                  </a:lnTo>
                  <a:lnTo>
                    <a:pt x="125" y="75"/>
                  </a:lnTo>
                  <a:lnTo>
                    <a:pt x="139" y="66"/>
                  </a:lnTo>
                  <a:lnTo>
                    <a:pt x="141" y="50"/>
                  </a:lnTo>
                  <a:lnTo>
                    <a:pt x="162" y="50"/>
                  </a:lnTo>
                  <a:lnTo>
                    <a:pt x="164" y="24"/>
                  </a:lnTo>
                  <a:lnTo>
                    <a:pt x="196" y="25"/>
                  </a:lnTo>
                  <a:lnTo>
                    <a:pt x="212" y="14"/>
                  </a:lnTo>
                  <a:lnTo>
                    <a:pt x="225" y="2"/>
                  </a:lnTo>
                  <a:lnTo>
                    <a:pt x="250" y="0"/>
                  </a:lnTo>
                  <a:lnTo>
                    <a:pt x="271" y="12"/>
                  </a:lnTo>
                  <a:lnTo>
                    <a:pt x="284" y="25"/>
                  </a:lnTo>
                  <a:lnTo>
                    <a:pt x="300" y="24"/>
                  </a:lnTo>
                  <a:lnTo>
                    <a:pt x="311" y="35"/>
                  </a:lnTo>
                  <a:lnTo>
                    <a:pt x="334" y="56"/>
                  </a:lnTo>
                  <a:lnTo>
                    <a:pt x="384" y="58"/>
                  </a:lnTo>
                  <a:lnTo>
                    <a:pt x="398" y="52"/>
                  </a:lnTo>
                  <a:lnTo>
                    <a:pt x="522" y="50"/>
                  </a:lnTo>
                  <a:lnTo>
                    <a:pt x="540" y="33"/>
                  </a:lnTo>
                  <a:lnTo>
                    <a:pt x="551" y="22"/>
                  </a:lnTo>
                  <a:lnTo>
                    <a:pt x="568" y="25"/>
                  </a:lnTo>
                  <a:lnTo>
                    <a:pt x="578" y="37"/>
                  </a:lnTo>
                  <a:lnTo>
                    <a:pt x="582" y="89"/>
                  </a:lnTo>
                  <a:lnTo>
                    <a:pt x="593" y="95"/>
                  </a:lnTo>
                  <a:lnTo>
                    <a:pt x="609" y="106"/>
                  </a:lnTo>
                  <a:lnTo>
                    <a:pt x="611" y="110"/>
                  </a:lnTo>
                  <a:lnTo>
                    <a:pt x="616" y="119"/>
                  </a:lnTo>
                  <a:lnTo>
                    <a:pt x="616" y="141"/>
                  </a:lnTo>
                  <a:lnTo>
                    <a:pt x="641" y="144"/>
                  </a:lnTo>
                  <a:lnTo>
                    <a:pt x="662" y="152"/>
                  </a:lnTo>
                  <a:lnTo>
                    <a:pt x="659" y="167"/>
                  </a:lnTo>
                  <a:lnTo>
                    <a:pt x="643" y="179"/>
                  </a:lnTo>
                  <a:lnTo>
                    <a:pt x="645" y="198"/>
                  </a:lnTo>
                  <a:lnTo>
                    <a:pt x="668" y="198"/>
                  </a:lnTo>
                  <a:lnTo>
                    <a:pt x="680" y="206"/>
                  </a:lnTo>
                  <a:lnTo>
                    <a:pt x="710" y="215"/>
                  </a:lnTo>
                  <a:lnTo>
                    <a:pt x="735" y="237"/>
                  </a:lnTo>
                  <a:lnTo>
                    <a:pt x="749" y="248"/>
                  </a:lnTo>
                  <a:lnTo>
                    <a:pt x="774" y="273"/>
                  </a:lnTo>
                  <a:lnTo>
                    <a:pt x="799" y="283"/>
                  </a:lnTo>
                  <a:lnTo>
                    <a:pt x="833" y="300"/>
                  </a:lnTo>
                  <a:lnTo>
                    <a:pt x="850" y="308"/>
                  </a:lnTo>
                  <a:lnTo>
                    <a:pt x="866" y="325"/>
                  </a:lnTo>
                  <a:lnTo>
                    <a:pt x="858" y="338"/>
                  </a:lnTo>
                  <a:lnTo>
                    <a:pt x="858" y="357"/>
                  </a:lnTo>
                  <a:lnTo>
                    <a:pt x="860" y="379"/>
                  </a:lnTo>
                  <a:lnTo>
                    <a:pt x="858" y="379"/>
                  </a:lnTo>
                  <a:lnTo>
                    <a:pt x="847" y="390"/>
                  </a:lnTo>
                  <a:lnTo>
                    <a:pt x="847" y="402"/>
                  </a:lnTo>
                  <a:lnTo>
                    <a:pt x="831" y="409"/>
                  </a:lnTo>
                  <a:lnTo>
                    <a:pt x="822" y="415"/>
                  </a:lnTo>
                  <a:lnTo>
                    <a:pt x="814" y="428"/>
                  </a:lnTo>
                  <a:lnTo>
                    <a:pt x="808" y="440"/>
                  </a:lnTo>
                  <a:lnTo>
                    <a:pt x="806" y="453"/>
                  </a:lnTo>
                  <a:lnTo>
                    <a:pt x="802" y="461"/>
                  </a:lnTo>
                  <a:lnTo>
                    <a:pt x="793" y="471"/>
                  </a:lnTo>
                  <a:lnTo>
                    <a:pt x="783" y="480"/>
                  </a:lnTo>
                  <a:lnTo>
                    <a:pt x="768" y="492"/>
                  </a:lnTo>
                  <a:lnTo>
                    <a:pt x="762" y="507"/>
                  </a:lnTo>
                  <a:lnTo>
                    <a:pt x="755" y="521"/>
                  </a:lnTo>
                  <a:lnTo>
                    <a:pt x="747" y="523"/>
                  </a:lnTo>
                  <a:lnTo>
                    <a:pt x="747" y="540"/>
                  </a:lnTo>
                  <a:lnTo>
                    <a:pt x="737" y="557"/>
                  </a:lnTo>
                  <a:lnTo>
                    <a:pt x="724" y="574"/>
                  </a:lnTo>
                  <a:lnTo>
                    <a:pt x="708" y="590"/>
                  </a:lnTo>
                  <a:lnTo>
                    <a:pt x="699" y="607"/>
                  </a:lnTo>
                  <a:lnTo>
                    <a:pt x="685" y="624"/>
                  </a:lnTo>
                  <a:lnTo>
                    <a:pt x="666" y="640"/>
                  </a:lnTo>
                  <a:lnTo>
                    <a:pt x="649" y="657"/>
                  </a:lnTo>
                  <a:lnTo>
                    <a:pt x="626" y="665"/>
                  </a:lnTo>
                  <a:lnTo>
                    <a:pt x="613" y="680"/>
                  </a:lnTo>
                  <a:lnTo>
                    <a:pt x="591" y="691"/>
                  </a:lnTo>
                  <a:lnTo>
                    <a:pt x="591" y="695"/>
                  </a:lnTo>
                  <a:lnTo>
                    <a:pt x="591" y="695"/>
                  </a:lnTo>
                  <a:lnTo>
                    <a:pt x="572" y="701"/>
                  </a:lnTo>
                  <a:lnTo>
                    <a:pt x="559" y="718"/>
                  </a:lnTo>
                  <a:lnTo>
                    <a:pt x="542" y="720"/>
                  </a:lnTo>
                  <a:lnTo>
                    <a:pt x="528" y="736"/>
                  </a:lnTo>
                  <a:lnTo>
                    <a:pt x="517" y="760"/>
                  </a:lnTo>
                  <a:lnTo>
                    <a:pt x="513" y="780"/>
                  </a:lnTo>
                  <a:lnTo>
                    <a:pt x="499" y="795"/>
                  </a:lnTo>
                  <a:lnTo>
                    <a:pt x="494" y="812"/>
                  </a:lnTo>
                  <a:lnTo>
                    <a:pt x="484" y="833"/>
                  </a:lnTo>
                  <a:lnTo>
                    <a:pt x="471" y="841"/>
                  </a:lnTo>
                  <a:lnTo>
                    <a:pt x="459" y="866"/>
                  </a:lnTo>
                  <a:lnTo>
                    <a:pt x="457" y="887"/>
                  </a:lnTo>
                  <a:lnTo>
                    <a:pt x="449" y="881"/>
                  </a:lnTo>
                  <a:lnTo>
                    <a:pt x="434" y="868"/>
                  </a:lnTo>
                  <a:lnTo>
                    <a:pt x="421" y="853"/>
                  </a:lnTo>
                  <a:lnTo>
                    <a:pt x="403" y="843"/>
                  </a:lnTo>
                  <a:lnTo>
                    <a:pt x="380" y="847"/>
                  </a:lnTo>
                  <a:lnTo>
                    <a:pt x="361" y="858"/>
                  </a:lnTo>
                  <a:lnTo>
                    <a:pt x="330" y="855"/>
                  </a:lnTo>
                  <a:lnTo>
                    <a:pt x="315" y="843"/>
                  </a:lnTo>
                  <a:lnTo>
                    <a:pt x="309" y="822"/>
                  </a:lnTo>
                  <a:lnTo>
                    <a:pt x="307" y="797"/>
                  </a:lnTo>
                  <a:lnTo>
                    <a:pt x="294" y="774"/>
                  </a:lnTo>
                  <a:lnTo>
                    <a:pt x="294" y="749"/>
                  </a:lnTo>
                  <a:lnTo>
                    <a:pt x="294" y="728"/>
                  </a:lnTo>
                  <a:lnTo>
                    <a:pt x="286" y="714"/>
                  </a:lnTo>
                  <a:lnTo>
                    <a:pt x="286" y="695"/>
                  </a:lnTo>
                  <a:lnTo>
                    <a:pt x="286" y="672"/>
                  </a:lnTo>
                  <a:lnTo>
                    <a:pt x="279" y="670"/>
                  </a:lnTo>
                  <a:lnTo>
                    <a:pt x="279" y="649"/>
                  </a:lnTo>
                  <a:lnTo>
                    <a:pt x="261" y="634"/>
                  </a:lnTo>
                  <a:lnTo>
                    <a:pt x="246" y="641"/>
                  </a:lnTo>
                  <a:lnTo>
                    <a:pt x="229" y="636"/>
                  </a:lnTo>
                  <a:lnTo>
                    <a:pt x="213" y="618"/>
                  </a:lnTo>
                  <a:lnTo>
                    <a:pt x="198" y="624"/>
                  </a:lnTo>
                  <a:lnTo>
                    <a:pt x="169" y="638"/>
                  </a:lnTo>
                  <a:lnTo>
                    <a:pt x="148" y="657"/>
                  </a:lnTo>
                  <a:lnTo>
                    <a:pt x="127" y="645"/>
                  </a:lnTo>
                  <a:lnTo>
                    <a:pt x="110" y="634"/>
                  </a:lnTo>
                  <a:lnTo>
                    <a:pt x="96" y="640"/>
                  </a:lnTo>
                  <a:lnTo>
                    <a:pt x="79" y="640"/>
                  </a:lnTo>
                  <a:lnTo>
                    <a:pt x="70" y="626"/>
                  </a:lnTo>
                  <a:lnTo>
                    <a:pt x="54" y="628"/>
                  </a:lnTo>
                  <a:lnTo>
                    <a:pt x="43" y="628"/>
                  </a:lnTo>
                  <a:lnTo>
                    <a:pt x="35" y="63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5" name="Freeform 26">
              <a:extLst>
                <a:ext uri="{FF2B5EF4-FFF2-40B4-BE49-F238E27FC236}">
                  <a16:creationId xmlns:a16="http://schemas.microsoft.com/office/drawing/2014/main" id="{18D03387-420F-6309-96AA-5E54CC83D2A1}"/>
                </a:ext>
              </a:extLst>
            </p:cNvPr>
            <p:cNvSpPr>
              <a:spLocks noChangeAspect="1"/>
            </p:cNvSpPr>
            <p:nvPr/>
          </p:nvSpPr>
          <p:spPr bwMode="auto">
            <a:xfrm>
              <a:off x="3394" y="1459"/>
              <a:ext cx="466" cy="740"/>
            </a:xfrm>
            <a:custGeom>
              <a:avLst/>
              <a:gdLst/>
              <a:ahLst/>
              <a:cxnLst>
                <a:cxn ang="0">
                  <a:pos x="197" y="908"/>
                </a:cxn>
                <a:cxn ang="0">
                  <a:pos x="147" y="868"/>
                </a:cxn>
                <a:cxn ang="0">
                  <a:pos x="90" y="891"/>
                </a:cxn>
                <a:cxn ang="0">
                  <a:pos x="57" y="920"/>
                </a:cxn>
                <a:cxn ang="0">
                  <a:pos x="59" y="835"/>
                </a:cxn>
                <a:cxn ang="0">
                  <a:pos x="61" y="766"/>
                </a:cxn>
                <a:cxn ang="0">
                  <a:pos x="67" y="695"/>
                </a:cxn>
                <a:cxn ang="0">
                  <a:pos x="99" y="634"/>
                </a:cxn>
                <a:cxn ang="0">
                  <a:pos x="111" y="565"/>
                </a:cxn>
                <a:cxn ang="0">
                  <a:pos x="126" y="526"/>
                </a:cxn>
                <a:cxn ang="0">
                  <a:pos x="170" y="476"/>
                </a:cxn>
                <a:cxn ang="0">
                  <a:pos x="213" y="413"/>
                </a:cxn>
                <a:cxn ang="0">
                  <a:pos x="241" y="332"/>
                </a:cxn>
                <a:cxn ang="0">
                  <a:pos x="245" y="256"/>
                </a:cxn>
                <a:cxn ang="0">
                  <a:pos x="291" y="206"/>
                </a:cxn>
                <a:cxn ang="0">
                  <a:pos x="337" y="171"/>
                </a:cxn>
                <a:cxn ang="0">
                  <a:pos x="362" y="108"/>
                </a:cxn>
                <a:cxn ang="0">
                  <a:pos x="328" y="8"/>
                </a:cxn>
                <a:cxn ang="0">
                  <a:pos x="364" y="0"/>
                </a:cxn>
                <a:cxn ang="0">
                  <a:pos x="420" y="10"/>
                </a:cxn>
                <a:cxn ang="0">
                  <a:pos x="458" y="46"/>
                </a:cxn>
                <a:cxn ang="0">
                  <a:pos x="479" y="123"/>
                </a:cxn>
                <a:cxn ang="0">
                  <a:pos x="464" y="181"/>
                </a:cxn>
                <a:cxn ang="0">
                  <a:pos x="449" y="227"/>
                </a:cxn>
                <a:cxn ang="0">
                  <a:pos x="452" y="265"/>
                </a:cxn>
                <a:cxn ang="0">
                  <a:pos x="495" y="311"/>
                </a:cxn>
                <a:cxn ang="0">
                  <a:pos x="516" y="348"/>
                </a:cxn>
                <a:cxn ang="0">
                  <a:pos x="541" y="369"/>
                </a:cxn>
                <a:cxn ang="0">
                  <a:pos x="585" y="407"/>
                </a:cxn>
                <a:cxn ang="0">
                  <a:pos x="539" y="434"/>
                </a:cxn>
                <a:cxn ang="0">
                  <a:pos x="516" y="484"/>
                </a:cxn>
                <a:cxn ang="0">
                  <a:pos x="535" y="520"/>
                </a:cxn>
                <a:cxn ang="0">
                  <a:pos x="556" y="555"/>
                </a:cxn>
                <a:cxn ang="0">
                  <a:pos x="564" y="588"/>
                </a:cxn>
                <a:cxn ang="0">
                  <a:pos x="596" y="639"/>
                </a:cxn>
                <a:cxn ang="0">
                  <a:pos x="633" y="655"/>
                </a:cxn>
                <a:cxn ang="0">
                  <a:pos x="661" y="676"/>
                </a:cxn>
                <a:cxn ang="0">
                  <a:pos x="612" y="697"/>
                </a:cxn>
                <a:cxn ang="0">
                  <a:pos x="589" y="751"/>
                </a:cxn>
                <a:cxn ang="0">
                  <a:pos x="562" y="806"/>
                </a:cxn>
                <a:cxn ang="0">
                  <a:pos x="615" y="826"/>
                </a:cxn>
                <a:cxn ang="0">
                  <a:pos x="594" y="858"/>
                </a:cxn>
                <a:cxn ang="0">
                  <a:pos x="581" y="897"/>
                </a:cxn>
                <a:cxn ang="0">
                  <a:pos x="583" y="954"/>
                </a:cxn>
                <a:cxn ang="0">
                  <a:pos x="602" y="1002"/>
                </a:cxn>
                <a:cxn ang="0">
                  <a:pos x="564" y="1012"/>
                </a:cxn>
                <a:cxn ang="0">
                  <a:pos x="512" y="1052"/>
                </a:cxn>
                <a:cxn ang="0">
                  <a:pos x="452" y="1050"/>
                </a:cxn>
                <a:cxn ang="0">
                  <a:pos x="404" y="1029"/>
                </a:cxn>
                <a:cxn ang="0">
                  <a:pos x="358" y="1027"/>
                </a:cxn>
                <a:cxn ang="0">
                  <a:pos x="307" y="1014"/>
                </a:cxn>
                <a:cxn ang="0">
                  <a:pos x="287" y="973"/>
                </a:cxn>
                <a:cxn ang="0">
                  <a:pos x="251" y="931"/>
                </a:cxn>
              </a:cxnLst>
              <a:rect l="0" t="0" r="r" b="b"/>
              <a:pathLst>
                <a:path w="663" h="1054">
                  <a:moveTo>
                    <a:pt x="211" y="977"/>
                  </a:moveTo>
                  <a:lnTo>
                    <a:pt x="205" y="964"/>
                  </a:lnTo>
                  <a:lnTo>
                    <a:pt x="205" y="933"/>
                  </a:lnTo>
                  <a:lnTo>
                    <a:pt x="197" y="908"/>
                  </a:lnTo>
                  <a:lnTo>
                    <a:pt x="184" y="893"/>
                  </a:lnTo>
                  <a:lnTo>
                    <a:pt x="182" y="881"/>
                  </a:lnTo>
                  <a:lnTo>
                    <a:pt x="165" y="874"/>
                  </a:lnTo>
                  <a:lnTo>
                    <a:pt x="147" y="868"/>
                  </a:lnTo>
                  <a:lnTo>
                    <a:pt x="130" y="854"/>
                  </a:lnTo>
                  <a:lnTo>
                    <a:pt x="117" y="866"/>
                  </a:lnTo>
                  <a:lnTo>
                    <a:pt x="105" y="883"/>
                  </a:lnTo>
                  <a:lnTo>
                    <a:pt x="90" y="891"/>
                  </a:lnTo>
                  <a:lnTo>
                    <a:pt x="82" y="912"/>
                  </a:lnTo>
                  <a:lnTo>
                    <a:pt x="65" y="925"/>
                  </a:lnTo>
                  <a:lnTo>
                    <a:pt x="57" y="925"/>
                  </a:lnTo>
                  <a:lnTo>
                    <a:pt x="57" y="920"/>
                  </a:lnTo>
                  <a:lnTo>
                    <a:pt x="49" y="900"/>
                  </a:lnTo>
                  <a:lnTo>
                    <a:pt x="49" y="879"/>
                  </a:lnTo>
                  <a:lnTo>
                    <a:pt x="59" y="858"/>
                  </a:lnTo>
                  <a:lnTo>
                    <a:pt x="59" y="835"/>
                  </a:lnTo>
                  <a:lnTo>
                    <a:pt x="65" y="814"/>
                  </a:lnTo>
                  <a:lnTo>
                    <a:pt x="59" y="803"/>
                  </a:lnTo>
                  <a:lnTo>
                    <a:pt x="42" y="785"/>
                  </a:lnTo>
                  <a:lnTo>
                    <a:pt x="61" y="766"/>
                  </a:lnTo>
                  <a:lnTo>
                    <a:pt x="74" y="749"/>
                  </a:lnTo>
                  <a:lnTo>
                    <a:pt x="74" y="730"/>
                  </a:lnTo>
                  <a:lnTo>
                    <a:pt x="72" y="712"/>
                  </a:lnTo>
                  <a:lnTo>
                    <a:pt x="67" y="695"/>
                  </a:lnTo>
                  <a:lnTo>
                    <a:pt x="74" y="684"/>
                  </a:lnTo>
                  <a:lnTo>
                    <a:pt x="86" y="668"/>
                  </a:lnTo>
                  <a:lnTo>
                    <a:pt x="86" y="649"/>
                  </a:lnTo>
                  <a:lnTo>
                    <a:pt x="99" y="634"/>
                  </a:lnTo>
                  <a:lnTo>
                    <a:pt x="103" y="616"/>
                  </a:lnTo>
                  <a:lnTo>
                    <a:pt x="103" y="595"/>
                  </a:lnTo>
                  <a:lnTo>
                    <a:pt x="115" y="572"/>
                  </a:lnTo>
                  <a:lnTo>
                    <a:pt x="111" y="565"/>
                  </a:lnTo>
                  <a:lnTo>
                    <a:pt x="0" y="553"/>
                  </a:lnTo>
                  <a:lnTo>
                    <a:pt x="115" y="567"/>
                  </a:lnTo>
                  <a:lnTo>
                    <a:pt x="119" y="544"/>
                  </a:lnTo>
                  <a:lnTo>
                    <a:pt x="126" y="526"/>
                  </a:lnTo>
                  <a:lnTo>
                    <a:pt x="140" y="517"/>
                  </a:lnTo>
                  <a:lnTo>
                    <a:pt x="161" y="511"/>
                  </a:lnTo>
                  <a:lnTo>
                    <a:pt x="161" y="496"/>
                  </a:lnTo>
                  <a:lnTo>
                    <a:pt x="170" y="476"/>
                  </a:lnTo>
                  <a:lnTo>
                    <a:pt x="184" y="471"/>
                  </a:lnTo>
                  <a:lnTo>
                    <a:pt x="186" y="446"/>
                  </a:lnTo>
                  <a:lnTo>
                    <a:pt x="201" y="432"/>
                  </a:lnTo>
                  <a:lnTo>
                    <a:pt x="213" y="413"/>
                  </a:lnTo>
                  <a:lnTo>
                    <a:pt x="222" y="388"/>
                  </a:lnTo>
                  <a:lnTo>
                    <a:pt x="241" y="382"/>
                  </a:lnTo>
                  <a:lnTo>
                    <a:pt x="247" y="354"/>
                  </a:lnTo>
                  <a:lnTo>
                    <a:pt x="241" y="332"/>
                  </a:lnTo>
                  <a:lnTo>
                    <a:pt x="228" y="321"/>
                  </a:lnTo>
                  <a:lnTo>
                    <a:pt x="228" y="300"/>
                  </a:lnTo>
                  <a:lnTo>
                    <a:pt x="236" y="279"/>
                  </a:lnTo>
                  <a:lnTo>
                    <a:pt x="245" y="256"/>
                  </a:lnTo>
                  <a:lnTo>
                    <a:pt x="255" y="238"/>
                  </a:lnTo>
                  <a:lnTo>
                    <a:pt x="259" y="223"/>
                  </a:lnTo>
                  <a:lnTo>
                    <a:pt x="276" y="215"/>
                  </a:lnTo>
                  <a:lnTo>
                    <a:pt x="291" y="206"/>
                  </a:lnTo>
                  <a:lnTo>
                    <a:pt x="308" y="206"/>
                  </a:lnTo>
                  <a:lnTo>
                    <a:pt x="308" y="188"/>
                  </a:lnTo>
                  <a:lnTo>
                    <a:pt x="320" y="177"/>
                  </a:lnTo>
                  <a:lnTo>
                    <a:pt x="337" y="171"/>
                  </a:lnTo>
                  <a:lnTo>
                    <a:pt x="345" y="158"/>
                  </a:lnTo>
                  <a:lnTo>
                    <a:pt x="345" y="140"/>
                  </a:lnTo>
                  <a:lnTo>
                    <a:pt x="353" y="127"/>
                  </a:lnTo>
                  <a:lnTo>
                    <a:pt x="362" y="108"/>
                  </a:lnTo>
                  <a:lnTo>
                    <a:pt x="360" y="83"/>
                  </a:lnTo>
                  <a:lnTo>
                    <a:pt x="360" y="60"/>
                  </a:lnTo>
                  <a:lnTo>
                    <a:pt x="345" y="35"/>
                  </a:lnTo>
                  <a:lnTo>
                    <a:pt x="328" y="8"/>
                  </a:lnTo>
                  <a:lnTo>
                    <a:pt x="333" y="4"/>
                  </a:lnTo>
                  <a:lnTo>
                    <a:pt x="333" y="4"/>
                  </a:lnTo>
                  <a:lnTo>
                    <a:pt x="351" y="6"/>
                  </a:lnTo>
                  <a:lnTo>
                    <a:pt x="364" y="0"/>
                  </a:lnTo>
                  <a:lnTo>
                    <a:pt x="378" y="6"/>
                  </a:lnTo>
                  <a:lnTo>
                    <a:pt x="393" y="10"/>
                  </a:lnTo>
                  <a:lnTo>
                    <a:pt x="402" y="10"/>
                  </a:lnTo>
                  <a:lnTo>
                    <a:pt x="420" y="10"/>
                  </a:lnTo>
                  <a:lnTo>
                    <a:pt x="427" y="25"/>
                  </a:lnTo>
                  <a:lnTo>
                    <a:pt x="439" y="27"/>
                  </a:lnTo>
                  <a:lnTo>
                    <a:pt x="450" y="37"/>
                  </a:lnTo>
                  <a:lnTo>
                    <a:pt x="458" y="46"/>
                  </a:lnTo>
                  <a:lnTo>
                    <a:pt x="470" y="50"/>
                  </a:lnTo>
                  <a:lnTo>
                    <a:pt x="479" y="69"/>
                  </a:lnTo>
                  <a:lnTo>
                    <a:pt x="472" y="100"/>
                  </a:lnTo>
                  <a:lnTo>
                    <a:pt x="479" y="123"/>
                  </a:lnTo>
                  <a:lnTo>
                    <a:pt x="472" y="139"/>
                  </a:lnTo>
                  <a:lnTo>
                    <a:pt x="472" y="156"/>
                  </a:lnTo>
                  <a:lnTo>
                    <a:pt x="464" y="164"/>
                  </a:lnTo>
                  <a:lnTo>
                    <a:pt x="464" y="181"/>
                  </a:lnTo>
                  <a:lnTo>
                    <a:pt x="466" y="190"/>
                  </a:lnTo>
                  <a:lnTo>
                    <a:pt x="460" y="204"/>
                  </a:lnTo>
                  <a:lnTo>
                    <a:pt x="454" y="217"/>
                  </a:lnTo>
                  <a:lnTo>
                    <a:pt x="449" y="227"/>
                  </a:lnTo>
                  <a:lnTo>
                    <a:pt x="439" y="235"/>
                  </a:lnTo>
                  <a:lnTo>
                    <a:pt x="433" y="246"/>
                  </a:lnTo>
                  <a:lnTo>
                    <a:pt x="439" y="261"/>
                  </a:lnTo>
                  <a:lnTo>
                    <a:pt x="452" y="265"/>
                  </a:lnTo>
                  <a:lnTo>
                    <a:pt x="460" y="279"/>
                  </a:lnTo>
                  <a:lnTo>
                    <a:pt x="472" y="286"/>
                  </a:lnTo>
                  <a:lnTo>
                    <a:pt x="481" y="302"/>
                  </a:lnTo>
                  <a:lnTo>
                    <a:pt x="495" y="311"/>
                  </a:lnTo>
                  <a:lnTo>
                    <a:pt x="498" y="321"/>
                  </a:lnTo>
                  <a:lnTo>
                    <a:pt x="500" y="334"/>
                  </a:lnTo>
                  <a:lnTo>
                    <a:pt x="510" y="336"/>
                  </a:lnTo>
                  <a:lnTo>
                    <a:pt x="516" y="348"/>
                  </a:lnTo>
                  <a:lnTo>
                    <a:pt x="518" y="354"/>
                  </a:lnTo>
                  <a:lnTo>
                    <a:pt x="525" y="357"/>
                  </a:lnTo>
                  <a:lnTo>
                    <a:pt x="539" y="357"/>
                  </a:lnTo>
                  <a:lnTo>
                    <a:pt x="541" y="369"/>
                  </a:lnTo>
                  <a:lnTo>
                    <a:pt x="558" y="369"/>
                  </a:lnTo>
                  <a:lnTo>
                    <a:pt x="587" y="369"/>
                  </a:lnTo>
                  <a:lnTo>
                    <a:pt x="587" y="386"/>
                  </a:lnTo>
                  <a:lnTo>
                    <a:pt x="585" y="407"/>
                  </a:lnTo>
                  <a:lnTo>
                    <a:pt x="573" y="415"/>
                  </a:lnTo>
                  <a:lnTo>
                    <a:pt x="560" y="419"/>
                  </a:lnTo>
                  <a:lnTo>
                    <a:pt x="554" y="432"/>
                  </a:lnTo>
                  <a:lnTo>
                    <a:pt x="539" y="434"/>
                  </a:lnTo>
                  <a:lnTo>
                    <a:pt x="537" y="449"/>
                  </a:lnTo>
                  <a:lnTo>
                    <a:pt x="535" y="467"/>
                  </a:lnTo>
                  <a:lnTo>
                    <a:pt x="529" y="476"/>
                  </a:lnTo>
                  <a:lnTo>
                    <a:pt x="516" y="484"/>
                  </a:lnTo>
                  <a:lnTo>
                    <a:pt x="506" y="496"/>
                  </a:lnTo>
                  <a:lnTo>
                    <a:pt x="520" y="503"/>
                  </a:lnTo>
                  <a:lnTo>
                    <a:pt x="525" y="517"/>
                  </a:lnTo>
                  <a:lnTo>
                    <a:pt x="535" y="520"/>
                  </a:lnTo>
                  <a:lnTo>
                    <a:pt x="537" y="532"/>
                  </a:lnTo>
                  <a:lnTo>
                    <a:pt x="546" y="540"/>
                  </a:lnTo>
                  <a:lnTo>
                    <a:pt x="554" y="549"/>
                  </a:lnTo>
                  <a:lnTo>
                    <a:pt x="556" y="555"/>
                  </a:lnTo>
                  <a:lnTo>
                    <a:pt x="571" y="555"/>
                  </a:lnTo>
                  <a:lnTo>
                    <a:pt x="573" y="567"/>
                  </a:lnTo>
                  <a:lnTo>
                    <a:pt x="566" y="572"/>
                  </a:lnTo>
                  <a:lnTo>
                    <a:pt x="564" y="588"/>
                  </a:lnTo>
                  <a:lnTo>
                    <a:pt x="573" y="605"/>
                  </a:lnTo>
                  <a:lnTo>
                    <a:pt x="583" y="615"/>
                  </a:lnTo>
                  <a:lnTo>
                    <a:pt x="587" y="628"/>
                  </a:lnTo>
                  <a:lnTo>
                    <a:pt x="596" y="639"/>
                  </a:lnTo>
                  <a:lnTo>
                    <a:pt x="604" y="647"/>
                  </a:lnTo>
                  <a:lnTo>
                    <a:pt x="615" y="649"/>
                  </a:lnTo>
                  <a:lnTo>
                    <a:pt x="633" y="649"/>
                  </a:lnTo>
                  <a:lnTo>
                    <a:pt x="633" y="655"/>
                  </a:lnTo>
                  <a:lnTo>
                    <a:pt x="646" y="661"/>
                  </a:lnTo>
                  <a:lnTo>
                    <a:pt x="652" y="661"/>
                  </a:lnTo>
                  <a:lnTo>
                    <a:pt x="661" y="674"/>
                  </a:lnTo>
                  <a:lnTo>
                    <a:pt x="661" y="676"/>
                  </a:lnTo>
                  <a:lnTo>
                    <a:pt x="663" y="674"/>
                  </a:lnTo>
                  <a:lnTo>
                    <a:pt x="644" y="686"/>
                  </a:lnTo>
                  <a:lnTo>
                    <a:pt x="627" y="697"/>
                  </a:lnTo>
                  <a:lnTo>
                    <a:pt x="612" y="697"/>
                  </a:lnTo>
                  <a:lnTo>
                    <a:pt x="602" y="709"/>
                  </a:lnTo>
                  <a:lnTo>
                    <a:pt x="598" y="724"/>
                  </a:lnTo>
                  <a:lnTo>
                    <a:pt x="600" y="739"/>
                  </a:lnTo>
                  <a:lnTo>
                    <a:pt x="589" y="751"/>
                  </a:lnTo>
                  <a:lnTo>
                    <a:pt x="573" y="758"/>
                  </a:lnTo>
                  <a:lnTo>
                    <a:pt x="566" y="774"/>
                  </a:lnTo>
                  <a:lnTo>
                    <a:pt x="562" y="791"/>
                  </a:lnTo>
                  <a:lnTo>
                    <a:pt x="562" y="806"/>
                  </a:lnTo>
                  <a:lnTo>
                    <a:pt x="581" y="818"/>
                  </a:lnTo>
                  <a:lnTo>
                    <a:pt x="602" y="810"/>
                  </a:lnTo>
                  <a:lnTo>
                    <a:pt x="614" y="814"/>
                  </a:lnTo>
                  <a:lnTo>
                    <a:pt x="615" y="826"/>
                  </a:lnTo>
                  <a:lnTo>
                    <a:pt x="604" y="837"/>
                  </a:lnTo>
                  <a:lnTo>
                    <a:pt x="589" y="837"/>
                  </a:lnTo>
                  <a:lnTo>
                    <a:pt x="583" y="847"/>
                  </a:lnTo>
                  <a:lnTo>
                    <a:pt x="594" y="858"/>
                  </a:lnTo>
                  <a:lnTo>
                    <a:pt x="604" y="868"/>
                  </a:lnTo>
                  <a:lnTo>
                    <a:pt x="598" y="877"/>
                  </a:lnTo>
                  <a:lnTo>
                    <a:pt x="583" y="879"/>
                  </a:lnTo>
                  <a:lnTo>
                    <a:pt x="581" y="897"/>
                  </a:lnTo>
                  <a:lnTo>
                    <a:pt x="587" y="914"/>
                  </a:lnTo>
                  <a:lnTo>
                    <a:pt x="596" y="927"/>
                  </a:lnTo>
                  <a:lnTo>
                    <a:pt x="594" y="948"/>
                  </a:lnTo>
                  <a:lnTo>
                    <a:pt x="583" y="954"/>
                  </a:lnTo>
                  <a:lnTo>
                    <a:pt x="583" y="968"/>
                  </a:lnTo>
                  <a:lnTo>
                    <a:pt x="589" y="979"/>
                  </a:lnTo>
                  <a:lnTo>
                    <a:pt x="602" y="987"/>
                  </a:lnTo>
                  <a:lnTo>
                    <a:pt x="602" y="1002"/>
                  </a:lnTo>
                  <a:lnTo>
                    <a:pt x="583" y="1014"/>
                  </a:lnTo>
                  <a:lnTo>
                    <a:pt x="581" y="1016"/>
                  </a:lnTo>
                  <a:lnTo>
                    <a:pt x="577" y="1014"/>
                  </a:lnTo>
                  <a:lnTo>
                    <a:pt x="564" y="1012"/>
                  </a:lnTo>
                  <a:lnTo>
                    <a:pt x="550" y="1018"/>
                  </a:lnTo>
                  <a:lnTo>
                    <a:pt x="537" y="1029"/>
                  </a:lnTo>
                  <a:lnTo>
                    <a:pt x="529" y="1043"/>
                  </a:lnTo>
                  <a:lnTo>
                    <a:pt x="512" y="1052"/>
                  </a:lnTo>
                  <a:lnTo>
                    <a:pt x="493" y="1052"/>
                  </a:lnTo>
                  <a:lnTo>
                    <a:pt x="483" y="1041"/>
                  </a:lnTo>
                  <a:lnTo>
                    <a:pt x="466" y="1054"/>
                  </a:lnTo>
                  <a:lnTo>
                    <a:pt x="452" y="1050"/>
                  </a:lnTo>
                  <a:lnTo>
                    <a:pt x="435" y="1041"/>
                  </a:lnTo>
                  <a:lnTo>
                    <a:pt x="420" y="1021"/>
                  </a:lnTo>
                  <a:lnTo>
                    <a:pt x="406" y="1014"/>
                  </a:lnTo>
                  <a:lnTo>
                    <a:pt x="404" y="1029"/>
                  </a:lnTo>
                  <a:lnTo>
                    <a:pt x="402" y="1048"/>
                  </a:lnTo>
                  <a:lnTo>
                    <a:pt x="385" y="1046"/>
                  </a:lnTo>
                  <a:lnTo>
                    <a:pt x="374" y="1033"/>
                  </a:lnTo>
                  <a:lnTo>
                    <a:pt x="358" y="1027"/>
                  </a:lnTo>
                  <a:lnTo>
                    <a:pt x="356" y="1008"/>
                  </a:lnTo>
                  <a:lnTo>
                    <a:pt x="339" y="1004"/>
                  </a:lnTo>
                  <a:lnTo>
                    <a:pt x="322" y="1006"/>
                  </a:lnTo>
                  <a:lnTo>
                    <a:pt x="307" y="1014"/>
                  </a:lnTo>
                  <a:lnTo>
                    <a:pt x="299" y="1029"/>
                  </a:lnTo>
                  <a:lnTo>
                    <a:pt x="282" y="1018"/>
                  </a:lnTo>
                  <a:lnTo>
                    <a:pt x="285" y="996"/>
                  </a:lnTo>
                  <a:lnTo>
                    <a:pt x="287" y="973"/>
                  </a:lnTo>
                  <a:lnTo>
                    <a:pt x="278" y="958"/>
                  </a:lnTo>
                  <a:lnTo>
                    <a:pt x="266" y="947"/>
                  </a:lnTo>
                  <a:lnTo>
                    <a:pt x="264" y="922"/>
                  </a:lnTo>
                  <a:lnTo>
                    <a:pt x="251" y="931"/>
                  </a:lnTo>
                  <a:lnTo>
                    <a:pt x="226" y="941"/>
                  </a:lnTo>
                  <a:lnTo>
                    <a:pt x="224" y="956"/>
                  </a:lnTo>
                  <a:lnTo>
                    <a:pt x="211" y="97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6" name="Freeform 27">
              <a:extLst>
                <a:ext uri="{FF2B5EF4-FFF2-40B4-BE49-F238E27FC236}">
                  <a16:creationId xmlns:a16="http://schemas.microsoft.com/office/drawing/2014/main" id="{1CD36B64-B8BB-99C1-389E-E4D227B1D8E2}"/>
                </a:ext>
              </a:extLst>
            </p:cNvPr>
            <p:cNvSpPr>
              <a:spLocks noChangeAspect="1"/>
            </p:cNvSpPr>
            <p:nvPr/>
          </p:nvSpPr>
          <p:spPr bwMode="auto">
            <a:xfrm>
              <a:off x="3191" y="2059"/>
              <a:ext cx="633" cy="661"/>
            </a:xfrm>
            <a:custGeom>
              <a:avLst/>
              <a:gdLst/>
              <a:ahLst/>
              <a:cxnLst>
                <a:cxn ang="0">
                  <a:pos x="412" y="830"/>
                </a:cxn>
                <a:cxn ang="0">
                  <a:pos x="476" y="828"/>
                </a:cxn>
                <a:cxn ang="0">
                  <a:pos x="527" y="812"/>
                </a:cxn>
                <a:cxn ang="0">
                  <a:pos x="600" y="820"/>
                </a:cxn>
                <a:cxn ang="0">
                  <a:pos x="637" y="812"/>
                </a:cxn>
                <a:cxn ang="0">
                  <a:pos x="689" y="791"/>
                </a:cxn>
                <a:cxn ang="0">
                  <a:pos x="687" y="759"/>
                </a:cxn>
                <a:cxn ang="0">
                  <a:pos x="698" y="711"/>
                </a:cxn>
                <a:cxn ang="0">
                  <a:pos x="691" y="663"/>
                </a:cxn>
                <a:cxn ang="0">
                  <a:pos x="717" y="616"/>
                </a:cxn>
                <a:cxn ang="0">
                  <a:pos x="708" y="561"/>
                </a:cxn>
                <a:cxn ang="0">
                  <a:pos x="756" y="521"/>
                </a:cxn>
                <a:cxn ang="0">
                  <a:pos x="785" y="488"/>
                </a:cxn>
                <a:cxn ang="0">
                  <a:pos x="785" y="411"/>
                </a:cxn>
                <a:cxn ang="0">
                  <a:pos x="819" y="398"/>
                </a:cxn>
                <a:cxn ang="0">
                  <a:pos x="838" y="373"/>
                </a:cxn>
                <a:cxn ang="0">
                  <a:pos x="871" y="392"/>
                </a:cxn>
                <a:cxn ang="0">
                  <a:pos x="902" y="355"/>
                </a:cxn>
                <a:cxn ang="0">
                  <a:pos x="890" y="315"/>
                </a:cxn>
                <a:cxn ang="0">
                  <a:pos x="867" y="269"/>
                </a:cxn>
                <a:cxn ang="0">
                  <a:pos x="877" y="227"/>
                </a:cxn>
                <a:cxn ang="0">
                  <a:pos x="875" y="187"/>
                </a:cxn>
                <a:cxn ang="0">
                  <a:pos x="867" y="160"/>
                </a:cxn>
                <a:cxn ang="0">
                  <a:pos x="827" y="175"/>
                </a:cxn>
                <a:cxn ang="0">
                  <a:pos x="783" y="198"/>
                </a:cxn>
                <a:cxn ang="0">
                  <a:pos x="742" y="196"/>
                </a:cxn>
                <a:cxn ang="0">
                  <a:pos x="696" y="160"/>
                </a:cxn>
                <a:cxn ang="0">
                  <a:pos x="675" y="192"/>
                </a:cxn>
                <a:cxn ang="0">
                  <a:pos x="646" y="154"/>
                </a:cxn>
                <a:cxn ang="0">
                  <a:pos x="597" y="160"/>
                </a:cxn>
                <a:cxn ang="0">
                  <a:pos x="575" y="142"/>
                </a:cxn>
                <a:cxn ang="0">
                  <a:pos x="556" y="93"/>
                </a:cxn>
                <a:cxn ang="0">
                  <a:pos x="516" y="87"/>
                </a:cxn>
                <a:cxn ang="0">
                  <a:pos x="495" y="110"/>
                </a:cxn>
                <a:cxn ang="0">
                  <a:pos x="474" y="39"/>
                </a:cxn>
                <a:cxn ang="0">
                  <a:pos x="437" y="14"/>
                </a:cxn>
                <a:cxn ang="0">
                  <a:pos x="395" y="29"/>
                </a:cxn>
                <a:cxn ang="0">
                  <a:pos x="355" y="71"/>
                </a:cxn>
                <a:cxn ang="0">
                  <a:pos x="349" y="85"/>
                </a:cxn>
                <a:cxn ang="0">
                  <a:pos x="316" y="202"/>
                </a:cxn>
                <a:cxn ang="0">
                  <a:pos x="293" y="275"/>
                </a:cxn>
                <a:cxn ang="0">
                  <a:pos x="295" y="336"/>
                </a:cxn>
                <a:cxn ang="0">
                  <a:pos x="265" y="365"/>
                </a:cxn>
                <a:cxn ang="0">
                  <a:pos x="199" y="400"/>
                </a:cxn>
                <a:cxn ang="0">
                  <a:pos x="163" y="465"/>
                </a:cxn>
                <a:cxn ang="0">
                  <a:pos x="111" y="490"/>
                </a:cxn>
                <a:cxn ang="0">
                  <a:pos x="90" y="555"/>
                </a:cxn>
                <a:cxn ang="0">
                  <a:pos x="44" y="593"/>
                </a:cxn>
                <a:cxn ang="0">
                  <a:pos x="11" y="626"/>
                </a:cxn>
                <a:cxn ang="0">
                  <a:pos x="0" y="682"/>
                </a:cxn>
                <a:cxn ang="0">
                  <a:pos x="6" y="726"/>
                </a:cxn>
                <a:cxn ang="0">
                  <a:pos x="36" y="760"/>
                </a:cxn>
                <a:cxn ang="0">
                  <a:pos x="38" y="795"/>
                </a:cxn>
                <a:cxn ang="0">
                  <a:pos x="75" y="822"/>
                </a:cxn>
                <a:cxn ang="0">
                  <a:pos x="144" y="864"/>
                </a:cxn>
                <a:cxn ang="0">
                  <a:pos x="228" y="916"/>
                </a:cxn>
                <a:cxn ang="0">
                  <a:pos x="272" y="935"/>
                </a:cxn>
                <a:cxn ang="0">
                  <a:pos x="295" y="897"/>
                </a:cxn>
                <a:cxn ang="0">
                  <a:pos x="345" y="854"/>
                </a:cxn>
              </a:cxnLst>
              <a:rect l="0" t="0" r="r" b="b"/>
              <a:pathLst>
                <a:path w="902" h="941">
                  <a:moveTo>
                    <a:pt x="370" y="831"/>
                  </a:moveTo>
                  <a:lnTo>
                    <a:pt x="393" y="830"/>
                  </a:lnTo>
                  <a:lnTo>
                    <a:pt x="412" y="830"/>
                  </a:lnTo>
                  <a:lnTo>
                    <a:pt x="437" y="826"/>
                  </a:lnTo>
                  <a:lnTo>
                    <a:pt x="455" y="830"/>
                  </a:lnTo>
                  <a:lnTo>
                    <a:pt x="476" y="828"/>
                  </a:lnTo>
                  <a:lnTo>
                    <a:pt x="495" y="818"/>
                  </a:lnTo>
                  <a:lnTo>
                    <a:pt x="514" y="808"/>
                  </a:lnTo>
                  <a:lnTo>
                    <a:pt x="527" y="812"/>
                  </a:lnTo>
                  <a:lnTo>
                    <a:pt x="552" y="812"/>
                  </a:lnTo>
                  <a:lnTo>
                    <a:pt x="587" y="812"/>
                  </a:lnTo>
                  <a:lnTo>
                    <a:pt x="600" y="820"/>
                  </a:lnTo>
                  <a:lnTo>
                    <a:pt x="612" y="828"/>
                  </a:lnTo>
                  <a:lnTo>
                    <a:pt x="631" y="828"/>
                  </a:lnTo>
                  <a:lnTo>
                    <a:pt x="637" y="812"/>
                  </a:lnTo>
                  <a:lnTo>
                    <a:pt x="656" y="812"/>
                  </a:lnTo>
                  <a:lnTo>
                    <a:pt x="669" y="803"/>
                  </a:lnTo>
                  <a:lnTo>
                    <a:pt x="689" y="791"/>
                  </a:lnTo>
                  <a:lnTo>
                    <a:pt x="700" y="782"/>
                  </a:lnTo>
                  <a:lnTo>
                    <a:pt x="698" y="768"/>
                  </a:lnTo>
                  <a:lnTo>
                    <a:pt x="687" y="759"/>
                  </a:lnTo>
                  <a:lnTo>
                    <a:pt x="691" y="743"/>
                  </a:lnTo>
                  <a:lnTo>
                    <a:pt x="706" y="724"/>
                  </a:lnTo>
                  <a:lnTo>
                    <a:pt x="698" y="711"/>
                  </a:lnTo>
                  <a:lnTo>
                    <a:pt x="681" y="699"/>
                  </a:lnTo>
                  <a:lnTo>
                    <a:pt x="681" y="676"/>
                  </a:lnTo>
                  <a:lnTo>
                    <a:pt x="691" y="663"/>
                  </a:lnTo>
                  <a:lnTo>
                    <a:pt x="710" y="653"/>
                  </a:lnTo>
                  <a:lnTo>
                    <a:pt x="717" y="636"/>
                  </a:lnTo>
                  <a:lnTo>
                    <a:pt x="717" y="616"/>
                  </a:lnTo>
                  <a:lnTo>
                    <a:pt x="710" y="599"/>
                  </a:lnTo>
                  <a:lnTo>
                    <a:pt x="704" y="580"/>
                  </a:lnTo>
                  <a:lnTo>
                    <a:pt x="708" y="561"/>
                  </a:lnTo>
                  <a:lnTo>
                    <a:pt x="721" y="538"/>
                  </a:lnTo>
                  <a:lnTo>
                    <a:pt x="740" y="536"/>
                  </a:lnTo>
                  <a:lnTo>
                    <a:pt x="756" y="521"/>
                  </a:lnTo>
                  <a:lnTo>
                    <a:pt x="775" y="515"/>
                  </a:lnTo>
                  <a:lnTo>
                    <a:pt x="794" y="501"/>
                  </a:lnTo>
                  <a:lnTo>
                    <a:pt x="785" y="488"/>
                  </a:lnTo>
                  <a:lnTo>
                    <a:pt x="788" y="436"/>
                  </a:lnTo>
                  <a:lnTo>
                    <a:pt x="796" y="423"/>
                  </a:lnTo>
                  <a:lnTo>
                    <a:pt x="785" y="411"/>
                  </a:lnTo>
                  <a:lnTo>
                    <a:pt x="786" y="398"/>
                  </a:lnTo>
                  <a:lnTo>
                    <a:pt x="802" y="400"/>
                  </a:lnTo>
                  <a:lnTo>
                    <a:pt x="819" y="398"/>
                  </a:lnTo>
                  <a:lnTo>
                    <a:pt x="823" y="380"/>
                  </a:lnTo>
                  <a:lnTo>
                    <a:pt x="829" y="365"/>
                  </a:lnTo>
                  <a:lnTo>
                    <a:pt x="838" y="373"/>
                  </a:lnTo>
                  <a:lnTo>
                    <a:pt x="844" y="380"/>
                  </a:lnTo>
                  <a:lnTo>
                    <a:pt x="857" y="390"/>
                  </a:lnTo>
                  <a:lnTo>
                    <a:pt x="871" y="392"/>
                  </a:lnTo>
                  <a:lnTo>
                    <a:pt x="882" y="386"/>
                  </a:lnTo>
                  <a:lnTo>
                    <a:pt x="894" y="373"/>
                  </a:lnTo>
                  <a:lnTo>
                    <a:pt x="902" y="355"/>
                  </a:lnTo>
                  <a:lnTo>
                    <a:pt x="902" y="340"/>
                  </a:lnTo>
                  <a:lnTo>
                    <a:pt x="902" y="329"/>
                  </a:lnTo>
                  <a:lnTo>
                    <a:pt x="890" y="315"/>
                  </a:lnTo>
                  <a:lnTo>
                    <a:pt x="879" y="300"/>
                  </a:lnTo>
                  <a:lnTo>
                    <a:pt x="867" y="284"/>
                  </a:lnTo>
                  <a:lnTo>
                    <a:pt x="867" y="269"/>
                  </a:lnTo>
                  <a:lnTo>
                    <a:pt x="865" y="254"/>
                  </a:lnTo>
                  <a:lnTo>
                    <a:pt x="867" y="236"/>
                  </a:lnTo>
                  <a:lnTo>
                    <a:pt x="877" y="227"/>
                  </a:lnTo>
                  <a:lnTo>
                    <a:pt x="877" y="215"/>
                  </a:lnTo>
                  <a:lnTo>
                    <a:pt x="869" y="202"/>
                  </a:lnTo>
                  <a:lnTo>
                    <a:pt x="875" y="187"/>
                  </a:lnTo>
                  <a:lnTo>
                    <a:pt x="863" y="175"/>
                  </a:lnTo>
                  <a:lnTo>
                    <a:pt x="871" y="162"/>
                  </a:lnTo>
                  <a:lnTo>
                    <a:pt x="867" y="160"/>
                  </a:lnTo>
                  <a:lnTo>
                    <a:pt x="854" y="158"/>
                  </a:lnTo>
                  <a:lnTo>
                    <a:pt x="840" y="164"/>
                  </a:lnTo>
                  <a:lnTo>
                    <a:pt x="827" y="175"/>
                  </a:lnTo>
                  <a:lnTo>
                    <a:pt x="819" y="189"/>
                  </a:lnTo>
                  <a:lnTo>
                    <a:pt x="802" y="198"/>
                  </a:lnTo>
                  <a:lnTo>
                    <a:pt x="783" y="198"/>
                  </a:lnTo>
                  <a:lnTo>
                    <a:pt x="773" y="187"/>
                  </a:lnTo>
                  <a:lnTo>
                    <a:pt x="756" y="200"/>
                  </a:lnTo>
                  <a:lnTo>
                    <a:pt x="742" y="196"/>
                  </a:lnTo>
                  <a:lnTo>
                    <a:pt x="725" y="187"/>
                  </a:lnTo>
                  <a:lnTo>
                    <a:pt x="710" y="167"/>
                  </a:lnTo>
                  <a:lnTo>
                    <a:pt x="696" y="160"/>
                  </a:lnTo>
                  <a:lnTo>
                    <a:pt x="694" y="175"/>
                  </a:lnTo>
                  <a:lnTo>
                    <a:pt x="692" y="194"/>
                  </a:lnTo>
                  <a:lnTo>
                    <a:pt x="675" y="192"/>
                  </a:lnTo>
                  <a:lnTo>
                    <a:pt x="664" y="179"/>
                  </a:lnTo>
                  <a:lnTo>
                    <a:pt x="648" y="173"/>
                  </a:lnTo>
                  <a:lnTo>
                    <a:pt x="646" y="154"/>
                  </a:lnTo>
                  <a:lnTo>
                    <a:pt x="629" y="150"/>
                  </a:lnTo>
                  <a:lnTo>
                    <a:pt x="612" y="152"/>
                  </a:lnTo>
                  <a:lnTo>
                    <a:pt x="597" y="160"/>
                  </a:lnTo>
                  <a:lnTo>
                    <a:pt x="589" y="175"/>
                  </a:lnTo>
                  <a:lnTo>
                    <a:pt x="572" y="164"/>
                  </a:lnTo>
                  <a:lnTo>
                    <a:pt x="575" y="142"/>
                  </a:lnTo>
                  <a:lnTo>
                    <a:pt x="577" y="119"/>
                  </a:lnTo>
                  <a:lnTo>
                    <a:pt x="568" y="104"/>
                  </a:lnTo>
                  <a:lnTo>
                    <a:pt x="556" y="93"/>
                  </a:lnTo>
                  <a:lnTo>
                    <a:pt x="554" y="68"/>
                  </a:lnTo>
                  <a:lnTo>
                    <a:pt x="541" y="77"/>
                  </a:lnTo>
                  <a:lnTo>
                    <a:pt x="516" y="87"/>
                  </a:lnTo>
                  <a:lnTo>
                    <a:pt x="514" y="102"/>
                  </a:lnTo>
                  <a:lnTo>
                    <a:pt x="501" y="123"/>
                  </a:lnTo>
                  <a:lnTo>
                    <a:pt x="495" y="110"/>
                  </a:lnTo>
                  <a:lnTo>
                    <a:pt x="495" y="79"/>
                  </a:lnTo>
                  <a:lnTo>
                    <a:pt x="487" y="54"/>
                  </a:lnTo>
                  <a:lnTo>
                    <a:pt x="474" y="39"/>
                  </a:lnTo>
                  <a:lnTo>
                    <a:pt x="472" y="27"/>
                  </a:lnTo>
                  <a:lnTo>
                    <a:pt x="455" y="20"/>
                  </a:lnTo>
                  <a:lnTo>
                    <a:pt x="437" y="14"/>
                  </a:lnTo>
                  <a:lnTo>
                    <a:pt x="420" y="0"/>
                  </a:lnTo>
                  <a:lnTo>
                    <a:pt x="407" y="12"/>
                  </a:lnTo>
                  <a:lnTo>
                    <a:pt x="395" y="29"/>
                  </a:lnTo>
                  <a:lnTo>
                    <a:pt x="380" y="37"/>
                  </a:lnTo>
                  <a:lnTo>
                    <a:pt x="372" y="58"/>
                  </a:lnTo>
                  <a:lnTo>
                    <a:pt x="355" y="71"/>
                  </a:lnTo>
                  <a:lnTo>
                    <a:pt x="347" y="71"/>
                  </a:lnTo>
                  <a:lnTo>
                    <a:pt x="347" y="66"/>
                  </a:lnTo>
                  <a:lnTo>
                    <a:pt x="349" y="85"/>
                  </a:lnTo>
                  <a:lnTo>
                    <a:pt x="338" y="137"/>
                  </a:lnTo>
                  <a:lnTo>
                    <a:pt x="328" y="167"/>
                  </a:lnTo>
                  <a:lnTo>
                    <a:pt x="316" y="202"/>
                  </a:lnTo>
                  <a:lnTo>
                    <a:pt x="299" y="227"/>
                  </a:lnTo>
                  <a:lnTo>
                    <a:pt x="299" y="256"/>
                  </a:lnTo>
                  <a:lnTo>
                    <a:pt x="293" y="275"/>
                  </a:lnTo>
                  <a:lnTo>
                    <a:pt x="293" y="300"/>
                  </a:lnTo>
                  <a:lnTo>
                    <a:pt x="295" y="321"/>
                  </a:lnTo>
                  <a:lnTo>
                    <a:pt x="295" y="336"/>
                  </a:lnTo>
                  <a:lnTo>
                    <a:pt x="278" y="338"/>
                  </a:lnTo>
                  <a:lnTo>
                    <a:pt x="265" y="348"/>
                  </a:lnTo>
                  <a:lnTo>
                    <a:pt x="265" y="365"/>
                  </a:lnTo>
                  <a:lnTo>
                    <a:pt x="238" y="365"/>
                  </a:lnTo>
                  <a:lnTo>
                    <a:pt x="213" y="379"/>
                  </a:lnTo>
                  <a:lnTo>
                    <a:pt x="199" y="400"/>
                  </a:lnTo>
                  <a:lnTo>
                    <a:pt x="194" y="428"/>
                  </a:lnTo>
                  <a:lnTo>
                    <a:pt x="182" y="450"/>
                  </a:lnTo>
                  <a:lnTo>
                    <a:pt x="163" y="465"/>
                  </a:lnTo>
                  <a:lnTo>
                    <a:pt x="148" y="469"/>
                  </a:lnTo>
                  <a:lnTo>
                    <a:pt x="126" y="474"/>
                  </a:lnTo>
                  <a:lnTo>
                    <a:pt x="111" y="490"/>
                  </a:lnTo>
                  <a:lnTo>
                    <a:pt x="92" y="513"/>
                  </a:lnTo>
                  <a:lnTo>
                    <a:pt x="90" y="536"/>
                  </a:lnTo>
                  <a:lnTo>
                    <a:pt x="90" y="555"/>
                  </a:lnTo>
                  <a:lnTo>
                    <a:pt x="73" y="557"/>
                  </a:lnTo>
                  <a:lnTo>
                    <a:pt x="63" y="576"/>
                  </a:lnTo>
                  <a:lnTo>
                    <a:pt x="44" y="593"/>
                  </a:lnTo>
                  <a:lnTo>
                    <a:pt x="38" y="613"/>
                  </a:lnTo>
                  <a:lnTo>
                    <a:pt x="23" y="613"/>
                  </a:lnTo>
                  <a:lnTo>
                    <a:pt x="11" y="626"/>
                  </a:lnTo>
                  <a:lnTo>
                    <a:pt x="6" y="647"/>
                  </a:lnTo>
                  <a:lnTo>
                    <a:pt x="0" y="663"/>
                  </a:lnTo>
                  <a:lnTo>
                    <a:pt x="0" y="682"/>
                  </a:lnTo>
                  <a:lnTo>
                    <a:pt x="6" y="707"/>
                  </a:lnTo>
                  <a:lnTo>
                    <a:pt x="4" y="722"/>
                  </a:lnTo>
                  <a:lnTo>
                    <a:pt x="6" y="726"/>
                  </a:lnTo>
                  <a:lnTo>
                    <a:pt x="11" y="735"/>
                  </a:lnTo>
                  <a:lnTo>
                    <a:pt x="11" y="757"/>
                  </a:lnTo>
                  <a:lnTo>
                    <a:pt x="36" y="760"/>
                  </a:lnTo>
                  <a:lnTo>
                    <a:pt x="57" y="768"/>
                  </a:lnTo>
                  <a:lnTo>
                    <a:pt x="54" y="783"/>
                  </a:lnTo>
                  <a:lnTo>
                    <a:pt x="38" y="795"/>
                  </a:lnTo>
                  <a:lnTo>
                    <a:pt x="40" y="814"/>
                  </a:lnTo>
                  <a:lnTo>
                    <a:pt x="63" y="814"/>
                  </a:lnTo>
                  <a:lnTo>
                    <a:pt x="75" y="822"/>
                  </a:lnTo>
                  <a:lnTo>
                    <a:pt x="105" y="831"/>
                  </a:lnTo>
                  <a:lnTo>
                    <a:pt x="130" y="853"/>
                  </a:lnTo>
                  <a:lnTo>
                    <a:pt x="144" y="864"/>
                  </a:lnTo>
                  <a:lnTo>
                    <a:pt x="169" y="889"/>
                  </a:lnTo>
                  <a:lnTo>
                    <a:pt x="194" y="899"/>
                  </a:lnTo>
                  <a:lnTo>
                    <a:pt x="228" y="916"/>
                  </a:lnTo>
                  <a:lnTo>
                    <a:pt x="245" y="924"/>
                  </a:lnTo>
                  <a:lnTo>
                    <a:pt x="261" y="941"/>
                  </a:lnTo>
                  <a:lnTo>
                    <a:pt x="272" y="935"/>
                  </a:lnTo>
                  <a:lnTo>
                    <a:pt x="282" y="927"/>
                  </a:lnTo>
                  <a:lnTo>
                    <a:pt x="286" y="908"/>
                  </a:lnTo>
                  <a:lnTo>
                    <a:pt x="295" y="897"/>
                  </a:lnTo>
                  <a:lnTo>
                    <a:pt x="315" y="881"/>
                  </a:lnTo>
                  <a:lnTo>
                    <a:pt x="330" y="866"/>
                  </a:lnTo>
                  <a:lnTo>
                    <a:pt x="345" y="854"/>
                  </a:lnTo>
                  <a:lnTo>
                    <a:pt x="357" y="841"/>
                  </a:lnTo>
                  <a:lnTo>
                    <a:pt x="370" y="83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7" name="Freeform 28">
              <a:extLst>
                <a:ext uri="{FF2B5EF4-FFF2-40B4-BE49-F238E27FC236}">
                  <a16:creationId xmlns:a16="http://schemas.microsoft.com/office/drawing/2014/main" id="{7984AB8F-0921-9702-5DCF-BC36B1F95CBC}"/>
                </a:ext>
              </a:extLst>
            </p:cNvPr>
            <p:cNvSpPr>
              <a:spLocks noChangeAspect="1"/>
            </p:cNvSpPr>
            <p:nvPr/>
          </p:nvSpPr>
          <p:spPr bwMode="auto">
            <a:xfrm>
              <a:off x="3368" y="2290"/>
              <a:ext cx="947" cy="758"/>
            </a:xfrm>
            <a:custGeom>
              <a:avLst/>
              <a:gdLst/>
              <a:ahLst/>
              <a:cxnLst>
                <a:cxn ang="0">
                  <a:pos x="735" y="1003"/>
                </a:cxn>
                <a:cxn ang="0">
                  <a:pos x="785" y="988"/>
                </a:cxn>
                <a:cxn ang="0">
                  <a:pos x="833" y="998"/>
                </a:cxn>
                <a:cxn ang="0">
                  <a:pos x="871" y="994"/>
                </a:cxn>
                <a:cxn ang="0">
                  <a:pos x="919" y="986"/>
                </a:cxn>
                <a:cxn ang="0">
                  <a:pos x="965" y="955"/>
                </a:cxn>
                <a:cxn ang="0">
                  <a:pos x="1002" y="927"/>
                </a:cxn>
                <a:cxn ang="0">
                  <a:pos x="1023" y="877"/>
                </a:cxn>
                <a:cxn ang="0">
                  <a:pos x="1065" y="850"/>
                </a:cxn>
                <a:cxn ang="0">
                  <a:pos x="1069" y="800"/>
                </a:cxn>
                <a:cxn ang="0">
                  <a:pos x="1130" y="765"/>
                </a:cxn>
                <a:cxn ang="0">
                  <a:pos x="1184" y="714"/>
                </a:cxn>
                <a:cxn ang="0">
                  <a:pos x="1188" y="658"/>
                </a:cxn>
                <a:cxn ang="0">
                  <a:pos x="1192" y="598"/>
                </a:cxn>
                <a:cxn ang="0">
                  <a:pos x="1176" y="554"/>
                </a:cxn>
                <a:cxn ang="0">
                  <a:pos x="1205" y="514"/>
                </a:cxn>
                <a:cxn ang="0">
                  <a:pos x="1276" y="512"/>
                </a:cxn>
                <a:cxn ang="0">
                  <a:pos x="1263" y="468"/>
                </a:cxn>
                <a:cxn ang="0">
                  <a:pos x="1253" y="397"/>
                </a:cxn>
                <a:cxn ang="0">
                  <a:pos x="1288" y="345"/>
                </a:cxn>
                <a:cxn ang="0">
                  <a:pos x="1349" y="293"/>
                </a:cxn>
                <a:cxn ang="0">
                  <a:pos x="1305" y="232"/>
                </a:cxn>
                <a:cxn ang="0">
                  <a:pos x="1218" y="222"/>
                </a:cxn>
                <a:cxn ang="0">
                  <a:pos x="1163" y="182"/>
                </a:cxn>
                <a:cxn ang="0">
                  <a:pos x="1117" y="140"/>
                </a:cxn>
                <a:cxn ang="0">
                  <a:pos x="1057" y="113"/>
                </a:cxn>
                <a:cxn ang="0">
                  <a:pos x="1015" y="86"/>
                </a:cxn>
                <a:cxn ang="0">
                  <a:pos x="888" y="53"/>
                </a:cxn>
                <a:cxn ang="0">
                  <a:pos x="810" y="5"/>
                </a:cxn>
                <a:cxn ang="0">
                  <a:pos x="735" y="42"/>
                </a:cxn>
                <a:cxn ang="0">
                  <a:pos x="658" y="90"/>
                </a:cxn>
                <a:cxn ang="0">
                  <a:pos x="618" y="63"/>
                </a:cxn>
                <a:cxn ang="0">
                  <a:pos x="570" y="51"/>
                </a:cxn>
                <a:cxn ang="0">
                  <a:pos x="543" y="94"/>
                </a:cxn>
                <a:cxn ang="0">
                  <a:pos x="503" y="192"/>
                </a:cxn>
                <a:cxn ang="0">
                  <a:pos x="457" y="270"/>
                </a:cxn>
                <a:cxn ang="0">
                  <a:pos x="428" y="347"/>
                </a:cxn>
                <a:cxn ang="0">
                  <a:pos x="434" y="430"/>
                </a:cxn>
                <a:cxn ang="0">
                  <a:pos x="403" y="483"/>
                </a:cxn>
                <a:cxn ang="0">
                  <a:pos x="334" y="483"/>
                </a:cxn>
                <a:cxn ang="0">
                  <a:pos x="223" y="499"/>
                </a:cxn>
                <a:cxn ang="0">
                  <a:pos x="117" y="502"/>
                </a:cxn>
                <a:cxn ang="0">
                  <a:pos x="42" y="568"/>
                </a:cxn>
                <a:cxn ang="0">
                  <a:pos x="0" y="625"/>
                </a:cxn>
                <a:cxn ang="0">
                  <a:pos x="48" y="652"/>
                </a:cxn>
                <a:cxn ang="0">
                  <a:pos x="106" y="666"/>
                </a:cxn>
                <a:cxn ang="0">
                  <a:pos x="167" y="671"/>
                </a:cxn>
                <a:cxn ang="0">
                  <a:pos x="200" y="698"/>
                </a:cxn>
                <a:cxn ang="0">
                  <a:pos x="273" y="704"/>
                </a:cxn>
                <a:cxn ang="0">
                  <a:pos x="351" y="706"/>
                </a:cxn>
                <a:cxn ang="0">
                  <a:pos x="405" y="692"/>
                </a:cxn>
                <a:cxn ang="0">
                  <a:pos x="451" y="742"/>
                </a:cxn>
                <a:cxn ang="0">
                  <a:pos x="449" y="810"/>
                </a:cxn>
                <a:cxn ang="0">
                  <a:pos x="472" y="846"/>
                </a:cxn>
                <a:cxn ang="0">
                  <a:pos x="528" y="871"/>
                </a:cxn>
                <a:cxn ang="0">
                  <a:pos x="505" y="925"/>
                </a:cxn>
                <a:cxn ang="0">
                  <a:pos x="518" y="1007"/>
                </a:cxn>
                <a:cxn ang="0">
                  <a:pos x="524" y="1044"/>
                </a:cxn>
                <a:cxn ang="0">
                  <a:pos x="580" y="1074"/>
                </a:cxn>
                <a:cxn ang="0">
                  <a:pos x="647" y="1044"/>
                </a:cxn>
              </a:cxnLst>
              <a:rect l="0" t="0" r="r" b="b"/>
              <a:pathLst>
                <a:path w="1349" h="1080">
                  <a:moveTo>
                    <a:pt x="698" y="1021"/>
                  </a:moveTo>
                  <a:lnTo>
                    <a:pt x="704" y="1015"/>
                  </a:lnTo>
                  <a:lnTo>
                    <a:pt x="716" y="1011"/>
                  </a:lnTo>
                  <a:lnTo>
                    <a:pt x="723" y="1003"/>
                  </a:lnTo>
                  <a:lnTo>
                    <a:pt x="735" y="1003"/>
                  </a:lnTo>
                  <a:lnTo>
                    <a:pt x="746" y="1003"/>
                  </a:lnTo>
                  <a:lnTo>
                    <a:pt x="760" y="1001"/>
                  </a:lnTo>
                  <a:lnTo>
                    <a:pt x="771" y="998"/>
                  </a:lnTo>
                  <a:lnTo>
                    <a:pt x="779" y="994"/>
                  </a:lnTo>
                  <a:lnTo>
                    <a:pt x="785" y="988"/>
                  </a:lnTo>
                  <a:lnTo>
                    <a:pt x="800" y="988"/>
                  </a:lnTo>
                  <a:lnTo>
                    <a:pt x="810" y="990"/>
                  </a:lnTo>
                  <a:lnTo>
                    <a:pt x="817" y="996"/>
                  </a:lnTo>
                  <a:lnTo>
                    <a:pt x="827" y="998"/>
                  </a:lnTo>
                  <a:lnTo>
                    <a:pt x="833" y="998"/>
                  </a:lnTo>
                  <a:lnTo>
                    <a:pt x="833" y="986"/>
                  </a:lnTo>
                  <a:lnTo>
                    <a:pt x="844" y="986"/>
                  </a:lnTo>
                  <a:lnTo>
                    <a:pt x="854" y="984"/>
                  </a:lnTo>
                  <a:lnTo>
                    <a:pt x="865" y="988"/>
                  </a:lnTo>
                  <a:lnTo>
                    <a:pt x="871" y="994"/>
                  </a:lnTo>
                  <a:lnTo>
                    <a:pt x="883" y="996"/>
                  </a:lnTo>
                  <a:lnTo>
                    <a:pt x="898" y="994"/>
                  </a:lnTo>
                  <a:lnTo>
                    <a:pt x="898" y="986"/>
                  </a:lnTo>
                  <a:lnTo>
                    <a:pt x="910" y="986"/>
                  </a:lnTo>
                  <a:lnTo>
                    <a:pt x="919" y="986"/>
                  </a:lnTo>
                  <a:lnTo>
                    <a:pt x="931" y="978"/>
                  </a:lnTo>
                  <a:lnTo>
                    <a:pt x="944" y="976"/>
                  </a:lnTo>
                  <a:lnTo>
                    <a:pt x="946" y="967"/>
                  </a:lnTo>
                  <a:lnTo>
                    <a:pt x="954" y="963"/>
                  </a:lnTo>
                  <a:lnTo>
                    <a:pt x="965" y="955"/>
                  </a:lnTo>
                  <a:lnTo>
                    <a:pt x="973" y="953"/>
                  </a:lnTo>
                  <a:lnTo>
                    <a:pt x="986" y="953"/>
                  </a:lnTo>
                  <a:lnTo>
                    <a:pt x="998" y="950"/>
                  </a:lnTo>
                  <a:lnTo>
                    <a:pt x="998" y="938"/>
                  </a:lnTo>
                  <a:lnTo>
                    <a:pt x="1002" y="927"/>
                  </a:lnTo>
                  <a:lnTo>
                    <a:pt x="1009" y="921"/>
                  </a:lnTo>
                  <a:lnTo>
                    <a:pt x="1011" y="909"/>
                  </a:lnTo>
                  <a:lnTo>
                    <a:pt x="1015" y="900"/>
                  </a:lnTo>
                  <a:lnTo>
                    <a:pt x="1023" y="894"/>
                  </a:lnTo>
                  <a:lnTo>
                    <a:pt x="1023" y="877"/>
                  </a:lnTo>
                  <a:lnTo>
                    <a:pt x="1030" y="871"/>
                  </a:lnTo>
                  <a:lnTo>
                    <a:pt x="1038" y="863"/>
                  </a:lnTo>
                  <a:lnTo>
                    <a:pt x="1046" y="856"/>
                  </a:lnTo>
                  <a:lnTo>
                    <a:pt x="1055" y="848"/>
                  </a:lnTo>
                  <a:lnTo>
                    <a:pt x="1065" y="850"/>
                  </a:lnTo>
                  <a:lnTo>
                    <a:pt x="1057" y="848"/>
                  </a:lnTo>
                  <a:lnTo>
                    <a:pt x="1059" y="844"/>
                  </a:lnTo>
                  <a:lnTo>
                    <a:pt x="1063" y="829"/>
                  </a:lnTo>
                  <a:lnTo>
                    <a:pt x="1069" y="815"/>
                  </a:lnTo>
                  <a:lnTo>
                    <a:pt x="1069" y="800"/>
                  </a:lnTo>
                  <a:lnTo>
                    <a:pt x="1078" y="790"/>
                  </a:lnTo>
                  <a:lnTo>
                    <a:pt x="1086" y="781"/>
                  </a:lnTo>
                  <a:lnTo>
                    <a:pt x="1103" y="781"/>
                  </a:lnTo>
                  <a:lnTo>
                    <a:pt x="1119" y="777"/>
                  </a:lnTo>
                  <a:lnTo>
                    <a:pt x="1130" y="765"/>
                  </a:lnTo>
                  <a:lnTo>
                    <a:pt x="1142" y="752"/>
                  </a:lnTo>
                  <a:lnTo>
                    <a:pt x="1149" y="740"/>
                  </a:lnTo>
                  <a:lnTo>
                    <a:pt x="1161" y="727"/>
                  </a:lnTo>
                  <a:lnTo>
                    <a:pt x="1178" y="727"/>
                  </a:lnTo>
                  <a:lnTo>
                    <a:pt x="1184" y="714"/>
                  </a:lnTo>
                  <a:lnTo>
                    <a:pt x="1184" y="702"/>
                  </a:lnTo>
                  <a:lnTo>
                    <a:pt x="1197" y="696"/>
                  </a:lnTo>
                  <a:lnTo>
                    <a:pt x="1197" y="679"/>
                  </a:lnTo>
                  <a:lnTo>
                    <a:pt x="1190" y="667"/>
                  </a:lnTo>
                  <a:lnTo>
                    <a:pt x="1188" y="658"/>
                  </a:lnTo>
                  <a:lnTo>
                    <a:pt x="1172" y="646"/>
                  </a:lnTo>
                  <a:lnTo>
                    <a:pt x="1174" y="633"/>
                  </a:lnTo>
                  <a:lnTo>
                    <a:pt x="1182" y="623"/>
                  </a:lnTo>
                  <a:lnTo>
                    <a:pt x="1192" y="620"/>
                  </a:lnTo>
                  <a:lnTo>
                    <a:pt x="1192" y="598"/>
                  </a:lnTo>
                  <a:lnTo>
                    <a:pt x="1180" y="591"/>
                  </a:lnTo>
                  <a:lnTo>
                    <a:pt x="1180" y="579"/>
                  </a:lnTo>
                  <a:lnTo>
                    <a:pt x="1167" y="573"/>
                  </a:lnTo>
                  <a:lnTo>
                    <a:pt x="1167" y="560"/>
                  </a:lnTo>
                  <a:lnTo>
                    <a:pt x="1176" y="554"/>
                  </a:lnTo>
                  <a:lnTo>
                    <a:pt x="1176" y="539"/>
                  </a:lnTo>
                  <a:lnTo>
                    <a:pt x="1188" y="531"/>
                  </a:lnTo>
                  <a:lnTo>
                    <a:pt x="1199" y="531"/>
                  </a:lnTo>
                  <a:lnTo>
                    <a:pt x="1199" y="520"/>
                  </a:lnTo>
                  <a:lnTo>
                    <a:pt x="1205" y="514"/>
                  </a:lnTo>
                  <a:lnTo>
                    <a:pt x="1226" y="514"/>
                  </a:lnTo>
                  <a:lnTo>
                    <a:pt x="1249" y="516"/>
                  </a:lnTo>
                  <a:lnTo>
                    <a:pt x="1268" y="510"/>
                  </a:lnTo>
                  <a:lnTo>
                    <a:pt x="1282" y="514"/>
                  </a:lnTo>
                  <a:lnTo>
                    <a:pt x="1276" y="512"/>
                  </a:lnTo>
                  <a:lnTo>
                    <a:pt x="1282" y="508"/>
                  </a:lnTo>
                  <a:lnTo>
                    <a:pt x="1284" y="497"/>
                  </a:lnTo>
                  <a:lnTo>
                    <a:pt x="1282" y="481"/>
                  </a:lnTo>
                  <a:lnTo>
                    <a:pt x="1270" y="479"/>
                  </a:lnTo>
                  <a:lnTo>
                    <a:pt x="1263" y="468"/>
                  </a:lnTo>
                  <a:lnTo>
                    <a:pt x="1263" y="454"/>
                  </a:lnTo>
                  <a:lnTo>
                    <a:pt x="1245" y="449"/>
                  </a:lnTo>
                  <a:lnTo>
                    <a:pt x="1243" y="430"/>
                  </a:lnTo>
                  <a:lnTo>
                    <a:pt x="1245" y="412"/>
                  </a:lnTo>
                  <a:lnTo>
                    <a:pt x="1253" y="397"/>
                  </a:lnTo>
                  <a:lnTo>
                    <a:pt x="1253" y="385"/>
                  </a:lnTo>
                  <a:lnTo>
                    <a:pt x="1266" y="387"/>
                  </a:lnTo>
                  <a:lnTo>
                    <a:pt x="1289" y="387"/>
                  </a:lnTo>
                  <a:lnTo>
                    <a:pt x="1286" y="372"/>
                  </a:lnTo>
                  <a:lnTo>
                    <a:pt x="1288" y="345"/>
                  </a:lnTo>
                  <a:lnTo>
                    <a:pt x="1307" y="345"/>
                  </a:lnTo>
                  <a:lnTo>
                    <a:pt x="1316" y="328"/>
                  </a:lnTo>
                  <a:lnTo>
                    <a:pt x="1322" y="316"/>
                  </a:lnTo>
                  <a:lnTo>
                    <a:pt x="1335" y="305"/>
                  </a:lnTo>
                  <a:lnTo>
                    <a:pt x="1349" y="293"/>
                  </a:lnTo>
                  <a:lnTo>
                    <a:pt x="1349" y="272"/>
                  </a:lnTo>
                  <a:lnTo>
                    <a:pt x="1339" y="268"/>
                  </a:lnTo>
                  <a:lnTo>
                    <a:pt x="1320" y="259"/>
                  </a:lnTo>
                  <a:lnTo>
                    <a:pt x="1305" y="243"/>
                  </a:lnTo>
                  <a:lnTo>
                    <a:pt x="1305" y="232"/>
                  </a:lnTo>
                  <a:lnTo>
                    <a:pt x="1282" y="232"/>
                  </a:lnTo>
                  <a:lnTo>
                    <a:pt x="1261" y="236"/>
                  </a:lnTo>
                  <a:lnTo>
                    <a:pt x="1249" y="226"/>
                  </a:lnTo>
                  <a:lnTo>
                    <a:pt x="1236" y="216"/>
                  </a:lnTo>
                  <a:lnTo>
                    <a:pt x="1218" y="222"/>
                  </a:lnTo>
                  <a:lnTo>
                    <a:pt x="1199" y="222"/>
                  </a:lnTo>
                  <a:lnTo>
                    <a:pt x="1186" y="222"/>
                  </a:lnTo>
                  <a:lnTo>
                    <a:pt x="1182" y="209"/>
                  </a:lnTo>
                  <a:lnTo>
                    <a:pt x="1176" y="193"/>
                  </a:lnTo>
                  <a:lnTo>
                    <a:pt x="1163" y="182"/>
                  </a:lnTo>
                  <a:lnTo>
                    <a:pt x="1159" y="167"/>
                  </a:lnTo>
                  <a:lnTo>
                    <a:pt x="1147" y="161"/>
                  </a:lnTo>
                  <a:lnTo>
                    <a:pt x="1146" y="151"/>
                  </a:lnTo>
                  <a:lnTo>
                    <a:pt x="1132" y="138"/>
                  </a:lnTo>
                  <a:lnTo>
                    <a:pt x="1117" y="140"/>
                  </a:lnTo>
                  <a:lnTo>
                    <a:pt x="1103" y="142"/>
                  </a:lnTo>
                  <a:lnTo>
                    <a:pt x="1088" y="130"/>
                  </a:lnTo>
                  <a:lnTo>
                    <a:pt x="1076" y="132"/>
                  </a:lnTo>
                  <a:lnTo>
                    <a:pt x="1063" y="126"/>
                  </a:lnTo>
                  <a:lnTo>
                    <a:pt x="1057" y="113"/>
                  </a:lnTo>
                  <a:lnTo>
                    <a:pt x="1048" y="111"/>
                  </a:lnTo>
                  <a:lnTo>
                    <a:pt x="1048" y="101"/>
                  </a:lnTo>
                  <a:lnTo>
                    <a:pt x="1038" y="96"/>
                  </a:lnTo>
                  <a:lnTo>
                    <a:pt x="1027" y="94"/>
                  </a:lnTo>
                  <a:lnTo>
                    <a:pt x="1015" y="86"/>
                  </a:lnTo>
                  <a:lnTo>
                    <a:pt x="1007" y="78"/>
                  </a:lnTo>
                  <a:lnTo>
                    <a:pt x="1007" y="69"/>
                  </a:lnTo>
                  <a:lnTo>
                    <a:pt x="981" y="69"/>
                  </a:lnTo>
                  <a:lnTo>
                    <a:pt x="890" y="69"/>
                  </a:lnTo>
                  <a:lnTo>
                    <a:pt x="888" y="53"/>
                  </a:lnTo>
                  <a:lnTo>
                    <a:pt x="890" y="32"/>
                  </a:lnTo>
                  <a:lnTo>
                    <a:pt x="898" y="17"/>
                  </a:lnTo>
                  <a:lnTo>
                    <a:pt x="902" y="5"/>
                  </a:lnTo>
                  <a:lnTo>
                    <a:pt x="823" y="0"/>
                  </a:lnTo>
                  <a:lnTo>
                    <a:pt x="810" y="5"/>
                  </a:lnTo>
                  <a:lnTo>
                    <a:pt x="796" y="5"/>
                  </a:lnTo>
                  <a:lnTo>
                    <a:pt x="785" y="15"/>
                  </a:lnTo>
                  <a:lnTo>
                    <a:pt x="783" y="25"/>
                  </a:lnTo>
                  <a:lnTo>
                    <a:pt x="760" y="38"/>
                  </a:lnTo>
                  <a:lnTo>
                    <a:pt x="735" y="42"/>
                  </a:lnTo>
                  <a:lnTo>
                    <a:pt x="727" y="51"/>
                  </a:lnTo>
                  <a:lnTo>
                    <a:pt x="708" y="57"/>
                  </a:lnTo>
                  <a:lnTo>
                    <a:pt x="695" y="76"/>
                  </a:lnTo>
                  <a:lnTo>
                    <a:pt x="674" y="82"/>
                  </a:lnTo>
                  <a:lnTo>
                    <a:pt x="658" y="90"/>
                  </a:lnTo>
                  <a:lnTo>
                    <a:pt x="639" y="94"/>
                  </a:lnTo>
                  <a:lnTo>
                    <a:pt x="624" y="94"/>
                  </a:lnTo>
                  <a:lnTo>
                    <a:pt x="616" y="80"/>
                  </a:lnTo>
                  <a:lnTo>
                    <a:pt x="616" y="63"/>
                  </a:lnTo>
                  <a:lnTo>
                    <a:pt x="618" y="63"/>
                  </a:lnTo>
                  <a:lnTo>
                    <a:pt x="604" y="61"/>
                  </a:lnTo>
                  <a:lnTo>
                    <a:pt x="591" y="51"/>
                  </a:lnTo>
                  <a:lnTo>
                    <a:pt x="585" y="44"/>
                  </a:lnTo>
                  <a:lnTo>
                    <a:pt x="576" y="36"/>
                  </a:lnTo>
                  <a:lnTo>
                    <a:pt x="570" y="51"/>
                  </a:lnTo>
                  <a:lnTo>
                    <a:pt x="566" y="69"/>
                  </a:lnTo>
                  <a:lnTo>
                    <a:pt x="549" y="71"/>
                  </a:lnTo>
                  <a:lnTo>
                    <a:pt x="533" y="69"/>
                  </a:lnTo>
                  <a:lnTo>
                    <a:pt x="532" y="82"/>
                  </a:lnTo>
                  <a:lnTo>
                    <a:pt x="543" y="94"/>
                  </a:lnTo>
                  <a:lnTo>
                    <a:pt x="535" y="107"/>
                  </a:lnTo>
                  <a:lnTo>
                    <a:pt x="532" y="159"/>
                  </a:lnTo>
                  <a:lnTo>
                    <a:pt x="541" y="172"/>
                  </a:lnTo>
                  <a:lnTo>
                    <a:pt x="522" y="186"/>
                  </a:lnTo>
                  <a:lnTo>
                    <a:pt x="503" y="192"/>
                  </a:lnTo>
                  <a:lnTo>
                    <a:pt x="487" y="207"/>
                  </a:lnTo>
                  <a:lnTo>
                    <a:pt x="468" y="209"/>
                  </a:lnTo>
                  <a:lnTo>
                    <a:pt x="455" y="232"/>
                  </a:lnTo>
                  <a:lnTo>
                    <a:pt x="451" y="251"/>
                  </a:lnTo>
                  <a:lnTo>
                    <a:pt x="457" y="270"/>
                  </a:lnTo>
                  <a:lnTo>
                    <a:pt x="464" y="287"/>
                  </a:lnTo>
                  <a:lnTo>
                    <a:pt x="464" y="307"/>
                  </a:lnTo>
                  <a:lnTo>
                    <a:pt x="457" y="324"/>
                  </a:lnTo>
                  <a:lnTo>
                    <a:pt x="438" y="334"/>
                  </a:lnTo>
                  <a:lnTo>
                    <a:pt x="428" y="347"/>
                  </a:lnTo>
                  <a:lnTo>
                    <a:pt x="428" y="370"/>
                  </a:lnTo>
                  <a:lnTo>
                    <a:pt x="445" y="382"/>
                  </a:lnTo>
                  <a:lnTo>
                    <a:pt x="453" y="395"/>
                  </a:lnTo>
                  <a:lnTo>
                    <a:pt x="438" y="414"/>
                  </a:lnTo>
                  <a:lnTo>
                    <a:pt x="434" y="430"/>
                  </a:lnTo>
                  <a:lnTo>
                    <a:pt x="445" y="439"/>
                  </a:lnTo>
                  <a:lnTo>
                    <a:pt x="447" y="453"/>
                  </a:lnTo>
                  <a:lnTo>
                    <a:pt x="436" y="462"/>
                  </a:lnTo>
                  <a:lnTo>
                    <a:pt x="416" y="474"/>
                  </a:lnTo>
                  <a:lnTo>
                    <a:pt x="403" y="483"/>
                  </a:lnTo>
                  <a:lnTo>
                    <a:pt x="384" y="483"/>
                  </a:lnTo>
                  <a:lnTo>
                    <a:pt x="378" y="499"/>
                  </a:lnTo>
                  <a:lnTo>
                    <a:pt x="359" y="499"/>
                  </a:lnTo>
                  <a:lnTo>
                    <a:pt x="347" y="491"/>
                  </a:lnTo>
                  <a:lnTo>
                    <a:pt x="334" y="483"/>
                  </a:lnTo>
                  <a:lnTo>
                    <a:pt x="299" y="483"/>
                  </a:lnTo>
                  <a:lnTo>
                    <a:pt x="274" y="483"/>
                  </a:lnTo>
                  <a:lnTo>
                    <a:pt x="261" y="479"/>
                  </a:lnTo>
                  <a:lnTo>
                    <a:pt x="242" y="489"/>
                  </a:lnTo>
                  <a:lnTo>
                    <a:pt x="223" y="499"/>
                  </a:lnTo>
                  <a:lnTo>
                    <a:pt x="202" y="501"/>
                  </a:lnTo>
                  <a:lnTo>
                    <a:pt x="184" y="497"/>
                  </a:lnTo>
                  <a:lnTo>
                    <a:pt x="159" y="501"/>
                  </a:lnTo>
                  <a:lnTo>
                    <a:pt x="140" y="501"/>
                  </a:lnTo>
                  <a:lnTo>
                    <a:pt x="117" y="502"/>
                  </a:lnTo>
                  <a:lnTo>
                    <a:pt x="104" y="512"/>
                  </a:lnTo>
                  <a:lnTo>
                    <a:pt x="92" y="525"/>
                  </a:lnTo>
                  <a:lnTo>
                    <a:pt x="77" y="537"/>
                  </a:lnTo>
                  <a:lnTo>
                    <a:pt x="62" y="552"/>
                  </a:lnTo>
                  <a:lnTo>
                    <a:pt x="42" y="568"/>
                  </a:lnTo>
                  <a:lnTo>
                    <a:pt x="33" y="579"/>
                  </a:lnTo>
                  <a:lnTo>
                    <a:pt x="29" y="598"/>
                  </a:lnTo>
                  <a:lnTo>
                    <a:pt x="19" y="606"/>
                  </a:lnTo>
                  <a:lnTo>
                    <a:pt x="8" y="612"/>
                  </a:lnTo>
                  <a:lnTo>
                    <a:pt x="0" y="625"/>
                  </a:lnTo>
                  <a:lnTo>
                    <a:pt x="0" y="644"/>
                  </a:lnTo>
                  <a:lnTo>
                    <a:pt x="2" y="666"/>
                  </a:lnTo>
                  <a:lnTo>
                    <a:pt x="14" y="662"/>
                  </a:lnTo>
                  <a:lnTo>
                    <a:pt x="33" y="654"/>
                  </a:lnTo>
                  <a:lnTo>
                    <a:pt x="48" y="652"/>
                  </a:lnTo>
                  <a:lnTo>
                    <a:pt x="52" y="652"/>
                  </a:lnTo>
                  <a:lnTo>
                    <a:pt x="63" y="656"/>
                  </a:lnTo>
                  <a:lnTo>
                    <a:pt x="81" y="662"/>
                  </a:lnTo>
                  <a:lnTo>
                    <a:pt x="98" y="658"/>
                  </a:lnTo>
                  <a:lnTo>
                    <a:pt x="106" y="666"/>
                  </a:lnTo>
                  <a:lnTo>
                    <a:pt x="117" y="669"/>
                  </a:lnTo>
                  <a:lnTo>
                    <a:pt x="134" y="669"/>
                  </a:lnTo>
                  <a:lnTo>
                    <a:pt x="142" y="666"/>
                  </a:lnTo>
                  <a:lnTo>
                    <a:pt x="152" y="662"/>
                  </a:lnTo>
                  <a:lnTo>
                    <a:pt x="167" y="671"/>
                  </a:lnTo>
                  <a:lnTo>
                    <a:pt x="175" y="666"/>
                  </a:lnTo>
                  <a:lnTo>
                    <a:pt x="190" y="673"/>
                  </a:lnTo>
                  <a:lnTo>
                    <a:pt x="202" y="677"/>
                  </a:lnTo>
                  <a:lnTo>
                    <a:pt x="202" y="689"/>
                  </a:lnTo>
                  <a:lnTo>
                    <a:pt x="200" y="698"/>
                  </a:lnTo>
                  <a:lnTo>
                    <a:pt x="205" y="712"/>
                  </a:lnTo>
                  <a:lnTo>
                    <a:pt x="225" y="715"/>
                  </a:lnTo>
                  <a:lnTo>
                    <a:pt x="244" y="712"/>
                  </a:lnTo>
                  <a:lnTo>
                    <a:pt x="257" y="708"/>
                  </a:lnTo>
                  <a:lnTo>
                    <a:pt x="273" y="704"/>
                  </a:lnTo>
                  <a:lnTo>
                    <a:pt x="286" y="702"/>
                  </a:lnTo>
                  <a:lnTo>
                    <a:pt x="301" y="708"/>
                  </a:lnTo>
                  <a:lnTo>
                    <a:pt x="319" y="712"/>
                  </a:lnTo>
                  <a:lnTo>
                    <a:pt x="336" y="706"/>
                  </a:lnTo>
                  <a:lnTo>
                    <a:pt x="351" y="706"/>
                  </a:lnTo>
                  <a:lnTo>
                    <a:pt x="361" y="706"/>
                  </a:lnTo>
                  <a:lnTo>
                    <a:pt x="374" y="706"/>
                  </a:lnTo>
                  <a:lnTo>
                    <a:pt x="380" y="698"/>
                  </a:lnTo>
                  <a:lnTo>
                    <a:pt x="392" y="692"/>
                  </a:lnTo>
                  <a:lnTo>
                    <a:pt x="405" y="692"/>
                  </a:lnTo>
                  <a:lnTo>
                    <a:pt x="413" y="698"/>
                  </a:lnTo>
                  <a:lnTo>
                    <a:pt x="424" y="710"/>
                  </a:lnTo>
                  <a:lnTo>
                    <a:pt x="439" y="714"/>
                  </a:lnTo>
                  <a:lnTo>
                    <a:pt x="439" y="727"/>
                  </a:lnTo>
                  <a:lnTo>
                    <a:pt x="451" y="742"/>
                  </a:lnTo>
                  <a:lnTo>
                    <a:pt x="459" y="752"/>
                  </a:lnTo>
                  <a:lnTo>
                    <a:pt x="466" y="765"/>
                  </a:lnTo>
                  <a:lnTo>
                    <a:pt x="468" y="779"/>
                  </a:lnTo>
                  <a:lnTo>
                    <a:pt x="459" y="794"/>
                  </a:lnTo>
                  <a:lnTo>
                    <a:pt x="449" y="810"/>
                  </a:lnTo>
                  <a:lnTo>
                    <a:pt x="449" y="819"/>
                  </a:lnTo>
                  <a:lnTo>
                    <a:pt x="455" y="821"/>
                  </a:lnTo>
                  <a:lnTo>
                    <a:pt x="468" y="831"/>
                  </a:lnTo>
                  <a:lnTo>
                    <a:pt x="464" y="840"/>
                  </a:lnTo>
                  <a:lnTo>
                    <a:pt x="472" y="846"/>
                  </a:lnTo>
                  <a:lnTo>
                    <a:pt x="478" y="856"/>
                  </a:lnTo>
                  <a:lnTo>
                    <a:pt x="486" y="865"/>
                  </a:lnTo>
                  <a:lnTo>
                    <a:pt x="497" y="865"/>
                  </a:lnTo>
                  <a:lnTo>
                    <a:pt x="512" y="861"/>
                  </a:lnTo>
                  <a:lnTo>
                    <a:pt x="528" y="871"/>
                  </a:lnTo>
                  <a:lnTo>
                    <a:pt x="528" y="884"/>
                  </a:lnTo>
                  <a:lnTo>
                    <a:pt x="528" y="894"/>
                  </a:lnTo>
                  <a:lnTo>
                    <a:pt x="514" y="894"/>
                  </a:lnTo>
                  <a:lnTo>
                    <a:pt x="503" y="904"/>
                  </a:lnTo>
                  <a:lnTo>
                    <a:pt x="505" y="925"/>
                  </a:lnTo>
                  <a:lnTo>
                    <a:pt x="503" y="953"/>
                  </a:lnTo>
                  <a:lnTo>
                    <a:pt x="503" y="967"/>
                  </a:lnTo>
                  <a:lnTo>
                    <a:pt x="509" y="978"/>
                  </a:lnTo>
                  <a:lnTo>
                    <a:pt x="509" y="992"/>
                  </a:lnTo>
                  <a:lnTo>
                    <a:pt x="518" y="1007"/>
                  </a:lnTo>
                  <a:lnTo>
                    <a:pt x="532" y="1015"/>
                  </a:lnTo>
                  <a:lnTo>
                    <a:pt x="535" y="1024"/>
                  </a:lnTo>
                  <a:lnTo>
                    <a:pt x="520" y="1032"/>
                  </a:lnTo>
                  <a:lnTo>
                    <a:pt x="514" y="1032"/>
                  </a:lnTo>
                  <a:lnTo>
                    <a:pt x="524" y="1044"/>
                  </a:lnTo>
                  <a:lnTo>
                    <a:pt x="524" y="1067"/>
                  </a:lnTo>
                  <a:lnTo>
                    <a:pt x="535" y="1071"/>
                  </a:lnTo>
                  <a:lnTo>
                    <a:pt x="549" y="1067"/>
                  </a:lnTo>
                  <a:lnTo>
                    <a:pt x="568" y="1080"/>
                  </a:lnTo>
                  <a:lnTo>
                    <a:pt x="580" y="1074"/>
                  </a:lnTo>
                  <a:lnTo>
                    <a:pt x="593" y="1069"/>
                  </a:lnTo>
                  <a:lnTo>
                    <a:pt x="601" y="1057"/>
                  </a:lnTo>
                  <a:lnTo>
                    <a:pt x="603" y="1044"/>
                  </a:lnTo>
                  <a:lnTo>
                    <a:pt x="633" y="1044"/>
                  </a:lnTo>
                  <a:lnTo>
                    <a:pt x="647" y="1044"/>
                  </a:lnTo>
                  <a:lnTo>
                    <a:pt x="656" y="1032"/>
                  </a:lnTo>
                  <a:lnTo>
                    <a:pt x="672" y="1024"/>
                  </a:lnTo>
                  <a:lnTo>
                    <a:pt x="687" y="1021"/>
                  </a:lnTo>
                  <a:lnTo>
                    <a:pt x="698" y="102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8" name="Freeform 29">
              <a:extLst>
                <a:ext uri="{FF2B5EF4-FFF2-40B4-BE49-F238E27FC236}">
                  <a16:creationId xmlns:a16="http://schemas.microsoft.com/office/drawing/2014/main" id="{7DF144D4-BC34-CCCE-9348-04651474D549}"/>
                </a:ext>
              </a:extLst>
            </p:cNvPr>
            <p:cNvSpPr>
              <a:spLocks noChangeAspect="1"/>
            </p:cNvSpPr>
            <p:nvPr/>
          </p:nvSpPr>
          <p:spPr bwMode="auto">
            <a:xfrm>
              <a:off x="3181" y="2748"/>
              <a:ext cx="721" cy="488"/>
            </a:xfrm>
            <a:custGeom>
              <a:avLst/>
              <a:gdLst/>
              <a:ahLst/>
              <a:cxnLst>
                <a:cxn ang="0">
                  <a:pos x="164" y="156"/>
                </a:cxn>
                <a:cxn ang="0">
                  <a:pos x="133" y="209"/>
                </a:cxn>
                <a:cxn ang="0">
                  <a:pos x="75" y="275"/>
                </a:cxn>
                <a:cxn ang="0">
                  <a:pos x="0" y="326"/>
                </a:cxn>
                <a:cxn ang="0">
                  <a:pos x="29" y="321"/>
                </a:cxn>
                <a:cxn ang="0">
                  <a:pos x="102" y="323"/>
                </a:cxn>
                <a:cxn ang="0">
                  <a:pos x="137" y="328"/>
                </a:cxn>
                <a:cxn ang="0">
                  <a:pos x="198" y="334"/>
                </a:cxn>
                <a:cxn ang="0">
                  <a:pos x="261" y="374"/>
                </a:cxn>
                <a:cxn ang="0">
                  <a:pos x="325" y="388"/>
                </a:cxn>
                <a:cxn ang="0">
                  <a:pos x="384" y="415"/>
                </a:cxn>
                <a:cxn ang="0">
                  <a:pos x="403" y="476"/>
                </a:cxn>
                <a:cxn ang="0">
                  <a:pos x="401" y="536"/>
                </a:cxn>
                <a:cxn ang="0">
                  <a:pos x="424" y="541"/>
                </a:cxn>
                <a:cxn ang="0">
                  <a:pos x="430" y="591"/>
                </a:cxn>
                <a:cxn ang="0">
                  <a:pos x="476" y="609"/>
                </a:cxn>
                <a:cxn ang="0">
                  <a:pos x="517" y="635"/>
                </a:cxn>
                <a:cxn ang="0">
                  <a:pos x="555" y="676"/>
                </a:cxn>
                <a:cxn ang="0">
                  <a:pos x="576" y="676"/>
                </a:cxn>
                <a:cxn ang="0">
                  <a:pos x="616" y="637"/>
                </a:cxn>
                <a:cxn ang="0">
                  <a:pos x="676" y="612"/>
                </a:cxn>
                <a:cxn ang="0">
                  <a:pos x="720" y="568"/>
                </a:cxn>
                <a:cxn ang="0">
                  <a:pos x="787" y="545"/>
                </a:cxn>
                <a:cxn ang="0">
                  <a:pos x="835" y="522"/>
                </a:cxn>
                <a:cxn ang="0">
                  <a:pos x="883" y="532"/>
                </a:cxn>
                <a:cxn ang="0">
                  <a:pos x="898" y="513"/>
                </a:cxn>
                <a:cxn ang="0">
                  <a:pos x="925" y="490"/>
                </a:cxn>
                <a:cxn ang="0">
                  <a:pos x="971" y="488"/>
                </a:cxn>
                <a:cxn ang="0">
                  <a:pos x="992" y="447"/>
                </a:cxn>
                <a:cxn ang="0">
                  <a:pos x="1025" y="411"/>
                </a:cxn>
                <a:cxn ang="0">
                  <a:pos x="973" y="390"/>
                </a:cxn>
                <a:cxn ang="0">
                  <a:pos x="939" y="372"/>
                </a:cxn>
                <a:cxn ang="0">
                  <a:pos x="870" y="392"/>
                </a:cxn>
                <a:cxn ang="0">
                  <a:pos x="835" y="428"/>
                </a:cxn>
                <a:cxn ang="0">
                  <a:pos x="791" y="392"/>
                </a:cxn>
                <a:cxn ang="0">
                  <a:pos x="799" y="363"/>
                </a:cxn>
                <a:cxn ang="0">
                  <a:pos x="770" y="315"/>
                </a:cxn>
                <a:cxn ang="0">
                  <a:pos x="781" y="242"/>
                </a:cxn>
                <a:cxn ang="0">
                  <a:pos x="779" y="209"/>
                </a:cxn>
                <a:cxn ang="0">
                  <a:pos x="739" y="194"/>
                </a:cxn>
                <a:cxn ang="0">
                  <a:pos x="716" y="167"/>
                </a:cxn>
                <a:cxn ang="0">
                  <a:pos x="733" y="113"/>
                </a:cxn>
                <a:cxn ang="0">
                  <a:pos x="706" y="62"/>
                </a:cxn>
                <a:cxn ang="0">
                  <a:pos x="659" y="40"/>
                </a:cxn>
                <a:cxn ang="0">
                  <a:pos x="618" y="54"/>
                </a:cxn>
                <a:cxn ang="0">
                  <a:pos x="553" y="50"/>
                </a:cxn>
                <a:cxn ang="0">
                  <a:pos x="492" y="63"/>
                </a:cxn>
                <a:cxn ang="0">
                  <a:pos x="469" y="25"/>
                </a:cxn>
                <a:cxn ang="0">
                  <a:pos x="419" y="10"/>
                </a:cxn>
                <a:cxn ang="0">
                  <a:pos x="373" y="14"/>
                </a:cxn>
                <a:cxn ang="0">
                  <a:pos x="319" y="0"/>
                </a:cxn>
                <a:cxn ang="0">
                  <a:pos x="267" y="14"/>
                </a:cxn>
                <a:cxn ang="0">
                  <a:pos x="231" y="50"/>
                </a:cxn>
                <a:cxn ang="0">
                  <a:pos x="211" y="96"/>
                </a:cxn>
              </a:cxnLst>
              <a:rect l="0" t="0" r="r" b="b"/>
              <a:pathLst>
                <a:path w="1027" h="695">
                  <a:moveTo>
                    <a:pt x="192" y="115"/>
                  </a:moveTo>
                  <a:lnTo>
                    <a:pt x="177" y="127"/>
                  </a:lnTo>
                  <a:lnTo>
                    <a:pt x="171" y="142"/>
                  </a:lnTo>
                  <a:lnTo>
                    <a:pt x="164" y="156"/>
                  </a:lnTo>
                  <a:lnTo>
                    <a:pt x="156" y="158"/>
                  </a:lnTo>
                  <a:lnTo>
                    <a:pt x="156" y="175"/>
                  </a:lnTo>
                  <a:lnTo>
                    <a:pt x="146" y="192"/>
                  </a:lnTo>
                  <a:lnTo>
                    <a:pt x="133" y="209"/>
                  </a:lnTo>
                  <a:lnTo>
                    <a:pt x="117" y="225"/>
                  </a:lnTo>
                  <a:lnTo>
                    <a:pt x="108" y="242"/>
                  </a:lnTo>
                  <a:lnTo>
                    <a:pt x="94" y="259"/>
                  </a:lnTo>
                  <a:lnTo>
                    <a:pt x="75" y="275"/>
                  </a:lnTo>
                  <a:lnTo>
                    <a:pt x="58" y="292"/>
                  </a:lnTo>
                  <a:lnTo>
                    <a:pt x="35" y="300"/>
                  </a:lnTo>
                  <a:lnTo>
                    <a:pt x="22" y="315"/>
                  </a:lnTo>
                  <a:lnTo>
                    <a:pt x="0" y="326"/>
                  </a:lnTo>
                  <a:lnTo>
                    <a:pt x="0" y="330"/>
                  </a:lnTo>
                  <a:lnTo>
                    <a:pt x="0" y="330"/>
                  </a:lnTo>
                  <a:lnTo>
                    <a:pt x="14" y="323"/>
                  </a:lnTo>
                  <a:lnTo>
                    <a:pt x="29" y="321"/>
                  </a:lnTo>
                  <a:lnTo>
                    <a:pt x="54" y="324"/>
                  </a:lnTo>
                  <a:lnTo>
                    <a:pt x="73" y="324"/>
                  </a:lnTo>
                  <a:lnTo>
                    <a:pt x="89" y="326"/>
                  </a:lnTo>
                  <a:lnTo>
                    <a:pt x="102" y="323"/>
                  </a:lnTo>
                  <a:lnTo>
                    <a:pt x="112" y="313"/>
                  </a:lnTo>
                  <a:lnTo>
                    <a:pt x="123" y="315"/>
                  </a:lnTo>
                  <a:lnTo>
                    <a:pt x="131" y="321"/>
                  </a:lnTo>
                  <a:lnTo>
                    <a:pt x="137" y="328"/>
                  </a:lnTo>
                  <a:lnTo>
                    <a:pt x="148" y="326"/>
                  </a:lnTo>
                  <a:lnTo>
                    <a:pt x="165" y="328"/>
                  </a:lnTo>
                  <a:lnTo>
                    <a:pt x="181" y="334"/>
                  </a:lnTo>
                  <a:lnTo>
                    <a:pt x="198" y="334"/>
                  </a:lnTo>
                  <a:lnTo>
                    <a:pt x="215" y="340"/>
                  </a:lnTo>
                  <a:lnTo>
                    <a:pt x="235" y="351"/>
                  </a:lnTo>
                  <a:lnTo>
                    <a:pt x="246" y="361"/>
                  </a:lnTo>
                  <a:lnTo>
                    <a:pt x="261" y="374"/>
                  </a:lnTo>
                  <a:lnTo>
                    <a:pt x="271" y="380"/>
                  </a:lnTo>
                  <a:lnTo>
                    <a:pt x="284" y="388"/>
                  </a:lnTo>
                  <a:lnTo>
                    <a:pt x="311" y="390"/>
                  </a:lnTo>
                  <a:lnTo>
                    <a:pt x="325" y="388"/>
                  </a:lnTo>
                  <a:lnTo>
                    <a:pt x="342" y="388"/>
                  </a:lnTo>
                  <a:lnTo>
                    <a:pt x="365" y="390"/>
                  </a:lnTo>
                  <a:lnTo>
                    <a:pt x="378" y="403"/>
                  </a:lnTo>
                  <a:lnTo>
                    <a:pt x="384" y="415"/>
                  </a:lnTo>
                  <a:lnTo>
                    <a:pt x="394" y="430"/>
                  </a:lnTo>
                  <a:lnTo>
                    <a:pt x="403" y="443"/>
                  </a:lnTo>
                  <a:lnTo>
                    <a:pt x="403" y="457"/>
                  </a:lnTo>
                  <a:lnTo>
                    <a:pt x="403" y="476"/>
                  </a:lnTo>
                  <a:lnTo>
                    <a:pt x="400" y="493"/>
                  </a:lnTo>
                  <a:lnTo>
                    <a:pt x="401" y="513"/>
                  </a:lnTo>
                  <a:lnTo>
                    <a:pt x="401" y="528"/>
                  </a:lnTo>
                  <a:lnTo>
                    <a:pt x="401" y="536"/>
                  </a:lnTo>
                  <a:lnTo>
                    <a:pt x="413" y="538"/>
                  </a:lnTo>
                  <a:lnTo>
                    <a:pt x="415" y="538"/>
                  </a:lnTo>
                  <a:lnTo>
                    <a:pt x="419" y="539"/>
                  </a:lnTo>
                  <a:lnTo>
                    <a:pt x="424" y="541"/>
                  </a:lnTo>
                  <a:lnTo>
                    <a:pt x="426" y="545"/>
                  </a:lnTo>
                  <a:lnTo>
                    <a:pt x="428" y="557"/>
                  </a:lnTo>
                  <a:lnTo>
                    <a:pt x="428" y="566"/>
                  </a:lnTo>
                  <a:lnTo>
                    <a:pt x="430" y="591"/>
                  </a:lnTo>
                  <a:lnTo>
                    <a:pt x="436" y="603"/>
                  </a:lnTo>
                  <a:lnTo>
                    <a:pt x="447" y="605"/>
                  </a:lnTo>
                  <a:lnTo>
                    <a:pt x="459" y="607"/>
                  </a:lnTo>
                  <a:lnTo>
                    <a:pt x="476" y="609"/>
                  </a:lnTo>
                  <a:lnTo>
                    <a:pt x="497" y="609"/>
                  </a:lnTo>
                  <a:lnTo>
                    <a:pt x="515" y="609"/>
                  </a:lnTo>
                  <a:lnTo>
                    <a:pt x="526" y="626"/>
                  </a:lnTo>
                  <a:lnTo>
                    <a:pt x="517" y="635"/>
                  </a:lnTo>
                  <a:lnTo>
                    <a:pt x="515" y="651"/>
                  </a:lnTo>
                  <a:lnTo>
                    <a:pt x="530" y="660"/>
                  </a:lnTo>
                  <a:lnTo>
                    <a:pt x="545" y="658"/>
                  </a:lnTo>
                  <a:lnTo>
                    <a:pt x="555" y="676"/>
                  </a:lnTo>
                  <a:lnTo>
                    <a:pt x="563" y="683"/>
                  </a:lnTo>
                  <a:lnTo>
                    <a:pt x="561" y="695"/>
                  </a:lnTo>
                  <a:lnTo>
                    <a:pt x="570" y="685"/>
                  </a:lnTo>
                  <a:lnTo>
                    <a:pt x="576" y="676"/>
                  </a:lnTo>
                  <a:lnTo>
                    <a:pt x="574" y="662"/>
                  </a:lnTo>
                  <a:lnTo>
                    <a:pt x="586" y="655"/>
                  </a:lnTo>
                  <a:lnTo>
                    <a:pt x="603" y="651"/>
                  </a:lnTo>
                  <a:lnTo>
                    <a:pt x="616" y="637"/>
                  </a:lnTo>
                  <a:lnTo>
                    <a:pt x="628" y="630"/>
                  </a:lnTo>
                  <a:lnTo>
                    <a:pt x="643" y="616"/>
                  </a:lnTo>
                  <a:lnTo>
                    <a:pt x="660" y="610"/>
                  </a:lnTo>
                  <a:lnTo>
                    <a:pt x="676" y="612"/>
                  </a:lnTo>
                  <a:lnTo>
                    <a:pt x="687" y="605"/>
                  </a:lnTo>
                  <a:lnTo>
                    <a:pt x="693" y="589"/>
                  </a:lnTo>
                  <a:lnTo>
                    <a:pt x="706" y="578"/>
                  </a:lnTo>
                  <a:lnTo>
                    <a:pt x="720" y="568"/>
                  </a:lnTo>
                  <a:lnTo>
                    <a:pt x="731" y="559"/>
                  </a:lnTo>
                  <a:lnTo>
                    <a:pt x="741" y="551"/>
                  </a:lnTo>
                  <a:lnTo>
                    <a:pt x="772" y="551"/>
                  </a:lnTo>
                  <a:lnTo>
                    <a:pt x="787" y="545"/>
                  </a:lnTo>
                  <a:lnTo>
                    <a:pt x="791" y="536"/>
                  </a:lnTo>
                  <a:lnTo>
                    <a:pt x="806" y="532"/>
                  </a:lnTo>
                  <a:lnTo>
                    <a:pt x="814" y="518"/>
                  </a:lnTo>
                  <a:lnTo>
                    <a:pt x="835" y="522"/>
                  </a:lnTo>
                  <a:lnTo>
                    <a:pt x="848" y="526"/>
                  </a:lnTo>
                  <a:lnTo>
                    <a:pt x="854" y="532"/>
                  </a:lnTo>
                  <a:lnTo>
                    <a:pt x="875" y="536"/>
                  </a:lnTo>
                  <a:lnTo>
                    <a:pt x="883" y="532"/>
                  </a:lnTo>
                  <a:lnTo>
                    <a:pt x="877" y="524"/>
                  </a:lnTo>
                  <a:lnTo>
                    <a:pt x="877" y="516"/>
                  </a:lnTo>
                  <a:lnTo>
                    <a:pt x="885" y="513"/>
                  </a:lnTo>
                  <a:lnTo>
                    <a:pt x="898" y="513"/>
                  </a:lnTo>
                  <a:lnTo>
                    <a:pt x="910" y="509"/>
                  </a:lnTo>
                  <a:lnTo>
                    <a:pt x="914" y="501"/>
                  </a:lnTo>
                  <a:lnTo>
                    <a:pt x="927" y="501"/>
                  </a:lnTo>
                  <a:lnTo>
                    <a:pt x="925" y="490"/>
                  </a:lnTo>
                  <a:lnTo>
                    <a:pt x="931" y="484"/>
                  </a:lnTo>
                  <a:lnTo>
                    <a:pt x="942" y="484"/>
                  </a:lnTo>
                  <a:lnTo>
                    <a:pt x="956" y="482"/>
                  </a:lnTo>
                  <a:lnTo>
                    <a:pt x="971" y="488"/>
                  </a:lnTo>
                  <a:lnTo>
                    <a:pt x="954" y="468"/>
                  </a:lnTo>
                  <a:lnTo>
                    <a:pt x="960" y="457"/>
                  </a:lnTo>
                  <a:lnTo>
                    <a:pt x="973" y="447"/>
                  </a:lnTo>
                  <a:lnTo>
                    <a:pt x="992" y="447"/>
                  </a:lnTo>
                  <a:lnTo>
                    <a:pt x="1002" y="434"/>
                  </a:lnTo>
                  <a:lnTo>
                    <a:pt x="1015" y="428"/>
                  </a:lnTo>
                  <a:lnTo>
                    <a:pt x="1027" y="422"/>
                  </a:lnTo>
                  <a:lnTo>
                    <a:pt x="1025" y="411"/>
                  </a:lnTo>
                  <a:lnTo>
                    <a:pt x="1025" y="399"/>
                  </a:lnTo>
                  <a:lnTo>
                    <a:pt x="1010" y="399"/>
                  </a:lnTo>
                  <a:lnTo>
                    <a:pt x="983" y="403"/>
                  </a:lnTo>
                  <a:lnTo>
                    <a:pt x="973" y="390"/>
                  </a:lnTo>
                  <a:lnTo>
                    <a:pt x="967" y="378"/>
                  </a:lnTo>
                  <a:lnTo>
                    <a:pt x="967" y="369"/>
                  </a:lnTo>
                  <a:lnTo>
                    <a:pt x="954" y="369"/>
                  </a:lnTo>
                  <a:lnTo>
                    <a:pt x="939" y="372"/>
                  </a:lnTo>
                  <a:lnTo>
                    <a:pt x="923" y="380"/>
                  </a:lnTo>
                  <a:lnTo>
                    <a:pt x="914" y="392"/>
                  </a:lnTo>
                  <a:lnTo>
                    <a:pt x="900" y="392"/>
                  </a:lnTo>
                  <a:lnTo>
                    <a:pt x="870" y="392"/>
                  </a:lnTo>
                  <a:lnTo>
                    <a:pt x="868" y="405"/>
                  </a:lnTo>
                  <a:lnTo>
                    <a:pt x="860" y="417"/>
                  </a:lnTo>
                  <a:lnTo>
                    <a:pt x="847" y="422"/>
                  </a:lnTo>
                  <a:lnTo>
                    <a:pt x="835" y="428"/>
                  </a:lnTo>
                  <a:lnTo>
                    <a:pt x="816" y="415"/>
                  </a:lnTo>
                  <a:lnTo>
                    <a:pt x="802" y="419"/>
                  </a:lnTo>
                  <a:lnTo>
                    <a:pt x="791" y="415"/>
                  </a:lnTo>
                  <a:lnTo>
                    <a:pt x="791" y="392"/>
                  </a:lnTo>
                  <a:lnTo>
                    <a:pt x="781" y="380"/>
                  </a:lnTo>
                  <a:lnTo>
                    <a:pt x="787" y="380"/>
                  </a:lnTo>
                  <a:lnTo>
                    <a:pt x="802" y="372"/>
                  </a:lnTo>
                  <a:lnTo>
                    <a:pt x="799" y="363"/>
                  </a:lnTo>
                  <a:lnTo>
                    <a:pt x="785" y="355"/>
                  </a:lnTo>
                  <a:lnTo>
                    <a:pt x="776" y="340"/>
                  </a:lnTo>
                  <a:lnTo>
                    <a:pt x="776" y="326"/>
                  </a:lnTo>
                  <a:lnTo>
                    <a:pt x="770" y="315"/>
                  </a:lnTo>
                  <a:lnTo>
                    <a:pt x="770" y="301"/>
                  </a:lnTo>
                  <a:lnTo>
                    <a:pt x="772" y="273"/>
                  </a:lnTo>
                  <a:lnTo>
                    <a:pt x="770" y="252"/>
                  </a:lnTo>
                  <a:lnTo>
                    <a:pt x="781" y="242"/>
                  </a:lnTo>
                  <a:lnTo>
                    <a:pt x="795" y="242"/>
                  </a:lnTo>
                  <a:lnTo>
                    <a:pt x="795" y="232"/>
                  </a:lnTo>
                  <a:lnTo>
                    <a:pt x="795" y="219"/>
                  </a:lnTo>
                  <a:lnTo>
                    <a:pt x="779" y="209"/>
                  </a:lnTo>
                  <a:lnTo>
                    <a:pt x="764" y="213"/>
                  </a:lnTo>
                  <a:lnTo>
                    <a:pt x="753" y="213"/>
                  </a:lnTo>
                  <a:lnTo>
                    <a:pt x="745" y="204"/>
                  </a:lnTo>
                  <a:lnTo>
                    <a:pt x="739" y="194"/>
                  </a:lnTo>
                  <a:lnTo>
                    <a:pt x="731" y="188"/>
                  </a:lnTo>
                  <a:lnTo>
                    <a:pt x="735" y="179"/>
                  </a:lnTo>
                  <a:lnTo>
                    <a:pt x="722" y="169"/>
                  </a:lnTo>
                  <a:lnTo>
                    <a:pt x="716" y="167"/>
                  </a:lnTo>
                  <a:lnTo>
                    <a:pt x="716" y="158"/>
                  </a:lnTo>
                  <a:lnTo>
                    <a:pt x="726" y="142"/>
                  </a:lnTo>
                  <a:lnTo>
                    <a:pt x="735" y="127"/>
                  </a:lnTo>
                  <a:lnTo>
                    <a:pt x="733" y="113"/>
                  </a:lnTo>
                  <a:lnTo>
                    <a:pt x="726" y="100"/>
                  </a:lnTo>
                  <a:lnTo>
                    <a:pt x="718" y="90"/>
                  </a:lnTo>
                  <a:lnTo>
                    <a:pt x="706" y="75"/>
                  </a:lnTo>
                  <a:lnTo>
                    <a:pt x="706" y="62"/>
                  </a:lnTo>
                  <a:lnTo>
                    <a:pt x="691" y="58"/>
                  </a:lnTo>
                  <a:lnTo>
                    <a:pt x="680" y="46"/>
                  </a:lnTo>
                  <a:lnTo>
                    <a:pt x="672" y="40"/>
                  </a:lnTo>
                  <a:lnTo>
                    <a:pt x="659" y="40"/>
                  </a:lnTo>
                  <a:lnTo>
                    <a:pt x="647" y="46"/>
                  </a:lnTo>
                  <a:lnTo>
                    <a:pt x="641" y="54"/>
                  </a:lnTo>
                  <a:lnTo>
                    <a:pt x="628" y="54"/>
                  </a:lnTo>
                  <a:lnTo>
                    <a:pt x="618" y="54"/>
                  </a:lnTo>
                  <a:lnTo>
                    <a:pt x="603" y="54"/>
                  </a:lnTo>
                  <a:lnTo>
                    <a:pt x="586" y="60"/>
                  </a:lnTo>
                  <a:lnTo>
                    <a:pt x="568" y="56"/>
                  </a:lnTo>
                  <a:lnTo>
                    <a:pt x="553" y="50"/>
                  </a:lnTo>
                  <a:lnTo>
                    <a:pt x="540" y="52"/>
                  </a:lnTo>
                  <a:lnTo>
                    <a:pt x="524" y="56"/>
                  </a:lnTo>
                  <a:lnTo>
                    <a:pt x="511" y="60"/>
                  </a:lnTo>
                  <a:lnTo>
                    <a:pt x="492" y="63"/>
                  </a:lnTo>
                  <a:lnTo>
                    <a:pt x="472" y="60"/>
                  </a:lnTo>
                  <a:lnTo>
                    <a:pt x="467" y="46"/>
                  </a:lnTo>
                  <a:lnTo>
                    <a:pt x="469" y="37"/>
                  </a:lnTo>
                  <a:lnTo>
                    <a:pt x="469" y="25"/>
                  </a:lnTo>
                  <a:lnTo>
                    <a:pt x="457" y="21"/>
                  </a:lnTo>
                  <a:lnTo>
                    <a:pt x="442" y="14"/>
                  </a:lnTo>
                  <a:lnTo>
                    <a:pt x="434" y="19"/>
                  </a:lnTo>
                  <a:lnTo>
                    <a:pt x="419" y="10"/>
                  </a:lnTo>
                  <a:lnTo>
                    <a:pt x="409" y="14"/>
                  </a:lnTo>
                  <a:lnTo>
                    <a:pt x="401" y="17"/>
                  </a:lnTo>
                  <a:lnTo>
                    <a:pt x="384" y="17"/>
                  </a:lnTo>
                  <a:lnTo>
                    <a:pt x="373" y="14"/>
                  </a:lnTo>
                  <a:lnTo>
                    <a:pt x="365" y="6"/>
                  </a:lnTo>
                  <a:lnTo>
                    <a:pt x="348" y="10"/>
                  </a:lnTo>
                  <a:lnTo>
                    <a:pt x="330" y="4"/>
                  </a:lnTo>
                  <a:lnTo>
                    <a:pt x="319" y="0"/>
                  </a:lnTo>
                  <a:lnTo>
                    <a:pt x="315" y="0"/>
                  </a:lnTo>
                  <a:lnTo>
                    <a:pt x="300" y="2"/>
                  </a:lnTo>
                  <a:lnTo>
                    <a:pt x="281" y="10"/>
                  </a:lnTo>
                  <a:lnTo>
                    <a:pt x="267" y="14"/>
                  </a:lnTo>
                  <a:lnTo>
                    <a:pt x="256" y="25"/>
                  </a:lnTo>
                  <a:lnTo>
                    <a:pt x="256" y="37"/>
                  </a:lnTo>
                  <a:lnTo>
                    <a:pt x="240" y="44"/>
                  </a:lnTo>
                  <a:lnTo>
                    <a:pt x="231" y="50"/>
                  </a:lnTo>
                  <a:lnTo>
                    <a:pt x="223" y="63"/>
                  </a:lnTo>
                  <a:lnTo>
                    <a:pt x="217" y="75"/>
                  </a:lnTo>
                  <a:lnTo>
                    <a:pt x="215" y="88"/>
                  </a:lnTo>
                  <a:lnTo>
                    <a:pt x="211" y="96"/>
                  </a:lnTo>
                  <a:lnTo>
                    <a:pt x="202" y="106"/>
                  </a:lnTo>
                  <a:lnTo>
                    <a:pt x="192" y="11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9" name="Freeform 30">
              <a:extLst>
                <a:ext uri="{FF2B5EF4-FFF2-40B4-BE49-F238E27FC236}">
                  <a16:creationId xmlns:a16="http://schemas.microsoft.com/office/drawing/2014/main" id="{04D083ED-CB54-59C1-D608-6B617F235CBC}"/>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0" name="Freeform 31">
              <a:extLst>
                <a:ext uri="{FF2B5EF4-FFF2-40B4-BE49-F238E27FC236}">
                  <a16:creationId xmlns:a16="http://schemas.microsoft.com/office/drawing/2014/main" id="{EE132B92-B928-48EE-B2CF-A8F49C07CC02}"/>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1" name="Freeform 32">
              <a:extLst>
                <a:ext uri="{FF2B5EF4-FFF2-40B4-BE49-F238E27FC236}">
                  <a16:creationId xmlns:a16="http://schemas.microsoft.com/office/drawing/2014/main" id="{7DE01F12-8B77-162F-03B2-4C517417FF82}"/>
                </a:ext>
              </a:extLst>
            </p:cNvPr>
            <p:cNvSpPr>
              <a:spLocks noChangeAspect="1"/>
            </p:cNvSpPr>
            <p:nvPr/>
          </p:nvSpPr>
          <p:spPr bwMode="auto">
            <a:xfrm>
              <a:off x="3851" y="2885"/>
              <a:ext cx="334" cy="207"/>
            </a:xfrm>
            <a:custGeom>
              <a:avLst/>
              <a:gdLst/>
              <a:ahLst/>
              <a:cxnLst>
                <a:cxn ang="0">
                  <a:pos x="322" y="265"/>
                </a:cxn>
                <a:cxn ang="0">
                  <a:pos x="288" y="259"/>
                </a:cxn>
                <a:cxn ang="0">
                  <a:pos x="244" y="261"/>
                </a:cxn>
                <a:cxn ang="0">
                  <a:pos x="207" y="247"/>
                </a:cxn>
                <a:cxn ang="0">
                  <a:pos x="188" y="232"/>
                </a:cxn>
                <a:cxn ang="0">
                  <a:pos x="194" y="267"/>
                </a:cxn>
                <a:cxn ang="0">
                  <a:pos x="167" y="261"/>
                </a:cxn>
                <a:cxn ang="0">
                  <a:pos x="140" y="247"/>
                </a:cxn>
                <a:cxn ang="0">
                  <a:pos x="117" y="251"/>
                </a:cxn>
                <a:cxn ang="0">
                  <a:pos x="77" y="257"/>
                </a:cxn>
                <a:cxn ang="0">
                  <a:pos x="33" y="261"/>
                </a:cxn>
                <a:cxn ang="0">
                  <a:pos x="35" y="290"/>
                </a:cxn>
                <a:cxn ang="0">
                  <a:pos x="0" y="272"/>
                </a:cxn>
                <a:cxn ang="0">
                  <a:pos x="38" y="251"/>
                </a:cxn>
                <a:cxn ang="0">
                  <a:pos x="73" y="226"/>
                </a:cxn>
                <a:cxn ang="0">
                  <a:pos x="56" y="203"/>
                </a:cxn>
                <a:cxn ang="0">
                  <a:pos x="13" y="182"/>
                </a:cxn>
                <a:cxn ang="0">
                  <a:pos x="17" y="167"/>
                </a:cxn>
                <a:cxn ang="0">
                  <a:pos x="48" y="155"/>
                </a:cxn>
                <a:cxn ang="0">
                  <a:pos x="84" y="150"/>
                </a:cxn>
                <a:cxn ang="0">
                  <a:pos x="113" y="140"/>
                </a:cxn>
                <a:cxn ang="0">
                  <a:pos x="140" y="150"/>
                </a:cxn>
                <a:cxn ang="0">
                  <a:pos x="157" y="138"/>
                </a:cxn>
                <a:cxn ang="0">
                  <a:pos x="184" y="146"/>
                </a:cxn>
                <a:cxn ang="0">
                  <a:pos x="211" y="138"/>
                </a:cxn>
                <a:cxn ang="0">
                  <a:pos x="244" y="130"/>
                </a:cxn>
                <a:cxn ang="0">
                  <a:pos x="267" y="115"/>
                </a:cxn>
                <a:cxn ang="0">
                  <a:pos x="299" y="105"/>
                </a:cxn>
                <a:cxn ang="0">
                  <a:pos x="315" y="79"/>
                </a:cxn>
                <a:cxn ang="0">
                  <a:pos x="328" y="52"/>
                </a:cxn>
                <a:cxn ang="0">
                  <a:pos x="343" y="23"/>
                </a:cxn>
                <a:cxn ang="0">
                  <a:pos x="368" y="0"/>
                </a:cxn>
                <a:cxn ang="0">
                  <a:pos x="395" y="25"/>
                </a:cxn>
                <a:cxn ang="0">
                  <a:pos x="411" y="42"/>
                </a:cxn>
                <a:cxn ang="0">
                  <a:pos x="457" y="57"/>
                </a:cxn>
                <a:cxn ang="0">
                  <a:pos x="476" y="75"/>
                </a:cxn>
                <a:cxn ang="0">
                  <a:pos x="460" y="119"/>
                </a:cxn>
                <a:cxn ang="0">
                  <a:pos x="474" y="152"/>
                </a:cxn>
                <a:cxn ang="0">
                  <a:pos x="451" y="184"/>
                </a:cxn>
                <a:cxn ang="0">
                  <a:pos x="409" y="198"/>
                </a:cxn>
                <a:cxn ang="0">
                  <a:pos x="378" y="211"/>
                </a:cxn>
                <a:cxn ang="0">
                  <a:pos x="347" y="238"/>
                </a:cxn>
              </a:cxnLst>
              <a:rect l="0" t="0" r="r" b="b"/>
              <a:pathLst>
                <a:path w="476" h="295">
                  <a:moveTo>
                    <a:pt x="343" y="263"/>
                  </a:moveTo>
                  <a:lnTo>
                    <a:pt x="332" y="259"/>
                  </a:lnTo>
                  <a:lnTo>
                    <a:pt x="322" y="265"/>
                  </a:lnTo>
                  <a:lnTo>
                    <a:pt x="309" y="265"/>
                  </a:lnTo>
                  <a:lnTo>
                    <a:pt x="292" y="265"/>
                  </a:lnTo>
                  <a:lnTo>
                    <a:pt x="288" y="259"/>
                  </a:lnTo>
                  <a:lnTo>
                    <a:pt x="274" y="263"/>
                  </a:lnTo>
                  <a:lnTo>
                    <a:pt x="255" y="263"/>
                  </a:lnTo>
                  <a:lnTo>
                    <a:pt x="244" y="261"/>
                  </a:lnTo>
                  <a:lnTo>
                    <a:pt x="226" y="263"/>
                  </a:lnTo>
                  <a:lnTo>
                    <a:pt x="215" y="257"/>
                  </a:lnTo>
                  <a:lnTo>
                    <a:pt x="207" y="247"/>
                  </a:lnTo>
                  <a:lnTo>
                    <a:pt x="211" y="240"/>
                  </a:lnTo>
                  <a:lnTo>
                    <a:pt x="203" y="232"/>
                  </a:lnTo>
                  <a:lnTo>
                    <a:pt x="188" y="232"/>
                  </a:lnTo>
                  <a:lnTo>
                    <a:pt x="200" y="244"/>
                  </a:lnTo>
                  <a:lnTo>
                    <a:pt x="194" y="257"/>
                  </a:lnTo>
                  <a:lnTo>
                    <a:pt x="194" y="267"/>
                  </a:lnTo>
                  <a:lnTo>
                    <a:pt x="184" y="265"/>
                  </a:lnTo>
                  <a:lnTo>
                    <a:pt x="173" y="267"/>
                  </a:lnTo>
                  <a:lnTo>
                    <a:pt x="167" y="261"/>
                  </a:lnTo>
                  <a:lnTo>
                    <a:pt x="155" y="261"/>
                  </a:lnTo>
                  <a:lnTo>
                    <a:pt x="146" y="257"/>
                  </a:lnTo>
                  <a:lnTo>
                    <a:pt x="140" y="247"/>
                  </a:lnTo>
                  <a:lnTo>
                    <a:pt x="129" y="240"/>
                  </a:lnTo>
                  <a:lnTo>
                    <a:pt x="119" y="244"/>
                  </a:lnTo>
                  <a:lnTo>
                    <a:pt x="117" y="251"/>
                  </a:lnTo>
                  <a:lnTo>
                    <a:pt x="106" y="253"/>
                  </a:lnTo>
                  <a:lnTo>
                    <a:pt x="92" y="255"/>
                  </a:lnTo>
                  <a:lnTo>
                    <a:pt x="77" y="257"/>
                  </a:lnTo>
                  <a:lnTo>
                    <a:pt x="58" y="257"/>
                  </a:lnTo>
                  <a:lnTo>
                    <a:pt x="46" y="259"/>
                  </a:lnTo>
                  <a:lnTo>
                    <a:pt x="33" y="261"/>
                  </a:lnTo>
                  <a:lnTo>
                    <a:pt x="27" y="267"/>
                  </a:lnTo>
                  <a:lnTo>
                    <a:pt x="33" y="276"/>
                  </a:lnTo>
                  <a:lnTo>
                    <a:pt x="35" y="290"/>
                  </a:lnTo>
                  <a:lnTo>
                    <a:pt x="27" y="295"/>
                  </a:lnTo>
                  <a:lnTo>
                    <a:pt x="13" y="288"/>
                  </a:lnTo>
                  <a:lnTo>
                    <a:pt x="0" y="272"/>
                  </a:lnTo>
                  <a:lnTo>
                    <a:pt x="6" y="261"/>
                  </a:lnTo>
                  <a:lnTo>
                    <a:pt x="19" y="251"/>
                  </a:lnTo>
                  <a:lnTo>
                    <a:pt x="38" y="251"/>
                  </a:lnTo>
                  <a:lnTo>
                    <a:pt x="48" y="238"/>
                  </a:lnTo>
                  <a:lnTo>
                    <a:pt x="61" y="232"/>
                  </a:lnTo>
                  <a:lnTo>
                    <a:pt x="73" y="226"/>
                  </a:lnTo>
                  <a:lnTo>
                    <a:pt x="71" y="215"/>
                  </a:lnTo>
                  <a:lnTo>
                    <a:pt x="71" y="203"/>
                  </a:lnTo>
                  <a:lnTo>
                    <a:pt x="56" y="203"/>
                  </a:lnTo>
                  <a:lnTo>
                    <a:pt x="29" y="207"/>
                  </a:lnTo>
                  <a:lnTo>
                    <a:pt x="19" y="194"/>
                  </a:lnTo>
                  <a:lnTo>
                    <a:pt x="13" y="182"/>
                  </a:lnTo>
                  <a:lnTo>
                    <a:pt x="13" y="173"/>
                  </a:lnTo>
                  <a:lnTo>
                    <a:pt x="11" y="173"/>
                  </a:lnTo>
                  <a:lnTo>
                    <a:pt x="17" y="167"/>
                  </a:lnTo>
                  <a:lnTo>
                    <a:pt x="29" y="163"/>
                  </a:lnTo>
                  <a:lnTo>
                    <a:pt x="36" y="155"/>
                  </a:lnTo>
                  <a:lnTo>
                    <a:pt x="48" y="155"/>
                  </a:lnTo>
                  <a:lnTo>
                    <a:pt x="59" y="155"/>
                  </a:lnTo>
                  <a:lnTo>
                    <a:pt x="73" y="153"/>
                  </a:lnTo>
                  <a:lnTo>
                    <a:pt x="84" y="150"/>
                  </a:lnTo>
                  <a:lnTo>
                    <a:pt x="92" y="146"/>
                  </a:lnTo>
                  <a:lnTo>
                    <a:pt x="98" y="140"/>
                  </a:lnTo>
                  <a:lnTo>
                    <a:pt x="113" y="140"/>
                  </a:lnTo>
                  <a:lnTo>
                    <a:pt x="123" y="142"/>
                  </a:lnTo>
                  <a:lnTo>
                    <a:pt x="130" y="148"/>
                  </a:lnTo>
                  <a:lnTo>
                    <a:pt x="140" y="150"/>
                  </a:lnTo>
                  <a:lnTo>
                    <a:pt x="146" y="150"/>
                  </a:lnTo>
                  <a:lnTo>
                    <a:pt x="146" y="138"/>
                  </a:lnTo>
                  <a:lnTo>
                    <a:pt x="157" y="138"/>
                  </a:lnTo>
                  <a:lnTo>
                    <a:pt x="167" y="136"/>
                  </a:lnTo>
                  <a:lnTo>
                    <a:pt x="178" y="140"/>
                  </a:lnTo>
                  <a:lnTo>
                    <a:pt x="184" y="146"/>
                  </a:lnTo>
                  <a:lnTo>
                    <a:pt x="196" y="148"/>
                  </a:lnTo>
                  <a:lnTo>
                    <a:pt x="211" y="146"/>
                  </a:lnTo>
                  <a:lnTo>
                    <a:pt x="211" y="138"/>
                  </a:lnTo>
                  <a:lnTo>
                    <a:pt x="223" y="138"/>
                  </a:lnTo>
                  <a:lnTo>
                    <a:pt x="232" y="138"/>
                  </a:lnTo>
                  <a:lnTo>
                    <a:pt x="244" y="130"/>
                  </a:lnTo>
                  <a:lnTo>
                    <a:pt x="257" y="128"/>
                  </a:lnTo>
                  <a:lnTo>
                    <a:pt x="259" y="119"/>
                  </a:lnTo>
                  <a:lnTo>
                    <a:pt x="267" y="115"/>
                  </a:lnTo>
                  <a:lnTo>
                    <a:pt x="278" y="107"/>
                  </a:lnTo>
                  <a:lnTo>
                    <a:pt x="286" y="105"/>
                  </a:lnTo>
                  <a:lnTo>
                    <a:pt x="299" y="105"/>
                  </a:lnTo>
                  <a:lnTo>
                    <a:pt x="311" y="102"/>
                  </a:lnTo>
                  <a:lnTo>
                    <a:pt x="311" y="90"/>
                  </a:lnTo>
                  <a:lnTo>
                    <a:pt x="315" y="79"/>
                  </a:lnTo>
                  <a:lnTo>
                    <a:pt x="322" y="73"/>
                  </a:lnTo>
                  <a:lnTo>
                    <a:pt x="324" y="61"/>
                  </a:lnTo>
                  <a:lnTo>
                    <a:pt x="328" y="52"/>
                  </a:lnTo>
                  <a:lnTo>
                    <a:pt x="336" y="46"/>
                  </a:lnTo>
                  <a:lnTo>
                    <a:pt x="336" y="29"/>
                  </a:lnTo>
                  <a:lnTo>
                    <a:pt x="343" y="23"/>
                  </a:lnTo>
                  <a:lnTo>
                    <a:pt x="351" y="15"/>
                  </a:lnTo>
                  <a:lnTo>
                    <a:pt x="359" y="8"/>
                  </a:lnTo>
                  <a:lnTo>
                    <a:pt x="368" y="0"/>
                  </a:lnTo>
                  <a:lnTo>
                    <a:pt x="378" y="2"/>
                  </a:lnTo>
                  <a:lnTo>
                    <a:pt x="395" y="8"/>
                  </a:lnTo>
                  <a:lnTo>
                    <a:pt x="395" y="25"/>
                  </a:lnTo>
                  <a:lnTo>
                    <a:pt x="395" y="34"/>
                  </a:lnTo>
                  <a:lnTo>
                    <a:pt x="401" y="40"/>
                  </a:lnTo>
                  <a:lnTo>
                    <a:pt x="411" y="42"/>
                  </a:lnTo>
                  <a:lnTo>
                    <a:pt x="430" y="44"/>
                  </a:lnTo>
                  <a:lnTo>
                    <a:pt x="449" y="46"/>
                  </a:lnTo>
                  <a:lnTo>
                    <a:pt x="457" y="57"/>
                  </a:lnTo>
                  <a:lnTo>
                    <a:pt x="466" y="59"/>
                  </a:lnTo>
                  <a:lnTo>
                    <a:pt x="476" y="65"/>
                  </a:lnTo>
                  <a:lnTo>
                    <a:pt x="476" y="75"/>
                  </a:lnTo>
                  <a:lnTo>
                    <a:pt x="466" y="90"/>
                  </a:lnTo>
                  <a:lnTo>
                    <a:pt x="459" y="105"/>
                  </a:lnTo>
                  <a:lnTo>
                    <a:pt x="460" y="119"/>
                  </a:lnTo>
                  <a:lnTo>
                    <a:pt x="459" y="134"/>
                  </a:lnTo>
                  <a:lnTo>
                    <a:pt x="466" y="144"/>
                  </a:lnTo>
                  <a:lnTo>
                    <a:pt x="474" y="152"/>
                  </a:lnTo>
                  <a:lnTo>
                    <a:pt x="472" y="169"/>
                  </a:lnTo>
                  <a:lnTo>
                    <a:pt x="464" y="175"/>
                  </a:lnTo>
                  <a:lnTo>
                    <a:pt x="451" y="184"/>
                  </a:lnTo>
                  <a:lnTo>
                    <a:pt x="439" y="192"/>
                  </a:lnTo>
                  <a:lnTo>
                    <a:pt x="424" y="198"/>
                  </a:lnTo>
                  <a:lnTo>
                    <a:pt x="409" y="198"/>
                  </a:lnTo>
                  <a:lnTo>
                    <a:pt x="399" y="211"/>
                  </a:lnTo>
                  <a:lnTo>
                    <a:pt x="391" y="211"/>
                  </a:lnTo>
                  <a:lnTo>
                    <a:pt x="378" y="211"/>
                  </a:lnTo>
                  <a:lnTo>
                    <a:pt x="365" y="219"/>
                  </a:lnTo>
                  <a:lnTo>
                    <a:pt x="353" y="232"/>
                  </a:lnTo>
                  <a:lnTo>
                    <a:pt x="347" y="238"/>
                  </a:lnTo>
                  <a:lnTo>
                    <a:pt x="340" y="244"/>
                  </a:lnTo>
                  <a:lnTo>
                    <a:pt x="343" y="263"/>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2" name="Freeform 33">
              <a:extLst>
                <a:ext uri="{FF2B5EF4-FFF2-40B4-BE49-F238E27FC236}">
                  <a16:creationId xmlns:a16="http://schemas.microsoft.com/office/drawing/2014/main" id="{9223B8AC-8171-E013-4F9C-7B7CACB63D97}"/>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3" name="Freeform 34">
              <a:extLst>
                <a:ext uri="{FF2B5EF4-FFF2-40B4-BE49-F238E27FC236}">
                  <a16:creationId xmlns:a16="http://schemas.microsoft.com/office/drawing/2014/main" id="{76976056-6FBE-375D-AFB2-9F0D7F550EAF}"/>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4" name="Freeform 35">
              <a:extLst>
                <a:ext uri="{FF2B5EF4-FFF2-40B4-BE49-F238E27FC236}">
                  <a16:creationId xmlns:a16="http://schemas.microsoft.com/office/drawing/2014/main" id="{0CC744A5-2007-9393-6FA1-C50B344C3FCE}"/>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5" name="Freeform 36">
              <a:extLst>
                <a:ext uri="{FF2B5EF4-FFF2-40B4-BE49-F238E27FC236}">
                  <a16:creationId xmlns:a16="http://schemas.microsoft.com/office/drawing/2014/main" id="{895E7DAE-E921-05EB-9BC2-C78F26C991E3}"/>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6" name="Freeform 37">
              <a:extLst>
                <a:ext uri="{FF2B5EF4-FFF2-40B4-BE49-F238E27FC236}">
                  <a16:creationId xmlns:a16="http://schemas.microsoft.com/office/drawing/2014/main" id="{6AF7DE28-04C0-78F1-90CD-918FADD0117A}"/>
                </a:ext>
              </a:extLst>
            </p:cNvPr>
            <p:cNvSpPr>
              <a:spLocks noChangeAspect="1"/>
            </p:cNvSpPr>
            <p:nvPr/>
          </p:nvSpPr>
          <p:spPr bwMode="auto">
            <a:xfrm>
              <a:off x="3789" y="1820"/>
              <a:ext cx="763" cy="876"/>
            </a:xfrm>
            <a:custGeom>
              <a:avLst/>
              <a:gdLst/>
              <a:ahLst/>
              <a:cxnLst>
                <a:cxn ang="0">
                  <a:pos x="880" y="696"/>
                </a:cxn>
                <a:cxn ang="0">
                  <a:pos x="863" y="752"/>
                </a:cxn>
                <a:cxn ang="0">
                  <a:pos x="855" y="808"/>
                </a:cxn>
                <a:cxn ang="0">
                  <a:pos x="873" y="906"/>
                </a:cxn>
                <a:cxn ang="0">
                  <a:pos x="873" y="975"/>
                </a:cxn>
                <a:cxn ang="0">
                  <a:pos x="827" y="1088"/>
                </a:cxn>
                <a:cxn ang="0">
                  <a:pos x="827" y="1171"/>
                </a:cxn>
                <a:cxn ang="0">
                  <a:pos x="765" y="1220"/>
                </a:cxn>
                <a:cxn ang="0">
                  <a:pos x="742" y="1240"/>
                </a:cxn>
                <a:cxn ang="0">
                  <a:pos x="677" y="1182"/>
                </a:cxn>
                <a:cxn ang="0">
                  <a:pos x="664" y="1138"/>
                </a:cxn>
                <a:cxn ang="0">
                  <a:pos x="654" y="1067"/>
                </a:cxn>
                <a:cxn ang="0">
                  <a:pos x="689" y="1015"/>
                </a:cxn>
                <a:cxn ang="0">
                  <a:pos x="750" y="963"/>
                </a:cxn>
                <a:cxn ang="0">
                  <a:pos x="706" y="902"/>
                </a:cxn>
                <a:cxn ang="0">
                  <a:pos x="619" y="892"/>
                </a:cxn>
                <a:cxn ang="0">
                  <a:pos x="564" y="852"/>
                </a:cxn>
                <a:cxn ang="0">
                  <a:pos x="518" y="810"/>
                </a:cxn>
                <a:cxn ang="0">
                  <a:pos x="458" y="783"/>
                </a:cxn>
                <a:cxn ang="0">
                  <a:pos x="416" y="756"/>
                </a:cxn>
                <a:cxn ang="0">
                  <a:pos x="289" y="723"/>
                </a:cxn>
                <a:cxn ang="0">
                  <a:pos x="211" y="675"/>
                </a:cxn>
                <a:cxn ang="0">
                  <a:pos x="136" y="712"/>
                </a:cxn>
                <a:cxn ang="0">
                  <a:pos x="59" y="760"/>
                </a:cxn>
                <a:cxn ang="0">
                  <a:pos x="30" y="727"/>
                </a:cxn>
                <a:cxn ang="0">
                  <a:pos x="38" y="656"/>
                </a:cxn>
                <a:cxn ang="0">
                  <a:pos x="15" y="577"/>
                </a:cxn>
                <a:cxn ang="0">
                  <a:pos x="11" y="516"/>
                </a:cxn>
                <a:cxn ang="0">
                  <a:pos x="21" y="455"/>
                </a:cxn>
                <a:cxn ang="0">
                  <a:pos x="19" y="384"/>
                </a:cxn>
                <a:cxn ang="0">
                  <a:pos x="21" y="334"/>
                </a:cxn>
                <a:cxn ang="0">
                  <a:pos x="40" y="297"/>
                </a:cxn>
                <a:cxn ang="0">
                  <a:pos x="11" y="245"/>
                </a:cxn>
                <a:cxn ang="0">
                  <a:pos x="50" y="184"/>
                </a:cxn>
                <a:cxn ang="0">
                  <a:pos x="124" y="176"/>
                </a:cxn>
                <a:cxn ang="0">
                  <a:pos x="197" y="228"/>
                </a:cxn>
                <a:cxn ang="0">
                  <a:pos x="268" y="197"/>
                </a:cxn>
                <a:cxn ang="0">
                  <a:pos x="360" y="161"/>
                </a:cxn>
                <a:cxn ang="0">
                  <a:pos x="359" y="63"/>
                </a:cxn>
                <a:cxn ang="0">
                  <a:pos x="439" y="65"/>
                </a:cxn>
                <a:cxn ang="0">
                  <a:pos x="518" y="71"/>
                </a:cxn>
                <a:cxn ang="0">
                  <a:pos x="604" y="40"/>
                </a:cxn>
                <a:cxn ang="0">
                  <a:pos x="681" y="11"/>
                </a:cxn>
                <a:cxn ang="0">
                  <a:pos x="717" y="88"/>
                </a:cxn>
                <a:cxn ang="0">
                  <a:pos x="777" y="75"/>
                </a:cxn>
                <a:cxn ang="0">
                  <a:pos x="821" y="54"/>
                </a:cxn>
                <a:cxn ang="0">
                  <a:pos x="877" y="0"/>
                </a:cxn>
                <a:cxn ang="0">
                  <a:pos x="951" y="42"/>
                </a:cxn>
                <a:cxn ang="0">
                  <a:pos x="1001" y="63"/>
                </a:cxn>
                <a:cxn ang="0">
                  <a:pos x="1036" y="130"/>
                </a:cxn>
                <a:cxn ang="0">
                  <a:pos x="1082" y="219"/>
                </a:cxn>
                <a:cxn ang="0">
                  <a:pos x="1084" y="292"/>
                </a:cxn>
                <a:cxn ang="0">
                  <a:pos x="1024" y="316"/>
                </a:cxn>
                <a:cxn ang="0">
                  <a:pos x="1053" y="389"/>
                </a:cxn>
                <a:cxn ang="0">
                  <a:pos x="1078" y="457"/>
                </a:cxn>
                <a:cxn ang="0">
                  <a:pos x="1017" y="537"/>
                </a:cxn>
                <a:cxn ang="0">
                  <a:pos x="957" y="589"/>
                </a:cxn>
                <a:cxn ang="0">
                  <a:pos x="951" y="556"/>
                </a:cxn>
                <a:cxn ang="0">
                  <a:pos x="911" y="572"/>
                </a:cxn>
                <a:cxn ang="0">
                  <a:pos x="880" y="620"/>
                </a:cxn>
              </a:cxnLst>
              <a:rect l="0" t="0" r="r" b="b"/>
              <a:pathLst>
                <a:path w="1088" h="1249">
                  <a:moveTo>
                    <a:pt x="890" y="668"/>
                  </a:moveTo>
                  <a:lnTo>
                    <a:pt x="886" y="675"/>
                  </a:lnTo>
                  <a:lnTo>
                    <a:pt x="873" y="675"/>
                  </a:lnTo>
                  <a:lnTo>
                    <a:pt x="873" y="695"/>
                  </a:lnTo>
                  <a:lnTo>
                    <a:pt x="880" y="696"/>
                  </a:lnTo>
                  <a:lnTo>
                    <a:pt x="886" y="706"/>
                  </a:lnTo>
                  <a:lnTo>
                    <a:pt x="886" y="727"/>
                  </a:lnTo>
                  <a:lnTo>
                    <a:pt x="873" y="737"/>
                  </a:lnTo>
                  <a:lnTo>
                    <a:pt x="855" y="746"/>
                  </a:lnTo>
                  <a:lnTo>
                    <a:pt x="863" y="752"/>
                  </a:lnTo>
                  <a:lnTo>
                    <a:pt x="877" y="743"/>
                  </a:lnTo>
                  <a:lnTo>
                    <a:pt x="882" y="762"/>
                  </a:lnTo>
                  <a:lnTo>
                    <a:pt x="877" y="779"/>
                  </a:lnTo>
                  <a:lnTo>
                    <a:pt x="863" y="791"/>
                  </a:lnTo>
                  <a:lnTo>
                    <a:pt x="855" y="808"/>
                  </a:lnTo>
                  <a:lnTo>
                    <a:pt x="875" y="823"/>
                  </a:lnTo>
                  <a:lnTo>
                    <a:pt x="882" y="838"/>
                  </a:lnTo>
                  <a:lnTo>
                    <a:pt x="882" y="863"/>
                  </a:lnTo>
                  <a:lnTo>
                    <a:pt x="882" y="886"/>
                  </a:lnTo>
                  <a:lnTo>
                    <a:pt x="873" y="906"/>
                  </a:lnTo>
                  <a:lnTo>
                    <a:pt x="875" y="925"/>
                  </a:lnTo>
                  <a:lnTo>
                    <a:pt x="880" y="933"/>
                  </a:lnTo>
                  <a:lnTo>
                    <a:pt x="878" y="946"/>
                  </a:lnTo>
                  <a:lnTo>
                    <a:pt x="880" y="963"/>
                  </a:lnTo>
                  <a:lnTo>
                    <a:pt x="873" y="975"/>
                  </a:lnTo>
                  <a:lnTo>
                    <a:pt x="857" y="994"/>
                  </a:lnTo>
                  <a:lnTo>
                    <a:pt x="850" y="1019"/>
                  </a:lnTo>
                  <a:lnTo>
                    <a:pt x="842" y="1044"/>
                  </a:lnTo>
                  <a:lnTo>
                    <a:pt x="832" y="1069"/>
                  </a:lnTo>
                  <a:lnTo>
                    <a:pt x="827" y="1088"/>
                  </a:lnTo>
                  <a:lnTo>
                    <a:pt x="813" y="1103"/>
                  </a:lnTo>
                  <a:lnTo>
                    <a:pt x="811" y="1124"/>
                  </a:lnTo>
                  <a:lnTo>
                    <a:pt x="815" y="1142"/>
                  </a:lnTo>
                  <a:lnTo>
                    <a:pt x="819" y="1157"/>
                  </a:lnTo>
                  <a:lnTo>
                    <a:pt x="827" y="1171"/>
                  </a:lnTo>
                  <a:lnTo>
                    <a:pt x="806" y="1172"/>
                  </a:lnTo>
                  <a:lnTo>
                    <a:pt x="800" y="1190"/>
                  </a:lnTo>
                  <a:lnTo>
                    <a:pt x="790" y="1201"/>
                  </a:lnTo>
                  <a:lnTo>
                    <a:pt x="783" y="1213"/>
                  </a:lnTo>
                  <a:lnTo>
                    <a:pt x="765" y="1220"/>
                  </a:lnTo>
                  <a:lnTo>
                    <a:pt x="763" y="1236"/>
                  </a:lnTo>
                  <a:lnTo>
                    <a:pt x="761" y="1247"/>
                  </a:lnTo>
                  <a:lnTo>
                    <a:pt x="758" y="1249"/>
                  </a:lnTo>
                  <a:lnTo>
                    <a:pt x="758" y="1245"/>
                  </a:lnTo>
                  <a:lnTo>
                    <a:pt x="742" y="1240"/>
                  </a:lnTo>
                  <a:lnTo>
                    <a:pt x="729" y="1224"/>
                  </a:lnTo>
                  <a:lnTo>
                    <a:pt x="710" y="1213"/>
                  </a:lnTo>
                  <a:lnTo>
                    <a:pt x="690" y="1201"/>
                  </a:lnTo>
                  <a:lnTo>
                    <a:pt x="683" y="1184"/>
                  </a:lnTo>
                  <a:lnTo>
                    <a:pt x="677" y="1182"/>
                  </a:lnTo>
                  <a:lnTo>
                    <a:pt x="683" y="1178"/>
                  </a:lnTo>
                  <a:lnTo>
                    <a:pt x="685" y="1167"/>
                  </a:lnTo>
                  <a:lnTo>
                    <a:pt x="683" y="1151"/>
                  </a:lnTo>
                  <a:lnTo>
                    <a:pt x="671" y="1149"/>
                  </a:lnTo>
                  <a:lnTo>
                    <a:pt x="664" y="1138"/>
                  </a:lnTo>
                  <a:lnTo>
                    <a:pt x="664" y="1124"/>
                  </a:lnTo>
                  <a:lnTo>
                    <a:pt x="646" y="1119"/>
                  </a:lnTo>
                  <a:lnTo>
                    <a:pt x="644" y="1100"/>
                  </a:lnTo>
                  <a:lnTo>
                    <a:pt x="646" y="1082"/>
                  </a:lnTo>
                  <a:lnTo>
                    <a:pt x="654" y="1067"/>
                  </a:lnTo>
                  <a:lnTo>
                    <a:pt x="654" y="1055"/>
                  </a:lnTo>
                  <a:lnTo>
                    <a:pt x="667" y="1057"/>
                  </a:lnTo>
                  <a:lnTo>
                    <a:pt x="690" y="1057"/>
                  </a:lnTo>
                  <a:lnTo>
                    <a:pt x="687" y="1042"/>
                  </a:lnTo>
                  <a:lnTo>
                    <a:pt x="689" y="1015"/>
                  </a:lnTo>
                  <a:lnTo>
                    <a:pt x="708" y="1015"/>
                  </a:lnTo>
                  <a:lnTo>
                    <a:pt x="717" y="998"/>
                  </a:lnTo>
                  <a:lnTo>
                    <a:pt x="723" y="986"/>
                  </a:lnTo>
                  <a:lnTo>
                    <a:pt x="736" y="975"/>
                  </a:lnTo>
                  <a:lnTo>
                    <a:pt x="750" y="963"/>
                  </a:lnTo>
                  <a:lnTo>
                    <a:pt x="750" y="942"/>
                  </a:lnTo>
                  <a:lnTo>
                    <a:pt x="740" y="938"/>
                  </a:lnTo>
                  <a:lnTo>
                    <a:pt x="721" y="929"/>
                  </a:lnTo>
                  <a:lnTo>
                    <a:pt x="706" y="913"/>
                  </a:lnTo>
                  <a:lnTo>
                    <a:pt x="706" y="902"/>
                  </a:lnTo>
                  <a:lnTo>
                    <a:pt x="683" y="902"/>
                  </a:lnTo>
                  <a:lnTo>
                    <a:pt x="662" y="906"/>
                  </a:lnTo>
                  <a:lnTo>
                    <a:pt x="650" y="896"/>
                  </a:lnTo>
                  <a:lnTo>
                    <a:pt x="637" y="886"/>
                  </a:lnTo>
                  <a:lnTo>
                    <a:pt x="619" y="892"/>
                  </a:lnTo>
                  <a:lnTo>
                    <a:pt x="600" y="892"/>
                  </a:lnTo>
                  <a:lnTo>
                    <a:pt x="587" y="892"/>
                  </a:lnTo>
                  <a:lnTo>
                    <a:pt x="583" y="879"/>
                  </a:lnTo>
                  <a:lnTo>
                    <a:pt x="577" y="863"/>
                  </a:lnTo>
                  <a:lnTo>
                    <a:pt x="564" y="852"/>
                  </a:lnTo>
                  <a:lnTo>
                    <a:pt x="560" y="837"/>
                  </a:lnTo>
                  <a:lnTo>
                    <a:pt x="548" y="831"/>
                  </a:lnTo>
                  <a:lnTo>
                    <a:pt x="547" y="821"/>
                  </a:lnTo>
                  <a:lnTo>
                    <a:pt x="533" y="808"/>
                  </a:lnTo>
                  <a:lnTo>
                    <a:pt x="518" y="810"/>
                  </a:lnTo>
                  <a:lnTo>
                    <a:pt x="504" y="812"/>
                  </a:lnTo>
                  <a:lnTo>
                    <a:pt x="489" y="800"/>
                  </a:lnTo>
                  <a:lnTo>
                    <a:pt x="477" y="802"/>
                  </a:lnTo>
                  <a:lnTo>
                    <a:pt x="464" y="796"/>
                  </a:lnTo>
                  <a:lnTo>
                    <a:pt x="458" y="783"/>
                  </a:lnTo>
                  <a:lnTo>
                    <a:pt x="449" y="781"/>
                  </a:lnTo>
                  <a:lnTo>
                    <a:pt x="449" y="771"/>
                  </a:lnTo>
                  <a:lnTo>
                    <a:pt x="439" y="766"/>
                  </a:lnTo>
                  <a:lnTo>
                    <a:pt x="428" y="764"/>
                  </a:lnTo>
                  <a:lnTo>
                    <a:pt x="416" y="756"/>
                  </a:lnTo>
                  <a:lnTo>
                    <a:pt x="408" y="748"/>
                  </a:lnTo>
                  <a:lnTo>
                    <a:pt x="408" y="739"/>
                  </a:lnTo>
                  <a:lnTo>
                    <a:pt x="382" y="739"/>
                  </a:lnTo>
                  <a:lnTo>
                    <a:pt x="291" y="739"/>
                  </a:lnTo>
                  <a:lnTo>
                    <a:pt x="289" y="723"/>
                  </a:lnTo>
                  <a:lnTo>
                    <a:pt x="291" y="702"/>
                  </a:lnTo>
                  <a:lnTo>
                    <a:pt x="299" y="687"/>
                  </a:lnTo>
                  <a:lnTo>
                    <a:pt x="303" y="675"/>
                  </a:lnTo>
                  <a:lnTo>
                    <a:pt x="224" y="670"/>
                  </a:lnTo>
                  <a:lnTo>
                    <a:pt x="211" y="675"/>
                  </a:lnTo>
                  <a:lnTo>
                    <a:pt x="197" y="675"/>
                  </a:lnTo>
                  <a:lnTo>
                    <a:pt x="186" y="685"/>
                  </a:lnTo>
                  <a:lnTo>
                    <a:pt x="184" y="695"/>
                  </a:lnTo>
                  <a:lnTo>
                    <a:pt x="161" y="708"/>
                  </a:lnTo>
                  <a:lnTo>
                    <a:pt x="136" y="712"/>
                  </a:lnTo>
                  <a:lnTo>
                    <a:pt x="128" y="721"/>
                  </a:lnTo>
                  <a:lnTo>
                    <a:pt x="109" y="727"/>
                  </a:lnTo>
                  <a:lnTo>
                    <a:pt x="96" y="746"/>
                  </a:lnTo>
                  <a:lnTo>
                    <a:pt x="75" y="752"/>
                  </a:lnTo>
                  <a:lnTo>
                    <a:pt x="59" y="760"/>
                  </a:lnTo>
                  <a:lnTo>
                    <a:pt x="40" y="764"/>
                  </a:lnTo>
                  <a:lnTo>
                    <a:pt x="25" y="764"/>
                  </a:lnTo>
                  <a:lnTo>
                    <a:pt x="17" y="750"/>
                  </a:lnTo>
                  <a:lnTo>
                    <a:pt x="17" y="733"/>
                  </a:lnTo>
                  <a:lnTo>
                    <a:pt x="30" y="727"/>
                  </a:lnTo>
                  <a:lnTo>
                    <a:pt x="42" y="714"/>
                  </a:lnTo>
                  <a:lnTo>
                    <a:pt x="50" y="696"/>
                  </a:lnTo>
                  <a:lnTo>
                    <a:pt x="50" y="681"/>
                  </a:lnTo>
                  <a:lnTo>
                    <a:pt x="50" y="670"/>
                  </a:lnTo>
                  <a:lnTo>
                    <a:pt x="38" y="656"/>
                  </a:lnTo>
                  <a:lnTo>
                    <a:pt x="27" y="641"/>
                  </a:lnTo>
                  <a:lnTo>
                    <a:pt x="15" y="625"/>
                  </a:lnTo>
                  <a:lnTo>
                    <a:pt x="15" y="610"/>
                  </a:lnTo>
                  <a:lnTo>
                    <a:pt x="13" y="595"/>
                  </a:lnTo>
                  <a:lnTo>
                    <a:pt x="15" y="577"/>
                  </a:lnTo>
                  <a:lnTo>
                    <a:pt x="25" y="568"/>
                  </a:lnTo>
                  <a:lnTo>
                    <a:pt x="25" y="556"/>
                  </a:lnTo>
                  <a:lnTo>
                    <a:pt x="17" y="543"/>
                  </a:lnTo>
                  <a:lnTo>
                    <a:pt x="23" y="528"/>
                  </a:lnTo>
                  <a:lnTo>
                    <a:pt x="11" y="516"/>
                  </a:lnTo>
                  <a:lnTo>
                    <a:pt x="21" y="501"/>
                  </a:lnTo>
                  <a:lnTo>
                    <a:pt x="40" y="489"/>
                  </a:lnTo>
                  <a:lnTo>
                    <a:pt x="40" y="474"/>
                  </a:lnTo>
                  <a:lnTo>
                    <a:pt x="27" y="466"/>
                  </a:lnTo>
                  <a:lnTo>
                    <a:pt x="21" y="455"/>
                  </a:lnTo>
                  <a:lnTo>
                    <a:pt x="21" y="441"/>
                  </a:lnTo>
                  <a:lnTo>
                    <a:pt x="32" y="435"/>
                  </a:lnTo>
                  <a:lnTo>
                    <a:pt x="34" y="414"/>
                  </a:lnTo>
                  <a:lnTo>
                    <a:pt x="25" y="401"/>
                  </a:lnTo>
                  <a:lnTo>
                    <a:pt x="19" y="384"/>
                  </a:lnTo>
                  <a:lnTo>
                    <a:pt x="21" y="366"/>
                  </a:lnTo>
                  <a:lnTo>
                    <a:pt x="36" y="364"/>
                  </a:lnTo>
                  <a:lnTo>
                    <a:pt x="42" y="355"/>
                  </a:lnTo>
                  <a:lnTo>
                    <a:pt x="32" y="345"/>
                  </a:lnTo>
                  <a:lnTo>
                    <a:pt x="21" y="334"/>
                  </a:lnTo>
                  <a:lnTo>
                    <a:pt x="27" y="324"/>
                  </a:lnTo>
                  <a:lnTo>
                    <a:pt x="42" y="324"/>
                  </a:lnTo>
                  <a:lnTo>
                    <a:pt x="53" y="313"/>
                  </a:lnTo>
                  <a:lnTo>
                    <a:pt x="52" y="301"/>
                  </a:lnTo>
                  <a:lnTo>
                    <a:pt x="40" y="297"/>
                  </a:lnTo>
                  <a:lnTo>
                    <a:pt x="19" y="305"/>
                  </a:lnTo>
                  <a:lnTo>
                    <a:pt x="0" y="293"/>
                  </a:lnTo>
                  <a:lnTo>
                    <a:pt x="0" y="278"/>
                  </a:lnTo>
                  <a:lnTo>
                    <a:pt x="4" y="261"/>
                  </a:lnTo>
                  <a:lnTo>
                    <a:pt x="11" y="245"/>
                  </a:lnTo>
                  <a:lnTo>
                    <a:pt x="27" y="238"/>
                  </a:lnTo>
                  <a:lnTo>
                    <a:pt x="38" y="226"/>
                  </a:lnTo>
                  <a:lnTo>
                    <a:pt x="36" y="211"/>
                  </a:lnTo>
                  <a:lnTo>
                    <a:pt x="40" y="196"/>
                  </a:lnTo>
                  <a:lnTo>
                    <a:pt x="50" y="184"/>
                  </a:lnTo>
                  <a:lnTo>
                    <a:pt x="65" y="184"/>
                  </a:lnTo>
                  <a:lnTo>
                    <a:pt x="82" y="173"/>
                  </a:lnTo>
                  <a:lnTo>
                    <a:pt x="101" y="161"/>
                  </a:lnTo>
                  <a:lnTo>
                    <a:pt x="117" y="163"/>
                  </a:lnTo>
                  <a:lnTo>
                    <a:pt x="124" y="176"/>
                  </a:lnTo>
                  <a:lnTo>
                    <a:pt x="132" y="194"/>
                  </a:lnTo>
                  <a:lnTo>
                    <a:pt x="147" y="211"/>
                  </a:lnTo>
                  <a:lnTo>
                    <a:pt x="157" y="222"/>
                  </a:lnTo>
                  <a:lnTo>
                    <a:pt x="172" y="228"/>
                  </a:lnTo>
                  <a:lnTo>
                    <a:pt x="197" y="228"/>
                  </a:lnTo>
                  <a:lnTo>
                    <a:pt x="217" y="224"/>
                  </a:lnTo>
                  <a:lnTo>
                    <a:pt x="230" y="224"/>
                  </a:lnTo>
                  <a:lnTo>
                    <a:pt x="243" y="217"/>
                  </a:lnTo>
                  <a:lnTo>
                    <a:pt x="257" y="203"/>
                  </a:lnTo>
                  <a:lnTo>
                    <a:pt x="268" y="197"/>
                  </a:lnTo>
                  <a:lnTo>
                    <a:pt x="301" y="199"/>
                  </a:lnTo>
                  <a:lnTo>
                    <a:pt x="320" y="196"/>
                  </a:lnTo>
                  <a:lnTo>
                    <a:pt x="328" y="176"/>
                  </a:lnTo>
                  <a:lnTo>
                    <a:pt x="349" y="173"/>
                  </a:lnTo>
                  <a:lnTo>
                    <a:pt x="360" y="161"/>
                  </a:lnTo>
                  <a:lnTo>
                    <a:pt x="360" y="153"/>
                  </a:lnTo>
                  <a:lnTo>
                    <a:pt x="374" y="144"/>
                  </a:lnTo>
                  <a:lnTo>
                    <a:pt x="376" y="90"/>
                  </a:lnTo>
                  <a:lnTo>
                    <a:pt x="368" y="77"/>
                  </a:lnTo>
                  <a:lnTo>
                    <a:pt x="359" y="63"/>
                  </a:lnTo>
                  <a:lnTo>
                    <a:pt x="378" y="57"/>
                  </a:lnTo>
                  <a:lnTo>
                    <a:pt x="401" y="44"/>
                  </a:lnTo>
                  <a:lnTo>
                    <a:pt x="410" y="55"/>
                  </a:lnTo>
                  <a:lnTo>
                    <a:pt x="416" y="63"/>
                  </a:lnTo>
                  <a:lnTo>
                    <a:pt x="439" y="65"/>
                  </a:lnTo>
                  <a:lnTo>
                    <a:pt x="451" y="71"/>
                  </a:lnTo>
                  <a:lnTo>
                    <a:pt x="464" y="78"/>
                  </a:lnTo>
                  <a:lnTo>
                    <a:pt x="481" y="80"/>
                  </a:lnTo>
                  <a:lnTo>
                    <a:pt x="502" y="75"/>
                  </a:lnTo>
                  <a:lnTo>
                    <a:pt x="518" y="71"/>
                  </a:lnTo>
                  <a:lnTo>
                    <a:pt x="531" y="65"/>
                  </a:lnTo>
                  <a:lnTo>
                    <a:pt x="547" y="50"/>
                  </a:lnTo>
                  <a:lnTo>
                    <a:pt x="573" y="52"/>
                  </a:lnTo>
                  <a:lnTo>
                    <a:pt x="587" y="50"/>
                  </a:lnTo>
                  <a:lnTo>
                    <a:pt x="604" y="40"/>
                  </a:lnTo>
                  <a:lnTo>
                    <a:pt x="623" y="23"/>
                  </a:lnTo>
                  <a:lnTo>
                    <a:pt x="633" y="15"/>
                  </a:lnTo>
                  <a:lnTo>
                    <a:pt x="652" y="6"/>
                  </a:lnTo>
                  <a:lnTo>
                    <a:pt x="667" y="6"/>
                  </a:lnTo>
                  <a:lnTo>
                    <a:pt x="681" y="11"/>
                  </a:lnTo>
                  <a:lnTo>
                    <a:pt x="698" y="25"/>
                  </a:lnTo>
                  <a:lnTo>
                    <a:pt x="704" y="46"/>
                  </a:lnTo>
                  <a:lnTo>
                    <a:pt x="713" y="61"/>
                  </a:lnTo>
                  <a:lnTo>
                    <a:pt x="715" y="77"/>
                  </a:lnTo>
                  <a:lnTo>
                    <a:pt x="717" y="88"/>
                  </a:lnTo>
                  <a:lnTo>
                    <a:pt x="731" y="96"/>
                  </a:lnTo>
                  <a:lnTo>
                    <a:pt x="748" y="96"/>
                  </a:lnTo>
                  <a:lnTo>
                    <a:pt x="750" y="82"/>
                  </a:lnTo>
                  <a:lnTo>
                    <a:pt x="765" y="82"/>
                  </a:lnTo>
                  <a:lnTo>
                    <a:pt x="777" y="75"/>
                  </a:lnTo>
                  <a:lnTo>
                    <a:pt x="784" y="65"/>
                  </a:lnTo>
                  <a:lnTo>
                    <a:pt x="788" y="52"/>
                  </a:lnTo>
                  <a:lnTo>
                    <a:pt x="802" y="50"/>
                  </a:lnTo>
                  <a:lnTo>
                    <a:pt x="811" y="52"/>
                  </a:lnTo>
                  <a:lnTo>
                    <a:pt x="821" y="54"/>
                  </a:lnTo>
                  <a:lnTo>
                    <a:pt x="827" y="40"/>
                  </a:lnTo>
                  <a:lnTo>
                    <a:pt x="838" y="25"/>
                  </a:lnTo>
                  <a:lnTo>
                    <a:pt x="850" y="11"/>
                  </a:lnTo>
                  <a:lnTo>
                    <a:pt x="863" y="6"/>
                  </a:lnTo>
                  <a:lnTo>
                    <a:pt x="877" y="0"/>
                  </a:lnTo>
                  <a:lnTo>
                    <a:pt x="890" y="9"/>
                  </a:lnTo>
                  <a:lnTo>
                    <a:pt x="909" y="15"/>
                  </a:lnTo>
                  <a:lnTo>
                    <a:pt x="923" y="25"/>
                  </a:lnTo>
                  <a:lnTo>
                    <a:pt x="936" y="36"/>
                  </a:lnTo>
                  <a:lnTo>
                    <a:pt x="951" y="42"/>
                  </a:lnTo>
                  <a:lnTo>
                    <a:pt x="965" y="48"/>
                  </a:lnTo>
                  <a:lnTo>
                    <a:pt x="978" y="50"/>
                  </a:lnTo>
                  <a:lnTo>
                    <a:pt x="984" y="40"/>
                  </a:lnTo>
                  <a:lnTo>
                    <a:pt x="997" y="44"/>
                  </a:lnTo>
                  <a:lnTo>
                    <a:pt x="1001" y="63"/>
                  </a:lnTo>
                  <a:lnTo>
                    <a:pt x="995" y="75"/>
                  </a:lnTo>
                  <a:lnTo>
                    <a:pt x="1009" y="82"/>
                  </a:lnTo>
                  <a:lnTo>
                    <a:pt x="1020" y="102"/>
                  </a:lnTo>
                  <a:lnTo>
                    <a:pt x="1024" y="113"/>
                  </a:lnTo>
                  <a:lnTo>
                    <a:pt x="1036" y="130"/>
                  </a:lnTo>
                  <a:lnTo>
                    <a:pt x="1049" y="153"/>
                  </a:lnTo>
                  <a:lnTo>
                    <a:pt x="1051" y="173"/>
                  </a:lnTo>
                  <a:lnTo>
                    <a:pt x="1063" y="192"/>
                  </a:lnTo>
                  <a:lnTo>
                    <a:pt x="1072" y="199"/>
                  </a:lnTo>
                  <a:lnTo>
                    <a:pt x="1082" y="219"/>
                  </a:lnTo>
                  <a:lnTo>
                    <a:pt x="1086" y="230"/>
                  </a:lnTo>
                  <a:lnTo>
                    <a:pt x="1082" y="242"/>
                  </a:lnTo>
                  <a:lnTo>
                    <a:pt x="1076" y="253"/>
                  </a:lnTo>
                  <a:lnTo>
                    <a:pt x="1078" y="274"/>
                  </a:lnTo>
                  <a:lnTo>
                    <a:pt x="1084" y="292"/>
                  </a:lnTo>
                  <a:lnTo>
                    <a:pt x="1074" y="301"/>
                  </a:lnTo>
                  <a:lnTo>
                    <a:pt x="1063" y="307"/>
                  </a:lnTo>
                  <a:lnTo>
                    <a:pt x="1047" y="307"/>
                  </a:lnTo>
                  <a:lnTo>
                    <a:pt x="1030" y="307"/>
                  </a:lnTo>
                  <a:lnTo>
                    <a:pt x="1024" y="316"/>
                  </a:lnTo>
                  <a:lnTo>
                    <a:pt x="1030" y="336"/>
                  </a:lnTo>
                  <a:lnTo>
                    <a:pt x="1030" y="355"/>
                  </a:lnTo>
                  <a:lnTo>
                    <a:pt x="1036" y="370"/>
                  </a:lnTo>
                  <a:lnTo>
                    <a:pt x="1047" y="374"/>
                  </a:lnTo>
                  <a:lnTo>
                    <a:pt x="1053" y="389"/>
                  </a:lnTo>
                  <a:lnTo>
                    <a:pt x="1055" y="407"/>
                  </a:lnTo>
                  <a:lnTo>
                    <a:pt x="1068" y="412"/>
                  </a:lnTo>
                  <a:lnTo>
                    <a:pt x="1084" y="420"/>
                  </a:lnTo>
                  <a:lnTo>
                    <a:pt x="1088" y="434"/>
                  </a:lnTo>
                  <a:lnTo>
                    <a:pt x="1078" y="457"/>
                  </a:lnTo>
                  <a:lnTo>
                    <a:pt x="1063" y="478"/>
                  </a:lnTo>
                  <a:lnTo>
                    <a:pt x="1053" y="497"/>
                  </a:lnTo>
                  <a:lnTo>
                    <a:pt x="1043" y="512"/>
                  </a:lnTo>
                  <a:lnTo>
                    <a:pt x="1034" y="531"/>
                  </a:lnTo>
                  <a:lnTo>
                    <a:pt x="1017" y="537"/>
                  </a:lnTo>
                  <a:lnTo>
                    <a:pt x="999" y="554"/>
                  </a:lnTo>
                  <a:lnTo>
                    <a:pt x="986" y="564"/>
                  </a:lnTo>
                  <a:lnTo>
                    <a:pt x="978" y="581"/>
                  </a:lnTo>
                  <a:lnTo>
                    <a:pt x="969" y="593"/>
                  </a:lnTo>
                  <a:lnTo>
                    <a:pt x="957" y="589"/>
                  </a:lnTo>
                  <a:lnTo>
                    <a:pt x="955" y="579"/>
                  </a:lnTo>
                  <a:lnTo>
                    <a:pt x="932" y="585"/>
                  </a:lnTo>
                  <a:lnTo>
                    <a:pt x="932" y="572"/>
                  </a:lnTo>
                  <a:lnTo>
                    <a:pt x="940" y="558"/>
                  </a:lnTo>
                  <a:lnTo>
                    <a:pt x="951" y="556"/>
                  </a:lnTo>
                  <a:lnTo>
                    <a:pt x="934" y="543"/>
                  </a:lnTo>
                  <a:lnTo>
                    <a:pt x="921" y="539"/>
                  </a:lnTo>
                  <a:lnTo>
                    <a:pt x="917" y="551"/>
                  </a:lnTo>
                  <a:lnTo>
                    <a:pt x="923" y="564"/>
                  </a:lnTo>
                  <a:lnTo>
                    <a:pt x="911" y="572"/>
                  </a:lnTo>
                  <a:lnTo>
                    <a:pt x="903" y="583"/>
                  </a:lnTo>
                  <a:lnTo>
                    <a:pt x="909" y="599"/>
                  </a:lnTo>
                  <a:lnTo>
                    <a:pt x="911" y="612"/>
                  </a:lnTo>
                  <a:lnTo>
                    <a:pt x="898" y="614"/>
                  </a:lnTo>
                  <a:lnTo>
                    <a:pt x="880" y="620"/>
                  </a:lnTo>
                  <a:lnTo>
                    <a:pt x="878" y="633"/>
                  </a:lnTo>
                  <a:lnTo>
                    <a:pt x="873" y="645"/>
                  </a:lnTo>
                  <a:lnTo>
                    <a:pt x="878" y="654"/>
                  </a:lnTo>
                  <a:lnTo>
                    <a:pt x="890" y="668"/>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7" name="Freeform 38">
              <a:extLst>
                <a:ext uri="{FF2B5EF4-FFF2-40B4-BE49-F238E27FC236}">
                  <a16:creationId xmlns:a16="http://schemas.microsoft.com/office/drawing/2014/main" id="{B484FF75-4DF2-CEBB-EAEC-62821679A09D}"/>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8" name="Freeform 39">
              <a:extLst>
                <a:ext uri="{FF2B5EF4-FFF2-40B4-BE49-F238E27FC236}">
                  <a16:creationId xmlns:a16="http://schemas.microsoft.com/office/drawing/2014/main" id="{6D7C4A4B-E9A2-C5E2-CC0B-5F01AC34BEDE}"/>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9" name="Freeform 40">
              <a:extLst>
                <a:ext uri="{FF2B5EF4-FFF2-40B4-BE49-F238E27FC236}">
                  <a16:creationId xmlns:a16="http://schemas.microsoft.com/office/drawing/2014/main" id="{692E6612-AE47-E00E-6EBC-1524949288F4}"/>
                </a:ext>
              </a:extLst>
            </p:cNvPr>
            <p:cNvSpPr>
              <a:spLocks noChangeAspect="1"/>
            </p:cNvSpPr>
            <p:nvPr/>
          </p:nvSpPr>
          <p:spPr bwMode="auto">
            <a:xfrm>
              <a:off x="3332" y="1087"/>
              <a:ext cx="1" cy="1"/>
            </a:xfrm>
            <a:custGeom>
              <a:avLst/>
              <a:gdLst/>
              <a:ahLst/>
              <a:cxnLst>
                <a:cxn ang="0">
                  <a:pos x="0" y="2"/>
                </a:cxn>
                <a:cxn ang="0">
                  <a:pos x="2" y="2"/>
                </a:cxn>
                <a:cxn ang="0">
                  <a:pos x="2" y="0"/>
                </a:cxn>
                <a:cxn ang="0">
                  <a:pos x="2" y="2"/>
                </a:cxn>
                <a:cxn ang="0">
                  <a:pos x="0" y="2"/>
                </a:cxn>
              </a:cxnLst>
              <a:rect l="0" t="0" r="r" b="b"/>
              <a:pathLst>
                <a:path w="2" h="2">
                  <a:moveTo>
                    <a:pt x="0" y="2"/>
                  </a:moveTo>
                  <a:lnTo>
                    <a:pt x="2" y="2"/>
                  </a:lnTo>
                  <a:lnTo>
                    <a:pt x="2" y="0"/>
                  </a:lnTo>
                  <a:lnTo>
                    <a:pt x="2" y="2"/>
                  </a:lnTo>
                  <a:lnTo>
                    <a:pt x="0" y="2"/>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0" name="Rectangle 41">
              <a:extLst>
                <a:ext uri="{FF2B5EF4-FFF2-40B4-BE49-F238E27FC236}">
                  <a16:creationId xmlns:a16="http://schemas.microsoft.com/office/drawing/2014/main" id="{391A22D4-121D-5593-7CD6-905C00F0E91C}"/>
                </a:ext>
              </a:extLst>
            </p:cNvPr>
            <p:cNvSpPr>
              <a:spLocks noChangeAspect="1" noChangeArrowheads="1"/>
            </p:cNvSpPr>
            <p:nvPr/>
          </p:nvSpPr>
          <p:spPr bwMode="auto">
            <a:xfrm>
              <a:off x="3333" y="1087"/>
              <a:ext cx="1" cy="0"/>
            </a:xfrm>
            <a:prstGeom prst="rect">
              <a:avLst/>
            </a:prstGeom>
            <a:grpFill/>
            <a:ln w="6350">
              <a:solidFill>
                <a:schemeClr val="bg1"/>
              </a:solidFill>
              <a:miter lim="800000"/>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1" name="Freeform 42">
              <a:extLst>
                <a:ext uri="{FF2B5EF4-FFF2-40B4-BE49-F238E27FC236}">
                  <a16:creationId xmlns:a16="http://schemas.microsoft.com/office/drawing/2014/main" id="{66B159DB-02B5-D04B-B03D-A18E8A6F6F39}"/>
                </a:ext>
              </a:extLst>
            </p:cNvPr>
            <p:cNvSpPr>
              <a:spLocks noChangeAspect="1"/>
            </p:cNvSpPr>
            <p:nvPr/>
          </p:nvSpPr>
          <p:spPr bwMode="auto">
            <a:xfrm>
              <a:off x="3335" y="1085"/>
              <a:ext cx="0" cy="2"/>
            </a:xfrm>
            <a:custGeom>
              <a:avLst/>
              <a:gdLst/>
              <a:ahLst/>
              <a:cxnLst>
                <a:cxn ang="0">
                  <a:pos x="0" y="2"/>
                </a:cxn>
                <a:cxn ang="0">
                  <a:pos x="0" y="0"/>
                </a:cxn>
                <a:cxn ang="0">
                  <a:pos x="0" y="0"/>
                </a:cxn>
                <a:cxn ang="0">
                  <a:pos x="0" y="2"/>
                </a:cxn>
              </a:cxnLst>
              <a:rect l="0" t="0" r="r" b="b"/>
              <a:pathLst>
                <a:path h="2">
                  <a:moveTo>
                    <a:pt x="0" y="2"/>
                  </a:moveTo>
                  <a:lnTo>
                    <a:pt x="0" y="0"/>
                  </a:lnTo>
                  <a:lnTo>
                    <a:pt x="0" y="0"/>
                  </a:lnTo>
                  <a:lnTo>
                    <a:pt x="0" y="2"/>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2" name="Freeform 43">
              <a:extLst>
                <a:ext uri="{FF2B5EF4-FFF2-40B4-BE49-F238E27FC236}">
                  <a16:creationId xmlns:a16="http://schemas.microsoft.com/office/drawing/2014/main" id="{9606B109-7AD2-515B-36C7-0089F1E49538}"/>
                </a:ext>
              </a:extLst>
            </p:cNvPr>
            <p:cNvSpPr>
              <a:spLocks noChangeAspect="1"/>
            </p:cNvSpPr>
            <p:nvPr/>
          </p:nvSpPr>
          <p:spPr bwMode="auto">
            <a:xfrm>
              <a:off x="3446" y="1006"/>
              <a:ext cx="214" cy="151"/>
            </a:xfrm>
            <a:custGeom>
              <a:avLst/>
              <a:gdLst/>
              <a:ahLst/>
              <a:cxnLst>
                <a:cxn ang="0">
                  <a:pos x="43" y="0"/>
                </a:cxn>
                <a:cxn ang="0">
                  <a:pos x="31" y="3"/>
                </a:cxn>
                <a:cxn ang="0">
                  <a:pos x="25" y="11"/>
                </a:cxn>
                <a:cxn ang="0">
                  <a:pos x="18" y="19"/>
                </a:cxn>
                <a:cxn ang="0">
                  <a:pos x="8" y="26"/>
                </a:cxn>
                <a:cxn ang="0">
                  <a:pos x="8" y="44"/>
                </a:cxn>
                <a:cxn ang="0">
                  <a:pos x="4" y="59"/>
                </a:cxn>
                <a:cxn ang="0">
                  <a:pos x="12" y="71"/>
                </a:cxn>
                <a:cxn ang="0">
                  <a:pos x="23" y="74"/>
                </a:cxn>
                <a:cxn ang="0">
                  <a:pos x="22" y="84"/>
                </a:cxn>
                <a:cxn ang="0">
                  <a:pos x="6" y="78"/>
                </a:cxn>
                <a:cxn ang="0">
                  <a:pos x="0" y="86"/>
                </a:cxn>
                <a:cxn ang="0">
                  <a:pos x="0" y="103"/>
                </a:cxn>
                <a:cxn ang="0">
                  <a:pos x="14" y="109"/>
                </a:cxn>
                <a:cxn ang="0">
                  <a:pos x="25" y="122"/>
                </a:cxn>
                <a:cxn ang="0">
                  <a:pos x="31" y="138"/>
                </a:cxn>
                <a:cxn ang="0">
                  <a:pos x="37" y="149"/>
                </a:cxn>
                <a:cxn ang="0">
                  <a:pos x="29" y="161"/>
                </a:cxn>
                <a:cxn ang="0">
                  <a:pos x="20" y="169"/>
                </a:cxn>
                <a:cxn ang="0">
                  <a:pos x="33" y="190"/>
                </a:cxn>
                <a:cxn ang="0">
                  <a:pos x="48" y="203"/>
                </a:cxn>
                <a:cxn ang="0">
                  <a:pos x="68" y="211"/>
                </a:cxn>
                <a:cxn ang="0">
                  <a:pos x="91" y="211"/>
                </a:cxn>
                <a:cxn ang="0">
                  <a:pos x="106" y="215"/>
                </a:cxn>
                <a:cxn ang="0">
                  <a:pos x="116" y="205"/>
                </a:cxn>
                <a:cxn ang="0">
                  <a:pos x="129" y="207"/>
                </a:cxn>
                <a:cxn ang="0">
                  <a:pos x="146" y="209"/>
                </a:cxn>
                <a:cxn ang="0">
                  <a:pos x="158" y="195"/>
                </a:cxn>
                <a:cxn ang="0">
                  <a:pos x="167" y="192"/>
                </a:cxn>
                <a:cxn ang="0">
                  <a:pos x="200" y="192"/>
                </a:cxn>
                <a:cxn ang="0">
                  <a:pos x="211" y="184"/>
                </a:cxn>
                <a:cxn ang="0">
                  <a:pos x="225" y="178"/>
                </a:cxn>
                <a:cxn ang="0">
                  <a:pos x="233" y="167"/>
                </a:cxn>
                <a:cxn ang="0">
                  <a:pos x="234" y="138"/>
                </a:cxn>
                <a:cxn ang="0">
                  <a:pos x="248" y="132"/>
                </a:cxn>
                <a:cxn ang="0">
                  <a:pos x="261" y="119"/>
                </a:cxn>
                <a:cxn ang="0">
                  <a:pos x="269" y="97"/>
                </a:cxn>
                <a:cxn ang="0">
                  <a:pos x="279" y="78"/>
                </a:cxn>
                <a:cxn ang="0">
                  <a:pos x="288" y="69"/>
                </a:cxn>
                <a:cxn ang="0">
                  <a:pos x="292" y="48"/>
                </a:cxn>
                <a:cxn ang="0">
                  <a:pos x="305" y="38"/>
                </a:cxn>
                <a:cxn ang="0">
                  <a:pos x="304" y="19"/>
                </a:cxn>
                <a:cxn ang="0">
                  <a:pos x="292" y="19"/>
                </a:cxn>
                <a:cxn ang="0">
                  <a:pos x="269" y="23"/>
                </a:cxn>
                <a:cxn ang="0">
                  <a:pos x="254" y="28"/>
                </a:cxn>
                <a:cxn ang="0">
                  <a:pos x="240" y="25"/>
                </a:cxn>
                <a:cxn ang="0">
                  <a:pos x="231" y="17"/>
                </a:cxn>
                <a:cxn ang="0">
                  <a:pos x="213" y="9"/>
                </a:cxn>
                <a:cxn ang="0">
                  <a:pos x="194" y="9"/>
                </a:cxn>
                <a:cxn ang="0">
                  <a:pos x="173" y="11"/>
                </a:cxn>
                <a:cxn ang="0">
                  <a:pos x="156" y="23"/>
                </a:cxn>
                <a:cxn ang="0">
                  <a:pos x="135" y="25"/>
                </a:cxn>
                <a:cxn ang="0">
                  <a:pos x="114" y="25"/>
                </a:cxn>
                <a:cxn ang="0">
                  <a:pos x="100" y="17"/>
                </a:cxn>
                <a:cxn ang="0">
                  <a:pos x="75" y="15"/>
                </a:cxn>
                <a:cxn ang="0">
                  <a:pos x="69" y="7"/>
                </a:cxn>
                <a:cxn ang="0">
                  <a:pos x="60" y="7"/>
                </a:cxn>
                <a:cxn ang="0">
                  <a:pos x="43" y="0"/>
                </a:cxn>
              </a:cxnLst>
              <a:rect l="0" t="0" r="r" b="b"/>
              <a:pathLst>
                <a:path w="305" h="215">
                  <a:moveTo>
                    <a:pt x="43" y="0"/>
                  </a:moveTo>
                  <a:lnTo>
                    <a:pt x="31" y="3"/>
                  </a:lnTo>
                  <a:lnTo>
                    <a:pt x="25" y="11"/>
                  </a:lnTo>
                  <a:lnTo>
                    <a:pt x="18" y="19"/>
                  </a:lnTo>
                  <a:lnTo>
                    <a:pt x="8" y="26"/>
                  </a:lnTo>
                  <a:lnTo>
                    <a:pt x="8" y="44"/>
                  </a:lnTo>
                  <a:lnTo>
                    <a:pt x="4" y="59"/>
                  </a:lnTo>
                  <a:lnTo>
                    <a:pt x="12" y="71"/>
                  </a:lnTo>
                  <a:lnTo>
                    <a:pt x="23" y="74"/>
                  </a:lnTo>
                  <a:lnTo>
                    <a:pt x="22" y="84"/>
                  </a:lnTo>
                  <a:lnTo>
                    <a:pt x="6" y="78"/>
                  </a:lnTo>
                  <a:lnTo>
                    <a:pt x="0" y="86"/>
                  </a:lnTo>
                  <a:lnTo>
                    <a:pt x="0" y="103"/>
                  </a:lnTo>
                  <a:lnTo>
                    <a:pt x="14" y="109"/>
                  </a:lnTo>
                  <a:lnTo>
                    <a:pt x="25" y="122"/>
                  </a:lnTo>
                  <a:lnTo>
                    <a:pt x="31" y="138"/>
                  </a:lnTo>
                  <a:lnTo>
                    <a:pt x="37" y="149"/>
                  </a:lnTo>
                  <a:lnTo>
                    <a:pt x="29" y="161"/>
                  </a:lnTo>
                  <a:lnTo>
                    <a:pt x="20" y="169"/>
                  </a:lnTo>
                  <a:lnTo>
                    <a:pt x="33" y="190"/>
                  </a:lnTo>
                  <a:lnTo>
                    <a:pt x="48" y="203"/>
                  </a:lnTo>
                  <a:lnTo>
                    <a:pt x="68" y="211"/>
                  </a:lnTo>
                  <a:lnTo>
                    <a:pt x="91" y="211"/>
                  </a:lnTo>
                  <a:lnTo>
                    <a:pt x="106" y="215"/>
                  </a:lnTo>
                  <a:lnTo>
                    <a:pt x="116" y="205"/>
                  </a:lnTo>
                  <a:lnTo>
                    <a:pt x="129" y="207"/>
                  </a:lnTo>
                  <a:lnTo>
                    <a:pt x="146" y="209"/>
                  </a:lnTo>
                  <a:lnTo>
                    <a:pt x="158" y="195"/>
                  </a:lnTo>
                  <a:lnTo>
                    <a:pt x="167" y="192"/>
                  </a:lnTo>
                  <a:lnTo>
                    <a:pt x="200" y="192"/>
                  </a:lnTo>
                  <a:lnTo>
                    <a:pt x="211" y="184"/>
                  </a:lnTo>
                  <a:lnTo>
                    <a:pt x="225" y="178"/>
                  </a:lnTo>
                  <a:lnTo>
                    <a:pt x="233" y="167"/>
                  </a:lnTo>
                  <a:lnTo>
                    <a:pt x="234" y="138"/>
                  </a:lnTo>
                  <a:lnTo>
                    <a:pt x="248" y="132"/>
                  </a:lnTo>
                  <a:lnTo>
                    <a:pt x="261" y="119"/>
                  </a:lnTo>
                  <a:lnTo>
                    <a:pt x="269" y="97"/>
                  </a:lnTo>
                  <a:lnTo>
                    <a:pt x="279" y="78"/>
                  </a:lnTo>
                  <a:lnTo>
                    <a:pt x="288" y="69"/>
                  </a:lnTo>
                  <a:lnTo>
                    <a:pt x="292" y="48"/>
                  </a:lnTo>
                  <a:lnTo>
                    <a:pt x="305" y="38"/>
                  </a:lnTo>
                  <a:lnTo>
                    <a:pt x="304" y="19"/>
                  </a:lnTo>
                  <a:lnTo>
                    <a:pt x="292" y="19"/>
                  </a:lnTo>
                  <a:lnTo>
                    <a:pt x="269" y="23"/>
                  </a:lnTo>
                  <a:lnTo>
                    <a:pt x="254" y="28"/>
                  </a:lnTo>
                  <a:lnTo>
                    <a:pt x="240" y="25"/>
                  </a:lnTo>
                  <a:lnTo>
                    <a:pt x="231" y="17"/>
                  </a:lnTo>
                  <a:lnTo>
                    <a:pt x="213" y="9"/>
                  </a:lnTo>
                  <a:lnTo>
                    <a:pt x="194" y="9"/>
                  </a:lnTo>
                  <a:lnTo>
                    <a:pt x="173" y="11"/>
                  </a:lnTo>
                  <a:lnTo>
                    <a:pt x="156" y="23"/>
                  </a:lnTo>
                  <a:lnTo>
                    <a:pt x="135" y="25"/>
                  </a:lnTo>
                  <a:lnTo>
                    <a:pt x="114" y="25"/>
                  </a:lnTo>
                  <a:lnTo>
                    <a:pt x="100" y="17"/>
                  </a:lnTo>
                  <a:lnTo>
                    <a:pt x="75" y="15"/>
                  </a:lnTo>
                  <a:lnTo>
                    <a:pt x="69" y="7"/>
                  </a:lnTo>
                  <a:lnTo>
                    <a:pt x="60" y="7"/>
                  </a:lnTo>
                  <a:lnTo>
                    <a:pt x="43"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3" name="Freeform 44">
              <a:extLst>
                <a:ext uri="{FF2B5EF4-FFF2-40B4-BE49-F238E27FC236}">
                  <a16:creationId xmlns:a16="http://schemas.microsoft.com/office/drawing/2014/main" id="{BC9E8F04-3F90-A59F-5D70-D422797DC60F}"/>
                </a:ext>
              </a:extLst>
            </p:cNvPr>
            <p:cNvSpPr>
              <a:spLocks noChangeAspect="1"/>
            </p:cNvSpPr>
            <p:nvPr/>
          </p:nvSpPr>
          <p:spPr bwMode="auto">
            <a:xfrm>
              <a:off x="3345" y="1044"/>
              <a:ext cx="54" cy="64"/>
            </a:xfrm>
            <a:custGeom>
              <a:avLst/>
              <a:gdLst/>
              <a:ahLst/>
              <a:cxnLst>
                <a:cxn ang="0">
                  <a:pos x="36" y="12"/>
                </a:cxn>
                <a:cxn ang="0">
                  <a:pos x="28" y="25"/>
                </a:cxn>
                <a:cxn ang="0">
                  <a:pos x="21" y="41"/>
                </a:cxn>
                <a:cxn ang="0">
                  <a:pos x="25" y="48"/>
                </a:cxn>
                <a:cxn ang="0">
                  <a:pos x="21" y="60"/>
                </a:cxn>
                <a:cxn ang="0">
                  <a:pos x="13" y="71"/>
                </a:cxn>
                <a:cxn ang="0">
                  <a:pos x="5" y="77"/>
                </a:cxn>
                <a:cxn ang="0">
                  <a:pos x="0" y="85"/>
                </a:cxn>
                <a:cxn ang="0">
                  <a:pos x="5" y="90"/>
                </a:cxn>
                <a:cxn ang="0">
                  <a:pos x="23" y="89"/>
                </a:cxn>
                <a:cxn ang="0">
                  <a:pos x="38" y="79"/>
                </a:cxn>
                <a:cxn ang="0">
                  <a:pos x="55" y="69"/>
                </a:cxn>
                <a:cxn ang="0">
                  <a:pos x="67" y="50"/>
                </a:cxn>
                <a:cxn ang="0">
                  <a:pos x="71" y="37"/>
                </a:cxn>
                <a:cxn ang="0">
                  <a:pos x="78" y="25"/>
                </a:cxn>
                <a:cxn ang="0">
                  <a:pos x="71" y="14"/>
                </a:cxn>
                <a:cxn ang="0">
                  <a:pos x="51" y="0"/>
                </a:cxn>
                <a:cxn ang="0">
                  <a:pos x="44" y="4"/>
                </a:cxn>
                <a:cxn ang="0">
                  <a:pos x="36" y="12"/>
                </a:cxn>
              </a:cxnLst>
              <a:rect l="0" t="0" r="r" b="b"/>
              <a:pathLst>
                <a:path w="78" h="90">
                  <a:moveTo>
                    <a:pt x="36" y="12"/>
                  </a:moveTo>
                  <a:lnTo>
                    <a:pt x="28" y="25"/>
                  </a:lnTo>
                  <a:lnTo>
                    <a:pt x="21" y="41"/>
                  </a:lnTo>
                  <a:lnTo>
                    <a:pt x="25" y="48"/>
                  </a:lnTo>
                  <a:lnTo>
                    <a:pt x="21" y="60"/>
                  </a:lnTo>
                  <a:lnTo>
                    <a:pt x="13" y="71"/>
                  </a:lnTo>
                  <a:lnTo>
                    <a:pt x="5" y="77"/>
                  </a:lnTo>
                  <a:lnTo>
                    <a:pt x="0" y="85"/>
                  </a:lnTo>
                  <a:lnTo>
                    <a:pt x="5" y="90"/>
                  </a:lnTo>
                  <a:lnTo>
                    <a:pt x="23" y="89"/>
                  </a:lnTo>
                  <a:lnTo>
                    <a:pt x="38" y="79"/>
                  </a:lnTo>
                  <a:lnTo>
                    <a:pt x="55" y="69"/>
                  </a:lnTo>
                  <a:lnTo>
                    <a:pt x="67" y="50"/>
                  </a:lnTo>
                  <a:lnTo>
                    <a:pt x="71" y="37"/>
                  </a:lnTo>
                  <a:lnTo>
                    <a:pt x="78" y="25"/>
                  </a:lnTo>
                  <a:lnTo>
                    <a:pt x="71" y="14"/>
                  </a:lnTo>
                  <a:lnTo>
                    <a:pt x="51" y="0"/>
                  </a:lnTo>
                  <a:lnTo>
                    <a:pt x="44" y="4"/>
                  </a:lnTo>
                  <a:lnTo>
                    <a:pt x="36" y="12"/>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4" name="Freeform 45">
              <a:extLst>
                <a:ext uri="{FF2B5EF4-FFF2-40B4-BE49-F238E27FC236}">
                  <a16:creationId xmlns:a16="http://schemas.microsoft.com/office/drawing/2014/main" id="{3F39A9AC-7595-8C4C-08C8-58E31A3BB62A}"/>
                </a:ext>
              </a:extLst>
            </p:cNvPr>
            <p:cNvSpPr>
              <a:spLocks noChangeAspect="1"/>
            </p:cNvSpPr>
            <p:nvPr/>
          </p:nvSpPr>
          <p:spPr bwMode="auto">
            <a:xfrm>
              <a:off x="3486" y="972"/>
              <a:ext cx="47" cy="30"/>
            </a:xfrm>
            <a:custGeom>
              <a:avLst/>
              <a:gdLst/>
              <a:ahLst/>
              <a:cxnLst>
                <a:cxn ang="0">
                  <a:pos x="42" y="0"/>
                </a:cxn>
                <a:cxn ang="0">
                  <a:pos x="35" y="7"/>
                </a:cxn>
                <a:cxn ang="0">
                  <a:pos x="15" y="7"/>
                </a:cxn>
                <a:cxn ang="0">
                  <a:pos x="4" y="11"/>
                </a:cxn>
                <a:cxn ang="0">
                  <a:pos x="0" y="23"/>
                </a:cxn>
                <a:cxn ang="0">
                  <a:pos x="13" y="30"/>
                </a:cxn>
                <a:cxn ang="0">
                  <a:pos x="29" y="32"/>
                </a:cxn>
                <a:cxn ang="0">
                  <a:pos x="38" y="40"/>
                </a:cxn>
                <a:cxn ang="0">
                  <a:pos x="46" y="42"/>
                </a:cxn>
                <a:cxn ang="0">
                  <a:pos x="60" y="30"/>
                </a:cxn>
                <a:cxn ang="0">
                  <a:pos x="67" y="17"/>
                </a:cxn>
                <a:cxn ang="0">
                  <a:pos x="61" y="5"/>
                </a:cxn>
                <a:cxn ang="0">
                  <a:pos x="52" y="0"/>
                </a:cxn>
                <a:cxn ang="0">
                  <a:pos x="42" y="0"/>
                </a:cxn>
              </a:cxnLst>
              <a:rect l="0" t="0" r="r" b="b"/>
              <a:pathLst>
                <a:path w="67" h="42">
                  <a:moveTo>
                    <a:pt x="42" y="0"/>
                  </a:moveTo>
                  <a:lnTo>
                    <a:pt x="35" y="7"/>
                  </a:lnTo>
                  <a:lnTo>
                    <a:pt x="15" y="7"/>
                  </a:lnTo>
                  <a:lnTo>
                    <a:pt x="4" y="11"/>
                  </a:lnTo>
                  <a:lnTo>
                    <a:pt x="0" y="23"/>
                  </a:lnTo>
                  <a:lnTo>
                    <a:pt x="13" y="30"/>
                  </a:lnTo>
                  <a:lnTo>
                    <a:pt x="29" y="32"/>
                  </a:lnTo>
                  <a:lnTo>
                    <a:pt x="38" y="40"/>
                  </a:lnTo>
                  <a:lnTo>
                    <a:pt x="46" y="42"/>
                  </a:lnTo>
                  <a:lnTo>
                    <a:pt x="60" y="30"/>
                  </a:lnTo>
                  <a:lnTo>
                    <a:pt x="67" y="17"/>
                  </a:lnTo>
                  <a:lnTo>
                    <a:pt x="61" y="5"/>
                  </a:lnTo>
                  <a:lnTo>
                    <a:pt x="52" y="0"/>
                  </a:lnTo>
                  <a:lnTo>
                    <a:pt x="42"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5" name="Freeform 46">
              <a:extLst>
                <a:ext uri="{FF2B5EF4-FFF2-40B4-BE49-F238E27FC236}">
                  <a16:creationId xmlns:a16="http://schemas.microsoft.com/office/drawing/2014/main" id="{0E4582A0-691B-34E9-A628-D6BC9E267314}"/>
                </a:ext>
              </a:extLst>
            </p:cNvPr>
            <p:cNvSpPr>
              <a:spLocks noChangeAspect="1"/>
            </p:cNvSpPr>
            <p:nvPr/>
          </p:nvSpPr>
          <p:spPr bwMode="auto">
            <a:xfrm>
              <a:off x="3531" y="987"/>
              <a:ext cx="42" cy="24"/>
            </a:xfrm>
            <a:custGeom>
              <a:avLst/>
              <a:gdLst/>
              <a:ahLst/>
              <a:cxnLst>
                <a:cxn ang="0">
                  <a:pos x="14" y="9"/>
                </a:cxn>
                <a:cxn ang="0">
                  <a:pos x="6" y="15"/>
                </a:cxn>
                <a:cxn ang="0">
                  <a:pos x="0" y="25"/>
                </a:cxn>
                <a:cxn ang="0">
                  <a:pos x="4" y="32"/>
                </a:cxn>
                <a:cxn ang="0">
                  <a:pos x="14" y="34"/>
                </a:cxn>
                <a:cxn ang="0">
                  <a:pos x="31" y="34"/>
                </a:cxn>
                <a:cxn ang="0">
                  <a:pos x="46" y="27"/>
                </a:cxn>
                <a:cxn ang="0">
                  <a:pos x="60" y="15"/>
                </a:cxn>
                <a:cxn ang="0">
                  <a:pos x="60" y="2"/>
                </a:cxn>
                <a:cxn ang="0">
                  <a:pos x="48" y="0"/>
                </a:cxn>
                <a:cxn ang="0">
                  <a:pos x="37" y="2"/>
                </a:cxn>
                <a:cxn ang="0">
                  <a:pos x="25" y="0"/>
                </a:cxn>
                <a:cxn ang="0">
                  <a:pos x="14" y="9"/>
                </a:cxn>
              </a:cxnLst>
              <a:rect l="0" t="0" r="r" b="b"/>
              <a:pathLst>
                <a:path w="60" h="34">
                  <a:moveTo>
                    <a:pt x="14" y="9"/>
                  </a:moveTo>
                  <a:lnTo>
                    <a:pt x="6" y="15"/>
                  </a:lnTo>
                  <a:lnTo>
                    <a:pt x="0" y="25"/>
                  </a:lnTo>
                  <a:lnTo>
                    <a:pt x="4" y="32"/>
                  </a:lnTo>
                  <a:lnTo>
                    <a:pt x="14" y="34"/>
                  </a:lnTo>
                  <a:lnTo>
                    <a:pt x="31" y="34"/>
                  </a:lnTo>
                  <a:lnTo>
                    <a:pt x="46" y="27"/>
                  </a:lnTo>
                  <a:lnTo>
                    <a:pt x="60" y="15"/>
                  </a:lnTo>
                  <a:lnTo>
                    <a:pt x="60" y="2"/>
                  </a:lnTo>
                  <a:lnTo>
                    <a:pt x="48" y="0"/>
                  </a:lnTo>
                  <a:lnTo>
                    <a:pt x="37" y="2"/>
                  </a:lnTo>
                  <a:lnTo>
                    <a:pt x="25" y="0"/>
                  </a:lnTo>
                  <a:lnTo>
                    <a:pt x="14" y="9"/>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6" name="Freeform 47">
              <a:extLst>
                <a:ext uri="{FF2B5EF4-FFF2-40B4-BE49-F238E27FC236}">
                  <a16:creationId xmlns:a16="http://schemas.microsoft.com/office/drawing/2014/main" id="{44AD9827-422D-468E-0748-F3E12075A52A}"/>
                </a:ext>
              </a:extLst>
            </p:cNvPr>
            <p:cNvSpPr>
              <a:spLocks noChangeAspect="1"/>
            </p:cNvSpPr>
            <p:nvPr/>
          </p:nvSpPr>
          <p:spPr bwMode="auto">
            <a:xfrm>
              <a:off x="3412" y="990"/>
              <a:ext cx="31" cy="33"/>
            </a:xfrm>
            <a:custGeom>
              <a:avLst/>
              <a:gdLst/>
              <a:ahLst/>
              <a:cxnLst>
                <a:cxn ang="0">
                  <a:pos x="13" y="5"/>
                </a:cxn>
                <a:cxn ang="0">
                  <a:pos x="11" y="23"/>
                </a:cxn>
                <a:cxn ang="0">
                  <a:pos x="0" y="36"/>
                </a:cxn>
                <a:cxn ang="0">
                  <a:pos x="7" y="46"/>
                </a:cxn>
                <a:cxn ang="0">
                  <a:pos x="13" y="48"/>
                </a:cxn>
                <a:cxn ang="0">
                  <a:pos x="21" y="48"/>
                </a:cxn>
                <a:cxn ang="0">
                  <a:pos x="30" y="44"/>
                </a:cxn>
                <a:cxn ang="0">
                  <a:pos x="36" y="40"/>
                </a:cxn>
                <a:cxn ang="0">
                  <a:pos x="44" y="26"/>
                </a:cxn>
                <a:cxn ang="0">
                  <a:pos x="40" y="17"/>
                </a:cxn>
                <a:cxn ang="0">
                  <a:pos x="30" y="5"/>
                </a:cxn>
                <a:cxn ang="0">
                  <a:pos x="26" y="0"/>
                </a:cxn>
                <a:cxn ang="0">
                  <a:pos x="13" y="5"/>
                </a:cxn>
              </a:cxnLst>
              <a:rect l="0" t="0" r="r" b="b"/>
              <a:pathLst>
                <a:path w="44" h="48">
                  <a:moveTo>
                    <a:pt x="13" y="5"/>
                  </a:moveTo>
                  <a:lnTo>
                    <a:pt x="11" y="23"/>
                  </a:lnTo>
                  <a:lnTo>
                    <a:pt x="0" y="36"/>
                  </a:lnTo>
                  <a:lnTo>
                    <a:pt x="7" y="46"/>
                  </a:lnTo>
                  <a:lnTo>
                    <a:pt x="13" y="48"/>
                  </a:lnTo>
                  <a:lnTo>
                    <a:pt x="21" y="48"/>
                  </a:lnTo>
                  <a:lnTo>
                    <a:pt x="30" y="44"/>
                  </a:lnTo>
                  <a:lnTo>
                    <a:pt x="36" y="40"/>
                  </a:lnTo>
                  <a:lnTo>
                    <a:pt x="44" y="26"/>
                  </a:lnTo>
                  <a:lnTo>
                    <a:pt x="40" y="17"/>
                  </a:lnTo>
                  <a:lnTo>
                    <a:pt x="30" y="5"/>
                  </a:lnTo>
                  <a:lnTo>
                    <a:pt x="26" y="0"/>
                  </a:lnTo>
                  <a:lnTo>
                    <a:pt x="13" y="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7" name="Freeform 48">
              <a:extLst>
                <a:ext uri="{FF2B5EF4-FFF2-40B4-BE49-F238E27FC236}">
                  <a16:creationId xmlns:a16="http://schemas.microsoft.com/office/drawing/2014/main" id="{3EEB5169-A54D-ECAE-47A7-E0A856A34B44}"/>
                </a:ext>
              </a:extLst>
            </p:cNvPr>
            <p:cNvSpPr>
              <a:spLocks noChangeAspect="1"/>
            </p:cNvSpPr>
            <p:nvPr/>
          </p:nvSpPr>
          <p:spPr bwMode="auto">
            <a:xfrm>
              <a:off x="3333" y="1085"/>
              <a:ext cx="2" cy="2"/>
            </a:xfrm>
            <a:custGeom>
              <a:avLst/>
              <a:gdLst/>
              <a:ahLst/>
              <a:cxnLst>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2" y="2"/>
                </a:cxn>
                <a:cxn ang="0">
                  <a:pos x="2" y="2"/>
                </a:cxn>
                <a:cxn ang="0">
                  <a:pos x="2" y="2"/>
                </a:cxn>
                <a:cxn ang="0">
                  <a:pos x="2" y="2"/>
                </a:cxn>
                <a:cxn ang="0">
                  <a:pos x="2" y="2"/>
                </a:cxn>
                <a:cxn ang="0">
                  <a:pos x="2" y="2"/>
                </a:cxn>
                <a:cxn ang="0">
                  <a:pos x="2" y="2"/>
                </a:cxn>
                <a:cxn ang="0">
                  <a:pos x="2" y="2"/>
                </a:cxn>
                <a:cxn ang="0">
                  <a:pos x="2" y="0"/>
                </a:cxn>
                <a:cxn ang="0">
                  <a:pos x="2" y="0"/>
                </a:cxn>
                <a:cxn ang="0">
                  <a:pos x="2" y="0"/>
                </a:cxn>
                <a:cxn ang="0">
                  <a:pos x="2" y="0"/>
                </a:cxn>
                <a:cxn ang="0">
                  <a:pos x="2" y="0"/>
                </a:cxn>
                <a:cxn ang="0">
                  <a:pos x="2" y="0"/>
                </a:cxn>
                <a:cxn ang="0">
                  <a:pos x="2" y="0"/>
                </a:cxn>
                <a:cxn ang="0">
                  <a:pos x="2" y="0"/>
                </a:cxn>
                <a:cxn ang="0">
                  <a:pos x="2" y="0"/>
                </a:cxn>
              </a:cxnLst>
              <a:rect l="0" t="0" r="r" b="b"/>
              <a:pathLst>
                <a:path w="2" h="2">
                  <a:moveTo>
                    <a:pt x="0" y="2"/>
                  </a:move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2" y="2"/>
                  </a:lnTo>
                  <a:lnTo>
                    <a:pt x="2" y="2"/>
                  </a:lnTo>
                  <a:lnTo>
                    <a:pt x="2" y="2"/>
                  </a:lnTo>
                  <a:lnTo>
                    <a:pt x="2" y="2"/>
                  </a:lnTo>
                  <a:lnTo>
                    <a:pt x="2" y="2"/>
                  </a:lnTo>
                  <a:lnTo>
                    <a:pt x="2" y="2"/>
                  </a:lnTo>
                  <a:lnTo>
                    <a:pt x="2" y="2"/>
                  </a:lnTo>
                  <a:lnTo>
                    <a:pt x="2" y="2"/>
                  </a:lnTo>
                  <a:lnTo>
                    <a:pt x="2" y="0"/>
                  </a:lnTo>
                  <a:lnTo>
                    <a:pt x="2" y="0"/>
                  </a:lnTo>
                  <a:lnTo>
                    <a:pt x="2" y="0"/>
                  </a:lnTo>
                  <a:lnTo>
                    <a:pt x="2" y="0"/>
                  </a:lnTo>
                  <a:lnTo>
                    <a:pt x="2" y="0"/>
                  </a:lnTo>
                  <a:lnTo>
                    <a:pt x="2" y="0"/>
                  </a:lnTo>
                  <a:lnTo>
                    <a:pt x="2" y="0"/>
                  </a:lnTo>
                  <a:lnTo>
                    <a:pt x="2" y="0"/>
                  </a:lnTo>
                  <a:lnTo>
                    <a:pt x="2" y="0"/>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8" name="Freeform 49">
              <a:extLst>
                <a:ext uri="{FF2B5EF4-FFF2-40B4-BE49-F238E27FC236}">
                  <a16:creationId xmlns:a16="http://schemas.microsoft.com/office/drawing/2014/main" id="{ED5E8A2C-B9B1-B05A-026B-E0BE8CC3F05D}"/>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9" name="Freeform 50">
              <a:extLst>
                <a:ext uri="{FF2B5EF4-FFF2-40B4-BE49-F238E27FC236}">
                  <a16:creationId xmlns:a16="http://schemas.microsoft.com/office/drawing/2014/main" id="{DE020A97-04F2-91C4-08DD-351EC85D5289}"/>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0" name="Freeform 51">
              <a:extLst>
                <a:ext uri="{FF2B5EF4-FFF2-40B4-BE49-F238E27FC236}">
                  <a16:creationId xmlns:a16="http://schemas.microsoft.com/office/drawing/2014/main" id="{0BBFC039-959D-D7C4-196E-42700F8C2693}"/>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1" name="Freeform 52">
              <a:extLst>
                <a:ext uri="{FF2B5EF4-FFF2-40B4-BE49-F238E27FC236}">
                  <a16:creationId xmlns:a16="http://schemas.microsoft.com/office/drawing/2014/main" id="{348CA8D9-71A0-2CE1-B794-EC424D31C96B}"/>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2" name="Freeform 53">
              <a:extLst>
                <a:ext uri="{FF2B5EF4-FFF2-40B4-BE49-F238E27FC236}">
                  <a16:creationId xmlns:a16="http://schemas.microsoft.com/office/drawing/2014/main" id="{050EC604-CD4F-1695-1697-572C3A4FB88A}"/>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3" name="Freeform 54">
              <a:extLst>
                <a:ext uri="{FF2B5EF4-FFF2-40B4-BE49-F238E27FC236}">
                  <a16:creationId xmlns:a16="http://schemas.microsoft.com/office/drawing/2014/main" id="{C5CD6C57-4195-2B56-DD1E-87A8E93D95D2}"/>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4" name="Freeform 55">
              <a:extLst>
                <a:ext uri="{FF2B5EF4-FFF2-40B4-BE49-F238E27FC236}">
                  <a16:creationId xmlns:a16="http://schemas.microsoft.com/office/drawing/2014/main" id="{EAB64CB0-0BDD-D5E5-B694-7B827D9AA9DD}"/>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5" name="Freeform 56">
              <a:extLst>
                <a:ext uri="{FF2B5EF4-FFF2-40B4-BE49-F238E27FC236}">
                  <a16:creationId xmlns:a16="http://schemas.microsoft.com/office/drawing/2014/main" id="{797B717B-1B80-7AE5-2156-C53D1F8D64A7}"/>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6" name="Freeform 57">
              <a:extLst>
                <a:ext uri="{FF2B5EF4-FFF2-40B4-BE49-F238E27FC236}">
                  <a16:creationId xmlns:a16="http://schemas.microsoft.com/office/drawing/2014/main" id="{20D279E0-E133-54E4-F7D3-8E3CC90C90E2}"/>
                </a:ext>
              </a:extLst>
            </p:cNvPr>
            <p:cNvSpPr>
              <a:spLocks/>
            </p:cNvSpPr>
            <p:nvPr/>
          </p:nvSpPr>
          <p:spPr bwMode="auto">
            <a:xfrm>
              <a:off x="4509" y="1905"/>
              <a:ext cx="162" cy="216"/>
            </a:xfrm>
            <a:custGeom>
              <a:avLst/>
              <a:gdLst/>
              <a:ahLst/>
              <a:cxnLst>
                <a:cxn ang="0">
                  <a:pos x="3" y="0"/>
                </a:cxn>
                <a:cxn ang="0">
                  <a:pos x="11" y="15"/>
                </a:cxn>
                <a:cxn ang="0">
                  <a:pos x="14" y="26"/>
                </a:cxn>
                <a:cxn ang="0">
                  <a:pos x="18" y="39"/>
                </a:cxn>
                <a:cxn ang="0">
                  <a:pos x="24" y="47"/>
                </a:cxn>
                <a:cxn ang="0">
                  <a:pos x="33" y="57"/>
                </a:cxn>
                <a:cxn ang="0">
                  <a:pos x="42" y="72"/>
                </a:cxn>
                <a:cxn ang="0">
                  <a:pos x="35" y="89"/>
                </a:cxn>
                <a:cxn ang="0">
                  <a:pos x="36" y="102"/>
                </a:cxn>
                <a:cxn ang="0">
                  <a:pos x="39" y="114"/>
                </a:cxn>
                <a:cxn ang="0">
                  <a:pos x="35" y="125"/>
                </a:cxn>
                <a:cxn ang="0">
                  <a:pos x="26" y="129"/>
                </a:cxn>
                <a:cxn ang="0">
                  <a:pos x="3" y="131"/>
                </a:cxn>
                <a:cxn ang="0">
                  <a:pos x="0" y="149"/>
                </a:cxn>
                <a:cxn ang="0">
                  <a:pos x="2" y="161"/>
                </a:cxn>
                <a:cxn ang="0">
                  <a:pos x="6" y="176"/>
                </a:cxn>
                <a:cxn ang="0">
                  <a:pos x="20" y="183"/>
                </a:cxn>
                <a:cxn ang="0">
                  <a:pos x="20" y="195"/>
                </a:cxn>
                <a:cxn ang="0">
                  <a:pos x="33" y="207"/>
                </a:cxn>
                <a:cxn ang="0">
                  <a:pos x="42" y="216"/>
                </a:cxn>
                <a:cxn ang="0">
                  <a:pos x="44" y="203"/>
                </a:cxn>
                <a:cxn ang="0">
                  <a:pos x="47" y="188"/>
                </a:cxn>
                <a:cxn ang="0">
                  <a:pos x="57" y="186"/>
                </a:cxn>
                <a:cxn ang="0">
                  <a:pos x="71" y="188"/>
                </a:cxn>
                <a:cxn ang="0">
                  <a:pos x="69" y="177"/>
                </a:cxn>
                <a:cxn ang="0">
                  <a:pos x="72" y="165"/>
                </a:cxn>
                <a:cxn ang="0">
                  <a:pos x="84" y="149"/>
                </a:cxn>
                <a:cxn ang="0">
                  <a:pos x="92" y="137"/>
                </a:cxn>
                <a:cxn ang="0">
                  <a:pos x="104" y="141"/>
                </a:cxn>
                <a:cxn ang="0">
                  <a:pos x="95" y="155"/>
                </a:cxn>
                <a:cxn ang="0">
                  <a:pos x="108" y="141"/>
                </a:cxn>
                <a:cxn ang="0">
                  <a:pos x="126" y="137"/>
                </a:cxn>
                <a:cxn ang="0">
                  <a:pos x="140" y="128"/>
                </a:cxn>
                <a:cxn ang="0">
                  <a:pos x="149" y="120"/>
                </a:cxn>
                <a:cxn ang="0">
                  <a:pos x="162" y="113"/>
                </a:cxn>
                <a:cxn ang="0">
                  <a:pos x="152" y="104"/>
                </a:cxn>
                <a:cxn ang="0">
                  <a:pos x="138" y="95"/>
                </a:cxn>
                <a:cxn ang="0">
                  <a:pos x="123" y="92"/>
                </a:cxn>
                <a:cxn ang="0">
                  <a:pos x="119" y="83"/>
                </a:cxn>
                <a:cxn ang="0">
                  <a:pos x="99" y="69"/>
                </a:cxn>
                <a:cxn ang="0">
                  <a:pos x="92" y="56"/>
                </a:cxn>
                <a:cxn ang="0">
                  <a:pos x="77" y="54"/>
                </a:cxn>
                <a:cxn ang="0">
                  <a:pos x="66" y="36"/>
                </a:cxn>
                <a:cxn ang="0">
                  <a:pos x="48" y="30"/>
                </a:cxn>
                <a:cxn ang="0">
                  <a:pos x="33" y="24"/>
                </a:cxn>
                <a:cxn ang="0">
                  <a:pos x="23" y="14"/>
                </a:cxn>
                <a:cxn ang="0">
                  <a:pos x="3" y="0"/>
                </a:cxn>
              </a:cxnLst>
              <a:rect l="0" t="0" r="r" b="b"/>
              <a:pathLst>
                <a:path w="162" h="216">
                  <a:moveTo>
                    <a:pt x="3" y="0"/>
                  </a:moveTo>
                  <a:lnTo>
                    <a:pt x="11" y="15"/>
                  </a:lnTo>
                  <a:lnTo>
                    <a:pt x="14" y="26"/>
                  </a:lnTo>
                  <a:lnTo>
                    <a:pt x="18" y="39"/>
                  </a:lnTo>
                  <a:lnTo>
                    <a:pt x="24" y="47"/>
                  </a:lnTo>
                  <a:lnTo>
                    <a:pt x="33" y="57"/>
                  </a:lnTo>
                  <a:lnTo>
                    <a:pt x="42" y="72"/>
                  </a:lnTo>
                  <a:lnTo>
                    <a:pt x="35" y="89"/>
                  </a:lnTo>
                  <a:lnTo>
                    <a:pt x="36" y="102"/>
                  </a:lnTo>
                  <a:lnTo>
                    <a:pt x="39" y="114"/>
                  </a:lnTo>
                  <a:lnTo>
                    <a:pt x="35" y="125"/>
                  </a:lnTo>
                  <a:lnTo>
                    <a:pt x="26" y="129"/>
                  </a:lnTo>
                  <a:lnTo>
                    <a:pt x="3" y="131"/>
                  </a:lnTo>
                  <a:lnTo>
                    <a:pt x="0" y="149"/>
                  </a:lnTo>
                  <a:lnTo>
                    <a:pt x="2" y="161"/>
                  </a:lnTo>
                  <a:lnTo>
                    <a:pt x="6" y="176"/>
                  </a:lnTo>
                  <a:lnTo>
                    <a:pt x="20" y="183"/>
                  </a:lnTo>
                  <a:lnTo>
                    <a:pt x="20" y="195"/>
                  </a:lnTo>
                  <a:lnTo>
                    <a:pt x="33" y="207"/>
                  </a:lnTo>
                  <a:lnTo>
                    <a:pt x="42" y="216"/>
                  </a:lnTo>
                  <a:lnTo>
                    <a:pt x="44" y="203"/>
                  </a:lnTo>
                  <a:lnTo>
                    <a:pt x="47" y="188"/>
                  </a:lnTo>
                  <a:lnTo>
                    <a:pt x="57" y="186"/>
                  </a:lnTo>
                  <a:lnTo>
                    <a:pt x="71" y="188"/>
                  </a:lnTo>
                  <a:lnTo>
                    <a:pt x="69" y="177"/>
                  </a:lnTo>
                  <a:lnTo>
                    <a:pt x="72" y="165"/>
                  </a:lnTo>
                  <a:lnTo>
                    <a:pt x="84" y="149"/>
                  </a:lnTo>
                  <a:lnTo>
                    <a:pt x="92" y="137"/>
                  </a:lnTo>
                  <a:lnTo>
                    <a:pt x="104" y="141"/>
                  </a:lnTo>
                  <a:lnTo>
                    <a:pt x="95" y="155"/>
                  </a:lnTo>
                  <a:lnTo>
                    <a:pt x="108" y="141"/>
                  </a:lnTo>
                  <a:lnTo>
                    <a:pt x="126" y="137"/>
                  </a:lnTo>
                  <a:lnTo>
                    <a:pt x="140" y="128"/>
                  </a:lnTo>
                  <a:lnTo>
                    <a:pt x="149" y="120"/>
                  </a:lnTo>
                  <a:lnTo>
                    <a:pt x="162" y="113"/>
                  </a:lnTo>
                  <a:lnTo>
                    <a:pt x="152" y="104"/>
                  </a:lnTo>
                  <a:lnTo>
                    <a:pt x="138" y="95"/>
                  </a:lnTo>
                  <a:lnTo>
                    <a:pt x="123" y="92"/>
                  </a:lnTo>
                  <a:lnTo>
                    <a:pt x="119" y="83"/>
                  </a:lnTo>
                  <a:lnTo>
                    <a:pt x="99" y="69"/>
                  </a:lnTo>
                  <a:lnTo>
                    <a:pt x="92" y="56"/>
                  </a:lnTo>
                  <a:lnTo>
                    <a:pt x="77" y="54"/>
                  </a:lnTo>
                  <a:lnTo>
                    <a:pt x="66" y="36"/>
                  </a:lnTo>
                  <a:lnTo>
                    <a:pt x="48" y="30"/>
                  </a:lnTo>
                  <a:lnTo>
                    <a:pt x="33" y="24"/>
                  </a:lnTo>
                  <a:lnTo>
                    <a:pt x="23" y="14"/>
                  </a:lnTo>
                  <a:lnTo>
                    <a:pt x="3" y="0"/>
                  </a:lnTo>
                  <a:close/>
                </a:path>
              </a:pathLst>
            </a:custGeom>
            <a:grpFill/>
            <a:ln w="6350" cmpd="sng">
              <a:solidFill>
                <a:schemeClr val="bg1"/>
              </a:solidFill>
              <a:round/>
              <a:headEnd/>
              <a:tailEnd/>
            </a:ln>
            <a:effectLst/>
          </p:spPr>
          <p:txBody>
            <a:bodyPr/>
            <a:lstStyle/>
            <a:p>
              <a:endParaRPr lang="pt-BR" sz="1200">
                <a:latin typeface="Source Serif Pro" panose="02040603050405020204" pitchFamily="18" charset="0"/>
                <a:ea typeface="Source Serif Pro" panose="02040603050405020204" pitchFamily="18" charset="0"/>
              </a:endParaRPr>
            </a:p>
          </p:txBody>
        </p:sp>
      </p:grpSp>
      <p:pic>
        <p:nvPicPr>
          <p:cNvPr id="2" name="Image 0" descr="assets/igc_navy.png"/>
          <p:cNvPicPr>
            <a:picLocks noChangeAspect="1"/>
          </p:cNvPicPr>
          <p:nvPr/>
        </p:nvPicPr>
        <p:blipFill>
          <a:blip r:embed="rId3"/>
          <a:stretch>
            <a:fillRect/>
          </a:stretch>
        </p:blipFill>
        <p:spPr>
          <a:xfrm>
            <a:off x="360274" y="360274"/>
            <a:ext cx="364846" cy="315468"/>
          </a:xfrm>
          <a:prstGeom prst="rect">
            <a:avLst/>
          </a:prstGeom>
        </p:spPr>
      </p:pic>
      <p:sp>
        <p:nvSpPr>
          <p:cNvPr id="3" name="Shape 0"/>
          <p:cNvSpPr/>
          <p:nvPr/>
        </p:nvSpPr>
        <p:spPr>
          <a:xfrm>
            <a:off x="360274" y="739750"/>
            <a:ext cx="5950915" cy="0"/>
          </a:xfrm>
          <a:prstGeom prst="line">
            <a:avLst/>
          </a:prstGeom>
          <a:noFill/>
          <a:ln w="9525">
            <a:solidFill>
              <a:srgbClr val="111721"/>
            </a:solidFill>
            <a:prstDash val="solid"/>
          </a:ln>
        </p:spPr>
        <p:txBody>
          <a:bodyPr/>
          <a:lstStyle/>
          <a:p>
            <a:endParaRPr lang="en-US"/>
          </a:p>
        </p:txBody>
      </p:sp>
      <p:sp>
        <p:nvSpPr>
          <p:cNvPr id="4" name="Text 1"/>
          <p:cNvSpPr/>
          <p:nvPr/>
        </p:nvSpPr>
        <p:spPr>
          <a:xfrm>
            <a:off x="360274" y="827532"/>
            <a:ext cx="5954573" cy="288036"/>
          </a:xfrm>
          <a:prstGeom prst="rect">
            <a:avLst/>
          </a:prstGeom>
          <a:noFill/>
          <a:ln/>
        </p:spPr>
        <p:txBody>
          <a:bodyPr wrap="square" lIns="0" tIns="0" rIns="0" bIns="0" rtlCol="0" anchor="t"/>
          <a:lstStyle/>
          <a:p>
            <a:pPr marL="0" indent="0">
              <a:lnSpc>
                <a:spcPct val="110000"/>
              </a:lnSpc>
              <a:buNone/>
            </a:pPr>
            <a:r>
              <a:rPr lang="en-US" sz="2400" b="1" dirty="0">
                <a:solidFill>
                  <a:srgbClr val="222F44"/>
                </a:solidFill>
                <a:latin typeface="Poppins" pitchFamily="34" charset="0"/>
                <a:ea typeface="Poppins" pitchFamily="34" charset="-122"/>
                <a:cs typeface="Poppins" pitchFamily="34" charset="-120"/>
              </a:rPr>
              <a:t>Project Green</a:t>
            </a:r>
            <a:endParaRPr lang="en-US" sz="2400" dirty="0"/>
          </a:p>
        </p:txBody>
      </p:sp>
      <p:sp>
        <p:nvSpPr>
          <p:cNvPr id="5" name="Text 2"/>
          <p:cNvSpPr/>
          <p:nvPr/>
        </p:nvSpPr>
        <p:spPr>
          <a:xfrm>
            <a:off x="360274" y="1279246"/>
            <a:ext cx="1800454" cy="456286"/>
          </a:xfrm>
          <a:prstGeom prst="rect">
            <a:avLst/>
          </a:prstGeom>
          <a:noFill/>
          <a:ln/>
        </p:spPr>
        <p:txBody>
          <a:bodyPr wrap="square" lIns="0" tIns="0" rIns="0" bIns="0" rtlCol="0" anchor="b"/>
          <a:lstStyle/>
          <a:p>
            <a:pPr marL="0" indent="0" algn="l">
              <a:lnSpc>
                <a:spcPct val="110000"/>
              </a:lnSpc>
              <a:buNone/>
            </a:pPr>
            <a:r>
              <a:rPr lang="en-US" sz="2800" b="1" dirty="0">
                <a:solidFill>
                  <a:srgbClr val="D3A93D"/>
                </a:solidFill>
                <a:latin typeface="Poppins" pitchFamily="34" charset="0"/>
                <a:ea typeface="Poppins" pitchFamily="34" charset="-122"/>
                <a:cs typeface="Poppins" pitchFamily="34" charset="-120"/>
              </a:rPr>
              <a:t>01.</a:t>
            </a:r>
            <a:endParaRPr lang="en-US" sz="2800" dirty="0"/>
          </a:p>
        </p:txBody>
      </p:sp>
      <p:sp>
        <p:nvSpPr>
          <p:cNvPr id="6" name="Text 3"/>
          <p:cNvSpPr/>
          <p:nvPr/>
        </p:nvSpPr>
        <p:spPr>
          <a:xfrm>
            <a:off x="360274" y="1727911"/>
            <a:ext cx="1800454" cy="1293876"/>
          </a:xfrm>
          <a:prstGeom prst="rect">
            <a:avLst/>
          </a:prstGeom>
          <a:noFill/>
          <a:ln/>
        </p:spPr>
        <p:txBody>
          <a:bodyPr wrap="square" lIns="0" tIns="0" rIns="0" bIns="0" rtlCol="0" anchor="t"/>
          <a:lstStyle/>
          <a:p>
            <a:pPr marL="0" indent="0" algn="l">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Leading agricultural dealership</a:t>
            </a:r>
            <a:endParaRPr lang="en-US" sz="1000" dirty="0"/>
          </a:p>
          <a:p>
            <a:pPr marL="0" indent="0" algn="l">
              <a:lnSpc>
                <a:spcPct val="110000"/>
              </a:lnSpc>
              <a:buNone/>
            </a:pPr>
            <a:r>
              <a:rPr lang="en-US" sz="1000" dirty="0">
                <a:solidFill>
                  <a:srgbClr val="222F44"/>
                </a:solidFill>
                <a:latin typeface="Poppins" pitchFamily="34" charset="0"/>
                <a:ea typeface="Poppins" pitchFamily="34" charset="-122"/>
                <a:cs typeface="Poppins" pitchFamily="34" charset="-120"/>
              </a:rPr>
              <a:t>Authorised dealer for a global agricultural machinery OEM across ~35% of Brazil’s sugarcane area</a:t>
            </a:r>
            <a:endParaRPr lang="en-US" sz="1000" dirty="0"/>
          </a:p>
        </p:txBody>
      </p:sp>
      <p:sp>
        <p:nvSpPr>
          <p:cNvPr id="7" name="Text 4"/>
          <p:cNvSpPr/>
          <p:nvPr/>
        </p:nvSpPr>
        <p:spPr>
          <a:xfrm>
            <a:off x="2434133" y="1279246"/>
            <a:ext cx="1800454" cy="456286"/>
          </a:xfrm>
          <a:prstGeom prst="rect">
            <a:avLst/>
          </a:prstGeom>
          <a:noFill/>
          <a:ln/>
        </p:spPr>
        <p:txBody>
          <a:bodyPr wrap="square" lIns="0" tIns="0" rIns="0" bIns="0" rtlCol="0" anchor="b"/>
          <a:lstStyle/>
          <a:p>
            <a:pPr marL="0" indent="0" algn="l">
              <a:lnSpc>
                <a:spcPct val="110000"/>
              </a:lnSpc>
              <a:buNone/>
            </a:pPr>
            <a:r>
              <a:rPr lang="en-US" sz="2800" b="1" dirty="0">
                <a:solidFill>
                  <a:srgbClr val="D3A93D"/>
                </a:solidFill>
                <a:latin typeface="Poppins" pitchFamily="34" charset="0"/>
                <a:ea typeface="Poppins" pitchFamily="34" charset="-122"/>
                <a:cs typeface="Poppins" pitchFamily="34" charset="-120"/>
              </a:rPr>
              <a:t>02.</a:t>
            </a:r>
            <a:endParaRPr lang="en-US" sz="2800" dirty="0"/>
          </a:p>
        </p:txBody>
      </p:sp>
      <p:sp>
        <p:nvSpPr>
          <p:cNvPr id="8" name="Text 5"/>
          <p:cNvSpPr/>
          <p:nvPr/>
        </p:nvSpPr>
        <p:spPr>
          <a:xfrm>
            <a:off x="2434133" y="1727911"/>
            <a:ext cx="1800454" cy="1293876"/>
          </a:xfrm>
          <a:prstGeom prst="rect">
            <a:avLst/>
          </a:prstGeom>
          <a:noFill/>
          <a:ln/>
        </p:spPr>
        <p:txBody>
          <a:bodyPr wrap="square" lIns="0" tIns="0" rIns="0" bIns="0" rtlCol="0" anchor="t"/>
          <a:lstStyle/>
          <a:p>
            <a:pPr marL="0" indent="0" algn="l">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Aftermarket-led service platform</a:t>
            </a:r>
            <a:endParaRPr lang="en-US" sz="1000" dirty="0"/>
          </a:p>
          <a:p>
            <a:pPr marL="0" indent="0" algn="l">
              <a:lnSpc>
                <a:spcPct val="110000"/>
              </a:lnSpc>
              <a:buNone/>
            </a:pPr>
            <a:r>
              <a:rPr lang="en-US" sz="1000" dirty="0">
                <a:solidFill>
                  <a:srgbClr val="222F44"/>
                </a:solidFill>
                <a:latin typeface="Poppins" pitchFamily="34" charset="0"/>
                <a:ea typeface="Poppins" pitchFamily="34" charset="-122"/>
                <a:cs typeface="Poppins" pitchFamily="34" charset="-120"/>
              </a:rPr>
              <a:t>70% of the workforce dedicated to after-sales and technology, with +88% immediate parts availability</a:t>
            </a:r>
            <a:endParaRPr lang="en-US" sz="1000" dirty="0"/>
          </a:p>
        </p:txBody>
      </p:sp>
      <p:sp>
        <p:nvSpPr>
          <p:cNvPr id="9" name="Text 6"/>
          <p:cNvSpPr/>
          <p:nvPr/>
        </p:nvSpPr>
        <p:spPr>
          <a:xfrm>
            <a:off x="4508906" y="1279246"/>
            <a:ext cx="1800454" cy="456286"/>
          </a:xfrm>
          <a:prstGeom prst="rect">
            <a:avLst/>
          </a:prstGeom>
          <a:noFill/>
          <a:ln/>
        </p:spPr>
        <p:txBody>
          <a:bodyPr wrap="square" lIns="0" tIns="0" rIns="0" bIns="0" rtlCol="0" anchor="b"/>
          <a:lstStyle/>
          <a:p>
            <a:pPr marL="0" indent="0" algn="l">
              <a:lnSpc>
                <a:spcPct val="110000"/>
              </a:lnSpc>
              <a:buNone/>
            </a:pPr>
            <a:r>
              <a:rPr lang="en-US" sz="2800" b="1" dirty="0">
                <a:solidFill>
                  <a:srgbClr val="D3A93D"/>
                </a:solidFill>
                <a:latin typeface="Poppins" pitchFamily="34" charset="0"/>
                <a:ea typeface="Poppins" pitchFamily="34" charset="-122"/>
                <a:cs typeface="Poppins" pitchFamily="34" charset="-120"/>
              </a:rPr>
              <a:t>03.</a:t>
            </a:r>
            <a:endParaRPr lang="en-US" sz="2800" dirty="0"/>
          </a:p>
        </p:txBody>
      </p:sp>
      <p:sp>
        <p:nvSpPr>
          <p:cNvPr id="10" name="Text 7"/>
          <p:cNvSpPr/>
          <p:nvPr/>
        </p:nvSpPr>
        <p:spPr>
          <a:xfrm>
            <a:off x="4508906" y="1727911"/>
            <a:ext cx="1920240" cy="1293876"/>
          </a:xfrm>
          <a:prstGeom prst="rect">
            <a:avLst/>
          </a:prstGeom>
          <a:noFill/>
          <a:ln/>
        </p:spPr>
        <p:txBody>
          <a:bodyPr wrap="square" lIns="0" tIns="0" rIns="0" bIns="0" rtlCol="0" anchor="t"/>
          <a:lstStyle/>
          <a:p>
            <a:pPr marL="0" indent="0" algn="l">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Technology-driven recurrence</a:t>
            </a:r>
            <a:endParaRPr lang="en-US" sz="1000" dirty="0"/>
          </a:p>
          <a:p>
            <a:pPr marL="0" indent="0" algn="l">
              <a:lnSpc>
                <a:spcPct val="110000"/>
              </a:lnSpc>
              <a:buNone/>
            </a:pPr>
            <a:r>
              <a:rPr lang="en-US" sz="1000" dirty="0">
                <a:solidFill>
                  <a:srgbClr val="222F44"/>
                </a:solidFill>
                <a:latin typeface="Poppins" pitchFamily="34" charset="0"/>
                <a:ea typeface="Poppins" pitchFamily="34" charset="-122"/>
                <a:cs typeface="Poppins" pitchFamily="34" charset="-120"/>
              </a:rPr>
              <a:t>4.1k connected machines and 6.1 Mn hours of machine data feeding proactive service demand</a:t>
            </a:r>
            <a:endParaRPr lang="en-US" sz="1000" dirty="0"/>
          </a:p>
        </p:txBody>
      </p:sp>
      <p:sp>
        <p:nvSpPr>
          <p:cNvPr id="11" name="Shape 8"/>
          <p:cNvSpPr/>
          <p:nvPr/>
        </p:nvSpPr>
        <p:spPr>
          <a:xfrm>
            <a:off x="2279599" y="1277417"/>
            <a:ext cx="0" cy="1610258"/>
          </a:xfrm>
          <a:prstGeom prst="line">
            <a:avLst/>
          </a:prstGeom>
          <a:noFill/>
          <a:ln w="9525">
            <a:solidFill>
              <a:srgbClr val="222F44"/>
            </a:solidFill>
            <a:prstDash val="solid"/>
          </a:ln>
        </p:spPr>
        <p:txBody>
          <a:bodyPr/>
          <a:lstStyle/>
          <a:p>
            <a:endParaRPr lang="en-US"/>
          </a:p>
        </p:txBody>
      </p:sp>
      <p:sp>
        <p:nvSpPr>
          <p:cNvPr id="12" name="Shape 9"/>
          <p:cNvSpPr/>
          <p:nvPr/>
        </p:nvSpPr>
        <p:spPr>
          <a:xfrm>
            <a:off x="4308653" y="1277417"/>
            <a:ext cx="0" cy="1610258"/>
          </a:xfrm>
          <a:prstGeom prst="line">
            <a:avLst/>
          </a:prstGeom>
          <a:noFill/>
          <a:ln w="9525">
            <a:solidFill>
              <a:srgbClr val="222F44"/>
            </a:solidFill>
            <a:prstDash val="solid"/>
          </a:ln>
        </p:spPr>
        <p:txBody>
          <a:bodyPr/>
          <a:lstStyle/>
          <a:p>
            <a:endParaRPr lang="en-US"/>
          </a:p>
        </p:txBody>
      </p:sp>
      <p:sp>
        <p:nvSpPr>
          <p:cNvPr id="13" name="Shape 10"/>
          <p:cNvSpPr/>
          <p:nvPr/>
        </p:nvSpPr>
        <p:spPr>
          <a:xfrm>
            <a:off x="0" y="3087654"/>
            <a:ext cx="6858000" cy="709026"/>
          </a:xfrm>
          <a:prstGeom prst="rect">
            <a:avLst/>
          </a:prstGeom>
          <a:solidFill>
            <a:srgbClr val="222F44"/>
          </a:solidFill>
          <a:ln/>
        </p:spPr>
        <p:txBody>
          <a:bodyPr/>
          <a:lstStyle/>
          <a:p>
            <a:endParaRPr lang="en-US"/>
          </a:p>
        </p:txBody>
      </p:sp>
      <p:sp>
        <p:nvSpPr>
          <p:cNvPr id="14" name="Text 11"/>
          <p:cNvSpPr/>
          <p:nvPr/>
        </p:nvSpPr>
        <p:spPr>
          <a:xfrm>
            <a:off x="182880" y="3087654"/>
            <a:ext cx="6492240" cy="709026"/>
          </a:xfrm>
          <a:prstGeom prst="rect">
            <a:avLst/>
          </a:prstGeom>
          <a:noFill/>
          <a:ln/>
        </p:spPr>
        <p:txBody>
          <a:bodyPr wrap="square" lIns="0" tIns="0" rIns="0" bIns="0" rtlCol="0" anchor="ctr"/>
          <a:lstStyle/>
          <a:p>
            <a:pPr marL="0" indent="0" algn="ctr">
              <a:lnSpc>
                <a:spcPct val="110000"/>
              </a:lnSpc>
              <a:buNone/>
            </a:pPr>
            <a:r>
              <a:rPr lang="en-US" sz="1200" dirty="0">
                <a:solidFill>
                  <a:srgbClr val="FFFFFF"/>
                </a:solidFill>
                <a:latin typeface="Poppins" pitchFamily="34" charset="0"/>
                <a:ea typeface="Poppins" pitchFamily="34" charset="-122"/>
                <a:cs typeface="Poppins" pitchFamily="34" charset="-120"/>
              </a:rPr>
              <a:t>The Company operates at the core of Brazil’s sugarcane belt,</a:t>
            </a:r>
            <a:endParaRPr lang="en-US" sz="1200" dirty="0"/>
          </a:p>
          <a:p>
            <a:pPr marL="0" indent="0" algn="ctr">
              <a:lnSpc>
                <a:spcPct val="110000"/>
              </a:lnSpc>
              <a:buNone/>
            </a:pPr>
            <a:r>
              <a:rPr lang="en-US" sz="1200" dirty="0">
                <a:solidFill>
                  <a:srgbClr val="D3A93D"/>
                </a:solidFill>
                <a:latin typeface="Poppins" pitchFamily="34" charset="0"/>
                <a:ea typeface="Poppins" pitchFamily="34" charset="-122"/>
                <a:cs typeface="Poppins" pitchFamily="34" charset="-120"/>
              </a:rPr>
              <a:t>combining OEM-backed scale, 16 branches and aftermarket recurrence</a:t>
            </a:r>
            <a:endParaRPr lang="en-US" sz="1200" dirty="0"/>
          </a:p>
        </p:txBody>
      </p:sp>
      <p:sp>
        <p:nvSpPr>
          <p:cNvPr id="15" name="Text 12"/>
          <p:cNvSpPr/>
          <p:nvPr/>
        </p:nvSpPr>
        <p:spPr>
          <a:xfrm>
            <a:off x="364846" y="3831336"/>
            <a:ext cx="2003450" cy="320040"/>
          </a:xfrm>
          <a:prstGeom prst="rect">
            <a:avLst/>
          </a:prstGeom>
          <a:noFill/>
          <a:ln/>
        </p:spPr>
        <p:txBody>
          <a:bodyPr wrap="square" lIns="0" tIns="0" rIns="0" bIns="0" rtlCol="0" anchor="t"/>
          <a:lstStyle/>
          <a:p>
            <a:pPr marL="0" indent="0">
              <a:buNone/>
            </a:pPr>
            <a:r>
              <a:rPr lang="en-US" sz="1400" b="1" dirty="0">
                <a:solidFill>
                  <a:srgbClr val="222F44"/>
                </a:solidFill>
                <a:latin typeface="Poppins" pitchFamily="34" charset="0"/>
                <a:ea typeface="Poppins" pitchFamily="34" charset="-122"/>
                <a:cs typeface="Poppins" pitchFamily="34" charset="-120"/>
              </a:rPr>
              <a:t>Business Overview</a:t>
            </a:r>
            <a:endParaRPr lang="en-US" sz="1400" dirty="0"/>
          </a:p>
        </p:txBody>
      </p:sp>
      <p:sp>
        <p:nvSpPr>
          <p:cNvPr id="16" name="Text 13"/>
          <p:cNvSpPr/>
          <p:nvPr/>
        </p:nvSpPr>
        <p:spPr>
          <a:xfrm>
            <a:off x="364846" y="4114800"/>
            <a:ext cx="2396641" cy="1609344"/>
          </a:xfrm>
          <a:prstGeom prst="rect">
            <a:avLst/>
          </a:prstGeom>
          <a:noFill/>
          <a:ln/>
        </p:spPr>
        <p:txBody>
          <a:bodyPr wrap="square" lIns="0" tIns="0" rIns="0" bIns="0" rtlCol="0" anchor="t"/>
          <a:lstStyle/>
          <a:p>
            <a:pPr marL="0" indent="0">
              <a:lnSpc>
                <a:spcPct val="110000"/>
              </a:lnSpc>
              <a:buNone/>
            </a:pPr>
            <a:r>
              <a:rPr lang="en-US" sz="1000" dirty="0">
                <a:solidFill>
                  <a:srgbClr val="222F44"/>
                </a:solidFill>
                <a:latin typeface="Poppins" pitchFamily="34" charset="0"/>
                <a:ea typeface="Poppins" pitchFamily="34" charset="-122"/>
                <a:cs typeface="Poppins" pitchFamily="34" charset="-120"/>
              </a:rPr>
              <a:t>Agricultural machinery dealership with 16 branches across Brazil, distributing and servicing equipment for sugarcane, grain, citrus and coffee producers across a 3.7 Mn hectare area, supported by +600 employees and a connected aftermarket structure that keeps client fleets running</a:t>
            </a:r>
            <a:endParaRPr lang="en-US" sz="1000" dirty="0"/>
          </a:p>
        </p:txBody>
      </p:sp>
      <p:sp>
        <p:nvSpPr>
          <p:cNvPr id="18" name="Shape 14"/>
          <p:cNvSpPr/>
          <p:nvPr/>
        </p:nvSpPr>
        <p:spPr>
          <a:xfrm>
            <a:off x="3545810" y="4828032"/>
            <a:ext cx="365760" cy="365760"/>
          </a:xfrm>
          <a:prstGeom prst="ellipse">
            <a:avLst/>
          </a:prstGeom>
          <a:ln w="19050">
            <a:solidFill>
              <a:schemeClr val="tx1"/>
            </a:solidFill>
            <a:prstDash val="dash"/>
          </a:ln>
        </p:spPr>
        <p:txBody>
          <a:bodyPr/>
          <a:lstStyle/>
          <a:p>
            <a:endParaRPr lang="en-US"/>
          </a:p>
        </p:txBody>
      </p:sp>
      <p:sp>
        <p:nvSpPr>
          <p:cNvPr id="19" name="Text 15"/>
          <p:cNvSpPr/>
          <p:nvPr/>
        </p:nvSpPr>
        <p:spPr>
          <a:xfrm>
            <a:off x="3276296" y="5201372"/>
            <a:ext cx="914400" cy="331927"/>
          </a:xfrm>
          <a:prstGeom prst="rect">
            <a:avLst/>
          </a:prstGeom>
          <a:noFill/>
          <a:ln/>
        </p:spPr>
        <p:txBody>
          <a:bodyPr wrap="square" lIns="0" tIns="0" rIns="0" bIns="0" rtlCol="0" anchor="t"/>
          <a:lstStyle/>
          <a:p>
            <a:pPr algn="ctr">
              <a:lnSpc>
                <a:spcPct val="110000"/>
              </a:lnSpc>
            </a:pPr>
            <a:r>
              <a:rPr lang="en-US" sz="1000" dirty="0">
                <a:solidFill>
                  <a:srgbClr val="222F44"/>
                </a:solidFill>
                <a:latin typeface="Poppins" pitchFamily="34" charset="0"/>
                <a:cs typeface="Poppins" pitchFamily="34" charset="-120"/>
              </a:rPr>
              <a:t>Focus </a:t>
            </a:r>
            <a:r>
              <a:rPr lang="en-US" sz="1000">
                <a:solidFill>
                  <a:srgbClr val="222F44"/>
                </a:solidFill>
                <a:latin typeface="Poppins" pitchFamily="34" charset="0"/>
                <a:cs typeface="Poppins" pitchFamily="34" charset="-120"/>
              </a:rPr>
              <a:t>of operation</a:t>
            </a:r>
            <a:endParaRPr lang="en-US" sz="1000" dirty="0">
              <a:solidFill>
                <a:srgbClr val="222F44"/>
              </a:solidFill>
              <a:latin typeface="Poppins" pitchFamily="34" charset="0"/>
              <a:cs typeface="Poppins" pitchFamily="34" charset="-120"/>
            </a:endParaRPr>
          </a:p>
        </p:txBody>
      </p:sp>
      <p:sp>
        <p:nvSpPr>
          <p:cNvPr id="20" name="Text 16"/>
          <p:cNvSpPr/>
          <p:nvPr/>
        </p:nvSpPr>
        <p:spPr>
          <a:xfrm>
            <a:off x="4575658" y="3840480"/>
            <a:ext cx="2103120" cy="320040"/>
          </a:xfrm>
          <a:prstGeom prst="rect">
            <a:avLst/>
          </a:prstGeom>
          <a:noFill/>
          <a:ln/>
        </p:spPr>
        <p:txBody>
          <a:bodyPr wrap="square" lIns="0" tIns="0" rIns="0" bIns="0" rtlCol="0" anchor="t"/>
          <a:lstStyle/>
          <a:p>
            <a:pPr marL="0" indent="0">
              <a:buNone/>
            </a:pPr>
            <a:r>
              <a:rPr lang="en-US" sz="1300" b="1" dirty="0">
                <a:solidFill>
                  <a:srgbClr val="222F44"/>
                </a:solidFill>
                <a:latin typeface="Poppins" pitchFamily="34" charset="0"/>
                <a:ea typeface="Poppins" pitchFamily="34" charset="-122"/>
                <a:cs typeface="Poppins" pitchFamily="34" charset="-120"/>
              </a:rPr>
              <a:t>Technology platforms</a:t>
            </a:r>
            <a:endParaRPr lang="en-US" sz="1300" dirty="0"/>
          </a:p>
        </p:txBody>
      </p:sp>
      <p:pic>
        <p:nvPicPr>
          <p:cNvPr id="21" name="Image 2" descr="assets/icons/activity_navy.png"/>
          <p:cNvPicPr>
            <a:picLocks noChangeAspect="1"/>
          </p:cNvPicPr>
          <p:nvPr/>
        </p:nvPicPr>
        <p:blipFill>
          <a:blip r:embed="rId4"/>
          <a:stretch>
            <a:fillRect/>
          </a:stretch>
        </p:blipFill>
        <p:spPr>
          <a:xfrm>
            <a:off x="4575658" y="4297680"/>
            <a:ext cx="169164" cy="169164"/>
          </a:xfrm>
          <a:prstGeom prst="rect">
            <a:avLst/>
          </a:prstGeom>
        </p:spPr>
      </p:pic>
      <p:sp>
        <p:nvSpPr>
          <p:cNvPr id="22" name="Text 17"/>
          <p:cNvSpPr/>
          <p:nvPr/>
        </p:nvSpPr>
        <p:spPr>
          <a:xfrm>
            <a:off x="4808830" y="4229100"/>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22F44"/>
                </a:solidFill>
                <a:latin typeface="Poppins" pitchFamily="34" charset="0"/>
                <a:ea typeface="Poppins" pitchFamily="34" charset="-122"/>
                <a:cs typeface="Poppins" pitchFamily="34" charset="-120"/>
              </a:rPr>
              <a:t>Connected fleet support</a:t>
            </a:r>
            <a:endParaRPr lang="en-US" sz="800" dirty="0"/>
          </a:p>
        </p:txBody>
      </p:sp>
      <p:sp>
        <p:nvSpPr>
          <p:cNvPr id="23" name="Text 18"/>
          <p:cNvSpPr/>
          <p:nvPr/>
        </p:nvSpPr>
        <p:spPr>
          <a:xfrm>
            <a:off x="4808830" y="4384548"/>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22F44"/>
                </a:solidFill>
                <a:latin typeface="Poppins" pitchFamily="34" charset="0"/>
                <a:ea typeface="Poppins" pitchFamily="34" charset="-122"/>
                <a:cs typeface="Poppins" pitchFamily="34" charset="-120"/>
              </a:rPr>
              <a:t>4.1k machines · 2 control centres</a:t>
            </a:r>
            <a:endParaRPr lang="en-US" sz="700" dirty="0"/>
          </a:p>
        </p:txBody>
      </p:sp>
      <p:sp>
        <p:nvSpPr>
          <p:cNvPr id="24" name="Shape 19"/>
          <p:cNvSpPr/>
          <p:nvPr/>
        </p:nvSpPr>
        <p:spPr>
          <a:xfrm>
            <a:off x="4575658" y="4556455"/>
            <a:ext cx="1922069" cy="5486"/>
          </a:xfrm>
          <a:prstGeom prst="rect">
            <a:avLst/>
          </a:prstGeom>
          <a:solidFill>
            <a:srgbClr val="E4E7EC"/>
          </a:solidFill>
          <a:ln/>
        </p:spPr>
        <p:txBody>
          <a:bodyPr/>
          <a:lstStyle/>
          <a:p>
            <a:endParaRPr lang="en-US"/>
          </a:p>
        </p:txBody>
      </p:sp>
      <p:pic>
        <p:nvPicPr>
          <p:cNvPr id="25" name="Image 3" descr="assets/icons/target_navy.png"/>
          <p:cNvPicPr>
            <a:picLocks noChangeAspect="1"/>
          </p:cNvPicPr>
          <p:nvPr/>
        </p:nvPicPr>
        <p:blipFill>
          <a:blip r:embed="rId5"/>
          <a:stretch>
            <a:fillRect/>
          </a:stretch>
        </p:blipFill>
        <p:spPr>
          <a:xfrm>
            <a:off x="4575658" y="4658868"/>
            <a:ext cx="169164" cy="169164"/>
          </a:xfrm>
          <a:prstGeom prst="rect">
            <a:avLst/>
          </a:prstGeom>
        </p:spPr>
      </p:pic>
      <p:sp>
        <p:nvSpPr>
          <p:cNvPr id="26" name="Text 20"/>
          <p:cNvSpPr/>
          <p:nvPr/>
        </p:nvSpPr>
        <p:spPr>
          <a:xfrm>
            <a:off x="4808830" y="4590288"/>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22F44"/>
                </a:solidFill>
                <a:latin typeface="Poppins" pitchFamily="34" charset="0"/>
                <a:ea typeface="Poppins" pitchFamily="34" charset="-122"/>
                <a:cs typeface="Poppins" pitchFamily="34" charset="-120"/>
              </a:rPr>
              <a:t>Harvest monitoring</a:t>
            </a:r>
            <a:endParaRPr lang="en-US" sz="800" dirty="0"/>
          </a:p>
        </p:txBody>
      </p:sp>
      <p:sp>
        <p:nvSpPr>
          <p:cNvPr id="27" name="Text 21"/>
          <p:cNvSpPr/>
          <p:nvPr/>
        </p:nvSpPr>
        <p:spPr>
          <a:xfrm>
            <a:off x="4808830" y="4745736"/>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22F44"/>
                </a:solidFill>
                <a:latin typeface="Poppins" pitchFamily="34" charset="0"/>
                <a:ea typeface="Poppins" pitchFamily="34" charset="-122"/>
                <a:cs typeface="Poppins" pitchFamily="34" charset="-120"/>
              </a:rPr>
              <a:t>Full field monitoring of harvesters</a:t>
            </a:r>
            <a:endParaRPr lang="en-US" sz="700" dirty="0"/>
          </a:p>
        </p:txBody>
      </p:sp>
      <p:sp>
        <p:nvSpPr>
          <p:cNvPr id="28" name="Shape 22"/>
          <p:cNvSpPr/>
          <p:nvPr/>
        </p:nvSpPr>
        <p:spPr>
          <a:xfrm>
            <a:off x="4575658" y="4917643"/>
            <a:ext cx="1922069" cy="5486"/>
          </a:xfrm>
          <a:prstGeom prst="rect">
            <a:avLst/>
          </a:prstGeom>
          <a:solidFill>
            <a:srgbClr val="E4E7EC"/>
          </a:solidFill>
          <a:ln/>
        </p:spPr>
        <p:txBody>
          <a:bodyPr/>
          <a:lstStyle/>
          <a:p>
            <a:endParaRPr lang="en-US"/>
          </a:p>
        </p:txBody>
      </p:sp>
      <p:pic>
        <p:nvPicPr>
          <p:cNvPr id="29" name="Image 4" descr="assets/icons/layers_navy.png"/>
          <p:cNvPicPr>
            <a:picLocks noChangeAspect="1"/>
          </p:cNvPicPr>
          <p:nvPr/>
        </p:nvPicPr>
        <p:blipFill>
          <a:blip r:embed="rId6"/>
          <a:stretch>
            <a:fillRect/>
          </a:stretch>
        </p:blipFill>
        <p:spPr>
          <a:xfrm>
            <a:off x="4575658" y="5020056"/>
            <a:ext cx="169164" cy="169164"/>
          </a:xfrm>
          <a:prstGeom prst="rect">
            <a:avLst/>
          </a:prstGeom>
        </p:spPr>
      </p:pic>
      <p:sp>
        <p:nvSpPr>
          <p:cNvPr id="30" name="Text 23"/>
          <p:cNvSpPr/>
          <p:nvPr/>
        </p:nvSpPr>
        <p:spPr>
          <a:xfrm>
            <a:off x="4808830" y="4951476"/>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22F44"/>
                </a:solidFill>
                <a:latin typeface="Poppins" pitchFamily="34" charset="0"/>
                <a:ea typeface="Poppins" pitchFamily="34" charset="-122"/>
                <a:cs typeface="Poppins" pitchFamily="34" charset="-120"/>
              </a:rPr>
              <a:t>Agronomic intelligence</a:t>
            </a:r>
            <a:endParaRPr lang="en-US" sz="800" dirty="0"/>
          </a:p>
        </p:txBody>
      </p:sp>
      <p:sp>
        <p:nvSpPr>
          <p:cNvPr id="31" name="Text 24"/>
          <p:cNvSpPr/>
          <p:nvPr/>
        </p:nvSpPr>
        <p:spPr>
          <a:xfrm>
            <a:off x="4808830" y="5106924"/>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22F44"/>
                </a:solidFill>
                <a:latin typeface="Poppins" pitchFamily="34" charset="0"/>
                <a:ea typeface="Poppins" pitchFamily="34" charset="-122"/>
                <a:cs typeface="Poppins" pitchFamily="34" charset="-120"/>
              </a:rPr>
              <a:t>Satellite, climate and soil data</a:t>
            </a:r>
            <a:endParaRPr lang="en-US" sz="700" dirty="0"/>
          </a:p>
        </p:txBody>
      </p:sp>
      <p:sp>
        <p:nvSpPr>
          <p:cNvPr id="32" name="Shape 25"/>
          <p:cNvSpPr/>
          <p:nvPr/>
        </p:nvSpPr>
        <p:spPr>
          <a:xfrm>
            <a:off x="4575658" y="5278831"/>
            <a:ext cx="1922069" cy="5486"/>
          </a:xfrm>
          <a:prstGeom prst="rect">
            <a:avLst/>
          </a:prstGeom>
          <a:solidFill>
            <a:srgbClr val="E4E7EC"/>
          </a:solidFill>
          <a:ln/>
        </p:spPr>
        <p:txBody>
          <a:bodyPr/>
          <a:lstStyle/>
          <a:p>
            <a:endParaRPr lang="en-US"/>
          </a:p>
        </p:txBody>
      </p:sp>
      <p:pic>
        <p:nvPicPr>
          <p:cNvPr id="33" name="Image 5" descr="assets/icons/clock_navy.png"/>
          <p:cNvPicPr>
            <a:picLocks noChangeAspect="1"/>
          </p:cNvPicPr>
          <p:nvPr/>
        </p:nvPicPr>
        <p:blipFill>
          <a:blip r:embed="rId7"/>
          <a:stretch>
            <a:fillRect/>
          </a:stretch>
        </p:blipFill>
        <p:spPr>
          <a:xfrm>
            <a:off x="4575658" y="5381244"/>
            <a:ext cx="169164" cy="169164"/>
          </a:xfrm>
          <a:prstGeom prst="rect">
            <a:avLst/>
          </a:prstGeom>
        </p:spPr>
      </p:pic>
      <p:sp>
        <p:nvSpPr>
          <p:cNvPr id="34" name="Text 26"/>
          <p:cNvSpPr/>
          <p:nvPr/>
        </p:nvSpPr>
        <p:spPr>
          <a:xfrm>
            <a:off x="4808830" y="5312664"/>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22F44"/>
                </a:solidFill>
                <a:latin typeface="Poppins" pitchFamily="34" charset="0"/>
                <a:ea typeface="Poppins" pitchFamily="34" charset="-122"/>
                <a:cs typeface="Poppins" pitchFamily="34" charset="-120"/>
              </a:rPr>
              <a:t>Autonomous parts store</a:t>
            </a:r>
            <a:endParaRPr lang="en-US" sz="800" dirty="0"/>
          </a:p>
        </p:txBody>
      </p:sp>
      <p:sp>
        <p:nvSpPr>
          <p:cNvPr id="35" name="Text 27"/>
          <p:cNvSpPr/>
          <p:nvPr/>
        </p:nvSpPr>
        <p:spPr>
          <a:xfrm>
            <a:off x="4808830" y="5468112"/>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22F44"/>
                </a:solidFill>
                <a:latin typeface="Poppins" pitchFamily="34" charset="0"/>
                <a:ea typeface="Poppins" pitchFamily="34" charset="-122"/>
                <a:cs typeface="Poppins" pitchFamily="34" charset="-120"/>
              </a:rPr>
              <a:t>24/7 self-service parts and tools</a:t>
            </a:r>
            <a:endParaRPr lang="en-US" sz="700" dirty="0"/>
          </a:p>
        </p:txBody>
      </p:sp>
      <p:sp>
        <p:nvSpPr>
          <p:cNvPr id="36" name="Shape 28"/>
          <p:cNvSpPr/>
          <p:nvPr/>
        </p:nvSpPr>
        <p:spPr>
          <a:xfrm>
            <a:off x="0" y="5698541"/>
            <a:ext cx="6858000" cy="1523390"/>
          </a:xfrm>
          <a:prstGeom prst="rect">
            <a:avLst/>
          </a:prstGeom>
          <a:solidFill>
            <a:srgbClr val="F8F8F8"/>
          </a:solidFill>
          <a:ln/>
        </p:spPr>
        <p:txBody>
          <a:bodyPr/>
          <a:lstStyle/>
          <a:p>
            <a:endParaRPr lang="en-US"/>
          </a:p>
        </p:txBody>
      </p:sp>
      <p:sp>
        <p:nvSpPr>
          <p:cNvPr id="37" name="Text 29"/>
          <p:cNvSpPr/>
          <p:nvPr/>
        </p:nvSpPr>
        <p:spPr>
          <a:xfrm>
            <a:off x="360274" y="5741518"/>
            <a:ext cx="1933042" cy="198425"/>
          </a:xfrm>
          <a:prstGeom prst="rect">
            <a:avLst/>
          </a:prstGeom>
          <a:noFill/>
          <a:ln/>
        </p:spPr>
        <p:txBody>
          <a:bodyPr wrap="square" lIns="0" tIns="0" rIns="0" bIns="0" rtlCol="0" anchor="t"/>
          <a:lstStyle/>
          <a:p>
            <a:pPr marL="0" indent="0">
              <a:buNone/>
            </a:pPr>
            <a:r>
              <a:rPr lang="en-US" sz="1200" b="1" dirty="0">
                <a:solidFill>
                  <a:srgbClr val="D3A93D"/>
                </a:solidFill>
                <a:latin typeface="Poppins" pitchFamily="34" charset="0"/>
                <a:ea typeface="Poppins" pitchFamily="34" charset="-122"/>
                <a:cs typeface="Poppins" pitchFamily="34" charset="-120"/>
              </a:rPr>
              <a:t>Key Highlights</a:t>
            </a:r>
            <a:endParaRPr lang="en-US" sz="1200" dirty="0"/>
          </a:p>
        </p:txBody>
      </p:sp>
      <p:sp>
        <p:nvSpPr>
          <p:cNvPr id="38" name="Text 30"/>
          <p:cNvSpPr/>
          <p:nvPr/>
        </p:nvSpPr>
        <p:spPr>
          <a:xfrm>
            <a:off x="410566" y="5933542"/>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22F44"/>
                </a:solidFill>
                <a:latin typeface="Poppins" pitchFamily="34" charset="0"/>
                <a:ea typeface="Poppins" pitchFamily="34" charset="-122"/>
                <a:cs typeface="Poppins" pitchFamily="34" charset="-120"/>
              </a:rPr>
              <a:t>BRL 1.4 Bn</a:t>
            </a:r>
            <a:endParaRPr lang="en-US" sz="2000" dirty="0"/>
          </a:p>
          <a:p>
            <a:pPr marL="0" indent="0" algn="l">
              <a:lnSpc>
                <a:spcPct val="110000"/>
              </a:lnSpc>
              <a:buNone/>
            </a:pPr>
            <a:r>
              <a:rPr lang="en-US" sz="1000" b="1" dirty="0">
                <a:solidFill>
                  <a:srgbClr val="222F44"/>
                </a:solidFill>
                <a:latin typeface="Poppins" pitchFamily="34" charset="0"/>
                <a:ea typeface="Poppins" pitchFamily="34" charset="-122"/>
                <a:cs typeface="Poppins" pitchFamily="34" charset="-120"/>
              </a:rPr>
              <a:t>Net revenues 2025⁽¹⁾</a:t>
            </a:r>
            <a:endParaRPr lang="en-US" sz="2000" dirty="0"/>
          </a:p>
        </p:txBody>
      </p:sp>
      <p:sp>
        <p:nvSpPr>
          <p:cNvPr id="39" name="Text 31"/>
          <p:cNvSpPr/>
          <p:nvPr/>
        </p:nvSpPr>
        <p:spPr>
          <a:xfrm>
            <a:off x="2518258" y="5933542"/>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22F44"/>
                </a:solidFill>
                <a:latin typeface="Poppins" pitchFamily="34" charset="0"/>
                <a:ea typeface="Poppins" pitchFamily="34" charset="-122"/>
                <a:cs typeface="Poppins" pitchFamily="34" charset="-120"/>
              </a:rPr>
              <a:t>BRL 58 Mn</a:t>
            </a:r>
            <a:endParaRPr lang="en-US" sz="2000" dirty="0"/>
          </a:p>
          <a:p>
            <a:pPr marL="0" indent="0" algn="l">
              <a:lnSpc>
                <a:spcPct val="110000"/>
              </a:lnSpc>
              <a:buNone/>
            </a:pPr>
            <a:r>
              <a:rPr lang="en-US" sz="1000" b="1" dirty="0">
                <a:solidFill>
                  <a:srgbClr val="222F44"/>
                </a:solidFill>
                <a:latin typeface="Poppins" pitchFamily="34" charset="0"/>
                <a:ea typeface="Poppins" pitchFamily="34" charset="-122"/>
                <a:cs typeface="Poppins" pitchFamily="34" charset="-120"/>
              </a:rPr>
              <a:t>EBITDA 2025⁽¹⁾</a:t>
            </a:r>
            <a:endParaRPr lang="en-US" sz="2000" dirty="0"/>
          </a:p>
        </p:txBody>
      </p:sp>
      <p:sp>
        <p:nvSpPr>
          <p:cNvPr id="40" name="Text 32"/>
          <p:cNvSpPr/>
          <p:nvPr/>
        </p:nvSpPr>
        <p:spPr>
          <a:xfrm>
            <a:off x="4626864" y="5933542"/>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22F44"/>
                </a:solidFill>
                <a:latin typeface="Poppins" pitchFamily="34" charset="0"/>
                <a:ea typeface="Poppins" pitchFamily="34" charset="-122"/>
                <a:cs typeface="Poppins" pitchFamily="34" charset="-120"/>
              </a:rPr>
              <a:t>+1,500</a:t>
            </a:r>
            <a:endParaRPr lang="en-US" sz="2000" dirty="0"/>
          </a:p>
          <a:p>
            <a:pPr marL="0" indent="0" algn="l">
              <a:lnSpc>
                <a:spcPct val="110000"/>
              </a:lnSpc>
              <a:buNone/>
            </a:pPr>
            <a:r>
              <a:rPr lang="en-US" sz="1000" b="1" dirty="0">
                <a:solidFill>
                  <a:srgbClr val="222F44"/>
                </a:solidFill>
                <a:latin typeface="Poppins" pitchFamily="34" charset="0"/>
                <a:ea typeface="Poppins" pitchFamily="34" charset="-122"/>
                <a:cs typeface="Poppins" pitchFamily="34" charset="-120"/>
              </a:rPr>
              <a:t>Machines sold in 2025</a:t>
            </a:r>
            <a:endParaRPr lang="en-US" sz="2000" dirty="0"/>
          </a:p>
        </p:txBody>
      </p:sp>
      <p:sp>
        <p:nvSpPr>
          <p:cNvPr id="41" name="Text 33"/>
          <p:cNvSpPr/>
          <p:nvPr/>
        </p:nvSpPr>
        <p:spPr>
          <a:xfrm>
            <a:off x="410566" y="6575450"/>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22F44"/>
                </a:solidFill>
                <a:latin typeface="Poppins" pitchFamily="34" charset="0"/>
                <a:ea typeface="Poppins" pitchFamily="34" charset="-122"/>
                <a:cs typeface="Poppins" pitchFamily="34" charset="-120"/>
              </a:rPr>
              <a:t>~35%</a:t>
            </a:r>
            <a:endParaRPr lang="en-US" sz="2000" dirty="0"/>
          </a:p>
          <a:p>
            <a:pPr marL="0" indent="0" algn="l">
              <a:lnSpc>
                <a:spcPct val="110000"/>
              </a:lnSpc>
              <a:buNone/>
            </a:pPr>
            <a:r>
              <a:rPr lang="en-US" sz="1000" b="1" dirty="0">
                <a:solidFill>
                  <a:srgbClr val="222F44"/>
                </a:solidFill>
                <a:latin typeface="Poppins" pitchFamily="34" charset="0"/>
                <a:ea typeface="Poppins" pitchFamily="34" charset="-122"/>
                <a:cs typeface="Poppins" pitchFamily="34" charset="-120"/>
              </a:rPr>
              <a:t>Of Brazil’s sugarcane area</a:t>
            </a:r>
            <a:endParaRPr lang="en-US" sz="2000" dirty="0"/>
          </a:p>
        </p:txBody>
      </p:sp>
      <p:sp>
        <p:nvSpPr>
          <p:cNvPr id="42" name="Text 34"/>
          <p:cNvSpPr/>
          <p:nvPr/>
        </p:nvSpPr>
        <p:spPr>
          <a:xfrm>
            <a:off x="2518258" y="6575450"/>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22F44"/>
                </a:solidFill>
                <a:latin typeface="Poppins" pitchFamily="34" charset="0"/>
                <a:ea typeface="Poppins" pitchFamily="34" charset="-122"/>
                <a:cs typeface="Poppins" pitchFamily="34" charset="-120"/>
              </a:rPr>
              <a:t>16</a:t>
            </a:r>
            <a:endParaRPr lang="en-US" sz="2000" dirty="0"/>
          </a:p>
          <a:p>
            <a:pPr marL="0" indent="0" algn="l">
              <a:lnSpc>
                <a:spcPct val="110000"/>
              </a:lnSpc>
              <a:buNone/>
            </a:pPr>
            <a:r>
              <a:rPr lang="en-US" sz="1000" b="1" dirty="0">
                <a:solidFill>
                  <a:srgbClr val="222F44"/>
                </a:solidFill>
                <a:latin typeface="Poppins" pitchFamily="34" charset="0"/>
                <a:ea typeface="Poppins" pitchFamily="34" charset="-122"/>
                <a:cs typeface="Poppins" pitchFamily="34" charset="-120"/>
              </a:rPr>
              <a:t>Branches</a:t>
            </a:r>
            <a:endParaRPr lang="en-US" sz="2000" dirty="0"/>
          </a:p>
        </p:txBody>
      </p:sp>
      <p:sp>
        <p:nvSpPr>
          <p:cNvPr id="43" name="Text 35"/>
          <p:cNvSpPr/>
          <p:nvPr/>
        </p:nvSpPr>
        <p:spPr>
          <a:xfrm>
            <a:off x="4626864" y="6575450"/>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22F44"/>
                </a:solidFill>
                <a:latin typeface="Poppins" pitchFamily="34" charset="0"/>
                <a:ea typeface="Poppins" pitchFamily="34" charset="-122"/>
                <a:cs typeface="Poppins" pitchFamily="34" charset="-120"/>
              </a:rPr>
              <a:t>+600</a:t>
            </a:r>
            <a:endParaRPr lang="en-US" sz="2000" dirty="0"/>
          </a:p>
          <a:p>
            <a:pPr marL="0" indent="0" algn="l">
              <a:lnSpc>
                <a:spcPct val="110000"/>
              </a:lnSpc>
              <a:buNone/>
            </a:pPr>
            <a:r>
              <a:rPr lang="en-US" sz="1000" b="1" dirty="0">
                <a:solidFill>
                  <a:srgbClr val="222F44"/>
                </a:solidFill>
                <a:latin typeface="Poppins" pitchFamily="34" charset="0"/>
                <a:ea typeface="Poppins" pitchFamily="34" charset="-122"/>
                <a:cs typeface="Poppins" pitchFamily="34" charset="-120"/>
              </a:rPr>
              <a:t>Employees</a:t>
            </a:r>
            <a:endParaRPr lang="en-US" sz="2000" dirty="0"/>
          </a:p>
        </p:txBody>
      </p:sp>
      <p:sp>
        <p:nvSpPr>
          <p:cNvPr id="44" name="Text 36"/>
          <p:cNvSpPr/>
          <p:nvPr/>
        </p:nvSpPr>
        <p:spPr>
          <a:xfrm>
            <a:off x="362102" y="7272223"/>
            <a:ext cx="5767121" cy="162763"/>
          </a:xfrm>
          <a:prstGeom prst="rect">
            <a:avLst/>
          </a:prstGeom>
          <a:noFill/>
          <a:ln/>
        </p:spPr>
        <p:txBody>
          <a:bodyPr wrap="square" lIns="0" tIns="0" rIns="0" bIns="0" rtlCol="0" anchor="t"/>
          <a:lstStyle/>
          <a:p>
            <a:pPr marL="0" indent="0">
              <a:buNone/>
            </a:pPr>
            <a:r>
              <a:rPr lang="en-US" sz="1000" u="sng" dirty="0">
                <a:solidFill>
                  <a:srgbClr val="222F44"/>
                </a:solidFill>
                <a:latin typeface="Poppins" pitchFamily="34" charset="0"/>
                <a:ea typeface="Poppins" pitchFamily="34" charset="-122"/>
                <a:cs typeface="Poppins" pitchFamily="34" charset="-120"/>
              </a:rPr>
              <a:t>For any further questions please contact:</a:t>
            </a:r>
            <a:endParaRPr lang="en-US" sz="1000" dirty="0"/>
          </a:p>
        </p:txBody>
      </p:sp>
      <p:sp>
        <p:nvSpPr>
          <p:cNvPr id="45" name="Text 37"/>
          <p:cNvSpPr/>
          <p:nvPr/>
        </p:nvSpPr>
        <p:spPr>
          <a:xfrm>
            <a:off x="360274" y="7488022"/>
            <a:ext cx="1871777" cy="615391"/>
          </a:xfrm>
          <a:prstGeom prst="rect">
            <a:avLst/>
          </a:prstGeom>
          <a:noFill/>
          <a:ln/>
        </p:spPr>
        <p:txBody>
          <a:bodyPr wrap="square" lIns="0" tIns="0" rIns="0" bIns="0" rtlCol="0" anchor="t"/>
          <a:lstStyle/>
          <a:p>
            <a:pPr marL="0" indent="0">
              <a:lnSpc>
                <a:spcPct val="110000"/>
              </a:lnSpc>
              <a:buNone/>
            </a:pPr>
            <a:r>
              <a:rPr lang="en-US" sz="1000" b="1" dirty="0">
                <a:solidFill>
                  <a:srgbClr val="222F44"/>
                </a:solidFill>
                <a:latin typeface="Poppins" pitchFamily="34" charset="0"/>
                <a:ea typeface="Poppins" pitchFamily="34" charset="-122"/>
                <a:cs typeface="Poppins" pitchFamily="34" charset="-120"/>
              </a:rPr>
              <a:t>Bruno Iervolino</a:t>
            </a:r>
            <a:endParaRPr lang="en-US" sz="1000" dirty="0"/>
          </a:p>
          <a:p>
            <a:pPr marL="0" indent="0">
              <a:lnSpc>
                <a:spcPct val="110000"/>
              </a:lnSpc>
              <a:buNone/>
            </a:pPr>
            <a:r>
              <a:rPr lang="en-US" sz="1000" dirty="0">
                <a:solidFill>
                  <a:srgbClr val="222F44"/>
                </a:solidFill>
                <a:latin typeface="Poppins" pitchFamily="34" charset="0"/>
                <a:ea typeface="Poppins" pitchFamily="34" charset="-122"/>
                <a:cs typeface="Poppins" pitchFamily="34" charset="-120"/>
              </a:rPr>
              <a:t>Bruno.iervolino@igcp.com.br</a:t>
            </a:r>
            <a:endParaRPr lang="en-US" sz="1000" dirty="0"/>
          </a:p>
          <a:p>
            <a:pPr marL="0" indent="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sp>
        <p:nvSpPr>
          <p:cNvPr id="46" name="Text 38"/>
          <p:cNvSpPr/>
          <p:nvPr/>
        </p:nvSpPr>
        <p:spPr>
          <a:xfrm>
            <a:off x="2399386" y="7488022"/>
            <a:ext cx="1871777" cy="615391"/>
          </a:xfrm>
          <a:prstGeom prst="rect">
            <a:avLst/>
          </a:prstGeom>
          <a:noFill/>
          <a:ln/>
        </p:spPr>
        <p:txBody>
          <a:bodyPr wrap="square" lIns="0" tIns="0" rIns="0" bIns="0" rtlCol="0" anchor="t"/>
          <a:lstStyle/>
          <a:p>
            <a:pPr marL="0" indent="0">
              <a:lnSpc>
                <a:spcPct val="110000"/>
              </a:lnSpc>
              <a:buNone/>
            </a:pPr>
            <a:r>
              <a:rPr lang="en-US" sz="1000" b="1" dirty="0">
                <a:solidFill>
                  <a:srgbClr val="222F44"/>
                </a:solidFill>
                <a:latin typeface="Poppins" pitchFamily="34" charset="0"/>
                <a:ea typeface="Poppins" pitchFamily="34" charset="-122"/>
                <a:cs typeface="Poppins" pitchFamily="34" charset="-120"/>
              </a:rPr>
              <a:t>Gabriel Brito</a:t>
            </a:r>
            <a:endParaRPr lang="en-US" sz="1000" dirty="0"/>
          </a:p>
          <a:p>
            <a:pPr marL="0" indent="0">
              <a:lnSpc>
                <a:spcPct val="110000"/>
              </a:lnSpc>
              <a:buNone/>
            </a:pPr>
            <a:r>
              <a:rPr lang="en-US" sz="1000" dirty="0">
                <a:solidFill>
                  <a:srgbClr val="222F44"/>
                </a:solidFill>
                <a:latin typeface="Poppins" pitchFamily="34" charset="0"/>
                <a:ea typeface="Poppins" pitchFamily="34" charset="-122"/>
                <a:cs typeface="Poppins" pitchFamily="34" charset="-120"/>
              </a:rPr>
              <a:t>Gabriel.brito@igcp.com.br</a:t>
            </a:r>
            <a:endParaRPr lang="en-US" sz="1000" dirty="0"/>
          </a:p>
          <a:p>
            <a:pPr marL="0" indent="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sp>
        <p:nvSpPr>
          <p:cNvPr id="47" name="Text 39"/>
          <p:cNvSpPr/>
          <p:nvPr/>
        </p:nvSpPr>
        <p:spPr>
          <a:xfrm>
            <a:off x="4438498" y="7488022"/>
            <a:ext cx="1871777" cy="615391"/>
          </a:xfrm>
          <a:prstGeom prst="rect">
            <a:avLst/>
          </a:prstGeom>
          <a:noFill/>
          <a:ln/>
        </p:spPr>
        <p:txBody>
          <a:bodyPr wrap="square" lIns="0" tIns="0" rIns="0" bIns="0" rtlCol="0" anchor="t"/>
          <a:lstStyle/>
          <a:p>
            <a:pPr marL="0" indent="0">
              <a:lnSpc>
                <a:spcPct val="110000"/>
              </a:lnSpc>
              <a:buNone/>
            </a:pPr>
            <a:r>
              <a:rPr lang="en-US" sz="1000" b="1" dirty="0">
                <a:solidFill>
                  <a:srgbClr val="222F44"/>
                </a:solidFill>
                <a:latin typeface="Poppins" pitchFamily="34" charset="0"/>
                <a:ea typeface="Poppins" pitchFamily="34" charset="-122"/>
                <a:cs typeface="Poppins" pitchFamily="34" charset="-120"/>
              </a:rPr>
              <a:t>Pedro Grando</a:t>
            </a:r>
            <a:endParaRPr lang="en-US" sz="1000" dirty="0"/>
          </a:p>
          <a:p>
            <a:pPr marL="0" indent="0">
              <a:lnSpc>
                <a:spcPct val="110000"/>
              </a:lnSpc>
              <a:buNone/>
            </a:pPr>
            <a:r>
              <a:rPr lang="en-US" sz="1000" dirty="0">
                <a:solidFill>
                  <a:srgbClr val="222F44"/>
                </a:solidFill>
                <a:latin typeface="Poppins" pitchFamily="34" charset="0"/>
                <a:ea typeface="Poppins" pitchFamily="34" charset="-122"/>
                <a:cs typeface="Poppins" pitchFamily="34" charset="-120"/>
              </a:rPr>
              <a:t>Pedro.grando@igcp.com.br</a:t>
            </a:r>
            <a:endParaRPr lang="en-US" sz="1000" dirty="0"/>
          </a:p>
          <a:p>
            <a:pPr marL="0" indent="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pic>
        <p:nvPicPr>
          <p:cNvPr id="48" name="Image 6" descr="assets/green/hero_cane_aerial.png"/>
          <p:cNvPicPr>
            <a:picLocks noChangeAspect="1"/>
          </p:cNvPicPr>
          <p:nvPr/>
        </p:nvPicPr>
        <p:blipFill>
          <a:blip r:embed="rId8"/>
          <a:srcRect/>
          <a:stretch/>
        </p:blipFill>
        <p:spPr>
          <a:xfrm>
            <a:off x="-274" y="8012613"/>
            <a:ext cx="6885889" cy="756209"/>
          </a:xfrm>
          <a:prstGeom prst="rect">
            <a:avLst/>
          </a:prstGeom>
        </p:spPr>
      </p:pic>
      <p:sp>
        <p:nvSpPr>
          <p:cNvPr id="49" name="Text 40"/>
          <p:cNvSpPr/>
          <p:nvPr/>
        </p:nvSpPr>
        <p:spPr>
          <a:xfrm>
            <a:off x="360274" y="8789213"/>
            <a:ext cx="5954573" cy="173736"/>
          </a:xfrm>
          <a:prstGeom prst="rect">
            <a:avLst/>
          </a:prstGeom>
          <a:noFill/>
          <a:ln/>
        </p:spPr>
        <p:txBody>
          <a:bodyPr wrap="square" lIns="0" tIns="0" rIns="0" bIns="0" rtlCol="0" anchor="t"/>
          <a:lstStyle/>
          <a:p>
            <a:pPr marL="0" indent="0">
              <a:lnSpc>
                <a:spcPct val="110000"/>
              </a:lnSpc>
              <a:buNone/>
            </a:pPr>
            <a:r>
              <a:rPr lang="en-US" sz="500" b="1" dirty="0">
                <a:solidFill>
                  <a:srgbClr val="222F44"/>
                </a:solidFill>
                <a:latin typeface="Poppins" pitchFamily="34" charset="0"/>
                <a:ea typeface="Poppins" pitchFamily="34" charset="-122"/>
                <a:cs typeface="Poppins" pitchFamily="34" charset="-120"/>
              </a:rPr>
              <a:t>Source: </a:t>
            </a:r>
            <a:r>
              <a:rPr lang="en-US" sz="500" dirty="0">
                <a:solidFill>
                  <a:srgbClr val="222F44"/>
                </a:solidFill>
                <a:latin typeface="Poppins" pitchFamily="34" charset="0"/>
                <a:ea typeface="Poppins" pitchFamily="34" charset="-122"/>
                <a:cs typeface="Poppins" pitchFamily="34" charset="-120"/>
              </a:rPr>
              <a:t>Company information; Company website </a:t>
            </a:r>
            <a:endParaRPr lang="en-US" sz="500" dirty="0"/>
          </a:p>
        </p:txBody>
      </p:sp>
      <p:sp>
        <p:nvSpPr>
          <p:cNvPr id="50" name="Text 41"/>
          <p:cNvSpPr/>
          <p:nvPr/>
        </p:nvSpPr>
        <p:spPr>
          <a:xfrm>
            <a:off x="362102" y="8970264"/>
            <a:ext cx="5767121" cy="123444"/>
          </a:xfrm>
          <a:prstGeom prst="rect">
            <a:avLst/>
          </a:prstGeom>
          <a:noFill/>
          <a:ln/>
        </p:spPr>
        <p:txBody>
          <a:bodyPr wrap="square" lIns="0" tIns="0" rIns="0" bIns="0" rtlCol="0" anchor="t"/>
          <a:lstStyle/>
          <a:p>
            <a:pPr marL="0" indent="0">
              <a:buNone/>
            </a:pPr>
            <a:r>
              <a:rPr lang="en-US" sz="800" b="1" kern="0" spc="30" dirty="0">
                <a:solidFill>
                  <a:srgbClr val="D3A93D"/>
                </a:solidFill>
                <a:latin typeface="Poppins" pitchFamily="34" charset="0"/>
                <a:ea typeface="Poppins" pitchFamily="34" charset="-122"/>
                <a:cs typeface="Poppins" pitchFamily="34" charset="-120"/>
              </a:rPr>
              <a:t>Disclaimer:</a:t>
            </a:r>
            <a:endParaRPr lang="en-US" sz="800" dirty="0"/>
          </a:p>
        </p:txBody>
      </p:sp>
      <p:sp>
        <p:nvSpPr>
          <p:cNvPr id="51" name="Text 42"/>
          <p:cNvSpPr/>
          <p:nvPr/>
        </p:nvSpPr>
        <p:spPr>
          <a:xfrm>
            <a:off x="360274" y="9154973"/>
            <a:ext cx="5954573" cy="607162"/>
          </a:xfrm>
          <a:prstGeom prst="rect">
            <a:avLst/>
          </a:prstGeom>
          <a:noFill/>
          <a:ln/>
        </p:spPr>
        <p:txBody>
          <a:bodyPr wrap="square" lIns="0" tIns="0" rIns="0" bIns="0" rtlCol="0" anchor="t"/>
          <a:lstStyle/>
          <a:p>
            <a:pPr marL="0" indent="0" algn="just">
              <a:lnSpc>
                <a:spcPct val="110000"/>
              </a:lnSpc>
              <a:buNone/>
            </a:pPr>
            <a:r>
              <a:rPr lang="en-US" sz="600" dirty="0">
                <a:solidFill>
                  <a:srgbClr val="222F44"/>
                </a:solidFill>
                <a:latin typeface="Poppins" pitchFamily="34" charset="0"/>
                <a:ea typeface="Poppins" pitchFamily="34" charset="-122"/>
                <a:cs typeface="Poppins" pitchFamily="34" charset="-120"/>
              </a:rPr>
              <a:t>All information contained in this material has been prepared based on the documents and/or information provided by the Company or obtained directly by IGC through legal sources and/or through independent researches. No liability is or shall be attributed to the members of IGC, including its partners, directors, employees, agents or advisers, in connection with the accuracy or completeness of the information contained herein or in connection with any other written or oral information made available to the recipient or its advisor. In particular, no representation or warranty is given as to the achievement or reasonableness of any future projections, management estimates, prospects or returns. This material belongs to IGC and shall not be copied, reproduced and/or distributed or disclosed to any third party without the prior consent of IGC. By receiving this material, the recipient agrees to return it as soon as requested by IGC, without retaining any copies.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39168ec-16d4-4a2c-9ce2-09cc4ca9bfe8}" enabled="1" method="Standard" siteId="{9a6e48f1-2427-4aa1-b4c9-ee7623d0c265}" contentBits="0" removed="0"/>
</clbl:labelList>
</file>

<file path=docProps/app.xml><?xml version="1.0" encoding="utf-8"?>
<Properties xmlns="http://schemas.openxmlformats.org/officeDocument/2006/extended-properties" xmlns:vt="http://schemas.openxmlformats.org/officeDocument/2006/docPropsVTypes">
  <TotalTime>48</TotalTime>
  <Words>436</Words>
  <Application>Microsoft Office PowerPoint</Application>
  <PresentationFormat>A4 Paper (210x297 mm)</PresentationFormat>
  <Paragraphs>51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Poppins</vt:lpstr>
      <vt:lpstr>Source Serif Pro</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Green — Teaser</dc:title>
  <dc:subject>PptxGenJS Presentation</dc:subject>
  <dc:creator>IGC Partners</dc:creator>
  <cp:lastModifiedBy>Pedro Grando</cp:lastModifiedBy>
  <cp:revision>6</cp:revision>
  <dcterms:created xsi:type="dcterms:W3CDTF">2026-08-20T17:55:08Z</dcterms:created>
  <dcterms:modified xsi:type="dcterms:W3CDTF">2026-08-21T14:15:56Z</dcterms:modified>
</cp:coreProperties>
</file>