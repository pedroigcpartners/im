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2.xml" ContentType="application/vnd.openxmlformats-officedocument.presentationml.tags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8" r:id="rId4"/>
    <p:sldMasterId id="2147483724" r:id="rId5"/>
  </p:sldMasterIdLst>
  <p:notesMasterIdLst>
    <p:notesMasterId r:id="rId72"/>
  </p:notesMasterIdLst>
  <p:handoutMasterIdLst>
    <p:handoutMasterId r:id="rId73"/>
  </p:handoutMasterIdLst>
  <p:sldIdLst>
    <p:sldId id="14999922" r:id="rId39"/>
  </p:sldIdLst>
  <p:sldSz cx="12192000" cy="6858000"/>
  <p:notesSz cx="6858000" cy="9144000"/>
  <p:custDataLst>
    <p:tags r:id="rId74"/>
  </p:custData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844" userDrawn="1">
          <p15:clr>
            <a:srgbClr val="A4A3A4"/>
          </p15:clr>
        </p15:guide>
        <p15:guide id="3" orient="horz" pos="2523" userDrawn="1">
          <p15:clr>
            <a:srgbClr val="A4A3A4"/>
          </p15:clr>
        </p15:guide>
        <p15:guide id="4" orient="horz" pos="3657" userDrawn="1">
          <p15:clr>
            <a:srgbClr val="A4A3A4"/>
          </p15:clr>
        </p15:guide>
        <p15:guide id="6" pos="41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17B60D-6077-ACAD-980D-9A60F9821340}" name="Anne Suyama" initials="AS" userId="S::anne.suyama@igcp.com.br::47f21aa0-0471-42ab-a3d8-ed160750aff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80A2"/>
    <a:srgbClr val="F2F2F2"/>
    <a:srgbClr val="FFFFFF"/>
    <a:srgbClr val="EBF3F8"/>
    <a:srgbClr val="BED7E7"/>
    <a:srgbClr val="E0E6EC"/>
    <a:srgbClr val="41546B"/>
    <a:srgbClr val="9FC4DC"/>
    <a:srgbClr val="ABBACD"/>
    <a:srgbClr val="F1F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8" autoAdjust="0"/>
    <p:restoredTop sz="96081" autoAdjust="0"/>
  </p:normalViewPr>
  <p:slideViewPr>
    <p:cSldViewPr snapToGrid="0" showGuides="1">
      <p:cViewPr varScale="1">
        <p:scale>
          <a:sx n="65" d="100"/>
          <a:sy n="65" d="100"/>
        </p:scale>
        <p:origin x="888" y="52"/>
      </p:cViewPr>
      <p:guideLst>
        <p:guide pos="1844"/>
        <p:guide orient="horz" pos="2523"/>
        <p:guide orient="horz" pos="3657"/>
        <p:guide pos="41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3144" y="11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74" Type="http://schemas.openxmlformats.org/officeDocument/2006/relationships/tags" Target="tags/tag1.xml"/><Relationship Id="rId79" Type="http://schemas.microsoft.com/office/2018/10/relationships/authors" Target="authors.xml"/><Relationship Id="rId5" Type="http://schemas.openxmlformats.org/officeDocument/2006/relationships/slideMaster" Target="slideMasters/slideMaster2.xml"/><Relationship Id="rId77" Type="http://schemas.openxmlformats.org/officeDocument/2006/relationships/theme" Target="theme/theme1.xml"/><Relationship Id="rId72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73" Type="http://schemas.openxmlformats.org/officeDocument/2006/relationships/handoutMaster" Target="handoutMasters/handoutMaster1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39" Type="http://schemas.openxmlformats.org/officeDocument/2006/relationships/slide" Target="slides/slide34.xml"/><Relationship Id="rId76" Type="http://schemas.openxmlformats.org/officeDocument/2006/relationships/viewProps" Target="viewProps.xml"/><Relationship Id="rId2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C4D93D8-57DF-14E8-FB91-C79BE8A800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13D4A2C-29E7-7ED6-3325-711F3DB909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F75C8D-8D66-49BA-A745-64E25C71E08B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D53AAFE-367D-05B1-F167-E3C14713BF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F5AEE7F-D123-65EF-01F6-C890C7912A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C8EDF9-D690-45C9-AACF-0F85A01CDDB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7458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EC49B-3E4C-4B5C-892F-BC2D139BADF6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3FFAA1-1EF5-4DC6-9FCC-7AAEF85B571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364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1705-E470-8D14-31B3-824FE4DAC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2B80E022-3FDD-ADDD-4ECC-A35C1C62984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838" y="1052961"/>
            <a:ext cx="11102975" cy="215503"/>
          </a:xfrm>
        </p:spPr>
        <p:txBody>
          <a:bodyPr tIns="36000">
            <a:spAutoFit/>
          </a:bodyPr>
          <a:lstStyle>
            <a:lvl1pPr>
              <a:defRPr sz="1100">
                <a:latin typeface="Poppins Light" panose="00000400000000000000" pitchFamily="2" charset="0"/>
                <a:ea typeface="Source Serif Pro Light" panose="02040303050405020204" pitchFamily="18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8881D-E677-81F1-4FEB-E641DAF4692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27651" y="1450975"/>
            <a:ext cx="7607161" cy="45481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7BB55DD-2EFA-B3F5-5529-538C584859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531844" y="1450975"/>
            <a:ext cx="4551062" cy="4548188"/>
          </a:xfrm>
          <a:prstGeom prst="roundRect">
            <a:avLst>
              <a:gd name="adj" fmla="val 8077"/>
            </a:avLst>
          </a:prstGeom>
        </p:spPr>
        <p:txBody>
          <a:bodyPr anchor="ctr" anchorCtr="0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9905E8E-005A-2CB8-D13C-50AD91C5419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32344"/>
          </a:xfrm>
        </p:spPr>
        <p:txBody>
          <a:bodyPr vert="horz" lIns="0" tIns="0" rIns="0" bIns="0" rtlCol="0" anchor="t" anchorCtr="0"/>
          <a:lstStyle>
            <a:lvl1pPr marL="0" algn="l" defTabSz="914400" rtl="0" eaLnBrk="1" latinLnBrk="0" hangingPunct="1">
              <a:defRPr lang="en-US" sz="800">
                <a:solidFill>
                  <a:schemeClr val="accent3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/>
              <a:t>Fonte:</a:t>
            </a:r>
          </a:p>
        </p:txBody>
      </p:sp>
    </p:spTree>
    <p:extLst>
      <p:ext uri="{BB962C8B-B14F-4D97-AF65-F5344CB8AC3E}">
        <p14:creationId xmlns:p14="http://schemas.microsoft.com/office/powerpoint/2010/main" val="2203750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31837" y="1976121"/>
            <a:ext cx="5364163" cy="4023041"/>
          </a:xfrm>
        </p:spPr>
        <p:txBody>
          <a:bodyPr tIns="72000"/>
          <a:lstStyle>
            <a:lvl4pPr>
              <a:defRPr sz="1200" b="1">
                <a:latin typeface="Source Serif Pro" panose="02040603050405020204" pitchFamily="18" charset="0"/>
                <a:ea typeface="Source Serif Pro" panose="02040603050405020204" pitchFamily="18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61638" y="1976120"/>
            <a:ext cx="5573175" cy="4023041"/>
          </a:xfrm>
        </p:spPr>
        <p:txBody>
          <a:bodyPr t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838" y="1052961"/>
            <a:ext cx="1110297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latin typeface="Poppins Light" panose="00000400000000000000" pitchFamily="2" charset="0"/>
                <a:ea typeface="Source Serif Pro Light" panose="02040303050405020204" pitchFamily="18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1455672"/>
            <a:ext cx="5364163" cy="264688"/>
          </a:xfr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61639" y="1455672"/>
            <a:ext cx="5573174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7B3249D2-1FE0-ED6D-322D-323EFD8671F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31838" y="1732020"/>
            <a:ext cx="5364163" cy="234867"/>
          </a:xfrm>
        </p:spPr>
        <p:txBody>
          <a:bodyPr tIns="36000">
            <a:spAutoFit/>
          </a:bodyPr>
          <a:lstStyle>
            <a:lvl1pPr>
              <a:defRPr sz="1200" b="0">
                <a:solidFill>
                  <a:schemeClr val="accent1"/>
                </a:solidFill>
                <a:latin typeface="Poppins Medium" panose="00000600000000000000" pitchFamily="2" charset="0"/>
                <a:ea typeface="Source Serif Pro" panose="020406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20924A97-2EEA-A043-22A5-75FCC7450D6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61639" y="1732020"/>
            <a:ext cx="5573174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5A68369-8B33-C898-7757-7C5067723B8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32344"/>
          </a:xfrm>
        </p:spPr>
        <p:txBody>
          <a:bodyPr vert="horz" lIns="0" tIns="0" rIns="0" bIns="0" rtlCol="0" anchor="t" anchorCtr="0"/>
          <a:lstStyle>
            <a:lvl1pPr marL="0" algn="l" defTabSz="914400" rtl="0" eaLnBrk="1" latinLnBrk="0" hangingPunct="1">
              <a:defRPr lang="en-US" sz="800">
                <a:solidFill>
                  <a:schemeClr val="accent3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</p:spTree>
    <p:extLst>
      <p:ext uri="{BB962C8B-B14F-4D97-AF65-F5344CB8AC3E}">
        <p14:creationId xmlns:p14="http://schemas.microsoft.com/office/powerpoint/2010/main" val="2780078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ntent/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31837" y="1966887"/>
            <a:ext cx="11102976" cy="1662140"/>
          </a:xfrm>
        </p:spPr>
        <p:txBody>
          <a:bodyPr tIns="72000"/>
          <a:lstStyle>
            <a:lvl4pPr>
              <a:defRPr sz="1200" b="1">
                <a:latin typeface="Source Serif Pro" panose="02040603050405020204" pitchFamily="18" charset="0"/>
                <a:ea typeface="Source Serif Pro" panose="02040603050405020204" pitchFamily="18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838" y="1052961"/>
            <a:ext cx="1110297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latin typeface="Poppins Light" panose="00000400000000000000" pitchFamily="2" charset="0"/>
                <a:ea typeface="Source Serif Pro Light" panose="02040303050405020204" pitchFamily="18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1455672"/>
            <a:ext cx="11102976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11102976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731837" y="4335867"/>
            <a:ext cx="11102976" cy="1662140"/>
          </a:xfrm>
        </p:spPr>
        <p:txBody>
          <a:bodyPr tIns="72000"/>
          <a:lstStyle>
            <a:lvl4pPr>
              <a:defRPr sz="1200" b="1">
                <a:latin typeface="Source Serif Pro" panose="02040603050405020204" pitchFamily="18" charset="0"/>
                <a:ea typeface="Source Serif Pro" panose="02040603050405020204" pitchFamily="18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31838" y="3824652"/>
            <a:ext cx="11102976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101000"/>
            <a:ext cx="11102976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32344"/>
          </a:xfrm>
        </p:spPr>
        <p:txBody>
          <a:bodyPr vert="horz" lIns="0" tIns="0" rIns="0" bIns="0" rtlCol="0" anchor="t" anchorCtr="0"/>
          <a:lstStyle>
            <a:lvl1pPr marL="0" algn="l" defTabSz="914400" rtl="0" eaLnBrk="1" latinLnBrk="0" hangingPunct="1">
              <a:defRPr lang="en-US" sz="800">
                <a:solidFill>
                  <a:schemeClr val="accent3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/>
              <a:t>Fonte:</a:t>
            </a:r>
          </a:p>
        </p:txBody>
      </p:sp>
    </p:spTree>
    <p:extLst>
      <p:ext uri="{BB962C8B-B14F-4D97-AF65-F5344CB8AC3E}">
        <p14:creationId xmlns:p14="http://schemas.microsoft.com/office/powerpoint/2010/main" val="1496709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348651-DCC4-B67C-7CA1-367D8ECC30F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217662" y="1966887"/>
            <a:ext cx="3617151" cy="4032275"/>
          </a:xfrm>
        </p:spPr>
        <p:txBody>
          <a:bodyPr t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31837" y="1966888"/>
            <a:ext cx="3514161" cy="4032275"/>
          </a:xfrm>
        </p:spPr>
        <p:txBody>
          <a:bodyPr tIns="72000"/>
          <a:lstStyle>
            <a:lvl4pPr>
              <a:defRPr sz="1200" b="1">
                <a:latin typeface="Source Serif Pro" panose="02040603050405020204" pitchFamily="18" charset="0"/>
                <a:ea typeface="Source Serif Pro" panose="02040603050405020204" pitchFamily="18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09823" y="1966887"/>
            <a:ext cx="3617151" cy="4032275"/>
          </a:xfrm>
        </p:spPr>
        <p:txBody>
          <a:bodyPr t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838" y="1052961"/>
            <a:ext cx="1110297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latin typeface="Poppins Light" panose="00000400000000000000" pitchFamily="2" charset="0"/>
                <a:ea typeface="Source Serif Pro Light" panose="02040303050405020204" pitchFamily="18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1455672"/>
            <a:ext cx="3514161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409823" y="1455672"/>
            <a:ext cx="3617150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B2B5B3F1-9ED1-137A-6C27-576A7EC4AE0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217662" y="1455672"/>
            <a:ext cx="3617150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A0A27CB2-4641-6D48-05E4-E731468C849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31839" y="1732020"/>
            <a:ext cx="3514160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37C4537D-C612-17FB-DAE7-6CEF1C02050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409822" y="1732020"/>
            <a:ext cx="3617149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Content Placeholder 13">
            <a:extLst>
              <a:ext uri="{FF2B5EF4-FFF2-40B4-BE49-F238E27FC236}">
                <a16:creationId xmlns:a16="http://schemas.microsoft.com/office/drawing/2014/main" id="{C2CF7852-20BF-184D-3CA4-224092575BD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217662" y="1732020"/>
            <a:ext cx="3617149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974C4B8-0593-F4C6-AB5E-BB1F2F5CDF8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32344"/>
          </a:xfrm>
        </p:spPr>
        <p:txBody>
          <a:bodyPr vert="horz" lIns="0" tIns="0" rIns="0" bIns="0" rtlCol="0" anchor="t" anchorCtr="0"/>
          <a:lstStyle>
            <a:lvl1pPr marL="0" algn="l" defTabSz="914400" rtl="0" eaLnBrk="1" latinLnBrk="0" hangingPunct="1">
              <a:defRPr lang="en-US" sz="800">
                <a:solidFill>
                  <a:schemeClr val="accent3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/>
              <a:t>Fonte:</a:t>
            </a:r>
          </a:p>
        </p:txBody>
      </p:sp>
    </p:spTree>
    <p:extLst>
      <p:ext uri="{BB962C8B-B14F-4D97-AF65-F5344CB8AC3E}">
        <p14:creationId xmlns:p14="http://schemas.microsoft.com/office/powerpoint/2010/main" val="1096080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93104F92-1FF2-990F-68A4-9E5697EACE99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124113" y="1978546"/>
            <a:ext cx="2710700" cy="4020616"/>
          </a:xfrm>
        </p:spPr>
        <p:txBody>
          <a:bodyPr t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348651-DCC4-B67C-7CA1-367D8ECC30F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98506" y="1978546"/>
            <a:ext cx="2691526" cy="4020616"/>
          </a:xfrm>
        </p:spPr>
        <p:txBody>
          <a:bodyPr t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31838" y="1978547"/>
            <a:ext cx="2591808" cy="4020616"/>
          </a:xfrm>
        </p:spPr>
        <p:txBody>
          <a:bodyPr tIns="72000"/>
          <a:lstStyle>
            <a:lvl4pPr>
              <a:defRPr sz="1200" b="1">
                <a:latin typeface="Source Serif Pro" panose="02040603050405020204" pitchFamily="18" charset="0"/>
                <a:ea typeface="Source Serif Pro" panose="02040603050405020204" pitchFamily="18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42743" y="1978546"/>
            <a:ext cx="2691526" cy="4020616"/>
          </a:xfrm>
        </p:spPr>
        <p:txBody>
          <a:bodyPr t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838" y="1052961"/>
            <a:ext cx="1110297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latin typeface="Poppins Light" panose="00000400000000000000" pitchFamily="2" charset="0"/>
                <a:ea typeface="Source Serif Pro Light" panose="02040303050405020204" pitchFamily="18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9" y="1455672"/>
            <a:ext cx="2591808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42743" y="1455672"/>
            <a:ext cx="2691526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B2B5B3F1-9ED1-137A-6C27-576A7EC4AE0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8506" y="1455672"/>
            <a:ext cx="2691526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8" name="Content Placeholder 13">
            <a:extLst>
              <a:ext uri="{FF2B5EF4-FFF2-40B4-BE49-F238E27FC236}">
                <a16:creationId xmlns:a16="http://schemas.microsoft.com/office/drawing/2014/main" id="{46009A66-FE60-490E-942D-974C9244E92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124113" y="1455672"/>
            <a:ext cx="2710700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7559253F-7844-9260-04E1-B1D366C70B3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41" y="1732020"/>
            <a:ext cx="2591808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13">
            <a:extLst>
              <a:ext uri="{FF2B5EF4-FFF2-40B4-BE49-F238E27FC236}">
                <a16:creationId xmlns:a16="http://schemas.microsoft.com/office/drawing/2014/main" id="{70734B3F-7493-ED3B-E89C-3F0D6E5EA738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442744" y="1732020"/>
            <a:ext cx="269152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A5965DC8-9681-D85D-67F6-5DA220388CB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98506" y="1732020"/>
            <a:ext cx="269152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A9B22168-6C46-1EBB-8CFB-E74CB918730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124113" y="1732020"/>
            <a:ext cx="269152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608DCF1-B21B-1CFD-921B-C6DF7663BD5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32344"/>
          </a:xfrm>
        </p:spPr>
        <p:txBody>
          <a:bodyPr vert="horz" lIns="0" tIns="0" rIns="0" bIns="0" rtlCol="0" anchor="t" anchorCtr="0"/>
          <a:lstStyle>
            <a:lvl1pPr marL="0" algn="l" defTabSz="914400" rtl="0" eaLnBrk="1" latinLnBrk="0" hangingPunct="1">
              <a:defRPr lang="en-US" sz="800">
                <a:solidFill>
                  <a:schemeClr val="accent3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</p:spTree>
    <p:extLst>
      <p:ext uri="{BB962C8B-B14F-4D97-AF65-F5344CB8AC3E}">
        <p14:creationId xmlns:p14="http://schemas.microsoft.com/office/powerpoint/2010/main" val="4248015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31837" y="1966887"/>
            <a:ext cx="5364163" cy="1662140"/>
          </a:xfrm>
        </p:spPr>
        <p:txBody>
          <a:bodyPr tIns="72000"/>
          <a:lstStyle>
            <a:lvl4pPr>
              <a:defRPr sz="1200" b="1">
                <a:latin typeface="Source Serif Pro" panose="02040603050405020204" pitchFamily="18" charset="0"/>
                <a:ea typeface="Source Serif Pro" panose="02040603050405020204" pitchFamily="18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61638" y="1966886"/>
            <a:ext cx="5573175" cy="1662140"/>
          </a:xfrm>
        </p:spPr>
        <p:txBody>
          <a:bodyPr t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838" y="1052961"/>
            <a:ext cx="1110297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latin typeface="Poppins Light" panose="00000400000000000000" pitchFamily="2" charset="0"/>
                <a:ea typeface="Source Serif Pro Light" panose="02040303050405020204" pitchFamily="18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1455672"/>
            <a:ext cx="5364163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61639" y="1455672"/>
            <a:ext cx="5573174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5364163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1732020"/>
            <a:ext cx="557317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731837" y="4335867"/>
            <a:ext cx="5364163" cy="1662140"/>
          </a:xfrm>
        </p:spPr>
        <p:txBody>
          <a:bodyPr tIns="72000"/>
          <a:lstStyle>
            <a:lvl4pPr>
              <a:defRPr sz="1200" b="1">
                <a:latin typeface="Source Serif Pro" panose="02040603050405020204" pitchFamily="18" charset="0"/>
                <a:ea typeface="Source Serif Pro" panose="02040603050405020204" pitchFamily="18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261638" y="4335866"/>
            <a:ext cx="5573175" cy="1662140"/>
          </a:xfrm>
        </p:spPr>
        <p:txBody>
          <a:bodyPr t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31838" y="3824652"/>
            <a:ext cx="5364163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61639" y="3824652"/>
            <a:ext cx="5573174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101000"/>
            <a:ext cx="5364163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4101000"/>
            <a:ext cx="557317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23F91DE-2EEB-6145-9C43-8C9F772377C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32344"/>
          </a:xfrm>
        </p:spPr>
        <p:txBody>
          <a:bodyPr vert="horz" lIns="0" tIns="0" rIns="0" bIns="0" rtlCol="0" anchor="t" anchorCtr="0"/>
          <a:lstStyle>
            <a:lvl1pPr marL="0" algn="l" defTabSz="914400" rtl="0" eaLnBrk="1" latinLnBrk="0" hangingPunct="1">
              <a:defRPr lang="en-US" sz="800">
                <a:solidFill>
                  <a:schemeClr val="accent3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/>
              <a:t>Fonte:</a:t>
            </a:r>
          </a:p>
        </p:txBody>
      </p:sp>
    </p:spTree>
    <p:extLst>
      <p:ext uri="{BB962C8B-B14F-4D97-AF65-F5344CB8AC3E}">
        <p14:creationId xmlns:p14="http://schemas.microsoft.com/office/powerpoint/2010/main" val="2682828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31837" y="1966887"/>
            <a:ext cx="5364163" cy="1662140"/>
          </a:xfrm>
        </p:spPr>
        <p:txBody>
          <a:bodyPr tIns="72000"/>
          <a:lstStyle>
            <a:lvl4pPr>
              <a:defRPr sz="1200" b="1">
                <a:latin typeface="Source Serif Pro" panose="02040603050405020204" pitchFamily="18" charset="0"/>
                <a:ea typeface="Source Serif Pro" panose="02040603050405020204" pitchFamily="18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61638" y="1966886"/>
            <a:ext cx="5573175" cy="1662140"/>
          </a:xfrm>
        </p:spPr>
        <p:txBody>
          <a:bodyPr t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838" y="1052961"/>
            <a:ext cx="1110297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latin typeface="Poppins Light" panose="00000400000000000000" pitchFamily="2" charset="0"/>
                <a:ea typeface="Source Serif Pro Light" panose="02040303050405020204" pitchFamily="18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1455672"/>
            <a:ext cx="5364163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61639" y="1455672"/>
            <a:ext cx="5573174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5364163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1732020"/>
            <a:ext cx="557317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731837" y="4335867"/>
            <a:ext cx="5364163" cy="1662140"/>
          </a:xfrm>
        </p:spPr>
        <p:txBody>
          <a:bodyPr tIns="72000"/>
          <a:lstStyle>
            <a:lvl4pPr>
              <a:defRPr sz="1200" b="1">
                <a:latin typeface="Source Serif Pro" panose="02040603050405020204" pitchFamily="18" charset="0"/>
                <a:ea typeface="Source Serif Pro" panose="02040603050405020204" pitchFamily="18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261638" y="4335866"/>
            <a:ext cx="5573175" cy="1662140"/>
          </a:xfrm>
        </p:spPr>
        <p:txBody>
          <a:bodyPr t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31838" y="3824652"/>
            <a:ext cx="5364163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61639" y="3824652"/>
            <a:ext cx="5573174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101000"/>
            <a:ext cx="5364163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4101000"/>
            <a:ext cx="557317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32344"/>
          </a:xfrm>
        </p:spPr>
        <p:txBody>
          <a:bodyPr vert="horz" lIns="0" tIns="0" rIns="0" bIns="0" rtlCol="0" anchor="t" anchorCtr="0"/>
          <a:lstStyle>
            <a:lvl1pPr marL="0" algn="l" defTabSz="914400" rtl="0" eaLnBrk="1" latinLnBrk="0" hangingPunct="1">
              <a:defRPr lang="en-US" sz="800">
                <a:solidFill>
                  <a:schemeClr val="accent3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/>
              <a:t>Fonte:</a:t>
            </a:r>
          </a:p>
        </p:txBody>
      </p:sp>
    </p:spTree>
    <p:extLst>
      <p:ext uri="{BB962C8B-B14F-4D97-AF65-F5344CB8AC3E}">
        <p14:creationId xmlns:p14="http://schemas.microsoft.com/office/powerpoint/2010/main" val="1645548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31837" y="2857278"/>
            <a:ext cx="5364163" cy="1208822"/>
          </a:xfrm>
        </p:spPr>
        <p:txBody>
          <a:bodyPr tIns="72000"/>
          <a:lstStyle>
            <a:lvl4pPr>
              <a:defRPr sz="1200" b="1">
                <a:latin typeface="Source Serif Pro" panose="02040603050405020204" pitchFamily="18" charset="0"/>
                <a:ea typeface="Source Serif Pro" panose="02040603050405020204" pitchFamily="18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61638" y="2857277"/>
            <a:ext cx="5573175" cy="1208822"/>
          </a:xfrm>
        </p:spPr>
        <p:txBody>
          <a:bodyPr t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838" y="1052961"/>
            <a:ext cx="1110297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latin typeface="Poppins Light" panose="00000400000000000000" pitchFamily="2" charset="0"/>
                <a:ea typeface="Source Serif Pro Light" panose="02040303050405020204" pitchFamily="18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2346063"/>
            <a:ext cx="5364163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61639" y="2346063"/>
            <a:ext cx="5573174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2622411"/>
            <a:ext cx="5364163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2622411"/>
            <a:ext cx="557317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731837" y="4788352"/>
            <a:ext cx="5364163" cy="1208822"/>
          </a:xfrm>
        </p:spPr>
        <p:txBody>
          <a:bodyPr tIns="72000"/>
          <a:lstStyle>
            <a:lvl4pPr>
              <a:defRPr sz="1200" b="1">
                <a:latin typeface="Source Serif Pro" panose="02040603050405020204" pitchFamily="18" charset="0"/>
                <a:ea typeface="Source Serif Pro" panose="02040603050405020204" pitchFamily="18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261638" y="4788351"/>
            <a:ext cx="5573175" cy="1208822"/>
          </a:xfrm>
        </p:spPr>
        <p:txBody>
          <a:bodyPr t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31838" y="4277137"/>
            <a:ext cx="5364163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61639" y="4277137"/>
            <a:ext cx="5573174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31838" y="4553485"/>
            <a:ext cx="5364163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4553485"/>
            <a:ext cx="557317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32344"/>
          </a:xfrm>
        </p:spPr>
        <p:txBody>
          <a:bodyPr vert="horz" lIns="0" tIns="0" rIns="0" bIns="0" rtlCol="0" anchor="t" anchorCtr="0"/>
          <a:lstStyle>
            <a:lvl1pPr marL="0" algn="l" defTabSz="914400" rtl="0" eaLnBrk="1" latinLnBrk="0" hangingPunct="1">
              <a:defRPr lang="en-US" sz="800">
                <a:solidFill>
                  <a:schemeClr val="accent3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9E688F-5C03-2148-56D4-DB20887A400B}"/>
              </a:ext>
            </a:extLst>
          </p:cNvPr>
          <p:cNvSpPr/>
          <p:nvPr userDrawn="1"/>
        </p:nvSpPr>
        <p:spPr>
          <a:xfrm>
            <a:off x="0" y="1450975"/>
            <a:ext cx="12192000" cy="7444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1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Source Serif Pro" panose="02040603050405020204" pitchFamily="18" charset="0"/>
              <a:ea typeface="Source Serif Pro" panose="0204060305040502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9920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ero Content/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45246" y="1966886"/>
            <a:ext cx="6189568" cy="1662140"/>
          </a:xfrm>
        </p:spPr>
        <p:txBody>
          <a:bodyPr t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838" y="1052961"/>
            <a:ext cx="1110297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latin typeface="Poppins Light" panose="00000400000000000000" pitchFamily="2" charset="0"/>
                <a:ea typeface="Source Serif Pro Light" panose="02040303050405020204" pitchFamily="18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645246" y="1455672"/>
            <a:ext cx="6189567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645246" y="1732020"/>
            <a:ext cx="6189568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45246" y="4335866"/>
            <a:ext cx="6189568" cy="1662140"/>
          </a:xfrm>
        </p:spPr>
        <p:txBody>
          <a:bodyPr t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645246" y="3824652"/>
            <a:ext cx="6189567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5645246" y="4101000"/>
            <a:ext cx="6189568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32344"/>
          </a:xfrm>
        </p:spPr>
        <p:txBody>
          <a:bodyPr vert="horz" lIns="0" tIns="0" rIns="0" bIns="0" rtlCol="0" anchor="t" anchorCtr="0"/>
          <a:lstStyle>
            <a:lvl1pPr marL="0" algn="l" defTabSz="914400" rtl="0" eaLnBrk="1" latinLnBrk="0" hangingPunct="1">
              <a:defRPr lang="en-US" sz="800">
                <a:solidFill>
                  <a:schemeClr val="accent3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</p:spTree>
    <p:extLst>
      <p:ext uri="{BB962C8B-B14F-4D97-AF65-F5344CB8AC3E}">
        <p14:creationId xmlns:p14="http://schemas.microsoft.com/office/powerpoint/2010/main" val="1514505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348651-DCC4-B67C-7CA1-367D8ECC30F4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217662" y="1978546"/>
            <a:ext cx="3617151" cy="1668949"/>
          </a:xfrm>
        </p:spPr>
        <p:txBody>
          <a:bodyPr t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31837" y="1978547"/>
            <a:ext cx="3514161" cy="1668949"/>
          </a:xfrm>
        </p:spPr>
        <p:txBody>
          <a:bodyPr tIns="72000"/>
          <a:lstStyle>
            <a:lvl4pPr>
              <a:defRPr sz="1200" b="1">
                <a:latin typeface="Source Serif Pro" panose="02040603050405020204" pitchFamily="18" charset="0"/>
                <a:ea typeface="Source Serif Pro" panose="02040603050405020204" pitchFamily="18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09823" y="1978546"/>
            <a:ext cx="3617151" cy="1668949"/>
          </a:xfrm>
        </p:spPr>
        <p:txBody>
          <a:bodyPr t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838" y="1052961"/>
            <a:ext cx="1110297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latin typeface="Poppins Light" panose="00000400000000000000" pitchFamily="2" charset="0"/>
                <a:ea typeface="Source Serif Pro Light" panose="02040303050405020204" pitchFamily="18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1455672"/>
            <a:ext cx="3514161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409823" y="1455672"/>
            <a:ext cx="3617150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B2B5B3F1-9ED1-137A-6C27-576A7EC4AE0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217662" y="1455672"/>
            <a:ext cx="3617150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02437D02-213A-D460-A6AA-8EF17FD9DCB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31839" y="1732020"/>
            <a:ext cx="3514160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Content Placeholder 13">
            <a:extLst>
              <a:ext uri="{FF2B5EF4-FFF2-40B4-BE49-F238E27FC236}">
                <a16:creationId xmlns:a16="http://schemas.microsoft.com/office/drawing/2014/main" id="{04EC45A4-15A4-F81B-1189-CAC268B9A6B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409823" y="1732020"/>
            <a:ext cx="3617150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3188BDD0-D14B-73DC-61FD-AD0B99B2A2A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217662" y="1732020"/>
            <a:ext cx="3617150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6A6E4956-D661-4D53-8334-DD4513C11FA9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8217662" y="4336758"/>
            <a:ext cx="3617151" cy="1668949"/>
          </a:xfrm>
        </p:spPr>
        <p:txBody>
          <a:bodyPr t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28B24CD-29B7-DE6D-E888-0A0D50458613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731837" y="4336759"/>
            <a:ext cx="3514161" cy="1668949"/>
          </a:xfrm>
        </p:spPr>
        <p:txBody>
          <a:bodyPr tIns="72000"/>
          <a:lstStyle>
            <a:lvl4pPr>
              <a:defRPr sz="1200" b="1">
                <a:latin typeface="Source Serif Pro" panose="02040603050405020204" pitchFamily="18" charset="0"/>
                <a:ea typeface="Source Serif Pro" panose="02040603050405020204" pitchFamily="18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03915BD5-B60B-4279-091A-1C6CAA341F7C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4409823" y="4336758"/>
            <a:ext cx="3617151" cy="1668949"/>
          </a:xfrm>
        </p:spPr>
        <p:txBody>
          <a:bodyPr t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EF4CC729-2E82-6584-AB6C-F569F07B64E4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731838" y="3813884"/>
            <a:ext cx="3514161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Content Placeholder 13">
            <a:extLst>
              <a:ext uri="{FF2B5EF4-FFF2-40B4-BE49-F238E27FC236}">
                <a16:creationId xmlns:a16="http://schemas.microsoft.com/office/drawing/2014/main" id="{E2338167-433A-D3FF-1381-B32FF19479EF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409823" y="3813884"/>
            <a:ext cx="3617150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Placeholder 13">
            <a:extLst>
              <a:ext uri="{FF2B5EF4-FFF2-40B4-BE49-F238E27FC236}">
                <a16:creationId xmlns:a16="http://schemas.microsoft.com/office/drawing/2014/main" id="{A37E2D0E-A1B8-2890-9C2C-92307D799736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8217662" y="3813884"/>
            <a:ext cx="3617150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Content Placeholder 13">
            <a:extLst>
              <a:ext uri="{FF2B5EF4-FFF2-40B4-BE49-F238E27FC236}">
                <a16:creationId xmlns:a16="http://schemas.microsoft.com/office/drawing/2014/main" id="{0A46685F-9BAE-8DD8-6BED-6082F6BDE20B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731839" y="4090232"/>
            <a:ext cx="3514160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9" name="Content Placeholder 13">
            <a:extLst>
              <a:ext uri="{FF2B5EF4-FFF2-40B4-BE49-F238E27FC236}">
                <a16:creationId xmlns:a16="http://schemas.microsoft.com/office/drawing/2014/main" id="{ECFE5EF0-2F1F-C3D9-653F-1FB66F18318D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4409823" y="4090232"/>
            <a:ext cx="3617150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30" name="Content Placeholder 13">
            <a:extLst>
              <a:ext uri="{FF2B5EF4-FFF2-40B4-BE49-F238E27FC236}">
                <a16:creationId xmlns:a16="http://schemas.microsoft.com/office/drawing/2014/main" id="{4701A65B-BC7E-81D5-5B0C-2D5DB5F40961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217662" y="4090232"/>
            <a:ext cx="3617150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11FB7138-AE4E-A89F-D9E1-862BA5C283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32344"/>
          </a:xfrm>
        </p:spPr>
        <p:txBody>
          <a:bodyPr vert="horz" lIns="0" tIns="0" rIns="0" bIns="0" rtlCol="0" anchor="t" anchorCtr="0"/>
          <a:lstStyle>
            <a:lvl1pPr marL="0" algn="l" defTabSz="914400" rtl="0" eaLnBrk="1" latinLnBrk="0" hangingPunct="1">
              <a:defRPr lang="en-US" sz="800">
                <a:solidFill>
                  <a:schemeClr val="accent3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/>
              <a:t>Fonte:</a:t>
            </a:r>
          </a:p>
        </p:txBody>
      </p:sp>
    </p:spTree>
    <p:extLst>
      <p:ext uri="{BB962C8B-B14F-4D97-AF65-F5344CB8AC3E}">
        <p14:creationId xmlns:p14="http://schemas.microsoft.com/office/powerpoint/2010/main" val="452726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31837" y="1966887"/>
            <a:ext cx="5364163" cy="4032276"/>
          </a:xfrm>
        </p:spPr>
        <p:txBody>
          <a:bodyPr tIns="72000"/>
          <a:lstStyle>
            <a:lvl4pPr>
              <a:defRPr sz="1200" b="1">
                <a:latin typeface="Source Serif Pro" panose="02040603050405020204" pitchFamily="18" charset="0"/>
                <a:ea typeface="Source Serif Pro" panose="02040603050405020204" pitchFamily="18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61638" y="1966885"/>
            <a:ext cx="5573175" cy="819447"/>
          </a:xfrm>
        </p:spPr>
        <p:txBody>
          <a:bodyPr t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838" y="1052961"/>
            <a:ext cx="1110297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latin typeface="Poppins Light" panose="00000400000000000000" pitchFamily="2" charset="0"/>
                <a:ea typeface="Source Serif Pro Light" panose="02040303050405020204" pitchFamily="18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1455672"/>
            <a:ext cx="5364163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61639" y="1455672"/>
            <a:ext cx="5573174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85709AA8-11EC-7351-BB57-8F5BC0581EF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1838" y="1732020"/>
            <a:ext cx="5364163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9BDD6D74-2C59-881D-2879-83A310F8164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61638" y="1732020"/>
            <a:ext cx="557317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A6A1ECA-879E-D89D-87D7-3D496D5538B8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6275388" y="5196058"/>
            <a:ext cx="5559424" cy="819447"/>
          </a:xfrm>
        </p:spPr>
        <p:txBody>
          <a:bodyPr tIns="72000"/>
          <a:lstStyle>
            <a:lvl4pPr>
              <a:defRPr sz="1200" b="1">
                <a:latin typeface="Source Serif Pro" panose="02040603050405020204" pitchFamily="18" charset="0"/>
                <a:ea typeface="Source Serif Pro" panose="02040603050405020204" pitchFamily="18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10AD194-9F72-220B-857E-ECD4E82AF0F3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261638" y="3572390"/>
            <a:ext cx="5573175" cy="819447"/>
          </a:xfrm>
        </p:spPr>
        <p:txBody>
          <a:bodyPr t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503877B8-4F20-48F5-2A77-1A0FD02DC69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75389" y="4684844"/>
            <a:ext cx="5559424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13">
            <a:extLst>
              <a:ext uri="{FF2B5EF4-FFF2-40B4-BE49-F238E27FC236}">
                <a16:creationId xmlns:a16="http://schemas.microsoft.com/office/drawing/2014/main" id="{4EE66E1E-9677-ADFA-CE99-CDBF333EF7C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61639" y="3061177"/>
            <a:ext cx="5573174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13">
            <a:extLst>
              <a:ext uri="{FF2B5EF4-FFF2-40B4-BE49-F238E27FC236}">
                <a16:creationId xmlns:a16="http://schemas.microsoft.com/office/drawing/2014/main" id="{E63A9EE8-9F22-F556-5F53-E4D76C4AE54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275389" y="4961192"/>
            <a:ext cx="5559424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5" name="Content Placeholder 13">
            <a:extLst>
              <a:ext uri="{FF2B5EF4-FFF2-40B4-BE49-F238E27FC236}">
                <a16:creationId xmlns:a16="http://schemas.microsoft.com/office/drawing/2014/main" id="{9BEF7F00-8363-9DF7-291A-FC36C3923C2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61638" y="3337525"/>
            <a:ext cx="557317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B3D24B6-EF76-ACDB-C532-BF0B3C8C61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32344"/>
          </a:xfrm>
        </p:spPr>
        <p:txBody>
          <a:bodyPr vert="horz" lIns="0" tIns="0" rIns="0" bIns="0" rtlCol="0" anchor="t" anchorCtr="0"/>
          <a:lstStyle>
            <a:lvl1pPr marL="0" algn="l" defTabSz="914400" rtl="0" eaLnBrk="1" latinLnBrk="0" hangingPunct="1">
              <a:defRPr lang="en-US" sz="800">
                <a:solidFill>
                  <a:schemeClr val="accent3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</p:spTree>
    <p:extLst>
      <p:ext uri="{BB962C8B-B14F-4D97-AF65-F5344CB8AC3E}">
        <p14:creationId xmlns:p14="http://schemas.microsoft.com/office/powerpoint/2010/main" val="2543442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1705-E470-8D14-31B3-824FE4DAC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2B80E022-3FDD-ADDD-4ECC-A35C1C62984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838" y="1052961"/>
            <a:ext cx="1110297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latin typeface="Poppins Light" panose="00000400000000000000" pitchFamily="2" charset="0"/>
                <a:ea typeface="Source Serif Pro Light" panose="02040303050405020204" pitchFamily="18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4A0BD1B-A7E0-E3B2-D28F-4B86FE4438F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32344"/>
          </a:xfrm>
        </p:spPr>
        <p:txBody>
          <a:bodyPr vert="horz" lIns="0" tIns="0" rIns="0" bIns="0" rtlCol="0" anchor="t" anchorCtr="0"/>
          <a:lstStyle>
            <a:lvl1pPr marL="0" algn="l" defTabSz="914400" rtl="0" eaLnBrk="1" latinLnBrk="0" hangingPunct="1">
              <a:defRPr lang="en-US" sz="800">
                <a:solidFill>
                  <a:schemeClr val="accent3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</p:spTree>
    <p:extLst>
      <p:ext uri="{BB962C8B-B14F-4D97-AF65-F5344CB8AC3E}">
        <p14:creationId xmlns:p14="http://schemas.microsoft.com/office/powerpoint/2010/main" val="2631108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31837" y="1976121"/>
            <a:ext cx="11102976" cy="4023041"/>
          </a:xfrm>
        </p:spPr>
        <p:txBody>
          <a:bodyPr tIns="72000"/>
          <a:lstStyle>
            <a:lvl4pPr>
              <a:defRPr sz="1200" b="1">
                <a:latin typeface="Source Serif Pro" panose="02040603050405020204" pitchFamily="18" charset="0"/>
                <a:ea typeface="Source Serif Pro" panose="02040603050405020204" pitchFamily="18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838" y="1052961"/>
            <a:ext cx="1110297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latin typeface="Poppins Light" panose="00000400000000000000" pitchFamily="2" charset="0"/>
                <a:ea typeface="Source Serif Pro Light" panose="02040303050405020204" pitchFamily="18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1455672"/>
            <a:ext cx="11102976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7B3249D2-1FE0-ED6D-322D-323EFD8671F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31838" y="1732020"/>
            <a:ext cx="11102976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5A68369-8B33-C898-7757-7C5067723B8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32344"/>
          </a:xfrm>
        </p:spPr>
        <p:txBody>
          <a:bodyPr vert="horz" lIns="0" tIns="0" rIns="0" bIns="0" rtlCol="0" anchor="t" anchorCtr="0"/>
          <a:lstStyle>
            <a:lvl1pPr marL="0" algn="l" defTabSz="914400" rtl="0" eaLnBrk="1" latinLnBrk="0" hangingPunct="1">
              <a:defRPr lang="en-US" sz="800">
                <a:solidFill>
                  <a:schemeClr val="accent3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</p:spTree>
    <p:extLst>
      <p:ext uri="{BB962C8B-B14F-4D97-AF65-F5344CB8AC3E}">
        <p14:creationId xmlns:p14="http://schemas.microsoft.com/office/powerpoint/2010/main" val="656285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739B9-4054-A9D4-2292-242833A62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00962-9F6C-292D-19D5-4E49FD343F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1837" y="1450975"/>
            <a:ext cx="11102975" cy="45481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11">
            <a:extLst>
              <a:ext uri="{FF2B5EF4-FFF2-40B4-BE49-F238E27FC236}">
                <a16:creationId xmlns:a16="http://schemas.microsoft.com/office/drawing/2014/main" id="{D5FE42B3-1E99-213C-F3D2-9217EEF7672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838" y="1052961"/>
            <a:ext cx="1110297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latin typeface="Poppins Light" panose="00000400000000000000" pitchFamily="2" charset="0"/>
                <a:ea typeface="Source Serif Pro Light" panose="02040303050405020204" pitchFamily="18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7787170-0E7B-063E-C6DD-4ABC63D5BC7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32344"/>
          </a:xfrm>
        </p:spPr>
        <p:txBody>
          <a:bodyPr vert="horz" lIns="0" tIns="0" rIns="0" bIns="0" rtlCol="0" anchor="t" anchorCtr="0"/>
          <a:lstStyle>
            <a:lvl1pPr marL="0" algn="l" defTabSz="914400" rtl="0" eaLnBrk="1" latinLnBrk="0" hangingPunct="1">
              <a:defRPr lang="en-US" sz="800">
                <a:solidFill>
                  <a:schemeClr val="accent3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</p:spTree>
    <p:extLst>
      <p:ext uri="{BB962C8B-B14F-4D97-AF65-F5344CB8AC3E}">
        <p14:creationId xmlns:p14="http://schemas.microsoft.com/office/powerpoint/2010/main" val="775006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F226F1CA-1F49-9F45-E01D-D000AD2FB7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32344"/>
          </a:xfrm>
        </p:spPr>
        <p:txBody>
          <a:bodyPr vert="horz" lIns="0" tIns="0" rIns="0" bIns="0" rtlCol="0" anchor="t" anchorCtr="0"/>
          <a:lstStyle>
            <a:lvl1pPr marL="0" algn="l" defTabSz="914400" rtl="0" eaLnBrk="1" latinLnBrk="0" hangingPunct="1">
              <a:defRPr lang="en-US" sz="800">
                <a:solidFill>
                  <a:schemeClr val="accent3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</p:spTree>
    <p:extLst>
      <p:ext uri="{BB962C8B-B14F-4D97-AF65-F5344CB8AC3E}">
        <p14:creationId xmlns:p14="http://schemas.microsoft.com/office/powerpoint/2010/main" val="4141005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>
            <a:extLst>
              <a:ext uri="{FF2B5EF4-FFF2-40B4-BE49-F238E27FC236}">
                <a16:creationId xmlns:a16="http://schemas.microsoft.com/office/drawing/2014/main" id="{9F1A43C5-D886-9238-2803-139194824255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3" name="Espaço Reservado para Imagem 11">
            <a:extLst>
              <a:ext uri="{FF2B5EF4-FFF2-40B4-BE49-F238E27FC236}">
                <a16:creationId xmlns:a16="http://schemas.microsoft.com/office/drawing/2014/main" id="{133A270E-C767-2BFC-6BE3-2107A5471F0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" y="0"/>
            <a:ext cx="7836195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pt-BR" dirty="0"/>
              <a:t>Clique aqui para adicionar a imagem</a:t>
            </a:r>
          </a:p>
        </p:txBody>
      </p:sp>
      <p:pic>
        <p:nvPicPr>
          <p:cNvPr id="3" name="Gráfico 14">
            <a:extLst>
              <a:ext uri="{FF2B5EF4-FFF2-40B4-BE49-F238E27FC236}">
                <a16:creationId xmlns:a16="http://schemas.microsoft.com/office/drawing/2014/main" id="{E3D3EF7F-2C6B-7CA6-9E5A-02E323F0DA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307" y="6451621"/>
            <a:ext cx="304891" cy="26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28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5" pos="7453">
          <p15:clr>
            <a:srgbClr val="F26B43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 not remove" hidden="1">
            <a:extLst>
              <a:ext uri="{FF2B5EF4-FFF2-40B4-BE49-F238E27FC236}">
                <a16:creationId xmlns:a16="http://schemas.microsoft.com/office/drawing/2014/main" id="{76DA3269-2FA9-85F4-2CAE-0998A886C34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664230EE-BFB0-16DC-8CC9-E557B69BA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4958" y="3167415"/>
            <a:ext cx="4860395" cy="398571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algn="r">
              <a:defRPr sz="2800">
                <a:latin typeface="Source Serif Pro SemiBold" panose="02040703050405020204" pitchFamily="18" charset="0"/>
                <a:ea typeface="Source Serif Pro SemiBold" panose="02040703050405020204" pitchFamily="18" charset="0"/>
              </a:defRPr>
            </a:lvl1pPr>
          </a:lstStyle>
          <a:p>
            <a:r>
              <a:rPr lang="pt-BR" dirty="0"/>
              <a:t>Clique para editar o título</a:t>
            </a:r>
          </a:p>
        </p:txBody>
      </p:sp>
      <p:sp>
        <p:nvSpPr>
          <p:cNvPr id="9" name="Espaço Reservado para Texto 3">
            <a:extLst>
              <a:ext uri="{FF2B5EF4-FFF2-40B4-BE49-F238E27FC236}">
                <a16:creationId xmlns:a16="http://schemas.microsoft.com/office/drawing/2014/main" id="{9C0BEE34-7884-3D95-996B-284610609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71243" y="3593694"/>
            <a:ext cx="4860395" cy="337066"/>
          </a:xfrm>
          <a:prstGeom prst="rect">
            <a:avLst/>
          </a:prstGeom>
        </p:spPr>
        <p:txBody>
          <a:bodyPr lIns="0" tIns="108000" rIns="0" bIns="0">
            <a:spAutoFit/>
          </a:bodyPr>
          <a:lstStyle>
            <a:lvl1pPr marL="0" indent="0" algn="r">
              <a:buNone/>
              <a:defRPr sz="1400">
                <a:latin typeface="Poppins Light" panose="00000400000000000000" pitchFamily="2" charset="0"/>
                <a:ea typeface="Source Serif Pro Light" panose="02040303050405020204" pitchFamily="18" charset="0"/>
                <a:cs typeface="Poppins Light" panose="000004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3" name="Espaço Reservado para Imagem 11">
            <a:extLst>
              <a:ext uri="{FF2B5EF4-FFF2-40B4-BE49-F238E27FC236}">
                <a16:creationId xmlns:a16="http://schemas.microsoft.com/office/drawing/2014/main" id="{133A270E-C767-2BFC-6BE3-2107A5471F0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6719888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pt-BR" dirty="0"/>
              <a:t>Clique aqui para adicionar a imagem</a:t>
            </a:r>
          </a:p>
        </p:txBody>
      </p:sp>
      <p:pic>
        <p:nvPicPr>
          <p:cNvPr id="3" name="Gráfico 14">
            <a:extLst>
              <a:ext uri="{FF2B5EF4-FFF2-40B4-BE49-F238E27FC236}">
                <a16:creationId xmlns:a16="http://schemas.microsoft.com/office/drawing/2014/main" id="{7833970F-D940-7B4B-AC29-5D76663A8A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307" y="6451621"/>
            <a:ext cx="304891" cy="26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798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5" pos="7453" userDrawn="1">
          <p15:clr>
            <a:srgbClr val="F26B43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>
            <a:extLst>
              <a:ext uri="{FF2B5EF4-FFF2-40B4-BE49-F238E27FC236}">
                <a16:creationId xmlns:a16="http://schemas.microsoft.com/office/drawing/2014/main" id="{9F1A43C5-D886-9238-2803-139194824255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endParaRPr lang="pt-BR" sz="1200" dirty="0" err="1">
              <a:solidFill>
                <a:schemeClr val="tx1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3" name="Espaço Reservado para Imagem 11">
            <a:extLst>
              <a:ext uri="{FF2B5EF4-FFF2-40B4-BE49-F238E27FC236}">
                <a16:creationId xmlns:a16="http://schemas.microsoft.com/office/drawing/2014/main" id="{133A270E-C767-2BFC-6BE3-2107A5471F0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" y="0"/>
            <a:ext cx="7836195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pt-BR" dirty="0"/>
              <a:t>Clique aqui para adicionar a imagem</a:t>
            </a:r>
          </a:p>
        </p:txBody>
      </p:sp>
      <p:pic>
        <p:nvPicPr>
          <p:cNvPr id="3" name="Gráfico 14">
            <a:extLst>
              <a:ext uri="{FF2B5EF4-FFF2-40B4-BE49-F238E27FC236}">
                <a16:creationId xmlns:a16="http://schemas.microsoft.com/office/drawing/2014/main" id="{E3D3EF7F-2C6B-7CA6-9E5A-02E323F0DA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307" y="6451621"/>
            <a:ext cx="304891" cy="26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61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5" pos="7453" userDrawn="1">
          <p15:clr>
            <a:srgbClr val="F26B43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40E8B2BC-27DC-C684-05B2-85725AFD006F}"/>
              </a:ext>
            </a:extLst>
          </p:cNvPr>
          <p:cNvGrpSpPr/>
          <p:nvPr userDrawn="1"/>
        </p:nvGrpSpPr>
        <p:grpSpPr>
          <a:xfrm rot="5400000">
            <a:off x="3385901" y="6142343"/>
            <a:ext cx="256309" cy="1175008"/>
            <a:chOff x="11935692" y="2841497"/>
            <a:chExt cx="256309" cy="1175008"/>
          </a:xfrm>
        </p:grpSpPr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F9804874-54C1-0301-524E-A2EB68FF4D73}"/>
                </a:ext>
              </a:extLst>
            </p:cNvPr>
            <p:cNvSpPr txBox="1"/>
            <p:nvPr userDrawn="1"/>
          </p:nvSpPr>
          <p:spPr>
            <a:xfrm rot="16200000">
              <a:off x="11463604" y="3313585"/>
              <a:ext cx="1175008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914400" rtl="0" eaLnBrk="1" latinLnBrk="0" hangingPunct="1"/>
              <a:r>
                <a:rPr lang="pt-BR" sz="900" kern="1200">
                  <a:solidFill>
                    <a:schemeClr val="bg1">
                      <a:lumMod val="75000"/>
                    </a:schemeClr>
                  </a:solidFill>
                  <a:latin typeface="Source Serif Pro" panose="02040603050405020204" pitchFamily="18" charset="0"/>
                  <a:ea typeface="Source Serif Pro" panose="02040603050405020204" pitchFamily="18" charset="0"/>
                  <a:cs typeface="Arial" panose="020B0604020202020204" pitchFamily="34" charset="0"/>
                </a:rPr>
                <a:t>Confidencial </a:t>
              </a: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72216AEC-219B-FD9B-8587-EE6AE50EB23F}"/>
                </a:ext>
              </a:extLst>
            </p:cNvPr>
            <p:cNvSpPr/>
            <p:nvPr userDrawn="1"/>
          </p:nvSpPr>
          <p:spPr>
            <a:xfrm>
              <a:off x="11935693" y="2878796"/>
              <a:ext cx="256308" cy="1100408"/>
            </a:xfrm>
            <a:prstGeom prst="roundRect">
              <a:avLst>
                <a:gd name="adj" fmla="val 6251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3" name="Espaço Reservado para Imagem 11">
            <a:extLst>
              <a:ext uri="{FF2B5EF4-FFF2-40B4-BE49-F238E27FC236}">
                <a16:creationId xmlns:a16="http://schemas.microsoft.com/office/drawing/2014/main" id="{133A270E-C767-2BFC-6BE3-2107A5471F0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355805" y="0"/>
            <a:ext cx="7836195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pt-BR" dirty="0"/>
              <a:t>Clique aqui para adicionar a imagem</a:t>
            </a:r>
          </a:p>
        </p:txBody>
      </p:sp>
      <p:pic>
        <p:nvPicPr>
          <p:cNvPr id="5" name="Gráfico 14">
            <a:extLst>
              <a:ext uri="{FF2B5EF4-FFF2-40B4-BE49-F238E27FC236}">
                <a16:creationId xmlns:a16="http://schemas.microsoft.com/office/drawing/2014/main" id="{F94F8E39-8C43-61AA-C7EA-8AC3E9B6DB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8307" y="6451621"/>
            <a:ext cx="304891" cy="26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097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740" userDrawn="1">
          <p15:clr>
            <a:srgbClr val="F26B43"/>
          </p15:clr>
        </p15:guide>
        <p15:guide id="5" pos="7453" userDrawn="1">
          <p15:clr>
            <a:srgbClr val="F26B43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3C04-1C79-A965-3958-FBC8DD9B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A9094-DB27-164C-FBF1-1FA87C888FB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31837" y="1976121"/>
            <a:ext cx="5364163" cy="4023041"/>
          </a:xfrm>
        </p:spPr>
        <p:txBody>
          <a:bodyPr tIns="72000"/>
          <a:lstStyle>
            <a:lvl4pPr>
              <a:defRPr sz="1200" b="1">
                <a:latin typeface="Source Serif Pro" panose="02040603050405020204" pitchFamily="18" charset="0"/>
                <a:ea typeface="Source Serif Pro" panose="02040603050405020204" pitchFamily="18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E5FC-6924-08AE-5FF3-AB1F5D3EFC2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61638" y="1976120"/>
            <a:ext cx="5573175" cy="4023041"/>
          </a:xfrm>
        </p:spPr>
        <p:txBody>
          <a:bodyPr t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01432D9-B97B-916F-FDE9-33DE2BECB0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838" y="1052961"/>
            <a:ext cx="11102975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sz="1100" dirty="0">
                <a:latin typeface="Poppins Light" panose="00000400000000000000" pitchFamily="2" charset="0"/>
                <a:ea typeface="Source Serif Pro Light" panose="02040303050405020204" pitchFamily="18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9B73785-28F0-AA24-E323-31D7761D0D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1838" y="1455672"/>
            <a:ext cx="5364163" cy="264688"/>
          </a:xfr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886F9C1-ADFD-86E7-9DB5-F63A0D5B751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61639" y="1455672"/>
            <a:ext cx="5573174" cy="264688"/>
          </a:xfrm>
        </p:spPr>
        <p:txBody>
          <a:bodyPr vert="horz" lIns="0" tIns="0" rIns="0" bIns="0" rtlCol="0">
            <a:spAutoFit/>
          </a:bodyPr>
          <a:lstStyle>
            <a:lvl1pPr>
              <a:defRPr lang="en-US" sz="1600" b="0" dirty="0">
                <a:latin typeface="Poppins Medium" panose="00000600000000000000" pitchFamily="2" charset="0"/>
                <a:ea typeface="Source Serif Pro SemiBold" panose="020407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7B3249D2-1FE0-ED6D-322D-323EFD8671F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31838" y="1732020"/>
            <a:ext cx="5364163" cy="234867"/>
          </a:xfrm>
        </p:spPr>
        <p:txBody>
          <a:bodyPr tIns="36000">
            <a:spAutoFit/>
          </a:bodyPr>
          <a:lstStyle>
            <a:lvl1pPr>
              <a:defRPr sz="1200" b="0">
                <a:solidFill>
                  <a:schemeClr val="accent1"/>
                </a:solidFill>
                <a:latin typeface="Poppins Medium" panose="00000600000000000000" pitchFamily="2" charset="0"/>
                <a:ea typeface="Source Serif Pro" panose="02040603050405020204" pitchFamily="18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20924A97-2EEA-A043-22A5-75FCC7450D6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61639" y="1732020"/>
            <a:ext cx="5573174" cy="234867"/>
          </a:xfrm>
        </p:spPr>
        <p:txBody>
          <a:bodyPr vert="horz" lIns="0" tIns="36000" rIns="0" bIns="0" rtlCol="0">
            <a:spAutoFit/>
          </a:bodyPr>
          <a:lstStyle>
            <a:lvl1pPr>
              <a:defRPr lang="en-US" b="0" dirty="0"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5A68369-8B33-C898-7757-7C5067723B8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32344"/>
          </a:xfrm>
        </p:spPr>
        <p:txBody>
          <a:bodyPr vert="horz" lIns="0" tIns="0" rIns="0" bIns="0" rtlCol="0" anchor="t" anchorCtr="0"/>
          <a:lstStyle>
            <a:lvl1pPr marL="0" algn="l" defTabSz="914400" rtl="0" eaLnBrk="1" latinLnBrk="0" hangingPunct="1">
              <a:defRPr lang="en-US" sz="800">
                <a:solidFill>
                  <a:schemeClr val="accent3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Fonte:</a:t>
            </a:r>
          </a:p>
        </p:txBody>
      </p:sp>
      <p:pic>
        <p:nvPicPr>
          <p:cNvPr id="10" name="Gráfico 5">
            <a:extLst>
              <a:ext uri="{FF2B5EF4-FFF2-40B4-BE49-F238E27FC236}">
                <a16:creationId xmlns:a16="http://schemas.microsoft.com/office/drawing/2014/main" id="{FABD2C4F-D5DA-D29B-E63B-C5AA16ACFB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78090" y="286581"/>
            <a:ext cx="869352" cy="324910"/>
          </a:xfrm>
          <a:prstGeom prst="rect">
            <a:avLst/>
          </a:prstGeom>
        </p:spPr>
      </p:pic>
      <p:sp>
        <p:nvSpPr>
          <p:cNvPr id="249" name="CaixaDeTexto 18">
            <a:extLst>
              <a:ext uri="{FF2B5EF4-FFF2-40B4-BE49-F238E27FC236}">
                <a16:creationId xmlns:a16="http://schemas.microsoft.com/office/drawing/2014/main" id="{1D7DE229-D6E4-FDE7-3069-FC88B1F73B08}"/>
              </a:ext>
            </a:extLst>
          </p:cNvPr>
          <p:cNvSpPr txBox="1"/>
          <p:nvPr userDrawn="1"/>
        </p:nvSpPr>
        <p:spPr>
          <a:xfrm>
            <a:off x="1385497" y="6466269"/>
            <a:ext cx="11750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914400" rtl="0" eaLnBrk="1" latinLnBrk="0" hangingPunct="1"/>
            <a:r>
              <a:rPr lang="en-US" sz="900" kern="1200" noProof="0" dirty="0">
                <a:solidFill>
                  <a:schemeClr val="accent3"/>
                </a:solidFill>
                <a:latin typeface="Poppins Light" panose="00000400000000000000" pitchFamily="2" charset="0"/>
                <a:ea typeface="Source Serif Pro" panose="02040603050405020204" pitchFamily="18" charset="0"/>
                <a:cs typeface="Poppins Light" panose="00000400000000000000" pitchFamily="2" charset="0"/>
              </a:rPr>
              <a:t>Confidential </a:t>
            </a:r>
          </a:p>
        </p:txBody>
      </p:sp>
      <p:sp>
        <p:nvSpPr>
          <p:cNvPr id="251" name="Slide Number Placeholder 5">
            <a:extLst>
              <a:ext uri="{FF2B5EF4-FFF2-40B4-BE49-F238E27FC236}">
                <a16:creationId xmlns:a16="http://schemas.microsoft.com/office/drawing/2014/main" id="{7B09A407-06CE-2388-402F-77A04A87F161}"/>
              </a:ext>
            </a:extLst>
          </p:cNvPr>
          <p:cNvSpPr txBox="1"/>
          <p:nvPr userDrawn="1"/>
        </p:nvSpPr>
        <p:spPr>
          <a:xfrm>
            <a:off x="1189037" y="6530110"/>
            <a:ext cx="27477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pt-BR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Poppins Light" panose="00000400000000000000" pitchFamily="2" charset="0"/>
                <a:ea typeface="Source Serif Pro" panose="02040603050405020204" pitchFamily="18" charset="0"/>
                <a:cs typeface="Poppins Light" panose="000004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BAA5C8A-2239-4F6E-8944-71074356D4E2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129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1705-E470-8D14-31B3-824FE4DAC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2B80E022-3FDD-ADDD-4ECC-A35C1C62984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1838" y="1052961"/>
            <a:ext cx="11102975" cy="215503"/>
          </a:xfrm>
        </p:spPr>
        <p:txBody>
          <a:bodyPr tIns="36000">
            <a:spAutoFit/>
          </a:bodyPr>
          <a:lstStyle>
            <a:lvl1pPr>
              <a:defRPr sz="1100">
                <a:latin typeface="Poppins Light" panose="00000400000000000000" pitchFamily="2" charset="0"/>
                <a:ea typeface="Source Serif Pro Light" panose="02040303050405020204" pitchFamily="18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8881D-E677-81F1-4FEB-E641DAF4692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27651" y="1450975"/>
            <a:ext cx="7607161" cy="45481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7BB55DD-2EFA-B3F5-5529-538C584859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531844" y="1450975"/>
            <a:ext cx="4551062" cy="4548188"/>
          </a:xfrm>
          <a:prstGeom prst="roundRect">
            <a:avLst>
              <a:gd name="adj" fmla="val 8077"/>
            </a:avLst>
          </a:prstGeom>
        </p:spPr>
        <p:txBody>
          <a:bodyPr anchor="ctr" anchorCtr="0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9905E8E-005A-2CB8-D13C-50AD91C5419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838" y="6198700"/>
            <a:ext cx="9275946" cy="132344"/>
          </a:xfrm>
        </p:spPr>
        <p:txBody>
          <a:bodyPr vert="horz" lIns="0" tIns="0" rIns="0" bIns="0" rtlCol="0" anchor="t" anchorCtr="0"/>
          <a:lstStyle>
            <a:lvl1pPr marL="0" algn="l" defTabSz="914400" rtl="0" eaLnBrk="1" latinLnBrk="0" hangingPunct="1">
              <a:defRPr lang="en-US" sz="800">
                <a:solidFill>
                  <a:schemeClr val="accent3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/>
              <a:t>Fonte:</a:t>
            </a:r>
          </a:p>
        </p:txBody>
      </p:sp>
      <p:pic>
        <p:nvPicPr>
          <p:cNvPr id="4" name="Gráfico 14">
            <a:extLst>
              <a:ext uri="{FF2B5EF4-FFF2-40B4-BE49-F238E27FC236}">
                <a16:creationId xmlns:a16="http://schemas.microsoft.com/office/drawing/2014/main" id="{DC143B61-D1EC-0EA9-2BAC-6A68F795E9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8307" y="6451621"/>
            <a:ext cx="304891" cy="26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87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áfico 14">
            <a:extLst>
              <a:ext uri="{FF2B5EF4-FFF2-40B4-BE49-F238E27FC236}">
                <a16:creationId xmlns:a16="http://schemas.microsoft.com/office/drawing/2014/main" id="{40964DF4-17EB-A3BC-7FB0-5FDF684C1A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28307" y="6451621"/>
            <a:ext cx="304891" cy="26105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F471AE-9095-98ED-1C0F-5C5EE500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745259"/>
            <a:ext cx="11102975" cy="28469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87698-DE24-2CDF-7F29-7AFF04CE0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029952"/>
            <a:ext cx="11102975" cy="49692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BFE18-7E5A-2187-2FE5-6C32D2523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837" y="6203951"/>
            <a:ext cx="9726613" cy="16712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solidFill>
                  <a:schemeClr val="accent3"/>
                </a:solidFill>
                <a:latin typeface="Poppins Light" panose="00000400000000000000" pitchFamily="2" charset="0"/>
                <a:ea typeface="Source Serif Pro" panose="02040603050405020204" pitchFamily="18" charset="0"/>
                <a:cs typeface="Poppins Light" panose="00000400000000000000" pitchFamily="2" charset="0"/>
              </a:defRPr>
            </a:lvl1pPr>
          </a:lstStyle>
          <a:p>
            <a:endParaRPr lang="en-US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3" name="CaixaDeTexto 18">
            <a:extLst>
              <a:ext uri="{FF2B5EF4-FFF2-40B4-BE49-F238E27FC236}">
                <a16:creationId xmlns:a16="http://schemas.microsoft.com/office/drawing/2014/main" id="{0A6CFE94-6CA5-C7FF-37F6-80A50F5E7A6D}"/>
              </a:ext>
            </a:extLst>
          </p:cNvPr>
          <p:cNvSpPr txBox="1"/>
          <p:nvPr userDrawn="1"/>
        </p:nvSpPr>
        <p:spPr>
          <a:xfrm>
            <a:off x="1385497" y="6466269"/>
            <a:ext cx="11750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914400" rtl="0" eaLnBrk="1" latinLnBrk="0" hangingPunct="1"/>
            <a:r>
              <a:rPr lang="pt-BR" sz="900" kern="1200" dirty="0" err="1">
                <a:solidFill>
                  <a:schemeClr val="accent3"/>
                </a:solidFill>
                <a:latin typeface="Poppins Light" panose="00000400000000000000" pitchFamily="2" charset="0"/>
                <a:ea typeface="Source Serif Pro" panose="02040603050405020204" pitchFamily="18" charset="0"/>
                <a:cs typeface="Poppins Light" panose="00000400000000000000" pitchFamily="2" charset="0"/>
              </a:rPr>
              <a:t>Confidential</a:t>
            </a:r>
            <a:r>
              <a:rPr lang="pt-BR" sz="900" kern="1200" dirty="0">
                <a:solidFill>
                  <a:schemeClr val="accent3"/>
                </a:solidFill>
                <a:latin typeface="Poppins Light" panose="00000400000000000000" pitchFamily="2" charset="0"/>
                <a:ea typeface="Source Serif Pro" panose="02040603050405020204" pitchFamily="18" charset="0"/>
                <a:cs typeface="Poppins Light" panose="00000400000000000000" pitchFamily="2" charset="0"/>
              </a:rPr>
              <a:t> 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8AAA4F8-E3CA-19B2-FB65-BBD38BF889FB}"/>
              </a:ext>
            </a:extLst>
          </p:cNvPr>
          <p:cNvSpPr txBox="1">
            <a:spLocks/>
          </p:cNvSpPr>
          <p:nvPr userDrawn="1"/>
        </p:nvSpPr>
        <p:spPr>
          <a:xfrm>
            <a:off x="1189037" y="6530110"/>
            <a:ext cx="27477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pt-BR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Poppins Light" panose="00000400000000000000" pitchFamily="2" charset="0"/>
                <a:ea typeface="Source Serif Pro" panose="02040603050405020204" pitchFamily="18" charset="0"/>
                <a:cs typeface="Poppins Light" panose="000004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BAA5C8A-2239-4F6E-8944-71074356D4E2}" type="slidenum">
              <a:rPr lang="en-US" smtClean="0">
                <a:solidFill>
                  <a:schemeClr val="accent3"/>
                </a:solidFill>
              </a:rPr>
              <a:pPr algn="ctr"/>
              <a:t>‹#›</a:t>
            </a:fld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4B6A227C-AFA6-3EAC-8696-BC8236B618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978090" y="286581"/>
            <a:ext cx="869352" cy="32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399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869" r:id="rId3"/>
    <p:sldLayoutId id="2147483791" r:id="rId4"/>
    <p:sldLayoutId id="2147483792" r:id="rId5"/>
    <p:sldLayoutId id="2147483793" r:id="rId6"/>
    <p:sldLayoutId id="2147483849" r:id="rId7"/>
    <p:sldLayoutId id="2147483850" r:id="rId8"/>
    <p:sldLayoutId id="2147483851" r:id="rId9"/>
    <p:sldLayoutId id="2147483794" r:id="rId10"/>
    <p:sldLayoutId id="2147483834" r:id="rId11"/>
    <p:sldLayoutId id="2147483795" r:id="rId12"/>
    <p:sldLayoutId id="2147483852" r:id="rId13"/>
    <p:sldLayoutId id="2147483796" r:id="rId14"/>
    <p:sldLayoutId id="2147483797" r:id="rId15"/>
    <p:sldLayoutId id="2147483873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dirty="0">
          <a:solidFill>
            <a:schemeClr val="tx2"/>
          </a:solidFill>
          <a:latin typeface="Source Serif Pro SemiBold" panose="02040703050405020204" pitchFamily="18" charset="0"/>
          <a:ea typeface="Source Serif Pro SemiBold" panose="02040703050405020204" pitchFamily="18" charset="0"/>
          <a:cs typeface="Poppins" panose="00000500000000000000" pitchFamily="2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Poppins" panose="00000500000000000000" pitchFamily="2" charset="0"/>
          <a:ea typeface="Source Serif Pro" panose="02040603050405020204" pitchFamily="18" charset="0"/>
          <a:cs typeface="Poppins" panose="00000500000000000000" pitchFamily="2" charset="0"/>
        </a:defRPr>
      </a:lvl1pPr>
      <a:lvl2pPr marL="108000" indent="-10800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Poppins Light" panose="00000400000000000000" pitchFamily="2" charset="0"/>
          <a:ea typeface="Source Serif Pro" panose="02040603050405020204" pitchFamily="18" charset="0"/>
          <a:cs typeface="Poppins Light" panose="00000400000000000000" pitchFamily="2" charset="0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Source Sans Pro" panose="020B0503030403020204" pitchFamily="34" charset="0"/>
        <a:buNone/>
        <a:defRPr sz="1200" kern="1200">
          <a:solidFill>
            <a:schemeClr val="accent1"/>
          </a:solidFill>
          <a:latin typeface="Poppins Medium" panose="00000600000000000000" pitchFamily="2" charset="0"/>
          <a:ea typeface="Source Serif Pro Light" panose="02040303050405020204" pitchFamily="18" charset="0"/>
          <a:cs typeface="Poppins Medium" panose="00000600000000000000" pitchFamily="2" charset="0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200" b="1" kern="1200">
          <a:solidFill>
            <a:schemeClr val="tx1"/>
          </a:solidFill>
          <a:latin typeface="Source Serif Pro" panose="02040603050405020204" pitchFamily="18" charset="0"/>
          <a:ea typeface="Source Serif Pro" panose="02040603050405020204" pitchFamily="18" charset="0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200" kern="1200">
          <a:solidFill>
            <a:schemeClr val="accent1"/>
          </a:solidFill>
          <a:latin typeface="Source Serif Pro Black" panose="02040903050405020204" pitchFamily="18" charset="0"/>
          <a:ea typeface="Source Serif Pro Black" panose="02040903050405020204" pitchFamily="18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4" userDrawn="1">
          <p15:clr>
            <a:srgbClr val="F26B43"/>
          </p15:clr>
        </p15:guide>
        <p15:guide id="2" pos="3953" userDrawn="1">
          <p15:clr>
            <a:srgbClr val="F26B43"/>
          </p15:clr>
        </p15:guide>
        <p15:guide id="3" orient="horz" pos="187" userDrawn="1">
          <p15:clr>
            <a:srgbClr val="F26B43"/>
          </p15:clr>
        </p15:guide>
        <p15:guide id="4" orient="horz" pos="481" userDrawn="1">
          <p15:clr>
            <a:srgbClr val="F26B43"/>
          </p15:clr>
        </p15:guide>
        <p15:guide id="5" pos="461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  <p15:guide id="7" pos="7455" userDrawn="1">
          <p15:clr>
            <a:srgbClr val="F26B43"/>
          </p15:clr>
        </p15:guide>
        <p15:guide id="8" orient="horz" pos="3779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079893-B9E4-1176-99FF-1624625BE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229" y="886455"/>
            <a:ext cx="11124471" cy="65080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FF693B-2A9F-D90C-4F61-F18B8D466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38" y="1657026"/>
            <a:ext cx="11112500" cy="43611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marL="0" lvl="2" indent="0">
              <a:buFont typeface="Source Sans Pro" panose="020B0503030403020204" pitchFamily="34" charset="0"/>
              <a:buNone/>
            </a:pPr>
            <a:r>
              <a:rPr lang="pt-BR" dirty="0"/>
              <a:t>Terceiro nível</a:t>
            </a:r>
          </a:p>
        </p:txBody>
      </p:sp>
      <p:pic>
        <p:nvPicPr>
          <p:cNvPr id="5" name="Gráfico 5">
            <a:extLst>
              <a:ext uri="{FF2B5EF4-FFF2-40B4-BE49-F238E27FC236}">
                <a16:creationId xmlns:a16="http://schemas.microsoft.com/office/drawing/2014/main" id="{7E3FD3DC-00A7-B54D-992B-112FA51E4C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78090" y="286581"/>
            <a:ext cx="869352" cy="324910"/>
          </a:xfrm>
          <a:prstGeom prst="rect">
            <a:avLst/>
          </a:prstGeom>
        </p:spPr>
      </p:pic>
      <p:pic>
        <p:nvPicPr>
          <p:cNvPr id="9" name="Gráfico 14">
            <a:extLst>
              <a:ext uri="{FF2B5EF4-FFF2-40B4-BE49-F238E27FC236}">
                <a16:creationId xmlns:a16="http://schemas.microsoft.com/office/drawing/2014/main" id="{7DE1183C-D005-076D-A924-C78B55E94C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8307" y="6451621"/>
            <a:ext cx="304891" cy="26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617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871" r:id="rId4"/>
    <p:sldLayoutId id="2147483872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2000" b="1" kern="1200" dirty="0">
          <a:solidFill>
            <a:schemeClr val="tx2"/>
          </a:solidFill>
          <a:latin typeface="Source Serif Pro SemiBold" panose="02040703050405020204" pitchFamily="18" charset="0"/>
          <a:ea typeface="Source Serif Pro SemiBold" panose="02040703050405020204" pitchFamily="18" charset="0"/>
          <a:cs typeface="Poppins" panose="00000500000000000000" pitchFamily="2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Arial" panose="020B0604020202020204" pitchFamily="34" charset="0"/>
        <a:buNone/>
        <a:defRPr lang="pt-BR" sz="1200" kern="1200" dirty="0">
          <a:solidFill>
            <a:schemeClr val="tx1"/>
          </a:solidFill>
          <a:latin typeface="Poppins" panose="00000500000000000000" pitchFamily="2" charset="0"/>
          <a:ea typeface="Source Serif Pro" panose="02040603050405020204" pitchFamily="18" charset="0"/>
          <a:cs typeface="Poppins" panose="00000500000000000000" pitchFamily="2" charset="0"/>
        </a:defRPr>
      </a:lvl1pPr>
      <a:lvl2pPr marL="108000" indent="-10800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Arial" panose="020B0604020202020204" pitchFamily="34" charset="0"/>
        <a:buChar char="•"/>
        <a:defRPr lang="pt-BR" sz="1200" kern="1200" dirty="0">
          <a:solidFill>
            <a:schemeClr val="tx1"/>
          </a:solidFill>
          <a:latin typeface="Poppins Light" panose="00000400000000000000" pitchFamily="2" charset="0"/>
          <a:ea typeface="Source Serif Pro" panose="02040603050405020204" pitchFamily="18" charset="0"/>
          <a:cs typeface="Poppins Light" panose="00000400000000000000" pitchFamily="2" charset="0"/>
        </a:defRPr>
      </a:lvl2pPr>
      <a:lvl3pPr marL="108000" indent="-10800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Source Serif Pro" panose="02040603050405020204" pitchFamily="18" charset="0"/>
        <a:buChar char="−"/>
        <a:defRPr lang="pt-BR" sz="1200" kern="1200" dirty="0">
          <a:solidFill>
            <a:schemeClr val="accent1"/>
          </a:solidFill>
          <a:latin typeface="Poppins Medium" panose="00000600000000000000" pitchFamily="2" charset="0"/>
          <a:ea typeface="Source Serif Pro Light" panose="02040303050405020204" pitchFamily="18" charset="0"/>
          <a:cs typeface="Poppins Medium" panose="00000600000000000000" pitchFamily="2" charset="0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Arial" panose="020B0604020202020204" pitchFamily="34" charset="0"/>
        <a:buNone/>
        <a:defRPr sz="1200" b="1" kern="1200">
          <a:solidFill>
            <a:schemeClr val="tx1"/>
          </a:solidFill>
          <a:latin typeface="Source Serif Pro" panose="02040603050405020204" pitchFamily="18" charset="0"/>
          <a:ea typeface="Source Serif Pro" panose="02040603050405020204" pitchFamily="18" charset="0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bg2"/>
        </a:buClr>
        <a:buFont typeface="Arial" panose="020B0604020202020204" pitchFamily="34" charset="0"/>
        <a:buNone/>
        <a:defRPr sz="1200" kern="1200">
          <a:solidFill>
            <a:schemeClr val="accent1"/>
          </a:solidFill>
          <a:latin typeface="Source Serif Pro Black" panose="02040903050405020204" pitchFamily="18" charset="0"/>
          <a:ea typeface="Source Serif Pro Black" panose="02040903050405020204" pitchFamily="18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453" userDrawn="1">
          <p15:clr>
            <a:srgbClr val="F26B43"/>
          </p15:clr>
        </p15:guide>
        <p15:guide id="4" orient="horz" pos="235" userDrawn="1">
          <p15:clr>
            <a:srgbClr val="F26B43"/>
          </p15:clr>
        </p15:guide>
        <p15:guide id="5" orient="horz" pos="4088" userDrawn="1">
          <p15:clr>
            <a:srgbClr val="F26B43"/>
          </p15:clr>
        </p15:guide>
        <p15:guide id="6" pos="7453" userDrawn="1">
          <p15:clr>
            <a:srgbClr val="F26B43"/>
          </p15:clr>
        </p15:guide>
      </p15:sldGuideLst>
    </p:ext>
  </p:extLst>
</p:sldMaster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nnov_beat_limone.png"/><Relationship Id="rId3" Type="http://schemas.openxmlformats.org/officeDocument/2006/relationships/image" Target="../media/innov_beat_tube.png"/><Relationship Id="rId4" Type="http://schemas.openxmlformats.org/officeDocument/2006/relationships/image" Target="../media/innov_beat_stroop.png"/><Relationship Id="rId5" Type="http://schemas.openxmlformats.org/officeDocument/2006/relationships/image" Target="../media/innov_origens.png"/><Relationship Id="rId6" Type="http://schemas.openxmlformats.org/officeDocument/2006/relationships/image" Target="../media/innov_futi.png"/><Relationship Id="rId7" Type="http://schemas.openxmlformats.org/officeDocument/2006/relationships/image" Target="../media/innov_soft.jpg"/><Relationship Id="rId8" Type="http://schemas.openxmlformats.org/officeDocument/2006/relationships/image" Target="../media/innov_soft_circle.png"/></Relationships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ard0"/>
          <p:cNvSpPr/>
          <p:nvPr/>
        </p:nvSpPr>
        <p:spPr>
          <a:xfrm>
            <a:off x="731520" y="1554480"/>
            <a:ext cx="2645359" cy="4445813"/>
          </a:xfrm>
          <a:prstGeom prst="rect">
            <a:avLst/>
          </a:prstGeom>
          <a:solidFill>
            <a:srgbClr val="E0E6EC"/>
          </a:solidFill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2" name="Card1"/>
          <p:cNvSpPr/>
          <p:nvPr/>
        </p:nvSpPr>
        <p:spPr>
          <a:xfrm>
            <a:off x="3526841" y="1554480"/>
            <a:ext cx="2645359" cy="4445813"/>
          </a:xfrm>
          <a:prstGeom prst="rect">
            <a:avLst/>
          </a:prstGeom>
          <a:solidFill>
            <a:srgbClr val="E0E6EC"/>
          </a:solidFill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3" name="Card2"/>
          <p:cNvSpPr/>
          <p:nvPr/>
        </p:nvSpPr>
        <p:spPr>
          <a:xfrm>
            <a:off x="6322162" y="1554480"/>
            <a:ext cx="2645359" cy="4445813"/>
          </a:xfrm>
          <a:prstGeom prst="rect">
            <a:avLst/>
          </a:prstGeom>
          <a:solidFill>
            <a:srgbClr val="E0E6EC"/>
          </a:solidFill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4" name="Card3"/>
          <p:cNvSpPr/>
          <p:nvPr/>
        </p:nvSpPr>
        <p:spPr>
          <a:xfrm>
            <a:off x="9117482" y="1554480"/>
            <a:ext cx="2645359" cy="4445813"/>
          </a:xfrm>
          <a:prstGeom prst="rect">
            <a:avLst/>
          </a:prstGeom>
          <a:solidFill>
            <a:srgbClr val="E0E6EC"/>
          </a:solidFill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205" name="beat_limo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91" y="2534934"/>
            <a:ext cx="787500" cy="665466"/>
          </a:xfrm>
          <a:prstGeom prst="rect">
            <a:avLst/>
          </a:prstGeom>
        </p:spPr>
      </p:pic>
      <p:pic>
        <p:nvPicPr>
          <p:cNvPr id="206" name="beat_tub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115" y="1645920"/>
            <a:ext cx="438169" cy="1554480"/>
          </a:xfrm>
          <a:prstGeom prst="rect">
            <a:avLst/>
          </a:prstGeom>
        </p:spPr>
      </p:pic>
      <p:pic>
        <p:nvPicPr>
          <p:cNvPr id="207" name="beat_str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508" y="2562636"/>
            <a:ext cx="787500" cy="637764"/>
          </a:xfrm>
          <a:prstGeom prst="rect">
            <a:avLst/>
          </a:prstGeom>
        </p:spPr>
      </p:pic>
      <p:pic>
        <p:nvPicPr>
          <p:cNvPr id="208" name="orige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3059" y="1645920"/>
            <a:ext cx="1992923" cy="1554480"/>
          </a:xfrm>
          <a:prstGeom prst="rect">
            <a:avLst/>
          </a:prstGeom>
        </p:spPr>
      </p:pic>
      <p:pic>
        <p:nvPicPr>
          <p:cNvPr id="209" name="fut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9552" y="1645920"/>
            <a:ext cx="970578" cy="1554480"/>
          </a:xfrm>
          <a:prstGeom prst="rect">
            <a:avLst/>
          </a:prstGeom>
        </p:spPr>
      </p:pic>
      <p:pic>
        <p:nvPicPr>
          <p:cNvPr id="210" name="sof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2922" y="1645920"/>
            <a:ext cx="1554480" cy="1554480"/>
          </a:xfrm>
          <a:prstGeom prst="rect">
            <a:avLst/>
          </a:prstGeom>
        </p:spPr>
      </p:pic>
      <p:sp>
        <p:nvSpPr>
          <p:cNvPr id="211" name="CardTitle0"/>
          <p:cNvSpPr txBox="1"/>
          <p:nvPr/>
        </p:nvSpPr>
        <p:spPr>
          <a:xfrm>
            <a:off x="731520" y="3415284"/>
            <a:ext cx="2645359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</a:pPr>
            <a:r>
              <a:rPr lang="en-US" sz="1600" dirty="0">
                <a:solidFill>
                  <a:srgbClr val="6580A2"/>
                </a:solidFill>
                <a:latin typeface="Poppins SemiBold"/>
                <a:cs typeface="Poppins SemiBold"/>
              </a:rPr>
              <a:t>B.Eat</a:t>
            </a:r>
          </a:p>
        </p:txBody>
      </p:sp>
      <p:sp>
        <p:nvSpPr>
          <p:cNvPr id="212" name="CardCap0"/>
          <p:cNvSpPr txBox="1"/>
          <p:nvPr/>
        </p:nvSpPr>
        <p:spPr>
          <a:xfrm>
            <a:off x="731520" y="3698748"/>
            <a:ext cx="2645359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</a:pPr>
            <a:r>
              <a:rPr lang="en-US" sz="900" dirty="0">
                <a:solidFill>
                  <a:srgbClr val="6580A2"/>
                </a:solidFill>
                <a:latin typeface="Poppins Medium"/>
                <a:cs typeface="Poppins Medium"/>
              </a:rPr>
              <a:t>Already in stores</a:t>
            </a:r>
          </a:p>
        </p:txBody>
      </p:sp>
      <p:sp>
        <p:nvSpPr>
          <p:cNvPr id="213" name="CardBody0"/>
          <p:cNvSpPr txBox="1"/>
          <p:nvPr/>
        </p:nvSpPr>
        <p:spPr>
          <a:xfrm>
            <a:off x="918972" y="3881628"/>
            <a:ext cx="2270455" cy="19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lang="en-US" sz="1000" dirty="0">
                <a:solidFill>
                  <a:srgbClr val="413245"/>
                </a:solidFill>
                <a:latin typeface="Poppins"/>
                <a:cs typeface="Poppins"/>
              </a:rPr>
              <a:t>Individually wrapped biscuits at an accessible price point give customers a reason to walk in mid-week, not only for a gift. Limonê is already in stores, with Tubê and Stroopwafel to follow.</a:t>
            </a:r>
          </a:p>
          <a:p>
            <a:pPr algn="l">
              <a:lnSpc>
                <a:spcPct val="132000"/>
              </a:lnSpc>
              <a:spcBef>
                <a:spcPts val="700"/>
              </a:spcBef>
            </a:pPr>
            <a:r>
              <a:rPr lang="en-US" sz="1000" dirty="0">
                <a:solidFill>
                  <a:srgbClr val="413245"/>
                </a:solidFill>
                <a:latin typeface="Poppins"/>
                <a:cs typeface="Poppins"/>
              </a:rPr>
              <a:t>Benchmark: </a:t>
            </a:r>
            <a:r>
              <a:rPr lang="en-US" sz="1000" dirty="0">
                <a:solidFill>
                  <a:srgbClr val="6580A2"/>
                </a:solidFill>
                <a:latin typeface="Poppins SemiBold"/>
                <a:cs typeface="Poppins SemiBold"/>
              </a:rPr>
              <a:t>+22% visit frequency</a:t>
            </a:r>
            <a:r>
              <a:rPr lang="en-US" sz="1000" dirty="0">
                <a:solidFill>
                  <a:srgbClr val="413245"/>
                </a:solidFill>
                <a:latin typeface="Poppins"/>
                <a:cs typeface="Poppins"/>
              </a:rPr>
              <a:t> on the same customer base and </a:t>
            </a:r>
            <a:r>
              <a:rPr lang="en-US" sz="1000" dirty="0">
                <a:solidFill>
                  <a:srgbClr val="6580A2"/>
                </a:solidFill>
                <a:latin typeface="Poppins SemiBold"/>
                <a:cs typeface="Poppins SemiBold"/>
              </a:rPr>
              <a:t>1 in 3 new triers returning within 30 days</a:t>
            </a:r>
          </a:p>
        </p:txBody>
      </p:sp>
      <p:sp>
        <p:nvSpPr>
          <p:cNvPr id="214" name="CardTitle1"/>
          <p:cNvSpPr txBox="1"/>
          <p:nvPr/>
        </p:nvSpPr>
        <p:spPr>
          <a:xfrm>
            <a:off x="3526841" y="3415284"/>
            <a:ext cx="2645359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</a:pPr>
            <a:r>
              <a:rPr lang="en-US" sz="1600" dirty="0">
                <a:solidFill>
                  <a:srgbClr val="6580A2"/>
                </a:solidFill>
                <a:latin typeface="Poppins SemiBold"/>
                <a:cs typeface="Poppins SemiBold"/>
              </a:rPr>
              <a:t>Origens</a:t>
            </a:r>
          </a:p>
        </p:txBody>
      </p:sp>
      <p:sp>
        <p:nvSpPr>
          <p:cNvPr id="215" name="CardCap1"/>
          <p:cNvSpPr txBox="1"/>
          <p:nvPr/>
        </p:nvSpPr>
        <p:spPr>
          <a:xfrm>
            <a:off x="3526841" y="3698748"/>
            <a:ext cx="2645359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</a:pPr>
            <a:r>
              <a:rPr lang="en-US" sz="900" dirty="0">
                <a:solidFill>
                  <a:srgbClr val="6580A2"/>
                </a:solidFill>
                <a:latin typeface="Poppins Medium"/>
                <a:cs typeface="Poppins Medium"/>
              </a:rPr>
              <a:t>2026 pipeline</a:t>
            </a:r>
          </a:p>
        </p:txBody>
      </p:sp>
      <p:sp>
        <p:nvSpPr>
          <p:cNvPr id="216" name="CardBody1"/>
          <p:cNvSpPr txBox="1"/>
          <p:nvPr/>
        </p:nvSpPr>
        <p:spPr>
          <a:xfrm>
            <a:off x="3714293" y="3881628"/>
            <a:ext cx="2270455" cy="19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lang="en-US" sz="1000" dirty="0">
                <a:solidFill>
                  <a:srgbClr val="413245"/>
                </a:solidFill>
                <a:latin typeface="Poppins"/>
                <a:cs typeface="Poppins"/>
              </a:rPr>
              <a:t>A line built on Brazilian ingredients — Brasilê with Brazil nut and cashew, Marú with cumaru. No other artisanal biscuit chain in Brazil runs a dedicated national-flavor range.</a:t>
            </a:r>
          </a:p>
        </p:txBody>
      </p:sp>
      <p:sp>
        <p:nvSpPr>
          <p:cNvPr id="217" name="CardTitle2"/>
          <p:cNvSpPr txBox="1"/>
          <p:nvPr/>
        </p:nvSpPr>
        <p:spPr>
          <a:xfrm>
            <a:off x="6322162" y="3415284"/>
            <a:ext cx="2645359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</a:pPr>
            <a:r>
              <a:rPr lang="en-US" sz="1600" dirty="0">
                <a:solidFill>
                  <a:srgbClr val="6580A2"/>
                </a:solidFill>
                <a:latin typeface="Poppins SemiBold"/>
                <a:cs typeface="Poppins SemiBold"/>
              </a:rPr>
              <a:t>Futi × Neymar Jr.</a:t>
            </a:r>
          </a:p>
        </p:txBody>
      </p:sp>
      <p:sp>
        <p:nvSpPr>
          <p:cNvPr id="218" name="CardCap2"/>
          <p:cNvSpPr txBox="1"/>
          <p:nvPr/>
        </p:nvSpPr>
        <p:spPr>
          <a:xfrm>
            <a:off x="6322162" y="3698748"/>
            <a:ext cx="2645359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</a:pPr>
            <a:r>
              <a:rPr lang="en-US" sz="900" dirty="0">
                <a:solidFill>
                  <a:srgbClr val="6580A2"/>
                </a:solidFill>
                <a:latin typeface="Poppins Medium"/>
                <a:cs typeface="Poppins Medium"/>
              </a:rPr>
              <a:t>2026 pipeline</a:t>
            </a:r>
          </a:p>
        </p:txBody>
      </p:sp>
      <p:sp>
        <p:nvSpPr>
          <p:cNvPr id="219" name="CardBody2"/>
          <p:cNvSpPr txBox="1"/>
          <p:nvPr/>
        </p:nvSpPr>
        <p:spPr>
          <a:xfrm>
            <a:off x="6509614" y="3881628"/>
            <a:ext cx="2270455" cy="19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lang="en-US" sz="1000" dirty="0">
                <a:solidFill>
                  <a:srgbClr val="413245"/>
                </a:solidFill>
                <a:latin typeface="Poppins"/>
                <a:cs typeface="Poppins"/>
              </a:rPr>
              <a:t>A licensing partnership with the most followed Brazilian athlete turns biscuits into collectibles across three price points — Card, blind-box Collection and Arena — with a national campaign in 2026.</a:t>
            </a:r>
          </a:p>
        </p:txBody>
      </p:sp>
      <p:sp>
        <p:nvSpPr>
          <p:cNvPr id="220" name="CardTitle3"/>
          <p:cNvSpPr txBox="1"/>
          <p:nvPr/>
        </p:nvSpPr>
        <p:spPr>
          <a:xfrm>
            <a:off x="9117482" y="3415284"/>
            <a:ext cx="2645359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</a:pPr>
            <a:r>
              <a:rPr lang="en-US" sz="1600" dirty="0">
                <a:solidFill>
                  <a:srgbClr val="6580A2"/>
                </a:solidFill>
                <a:latin typeface="Poppins SemiBold"/>
                <a:cs typeface="Poppins SemiBold"/>
              </a:rPr>
              <a:t>Soft Cookie 2.0</a:t>
            </a:r>
          </a:p>
        </p:txBody>
      </p:sp>
      <p:sp>
        <p:nvSpPr>
          <p:cNvPr id="221" name="CardCap3"/>
          <p:cNvSpPr txBox="1"/>
          <p:nvPr/>
        </p:nvSpPr>
        <p:spPr>
          <a:xfrm>
            <a:off x="9117482" y="3698748"/>
            <a:ext cx="2645359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</a:pPr>
            <a:r>
              <a:rPr lang="en-US" sz="900" dirty="0">
                <a:solidFill>
                  <a:srgbClr val="6580A2"/>
                </a:solidFill>
                <a:latin typeface="Poppins Medium"/>
                <a:cs typeface="Poppins Medium"/>
              </a:rPr>
              <a:t>2026 pipeline</a:t>
            </a:r>
          </a:p>
        </p:txBody>
      </p:sp>
      <p:sp>
        <p:nvSpPr>
          <p:cNvPr id="222" name="CardBody3"/>
          <p:cNvSpPr txBox="1"/>
          <p:nvPr/>
        </p:nvSpPr>
        <p:spPr>
          <a:xfrm>
            <a:off x="9304934" y="3881628"/>
            <a:ext cx="2270455" cy="19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lang="en-US" sz="1000" dirty="0">
                <a:solidFill>
                  <a:srgbClr val="413245"/>
                </a:solidFill>
                <a:latin typeface="Poppins"/>
                <a:cs typeface="Poppins"/>
              </a:rPr>
              <a:t>The soft cookie range was reformulated for texture, flavor intensity and consistent execution across stores. Biscoitê PRO adds a zero-sugar, 12g-protein bar from Jan/27.</a:t>
            </a:r>
          </a:p>
        </p:txBody>
      </p:sp>
      <p:sp>
        <p:nvSpPr>
          <p:cNvPr id="223" name="Section"/>
          <p:cNvSpPr txBox="1"/>
          <p:nvPr/>
        </p:nvSpPr>
        <p:spPr>
          <a:xfrm>
            <a:off x="731520" y="341986"/>
            <a:ext cx="2194560" cy="1737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lang="en-US" sz="1000" dirty="0">
                <a:solidFill>
                  <a:srgbClr val="413245"/>
                </a:solidFill>
                <a:latin typeface="Poppins Light"/>
                <a:cs typeface="Poppins Light"/>
              </a:rPr>
              <a:t>Company overview</a:t>
            </a:r>
          </a:p>
        </p:txBody>
      </p:sp>
      <p:sp>
        <p:nvSpPr>
          <p:cNvPr id="224" name="Title"/>
          <p:cNvSpPr txBox="1"/>
          <p:nvPr/>
        </p:nvSpPr>
        <p:spPr>
          <a:xfrm>
            <a:off x="731520" y="691286"/>
            <a:ext cx="11102645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lang="en-US" sz="1800" dirty="0">
                <a:solidFill>
                  <a:srgbClr val="6580A2"/>
                </a:solidFill>
                <a:latin typeface="Poppins Medium"/>
                <a:cs typeface="Poppins Medium"/>
              </a:rPr>
              <a:t>A continuous innovation pipeline broadens the audience and increases purchase frequency</a:t>
            </a:r>
          </a:p>
        </p:txBody>
      </p:sp>
      <p:sp>
        <p:nvSpPr>
          <p:cNvPr id="225" name="Subtitle"/>
          <p:cNvSpPr txBox="1"/>
          <p:nvPr/>
        </p:nvSpPr>
        <p:spPr>
          <a:xfrm>
            <a:off x="737006" y="1081735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lang="en-US" sz="1100" dirty="0">
                <a:solidFill>
                  <a:srgbClr val="413245"/>
                </a:solidFill>
                <a:latin typeface="Poppins Medium"/>
                <a:cs typeface="Poppins Medium"/>
              </a:rPr>
              <a:t>The 2026 roadmap adds an accessible everyday line, a proprietary Brazilian-flavor range and licensed collectibles, expanding consumption occasions without diluting the premium positioning</a:t>
            </a:r>
          </a:p>
        </p:txBody>
      </p:sp>
      <p:sp>
        <p:nvSpPr>
          <p:cNvPr id="226" name="Source"/>
          <p:cNvSpPr txBox="1"/>
          <p:nvPr/>
        </p:nvSpPr>
        <p:spPr>
          <a:xfrm>
            <a:off x="731520" y="6193231"/>
            <a:ext cx="9275674" cy="15544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lang="en-US" sz="800" dirty="0">
                <a:solidFill>
                  <a:srgbClr val="706A69"/>
                </a:solidFill>
                <a:latin typeface="Poppins Light"/>
                <a:cs typeface="Poppins Light"/>
              </a:rPr>
              <a:t>Source: Company</a:t>
            </a:r>
          </a:p>
        </p:txBody>
      </p:sp>
      <p:sp>
        <p:nvSpPr>
          <p:cNvPr id="227" name="NewTag"/>
          <p:cNvSpPr/>
          <p:nvPr/>
        </p:nvSpPr>
        <p:spPr>
          <a:xfrm>
            <a:off x="9696298" y="0"/>
            <a:ext cx="914400" cy="51115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8" name="NewTagTxt"/>
          <p:cNvSpPr txBox="1"/>
          <p:nvPr/>
        </p:nvSpPr>
        <p:spPr>
          <a:xfrm>
            <a:off x="9696298" y="12801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</a:pPr>
            <a:r>
              <a:rPr lang="en-US" sz="1200" dirty="0">
                <a:solidFill>
                  <a:srgbClr val="413245"/>
                </a:solidFill>
                <a:latin typeface="Source Serif Pro"/>
                <a:cs typeface="Source Serif Pro"/>
              </a:rPr>
              <a:t>New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FLYSHEET_STYL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Introduction">
  <a:themeElements>
    <a:clrScheme name="Biscoitê">
      <a:dk1>
        <a:srgbClr val="413245"/>
      </a:dk1>
      <a:lt1>
        <a:srgbClr val="FFFFFF"/>
      </a:lt1>
      <a:dk2>
        <a:srgbClr val="6580A2"/>
      </a:dk2>
      <a:lt2>
        <a:srgbClr val="413245"/>
      </a:lt2>
      <a:accent1>
        <a:srgbClr val="6580A2"/>
      </a:accent1>
      <a:accent2>
        <a:srgbClr val="413245"/>
      </a:accent2>
      <a:accent3>
        <a:srgbClr val="706A69"/>
      </a:accent3>
      <a:accent4>
        <a:srgbClr val="706A69"/>
      </a:accent4>
      <a:accent5>
        <a:srgbClr val="BED7E7"/>
      </a:accent5>
      <a:accent6>
        <a:srgbClr val="BED7E7"/>
      </a:accent6>
      <a:hlink>
        <a:srgbClr val="7B7B7B"/>
      </a:hlink>
      <a:folHlink>
        <a:srgbClr val="7B7B7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wrap="square" lIns="0" tIns="0" rIns="0" bIns="0" rtlCol="0" anchor="ctr"/>
      <a:lstStyle>
        <a:defPPr algn="ctr">
          <a:lnSpc>
            <a:spcPct val="112000"/>
          </a:lnSpc>
          <a:spcAft>
            <a:spcPts val="800"/>
          </a:spcAft>
          <a:defRPr sz="1200" dirty="0" err="1" smtClean="0">
            <a:solidFill>
              <a:schemeClr val="tx1"/>
            </a:solidFill>
            <a:latin typeface="Source Serif Pro" panose="02040603050405020204" pitchFamily="18" charset="0"/>
            <a:ea typeface="Source Serif Pro" panose="02040603050405020204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110000"/>
          </a:lnSpc>
          <a:spcAft>
            <a:spcPts val="800"/>
          </a:spcAft>
          <a:defRPr sz="1200" dirty="0" err="1" smtClean="0">
            <a:latin typeface="Source Serif Pro" panose="02040603050405020204" pitchFamily="18" charset="0"/>
            <a:ea typeface="Source Serif Pro" panose="020406030504050202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apas">
  <a:themeElements>
    <a:clrScheme name="Biscoitê">
      <a:dk1>
        <a:srgbClr val="413245"/>
      </a:dk1>
      <a:lt1>
        <a:srgbClr val="FFFFFF"/>
      </a:lt1>
      <a:dk2>
        <a:srgbClr val="6580A2"/>
      </a:dk2>
      <a:lt2>
        <a:srgbClr val="2D362F"/>
      </a:lt2>
      <a:accent1>
        <a:srgbClr val="6580A2"/>
      </a:accent1>
      <a:accent2>
        <a:srgbClr val="413245"/>
      </a:accent2>
      <a:accent3>
        <a:srgbClr val="706A69"/>
      </a:accent3>
      <a:accent4>
        <a:srgbClr val="706A69"/>
      </a:accent4>
      <a:accent5>
        <a:srgbClr val="F9F6EF"/>
      </a:accent5>
      <a:accent6>
        <a:srgbClr val="BED7E7"/>
      </a:accent6>
      <a:hlink>
        <a:srgbClr val="7B7B7B"/>
      </a:hlink>
      <a:folHlink>
        <a:srgbClr val="7B7B7B"/>
      </a:folHlink>
    </a:clrScheme>
    <a:fontScheme name="Personalizada 1">
      <a:majorFont>
        <a:latin typeface="Source Serif Pro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wrap="square" lIns="0" tIns="0" rIns="0" bIns="0" rtlCol="0" anchor="ctr"/>
      <a:lstStyle>
        <a:defPPr algn="ctr">
          <a:lnSpc>
            <a:spcPct val="112000"/>
          </a:lnSpc>
          <a:spcAft>
            <a:spcPts val="800"/>
          </a:spcAft>
          <a:defRPr sz="1200" dirty="0" err="1" smtClean="0">
            <a:solidFill>
              <a:schemeClr val="tx1"/>
            </a:solidFill>
            <a:latin typeface="Source Serif Pro" panose="02040603050405020204" pitchFamily="18" charset="0"/>
            <a:ea typeface="Source Serif Pro" panose="02040603050405020204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110000"/>
          </a:lnSpc>
          <a:spcAft>
            <a:spcPts val="800"/>
          </a:spcAft>
          <a:defRPr sz="1200" dirty="0" err="1" smtClean="0">
            <a:latin typeface="Source Serif Pro" panose="02040603050405020204" pitchFamily="18" charset="0"/>
            <a:ea typeface="Source Serif Pro" panose="020406030504050202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4">
    <wetp:webextensionref xmlns:r="http://schemas.openxmlformats.org/officeDocument/2006/relationships" r:id="rId2"/>
  </wetp:taskpane>
  <wetp:taskpane dockstate="right" visibility="0" width="350" row="1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428D237A-FF0F-4F47-9F2C-6C83C045401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53d5514-b441-44f3-8525-13995e3aba2a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B990B59-3AB8-4AB2-933E-240E8D9AFAE0}">
  <we:reference id="cba9fc06-6fc9-492e-9525-923870a3b909" version="2.0.0.0" store="EXCatalog" storeType="EXCatalog"/>
  <we:alternateReferences>
    <we:reference id="WA200010215" version="2.0.0.0" store="en-US" storeType="OMEX"/>
  </we:alternateReferences>
  <we:properties>
    <we:property name="bps.codex_control.document_id" value="&quot;c59cddaf-1e5a-4e05-9b58-085190b4dc18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4CC62262-AE59-4331-BA57-C16B21C68D2A}">
  <we:reference id="11d7cf85-ae5a-43b8-bc58-1e1a151cce24" version="1.0.0.1" store="EXCatalog" storeType="EXCatalog"/>
  <we:alternateReferences>
    <we:reference id="WA200010725" version="1.0.0.1" store="en-US" storeType="OMEX"/>
  </we:alternateReferences>
  <we:properties>
    <we:property name="claude.fileId" value="&quot;4e0177af-6ecc-4e03-b48a-7a79dbd7ac92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65D74D3F636646A8B0DBA7B90C3472" ma:contentTypeVersion="15" ma:contentTypeDescription="Crie um novo documento." ma:contentTypeScope="" ma:versionID="0f284fed690633c9884de595f769fb09">
  <xsd:schema xmlns:xsd="http://www.w3.org/2001/XMLSchema" xmlns:xs="http://www.w3.org/2001/XMLSchema" xmlns:p="http://schemas.microsoft.com/office/2006/metadata/properties" xmlns:ns2="41e9bfca-b15d-42a1-8dcf-95c0c272d15d" xmlns:ns3="e0fe94fd-770b-4845-a80c-675d8764887f" targetNamespace="http://schemas.microsoft.com/office/2006/metadata/properties" ma:root="true" ma:fieldsID="8d0a3e35247f31691ff616978b1fe65f" ns2:_="" ns3:_="">
    <xsd:import namespace="41e9bfca-b15d-42a1-8dcf-95c0c272d15d"/>
    <xsd:import namespace="e0fe94fd-770b-4845-a80c-675d876488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e9bfca-b15d-42a1-8dcf-95c0c272d1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c7d46ea2-efa8-4cae-a764-a25d381128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fe94fd-770b-4845-a80c-675d8764887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1c4ccec-714b-4c13-a97a-9137f379a04f}" ma:internalName="TaxCatchAll" ma:showField="CatchAllData" ma:web="e0fe94fd-770b-4845-a80c-675d8764887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1e9bfca-b15d-42a1-8dcf-95c0c272d15d">
      <Terms xmlns="http://schemas.microsoft.com/office/infopath/2007/PartnerControls"/>
    </lcf76f155ced4ddcb4097134ff3c332f>
    <TaxCatchAll xmlns="e0fe94fd-770b-4845-a80c-675d8764887f" xsi:nil="true"/>
  </documentManagement>
</p:properties>
</file>

<file path=customXml/itemProps1.xml><?xml version="1.0" encoding="utf-8"?>
<ds:datastoreItem xmlns:ds="http://schemas.openxmlformats.org/officeDocument/2006/customXml" ds:itemID="{398768F9-1012-4368-9CD0-CDCA1DF38022}">
  <ds:schemaRefs>
    <ds:schemaRef ds:uri="41e9bfca-b15d-42a1-8dcf-95c0c272d15d"/>
    <ds:schemaRef ds:uri="e0fe94fd-770b-4845-a80c-675d8764887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9E15495-F71B-42C1-A584-56DA3CB092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0E0CF9-88BA-45C1-B7F5-FA131B7A9D74}">
  <ds:schemaRefs>
    <ds:schemaRef ds:uri="http://schemas.microsoft.com/office/2006/documentManagement/types"/>
    <ds:schemaRef ds:uri="http://www.w3.org/XML/1998/namespace"/>
    <ds:schemaRef ds:uri="http://purl.org/dc/elements/1.1/"/>
    <ds:schemaRef ds:uri="41e9bfca-b15d-42a1-8dcf-95c0c272d15d"/>
    <ds:schemaRef ds:uri="http://purl.org/dc/dcmitype/"/>
    <ds:schemaRef ds:uri="http://schemas.microsoft.com/office/2006/metadata/properties"/>
    <ds:schemaRef ds:uri="e0fe94fd-770b-4845-a80c-675d8764887f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639168ec-16d4-4a2c-9ce2-09cc4ca9bfe8}" enabled="1" method="Standard" siteId="{9a6e48f1-2427-4aa1-b4c9-ee7623d0c26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28621</TotalTime>
  <Words>9771</Words>
  <Application>Microsoft Office PowerPoint</Application>
  <PresentationFormat>Widescreen</PresentationFormat>
  <Paragraphs>1339</Paragraphs>
  <Slides>66</Slides>
  <Notes>21</Notes>
  <HiddenSlides>30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66</vt:i4>
      </vt:variant>
    </vt:vector>
  </HeadingPairs>
  <TitlesOfParts>
    <vt:vector size="83" baseType="lpstr">
      <vt:lpstr>Aptos</vt:lpstr>
      <vt:lpstr>Arial</vt:lpstr>
      <vt:lpstr>Calibri</vt:lpstr>
      <vt:lpstr>Montserrat</vt:lpstr>
      <vt:lpstr>Open Sans</vt:lpstr>
      <vt:lpstr>Poppins</vt:lpstr>
      <vt:lpstr>Poppins ExtraLight</vt:lpstr>
      <vt:lpstr>Poppins Light</vt:lpstr>
      <vt:lpstr>Poppins Medium</vt:lpstr>
      <vt:lpstr>Poppins SemiBold</vt:lpstr>
      <vt:lpstr>Source Sans Pro</vt:lpstr>
      <vt:lpstr>Source Serif Pro</vt:lpstr>
      <vt:lpstr>Source Serif Pro Black</vt:lpstr>
      <vt:lpstr>Source Serif Pro SemiBold</vt:lpstr>
      <vt:lpstr>Wingdings</vt:lpstr>
      <vt:lpstr>Introduction</vt:lpstr>
      <vt:lpstr>Capas</vt:lpstr>
      <vt:lpstr>PowerPoint Presentation</vt:lpstr>
      <vt:lpstr>Disclaimer</vt:lpstr>
      <vt:lpstr>PowerPoint Presentation</vt:lpstr>
      <vt:lpstr>PowerPoint Presentation</vt:lpstr>
      <vt:lpstr>PowerPoint Presentation</vt:lpstr>
      <vt:lpstr>PowerPoint Presentation</vt:lpstr>
      <vt:lpstr>Compelling industry dynamics position Biscoitê for continued growth</vt:lpstr>
      <vt:lpstr>Cookies &amp; crackers market benefits from solid global tailwinds</vt:lpstr>
      <vt:lpstr>Consumer preference for premium brands is reshaping the chocolate and confectionery market</vt:lpstr>
      <vt:lpstr>Biscoitê is well positioned to capture growth across multiple Brazilian markets</vt:lpstr>
      <vt:lpstr>Brazil is home to a large and fast-growing franchise market</vt:lpstr>
      <vt:lpstr>Strong M&amp;A appetite for premium indulgence and gifting brands</vt:lpstr>
      <vt:lpstr>PowerPoint Presentation</vt:lpstr>
      <vt:lpstr>Investment thesis</vt:lpstr>
      <vt:lpstr>Brand partnerships and collaborations amplify reach, revenue and brand equity</vt:lpstr>
      <vt:lpstr>Cross-generational reach and community as a fundamental asset </vt:lpstr>
      <vt:lpstr>Vertical integration ensures premium quality at scale</vt:lpstr>
      <vt:lpstr>Biscoitê’s omnichannel presence </vt:lpstr>
      <vt:lpstr>New industrial facility increases production capacity, SKUs and scalability</vt:lpstr>
      <vt:lpstr>A proven playbook for domestic expansion and international growth</vt:lpstr>
      <vt:lpstr>PowerPoint Presentation</vt:lpstr>
      <vt:lpstr>PowerPoint Presentation</vt:lpstr>
      <vt:lpstr>Biscoitê’s legal structure </vt:lpstr>
      <vt:lpstr>Biscoitê’s corporate structure </vt:lpstr>
      <vt:lpstr>From a 17 m² kiosk to a nationwide premium gifting platform</vt:lpstr>
      <vt:lpstr>Four Distinct Product Families Addressing a Broad Range of Consumption Occasions</vt:lpstr>
      <vt:lpstr>Biscoitê’s revenue streams</vt:lpstr>
      <vt:lpstr>Owned stores</vt:lpstr>
      <vt:lpstr>Franchise network</vt:lpstr>
      <vt:lpstr>Manufacturing</vt:lpstr>
      <vt:lpstr>PowerPoint Presentation</vt:lpstr>
      <vt:lpstr>A business model designed to protect and support the franchisee </vt:lpstr>
      <vt:lpstr>PowerPoint Presentation</vt:lpstr>
      <vt:lpstr>PowerPoint Presentation</vt:lpstr>
      <vt:lpstr>PowerPoint Presentation</vt:lpstr>
      <vt:lpstr>Income statement – consolidated</vt:lpstr>
      <vt:lpstr>PowerPoint Presentation</vt:lpstr>
      <vt:lpstr>PowerPoint Presentation</vt:lpstr>
      <vt:lpstr>PowerPoint Presentation</vt:lpstr>
      <vt:lpstr>Investment thesis</vt:lpstr>
      <vt:lpstr>Investment Thesis</vt:lpstr>
      <vt:lpstr>Lorem ipsum dolor sit amet consectetur adisciping elit </vt:lpstr>
      <vt:lpstr>Lorem ipsum dolor sit amet consectetur adisciping elit </vt:lpstr>
      <vt:lpstr>Success Stories in Food Franchising</vt:lpstr>
      <vt:lpstr>PowerPoint Presentation</vt:lpstr>
      <vt:lpstr>PowerPoint Presentation</vt:lpstr>
      <vt:lpstr>PowerPoint Presentation</vt:lpstr>
      <vt:lpstr>Biscoitê’s omnichannel presence </vt:lpstr>
      <vt:lpstr>Vertical integration ensures premium quality at scale</vt:lpstr>
      <vt:lpstr>Success stories in food franchising</vt:lpstr>
      <vt:lpstr>Success stories </vt:lpstr>
      <vt:lpstr>Biscoitê’s corporate structure </vt:lpstr>
      <vt:lpstr>Biscoitê’s corporate structure </vt:lpstr>
      <vt:lpstr>PowerPoint Presentation</vt:lpstr>
      <vt:lpstr>PowerPoint Presentation</vt:lpstr>
      <vt:lpstr>Lorem ipsum dolor sit amet consectetur adisciping elit </vt:lpstr>
      <vt:lpstr>Lorem ipsum dolor sit amet consectetur adisciping elit </vt:lpstr>
      <vt:lpstr>Lorem ipsum dolor sit amet consectetur adisciping elit </vt:lpstr>
      <vt:lpstr>Lorem ipsum dolor sit amet consectetur adisciping elit </vt:lpstr>
      <vt:lpstr>Lorem ipsum dolor sit amet consectetur adisciping elit </vt:lpstr>
      <vt:lpstr>PowerPoint Presentation</vt:lpstr>
      <vt:lpstr>Two formats, one compelling return profile for accelerated expansion (2/2)</vt:lpstr>
      <vt:lpstr>Lorem ipsum dolor sit amet consectetur adisciping elit </vt:lpstr>
      <vt:lpstr>Lorem ipsum dolor sit amet consectetur adisciping elit </vt:lpstr>
      <vt:lpstr>Lorem ipsum dolor sit amet consectetur adisciping elit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Taiane Bezerra</dc:creator>
  <cp:lastModifiedBy>Pedro Grando</cp:lastModifiedBy>
  <cp:revision>702</cp:revision>
  <dcterms:created xsi:type="dcterms:W3CDTF">2022-12-01T15:58:43Z</dcterms:created>
  <dcterms:modified xsi:type="dcterms:W3CDTF">2026-09-04T01:47:43Z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lpwstr>81400.0000000000</vt:lpwstr>
  </property>
  <property fmtid="{D5CDD505-2E9C-101B-9397-08002B2CF9AE}" pid="3" name="ContentTypeId">
    <vt:lpwstr>0x0101009F65D74D3F636646A8B0DBA7B90C3472</vt:lpwstr>
  </property>
  <property fmtid="{D5CDD505-2E9C-101B-9397-08002B2CF9AE}" pid="4" name="MediaServiceImageTags">
    <vt:lpwstr/>
  </property>
</Properties>
</file>